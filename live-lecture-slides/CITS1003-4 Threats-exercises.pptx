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63" r:id="rId1"/>
  </p:sldMasterIdLst>
  <p:notesMasterIdLst>
    <p:notesMasterId r:id="rId65"/>
  </p:notesMasterIdLst>
  <p:sldIdLst>
    <p:sldId id="256" r:id="rId2"/>
    <p:sldId id="1523" r:id="rId3"/>
    <p:sldId id="343" r:id="rId4"/>
    <p:sldId id="1524" r:id="rId5"/>
    <p:sldId id="1525" r:id="rId6"/>
    <p:sldId id="442" r:id="rId7"/>
    <p:sldId id="457" r:id="rId8"/>
    <p:sldId id="459" r:id="rId9"/>
    <p:sldId id="458" r:id="rId10"/>
    <p:sldId id="460" r:id="rId11"/>
    <p:sldId id="552" r:id="rId12"/>
    <p:sldId id="453" r:id="rId13"/>
    <p:sldId id="520" r:id="rId14"/>
    <p:sldId id="523" r:id="rId15"/>
    <p:sldId id="521" r:id="rId16"/>
    <p:sldId id="547" r:id="rId17"/>
    <p:sldId id="525" r:id="rId18"/>
    <p:sldId id="549" r:id="rId19"/>
    <p:sldId id="548" r:id="rId20"/>
    <p:sldId id="526" r:id="rId21"/>
    <p:sldId id="527" r:id="rId22"/>
    <p:sldId id="550" r:id="rId23"/>
    <p:sldId id="528" r:id="rId24"/>
    <p:sldId id="557" r:id="rId25"/>
    <p:sldId id="551" r:id="rId26"/>
    <p:sldId id="533" r:id="rId27"/>
    <p:sldId id="534" r:id="rId28"/>
    <p:sldId id="541" r:id="rId29"/>
    <p:sldId id="556" r:id="rId30"/>
    <p:sldId id="542" r:id="rId31"/>
    <p:sldId id="536" r:id="rId32"/>
    <p:sldId id="559" r:id="rId33"/>
    <p:sldId id="558" r:id="rId34"/>
    <p:sldId id="537" r:id="rId35"/>
    <p:sldId id="544" r:id="rId36"/>
    <p:sldId id="451" r:id="rId37"/>
    <p:sldId id="538" r:id="rId38"/>
    <p:sldId id="539" r:id="rId39"/>
    <p:sldId id="344" r:id="rId40"/>
    <p:sldId id="507" r:id="rId41"/>
    <p:sldId id="1516" r:id="rId42"/>
    <p:sldId id="1515" r:id="rId43"/>
    <p:sldId id="461" r:id="rId44"/>
    <p:sldId id="510" r:id="rId45"/>
    <p:sldId id="511" r:id="rId46"/>
    <p:sldId id="512" r:id="rId47"/>
    <p:sldId id="345" r:id="rId48"/>
    <p:sldId id="514" r:id="rId49"/>
    <p:sldId id="1517" r:id="rId50"/>
    <p:sldId id="1518" r:id="rId51"/>
    <p:sldId id="1521" r:id="rId52"/>
    <p:sldId id="1522" r:id="rId53"/>
    <p:sldId id="1519" r:id="rId54"/>
    <p:sldId id="553" r:id="rId55"/>
    <p:sldId id="515" r:id="rId56"/>
    <p:sldId id="516" r:id="rId57"/>
    <p:sldId id="346" r:id="rId58"/>
    <p:sldId id="519" r:id="rId59"/>
    <p:sldId id="1520" r:id="rId60"/>
    <p:sldId id="347" r:id="rId61"/>
    <p:sldId id="518" r:id="rId62"/>
    <p:sldId id="554" r:id="rId63"/>
    <p:sldId id="555" r:id="rId6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David Glance" initials="DG" lastIdx="1" clrIdx="0">
    <p:extLst>
      <p:ext uri="{19B8F6BF-5375-455C-9EA6-DF929625EA0E}">
        <p15:presenceInfo xmlns:p15="http://schemas.microsoft.com/office/powerpoint/2012/main" userId="S::00048920@uwa.edu.au::78f19221-0802-4a87-b561-ec50043bdac8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741" autoAdjust="0"/>
    <p:restoredTop sz="90413" autoAdjust="0"/>
  </p:normalViewPr>
  <p:slideViewPr>
    <p:cSldViewPr snapToGrid="0" snapToObjects="1">
      <p:cViewPr varScale="1">
        <p:scale>
          <a:sx n="71" d="100"/>
          <a:sy n="71" d="100"/>
        </p:scale>
        <p:origin x="912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viewProps" Target="viewProps.xml"/><Relationship Id="rId7" Type="http://schemas.openxmlformats.org/officeDocument/2006/relationships/slide" Target="slides/slide6.xml"/><Relationship Id="rId71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commentAuthors" Target="commentAuthor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张 智" userId="36bdf691fd3510be" providerId="LiveId" clId="{EE2847C8-F971-4969-B5C0-FC1DB060E07D}"/>
    <pc:docChg chg="undo redo custSel addSld delSld modSld sldOrd">
      <pc:chgData name="张 智" userId="36bdf691fd3510be" providerId="LiveId" clId="{EE2847C8-F971-4969-B5C0-FC1DB060E07D}" dt="2024-03-18T04:58:27.923" v="8699" actId="20577"/>
      <pc:docMkLst>
        <pc:docMk/>
      </pc:docMkLst>
      <pc:sldChg chg="modNotesTx">
        <pc:chgData name="张 智" userId="36bdf691fd3510be" providerId="LiveId" clId="{EE2847C8-F971-4969-B5C0-FC1DB060E07D}" dt="2024-03-17T14:09:15.469" v="5269" actId="20577"/>
        <pc:sldMkLst>
          <pc:docMk/>
          <pc:sldMk cId="1077586671" sldId="256"/>
        </pc:sldMkLst>
      </pc:sldChg>
      <pc:sldChg chg="modNotesTx">
        <pc:chgData name="张 智" userId="36bdf691fd3510be" providerId="LiveId" clId="{EE2847C8-F971-4969-B5C0-FC1DB060E07D}" dt="2024-03-17T14:12:03.336" v="5274"/>
        <pc:sldMkLst>
          <pc:docMk/>
          <pc:sldMk cId="3039451630" sldId="343"/>
        </pc:sldMkLst>
      </pc:sldChg>
      <pc:sldChg chg="modSp mod modNotesTx">
        <pc:chgData name="张 智" userId="36bdf691fd3510be" providerId="LiveId" clId="{EE2847C8-F971-4969-B5C0-FC1DB060E07D}" dt="2024-03-16T14:30:15.939" v="2757" actId="20577"/>
        <pc:sldMkLst>
          <pc:docMk/>
          <pc:sldMk cId="433955085" sldId="344"/>
        </pc:sldMkLst>
        <pc:spChg chg="mod">
          <ac:chgData name="张 智" userId="36bdf691fd3510be" providerId="LiveId" clId="{EE2847C8-F971-4969-B5C0-FC1DB060E07D}" dt="2024-03-16T14:28:06.632" v="2640" actId="14100"/>
          <ac:spMkLst>
            <pc:docMk/>
            <pc:sldMk cId="433955085" sldId="344"/>
            <ac:spMk id="2" creationId="{77B87295-CF06-4EF3-BFCA-2F8DAACB6AC6}"/>
          </ac:spMkLst>
        </pc:spChg>
        <pc:spChg chg="mod">
          <ac:chgData name="张 智" userId="36bdf691fd3510be" providerId="LiveId" clId="{EE2847C8-F971-4969-B5C0-FC1DB060E07D}" dt="2024-03-16T14:28:10.841" v="2641" actId="1076"/>
          <ac:spMkLst>
            <pc:docMk/>
            <pc:sldMk cId="433955085" sldId="344"/>
            <ac:spMk id="3" creationId="{21E8586B-D9A3-4AE1-A171-491E51F2FAF0}"/>
          </ac:spMkLst>
        </pc:spChg>
        <pc:picChg chg="mod">
          <ac:chgData name="张 智" userId="36bdf691fd3510be" providerId="LiveId" clId="{EE2847C8-F971-4969-B5C0-FC1DB060E07D}" dt="2024-03-16T14:28:15.160" v="2642" actId="14100"/>
          <ac:picMkLst>
            <pc:docMk/>
            <pc:sldMk cId="433955085" sldId="344"/>
            <ac:picMk id="5" creationId="{26DCE218-D7E4-41CA-B2F0-1257F3BAB901}"/>
          </ac:picMkLst>
        </pc:picChg>
      </pc:sldChg>
      <pc:sldChg chg="modNotesTx">
        <pc:chgData name="张 智" userId="36bdf691fd3510be" providerId="LiveId" clId="{EE2847C8-F971-4969-B5C0-FC1DB060E07D}" dt="2024-03-18T02:04:22.052" v="7660" actId="20577"/>
        <pc:sldMkLst>
          <pc:docMk/>
          <pc:sldMk cId="2809391081" sldId="345"/>
        </pc:sldMkLst>
      </pc:sldChg>
      <pc:sldChg chg="modNotesTx">
        <pc:chgData name="张 智" userId="36bdf691fd3510be" providerId="LiveId" clId="{EE2847C8-F971-4969-B5C0-FC1DB060E07D}" dt="2024-03-18T04:26:28.657" v="8563" actId="20577"/>
        <pc:sldMkLst>
          <pc:docMk/>
          <pc:sldMk cId="835046270" sldId="346"/>
        </pc:sldMkLst>
      </pc:sldChg>
      <pc:sldChg chg="modSp mod">
        <pc:chgData name="张 智" userId="36bdf691fd3510be" providerId="LiveId" clId="{EE2847C8-F971-4969-B5C0-FC1DB060E07D}" dt="2024-03-18T04:45:36.654" v="8597" actId="20577"/>
        <pc:sldMkLst>
          <pc:docMk/>
          <pc:sldMk cId="3682485318" sldId="347"/>
        </pc:sldMkLst>
        <pc:spChg chg="mod">
          <ac:chgData name="张 智" userId="36bdf691fd3510be" providerId="LiveId" clId="{EE2847C8-F971-4969-B5C0-FC1DB060E07D}" dt="2024-03-18T04:45:36.654" v="8597" actId="20577"/>
          <ac:spMkLst>
            <pc:docMk/>
            <pc:sldMk cId="3682485318" sldId="347"/>
            <ac:spMk id="3" creationId="{A063E825-B27E-43D0-A784-C43512E937CF}"/>
          </ac:spMkLst>
        </pc:spChg>
      </pc:sldChg>
      <pc:sldChg chg="modNotesTx">
        <pc:chgData name="张 智" userId="36bdf691fd3510be" providerId="LiveId" clId="{EE2847C8-F971-4969-B5C0-FC1DB060E07D}" dt="2024-03-17T14:13:06.463" v="5285" actId="20577"/>
        <pc:sldMkLst>
          <pc:docMk/>
          <pc:sldMk cId="2948547475" sldId="442"/>
        </pc:sldMkLst>
      </pc:sldChg>
      <pc:sldChg chg="modNotesTx">
        <pc:chgData name="张 智" userId="36bdf691fd3510be" providerId="LiveId" clId="{EE2847C8-F971-4969-B5C0-FC1DB060E07D}" dt="2024-03-17T14:31:05.457" v="5721" actId="20577"/>
        <pc:sldMkLst>
          <pc:docMk/>
          <pc:sldMk cId="730443573" sldId="453"/>
        </pc:sldMkLst>
      </pc:sldChg>
      <pc:sldChg chg="modNotesTx">
        <pc:chgData name="张 智" userId="36bdf691fd3510be" providerId="LiveId" clId="{EE2847C8-F971-4969-B5C0-FC1DB060E07D}" dt="2024-03-14T05:06:40.398" v="15" actId="20577"/>
        <pc:sldMkLst>
          <pc:docMk/>
          <pc:sldMk cId="1740918262" sldId="457"/>
        </pc:sldMkLst>
      </pc:sldChg>
      <pc:sldChg chg="modSp mod modNotesTx">
        <pc:chgData name="张 智" userId="36bdf691fd3510be" providerId="LiveId" clId="{EE2847C8-F971-4969-B5C0-FC1DB060E07D}" dt="2024-03-17T14:18:37.383" v="5325" actId="20577"/>
        <pc:sldMkLst>
          <pc:docMk/>
          <pc:sldMk cId="3454318501" sldId="458"/>
        </pc:sldMkLst>
        <pc:spChg chg="mod">
          <ac:chgData name="张 智" userId="36bdf691fd3510be" providerId="LiveId" clId="{EE2847C8-F971-4969-B5C0-FC1DB060E07D}" dt="2024-03-17T14:18:13.993" v="5322" actId="20577"/>
          <ac:spMkLst>
            <pc:docMk/>
            <pc:sldMk cId="3454318501" sldId="458"/>
            <ac:spMk id="2" creationId="{00000000-0000-0000-0000-000000000000}"/>
          </ac:spMkLst>
        </pc:spChg>
      </pc:sldChg>
      <pc:sldChg chg="modNotesTx">
        <pc:chgData name="张 智" userId="36bdf691fd3510be" providerId="LiveId" clId="{EE2847C8-F971-4969-B5C0-FC1DB060E07D}" dt="2024-03-17T14:17:54.400" v="5310" actId="20577"/>
        <pc:sldMkLst>
          <pc:docMk/>
          <pc:sldMk cId="1542867268" sldId="459"/>
        </pc:sldMkLst>
      </pc:sldChg>
      <pc:sldChg chg="modSp mod modNotesTx">
        <pc:chgData name="张 智" userId="36bdf691fd3510be" providerId="LiveId" clId="{EE2847C8-F971-4969-B5C0-FC1DB060E07D}" dt="2024-03-17T14:23:41.422" v="5614" actId="20577"/>
        <pc:sldMkLst>
          <pc:docMk/>
          <pc:sldMk cId="2311687944" sldId="460"/>
        </pc:sldMkLst>
        <pc:spChg chg="mod">
          <ac:chgData name="张 智" userId="36bdf691fd3510be" providerId="LiveId" clId="{EE2847C8-F971-4969-B5C0-FC1DB060E07D}" dt="2024-03-17T14:20:20.578" v="5388" actId="20577"/>
          <ac:spMkLst>
            <pc:docMk/>
            <pc:sldMk cId="2311687944" sldId="460"/>
            <ac:spMk id="2" creationId="{00000000-0000-0000-0000-000000000000}"/>
          </ac:spMkLst>
        </pc:spChg>
      </pc:sldChg>
      <pc:sldChg chg="modSp mod modNotesTx">
        <pc:chgData name="张 智" userId="36bdf691fd3510be" providerId="LiveId" clId="{EE2847C8-F971-4969-B5C0-FC1DB060E07D}" dt="2024-03-16T14:15:57.468" v="2521" actId="20577"/>
        <pc:sldMkLst>
          <pc:docMk/>
          <pc:sldMk cId="4030956127" sldId="507"/>
        </pc:sldMkLst>
        <pc:spChg chg="mod">
          <ac:chgData name="张 智" userId="36bdf691fd3510be" providerId="LiveId" clId="{EE2847C8-F971-4969-B5C0-FC1DB060E07D}" dt="2024-03-16T14:11:33.356" v="2513" actId="14100"/>
          <ac:spMkLst>
            <pc:docMk/>
            <pc:sldMk cId="4030956127" sldId="507"/>
            <ac:spMk id="8" creationId="{EFF2A714-4BFE-4265-87E4-34F8FECB8F6F}"/>
          </ac:spMkLst>
        </pc:spChg>
      </pc:sldChg>
      <pc:sldChg chg="modNotesTx">
        <pc:chgData name="张 智" userId="36bdf691fd3510be" providerId="LiveId" clId="{EE2847C8-F971-4969-B5C0-FC1DB060E07D}" dt="2024-03-18T01:37:52.181" v="7143" actId="20577"/>
        <pc:sldMkLst>
          <pc:docMk/>
          <pc:sldMk cId="3836867077" sldId="508"/>
        </pc:sldMkLst>
      </pc:sldChg>
      <pc:sldChg chg="modSp mod modNotesTx">
        <pc:chgData name="张 智" userId="36bdf691fd3510be" providerId="LiveId" clId="{EE2847C8-F971-4969-B5C0-FC1DB060E07D}" dt="2024-03-18T01:52:31.340" v="7455" actId="15"/>
        <pc:sldMkLst>
          <pc:docMk/>
          <pc:sldMk cId="2617196703" sldId="510"/>
        </pc:sldMkLst>
        <pc:spChg chg="mod">
          <ac:chgData name="张 智" userId="36bdf691fd3510be" providerId="LiveId" clId="{EE2847C8-F971-4969-B5C0-FC1DB060E07D}" dt="2024-03-18T01:52:31.340" v="7455" actId="15"/>
          <ac:spMkLst>
            <pc:docMk/>
            <pc:sldMk cId="2617196703" sldId="510"/>
            <ac:spMk id="3" creationId="{21E8586B-D9A3-4AE1-A171-491E51F2FAF0}"/>
          </ac:spMkLst>
        </pc:spChg>
      </pc:sldChg>
      <pc:sldChg chg="modSp mod">
        <pc:chgData name="张 智" userId="36bdf691fd3510be" providerId="LiveId" clId="{EE2847C8-F971-4969-B5C0-FC1DB060E07D}" dt="2024-03-18T01:52:14.718" v="7453" actId="14100"/>
        <pc:sldMkLst>
          <pc:docMk/>
          <pc:sldMk cId="2826954081" sldId="511"/>
        </pc:sldMkLst>
        <pc:spChg chg="mod">
          <ac:chgData name="张 智" userId="36bdf691fd3510be" providerId="LiveId" clId="{EE2847C8-F971-4969-B5C0-FC1DB060E07D}" dt="2024-03-18T01:52:14.718" v="7453" actId="14100"/>
          <ac:spMkLst>
            <pc:docMk/>
            <pc:sldMk cId="2826954081" sldId="511"/>
            <ac:spMk id="3" creationId="{21E8586B-D9A3-4AE1-A171-491E51F2FAF0}"/>
          </ac:spMkLst>
        </pc:spChg>
      </pc:sldChg>
      <pc:sldChg chg="modSp mod modNotesTx">
        <pc:chgData name="张 智" userId="36bdf691fd3510be" providerId="LiveId" clId="{EE2847C8-F971-4969-B5C0-FC1DB060E07D}" dt="2024-03-18T01:58:22.376" v="7510" actId="20577"/>
        <pc:sldMkLst>
          <pc:docMk/>
          <pc:sldMk cId="3618927795" sldId="512"/>
        </pc:sldMkLst>
        <pc:spChg chg="mod">
          <ac:chgData name="张 智" userId="36bdf691fd3510be" providerId="LiveId" clId="{EE2847C8-F971-4969-B5C0-FC1DB060E07D}" dt="2024-03-18T01:52:41.589" v="7457" actId="14100"/>
          <ac:spMkLst>
            <pc:docMk/>
            <pc:sldMk cId="3618927795" sldId="512"/>
            <ac:spMk id="3" creationId="{21E8586B-D9A3-4AE1-A171-491E51F2FAF0}"/>
          </ac:spMkLst>
        </pc:spChg>
      </pc:sldChg>
      <pc:sldChg chg="addSp modSp mod modNotesTx">
        <pc:chgData name="张 智" userId="36bdf691fd3510be" providerId="LiveId" clId="{EE2847C8-F971-4969-B5C0-FC1DB060E07D}" dt="2024-03-18T02:06:54.734" v="7704" actId="20577"/>
        <pc:sldMkLst>
          <pc:docMk/>
          <pc:sldMk cId="3263746602" sldId="514"/>
        </pc:sldMkLst>
        <pc:spChg chg="add mod">
          <ac:chgData name="张 智" userId="36bdf691fd3510be" providerId="LiveId" clId="{EE2847C8-F971-4969-B5C0-FC1DB060E07D}" dt="2024-03-18T02:06:12.025" v="7693" actId="15"/>
          <ac:spMkLst>
            <pc:docMk/>
            <pc:sldMk cId="3263746602" sldId="514"/>
            <ac:spMk id="6" creationId="{77315C6C-9E41-48EA-8536-167F2DEBBE66}"/>
          </ac:spMkLst>
        </pc:spChg>
        <pc:spChg chg="mod">
          <ac:chgData name="张 智" userId="36bdf691fd3510be" providerId="LiveId" clId="{EE2847C8-F971-4969-B5C0-FC1DB060E07D}" dt="2024-03-17T11:59:15.099" v="3252" actId="14100"/>
          <ac:spMkLst>
            <pc:docMk/>
            <pc:sldMk cId="3263746602" sldId="514"/>
            <ac:spMk id="8" creationId="{EFF2A714-4BFE-4265-87E4-34F8FECB8F6F}"/>
          </ac:spMkLst>
        </pc:spChg>
        <pc:spChg chg="mod">
          <ac:chgData name="张 智" userId="36bdf691fd3510be" providerId="LiveId" clId="{EE2847C8-F971-4969-B5C0-FC1DB060E07D}" dt="2024-03-18T02:06:01.823" v="7664" actId="20577"/>
          <ac:spMkLst>
            <pc:docMk/>
            <pc:sldMk cId="3263746602" sldId="514"/>
            <ac:spMk id="10" creationId="{8869FF1C-52E8-43E9-AF5B-40AA94C39D62}"/>
          </ac:spMkLst>
        </pc:spChg>
      </pc:sldChg>
      <pc:sldChg chg="modNotesTx">
        <pc:chgData name="张 智" userId="36bdf691fd3510be" providerId="LiveId" clId="{EE2847C8-F971-4969-B5C0-FC1DB060E07D}" dt="2024-03-18T04:24:10.743" v="8555" actId="20577"/>
        <pc:sldMkLst>
          <pc:docMk/>
          <pc:sldMk cId="2758315679" sldId="515"/>
        </pc:sldMkLst>
      </pc:sldChg>
      <pc:sldChg chg="modNotesTx">
        <pc:chgData name="张 智" userId="36bdf691fd3510be" providerId="LiveId" clId="{EE2847C8-F971-4969-B5C0-FC1DB060E07D}" dt="2024-03-18T02:52:15.238" v="8550" actId="20577"/>
        <pc:sldMkLst>
          <pc:docMk/>
          <pc:sldMk cId="2761264589" sldId="516"/>
        </pc:sldMkLst>
      </pc:sldChg>
      <pc:sldChg chg="modSp mod">
        <pc:chgData name="张 智" userId="36bdf691fd3510be" providerId="LiveId" clId="{EE2847C8-F971-4969-B5C0-FC1DB060E07D}" dt="2024-03-18T04:45:33.607" v="8593" actId="20577"/>
        <pc:sldMkLst>
          <pc:docMk/>
          <pc:sldMk cId="3121942135" sldId="518"/>
        </pc:sldMkLst>
        <pc:spChg chg="mod">
          <ac:chgData name="张 智" userId="36bdf691fd3510be" providerId="LiveId" clId="{EE2847C8-F971-4969-B5C0-FC1DB060E07D}" dt="2024-03-18T04:45:33.607" v="8593" actId="20577"/>
          <ac:spMkLst>
            <pc:docMk/>
            <pc:sldMk cId="3121942135" sldId="518"/>
            <ac:spMk id="3" creationId="{A063E825-B27E-43D0-A784-C43512E937CF}"/>
          </ac:spMkLst>
        </pc:spChg>
      </pc:sldChg>
      <pc:sldChg chg="modSp mod modNotesTx">
        <pc:chgData name="张 智" userId="36bdf691fd3510be" providerId="LiveId" clId="{EE2847C8-F971-4969-B5C0-FC1DB060E07D}" dt="2024-03-18T04:42:16.431" v="8577" actId="20577"/>
        <pc:sldMkLst>
          <pc:docMk/>
          <pc:sldMk cId="2862420244" sldId="519"/>
        </pc:sldMkLst>
        <pc:spChg chg="mod">
          <ac:chgData name="张 智" userId="36bdf691fd3510be" providerId="LiveId" clId="{EE2847C8-F971-4969-B5C0-FC1DB060E07D}" dt="2024-03-17T13:31:45.254" v="4751" actId="14100"/>
          <ac:spMkLst>
            <pc:docMk/>
            <pc:sldMk cId="2862420244" sldId="519"/>
            <ac:spMk id="8" creationId="{EFF2A714-4BFE-4265-87E4-34F8FECB8F6F}"/>
          </ac:spMkLst>
        </pc:spChg>
        <pc:spChg chg="mod">
          <ac:chgData name="张 智" userId="36bdf691fd3510be" providerId="LiveId" clId="{EE2847C8-F971-4969-B5C0-FC1DB060E07D}" dt="2024-03-17T13:37:21.951" v="4970" actId="20577"/>
          <ac:spMkLst>
            <pc:docMk/>
            <pc:sldMk cId="2862420244" sldId="519"/>
            <ac:spMk id="12" creationId="{C35F5975-2C76-4F59-A37E-82C404CDCDDD}"/>
          </ac:spMkLst>
        </pc:spChg>
      </pc:sldChg>
      <pc:sldChg chg="modNotesTx">
        <pc:chgData name="张 智" userId="36bdf691fd3510be" providerId="LiveId" clId="{EE2847C8-F971-4969-B5C0-FC1DB060E07D}" dt="2024-03-17T14:29:34.162" v="5662" actId="20577"/>
        <pc:sldMkLst>
          <pc:docMk/>
          <pc:sldMk cId="2990205520" sldId="520"/>
        </pc:sldMkLst>
      </pc:sldChg>
      <pc:sldChg chg="modNotesTx">
        <pc:chgData name="张 智" userId="36bdf691fd3510be" providerId="LiveId" clId="{EE2847C8-F971-4969-B5C0-FC1DB060E07D}" dt="2024-03-17T14:33:22.027" v="5772" actId="20577"/>
        <pc:sldMkLst>
          <pc:docMk/>
          <pc:sldMk cId="1733563212" sldId="521"/>
        </pc:sldMkLst>
      </pc:sldChg>
      <pc:sldChg chg="modNotesTx">
        <pc:chgData name="张 智" userId="36bdf691fd3510be" providerId="LiveId" clId="{EE2847C8-F971-4969-B5C0-FC1DB060E07D}" dt="2024-03-17T14:32:23.661" v="5760" actId="20577"/>
        <pc:sldMkLst>
          <pc:docMk/>
          <pc:sldMk cId="3333459246" sldId="523"/>
        </pc:sldMkLst>
      </pc:sldChg>
      <pc:sldChg chg="modNotesTx">
        <pc:chgData name="张 智" userId="36bdf691fd3510be" providerId="LiveId" clId="{EE2847C8-F971-4969-B5C0-FC1DB060E07D}" dt="2024-03-17T14:35:33.035" v="5773" actId="20577"/>
        <pc:sldMkLst>
          <pc:docMk/>
          <pc:sldMk cId="3085203614" sldId="525"/>
        </pc:sldMkLst>
      </pc:sldChg>
      <pc:sldChg chg="modSp mod modNotesTx">
        <pc:chgData name="张 智" userId="36bdf691fd3510be" providerId="LiveId" clId="{EE2847C8-F971-4969-B5C0-FC1DB060E07D}" dt="2024-03-17T14:42:11.150" v="5947" actId="20577"/>
        <pc:sldMkLst>
          <pc:docMk/>
          <pc:sldMk cId="4055979932" sldId="527"/>
        </pc:sldMkLst>
        <pc:spChg chg="mod">
          <ac:chgData name="张 智" userId="36bdf691fd3510be" providerId="LiveId" clId="{EE2847C8-F971-4969-B5C0-FC1DB060E07D}" dt="2024-03-14T05:49:53.527" v="396" actId="14100"/>
          <ac:spMkLst>
            <pc:docMk/>
            <pc:sldMk cId="4055979932" sldId="527"/>
            <ac:spMk id="79" creationId="{3BFB5622-1B59-4185-BEFB-7AD99E62844D}"/>
          </ac:spMkLst>
        </pc:spChg>
        <pc:cxnChg chg="mod">
          <ac:chgData name="张 智" userId="36bdf691fd3510be" providerId="LiveId" clId="{EE2847C8-F971-4969-B5C0-FC1DB060E07D}" dt="2024-03-14T05:49:14.342" v="377" actId="14100"/>
          <ac:cxnSpMkLst>
            <pc:docMk/>
            <pc:sldMk cId="4055979932" sldId="527"/>
            <ac:cxnSpMk id="62" creationId="{5F6FE8C9-13F7-4BAE-98C4-895CFF9E4E5A}"/>
          </ac:cxnSpMkLst>
        </pc:cxnChg>
      </pc:sldChg>
      <pc:sldChg chg="delSp modSp mod modNotesTx">
        <pc:chgData name="张 智" userId="36bdf691fd3510be" providerId="LiveId" clId="{EE2847C8-F971-4969-B5C0-FC1DB060E07D}" dt="2024-03-17T14:49:42.493" v="6240" actId="20577"/>
        <pc:sldMkLst>
          <pc:docMk/>
          <pc:sldMk cId="1195795184" sldId="528"/>
        </pc:sldMkLst>
        <pc:spChg chg="del">
          <ac:chgData name="张 智" userId="36bdf691fd3510be" providerId="LiveId" clId="{EE2847C8-F971-4969-B5C0-FC1DB060E07D}" dt="2024-03-15T02:01:32.477" v="848" actId="478"/>
          <ac:spMkLst>
            <pc:docMk/>
            <pc:sldMk cId="1195795184" sldId="528"/>
            <ac:spMk id="34" creationId="{356A2907-1B53-4B6D-8756-018A7E16D432}"/>
          </ac:spMkLst>
        </pc:spChg>
        <pc:spChg chg="del">
          <ac:chgData name="张 智" userId="36bdf691fd3510be" providerId="LiveId" clId="{EE2847C8-F971-4969-B5C0-FC1DB060E07D}" dt="2024-03-15T02:01:32.477" v="848" actId="478"/>
          <ac:spMkLst>
            <pc:docMk/>
            <pc:sldMk cId="1195795184" sldId="528"/>
            <ac:spMk id="45" creationId="{E76DDA8C-DA50-4F33-9D46-FAFEBB213E0C}"/>
          </ac:spMkLst>
        </pc:spChg>
        <pc:cxnChg chg="del mod">
          <ac:chgData name="张 智" userId="36bdf691fd3510be" providerId="LiveId" clId="{EE2847C8-F971-4969-B5C0-FC1DB060E07D}" dt="2024-03-15T02:01:32.477" v="848" actId="478"/>
          <ac:cxnSpMkLst>
            <pc:docMk/>
            <pc:sldMk cId="1195795184" sldId="528"/>
            <ac:cxnSpMk id="35" creationId="{08703748-3091-468D-A41F-D67F5B8D9967}"/>
          </ac:cxnSpMkLst>
        </pc:cxnChg>
      </pc:sldChg>
      <pc:sldChg chg="addSp delSp modSp mod modNotesTx">
        <pc:chgData name="张 智" userId="36bdf691fd3510be" providerId="LiveId" clId="{EE2847C8-F971-4969-B5C0-FC1DB060E07D}" dt="2024-03-18T00:55:18.291" v="6513" actId="20577"/>
        <pc:sldMkLst>
          <pc:docMk/>
          <pc:sldMk cId="3570713223" sldId="536"/>
        </pc:sldMkLst>
        <pc:spChg chg="add del mod">
          <ac:chgData name="张 智" userId="36bdf691fd3510be" providerId="LiveId" clId="{EE2847C8-F971-4969-B5C0-FC1DB060E07D}" dt="2024-03-15T02:28:49.445" v="1199" actId="478"/>
          <ac:spMkLst>
            <pc:docMk/>
            <pc:sldMk cId="3570713223" sldId="536"/>
            <ac:spMk id="5" creationId="{EBCF702E-82E7-44B8-8209-4B38A06FCA6F}"/>
          </ac:spMkLst>
        </pc:spChg>
        <pc:spChg chg="add del mod">
          <ac:chgData name="张 智" userId="36bdf691fd3510be" providerId="LiveId" clId="{EE2847C8-F971-4969-B5C0-FC1DB060E07D}" dt="2024-03-15T02:28:51.892" v="1203" actId="478"/>
          <ac:spMkLst>
            <pc:docMk/>
            <pc:sldMk cId="3570713223" sldId="536"/>
            <ac:spMk id="28" creationId="{888E0343-2A35-45FC-93C7-D479F4A5C7ED}"/>
          </ac:spMkLst>
        </pc:spChg>
        <pc:spChg chg="add del mod">
          <ac:chgData name="张 智" userId="36bdf691fd3510be" providerId="LiveId" clId="{EE2847C8-F971-4969-B5C0-FC1DB060E07D}" dt="2024-03-15T02:26:21.620" v="1075" actId="478"/>
          <ac:spMkLst>
            <pc:docMk/>
            <pc:sldMk cId="3570713223" sldId="536"/>
            <ac:spMk id="31" creationId="{5F342D58-C1D4-4640-B69D-B3108B17F489}"/>
          </ac:spMkLst>
        </pc:spChg>
        <pc:spChg chg="add del mod">
          <ac:chgData name="张 智" userId="36bdf691fd3510be" providerId="LiveId" clId="{EE2847C8-F971-4969-B5C0-FC1DB060E07D}" dt="2024-03-15T02:28:47.481" v="1198" actId="478"/>
          <ac:spMkLst>
            <pc:docMk/>
            <pc:sldMk cId="3570713223" sldId="536"/>
            <ac:spMk id="32" creationId="{904B9C52-7514-49C8-85ED-FC01FCAE85FE}"/>
          </ac:spMkLst>
        </pc:spChg>
        <pc:cxnChg chg="add del mod">
          <ac:chgData name="张 智" userId="36bdf691fd3510be" providerId="LiveId" clId="{EE2847C8-F971-4969-B5C0-FC1DB060E07D}" dt="2024-03-15T02:28:50.121" v="1200" actId="478"/>
          <ac:cxnSpMkLst>
            <pc:docMk/>
            <pc:sldMk cId="3570713223" sldId="536"/>
            <ac:cxnSpMk id="29" creationId="{8788E6F1-9F21-4638-846A-674CBD0F73C6}"/>
          </ac:cxnSpMkLst>
        </pc:cxnChg>
        <pc:cxnChg chg="add del mod">
          <ac:chgData name="张 智" userId="36bdf691fd3510be" providerId="LiveId" clId="{EE2847C8-F971-4969-B5C0-FC1DB060E07D}" dt="2024-03-15T02:28:50.567" v="1201" actId="478"/>
          <ac:cxnSpMkLst>
            <pc:docMk/>
            <pc:sldMk cId="3570713223" sldId="536"/>
            <ac:cxnSpMk id="30" creationId="{4885AFB1-289F-4D53-8329-634F8290525C}"/>
          </ac:cxnSpMkLst>
        </pc:cxnChg>
      </pc:sldChg>
      <pc:sldChg chg="modNotesTx">
        <pc:chgData name="张 智" userId="36bdf691fd3510be" providerId="LiveId" clId="{EE2847C8-F971-4969-B5C0-FC1DB060E07D}" dt="2024-03-16T14:04:47.393" v="2430" actId="20577"/>
        <pc:sldMkLst>
          <pc:docMk/>
          <pc:sldMk cId="3477205111" sldId="537"/>
        </pc:sldMkLst>
      </pc:sldChg>
      <pc:sldChg chg="modNotesTx">
        <pc:chgData name="张 智" userId="36bdf691fd3510be" providerId="LiveId" clId="{EE2847C8-F971-4969-B5C0-FC1DB060E07D}" dt="2024-03-18T01:24:54.399" v="7078" actId="20577"/>
        <pc:sldMkLst>
          <pc:docMk/>
          <pc:sldMk cId="2533689939" sldId="538"/>
        </pc:sldMkLst>
      </pc:sldChg>
      <pc:sldChg chg="modNotesTx">
        <pc:chgData name="张 智" userId="36bdf691fd3510be" providerId="LiveId" clId="{EE2847C8-F971-4969-B5C0-FC1DB060E07D}" dt="2024-03-18T01:28:26.595" v="7082" actId="20577"/>
        <pc:sldMkLst>
          <pc:docMk/>
          <pc:sldMk cId="1771193055" sldId="539"/>
        </pc:sldMkLst>
      </pc:sldChg>
      <pc:sldChg chg="modNotesTx">
        <pc:chgData name="张 智" userId="36bdf691fd3510be" providerId="LiveId" clId="{EE2847C8-F971-4969-B5C0-FC1DB060E07D}" dt="2024-03-17T14:53:53.009" v="6267" actId="20577"/>
        <pc:sldMkLst>
          <pc:docMk/>
          <pc:sldMk cId="377284399" sldId="541"/>
        </pc:sldMkLst>
      </pc:sldChg>
      <pc:sldChg chg="modSp mod modNotesTx">
        <pc:chgData name="张 智" userId="36bdf691fd3510be" providerId="LiveId" clId="{EE2847C8-F971-4969-B5C0-FC1DB060E07D}" dt="2024-03-18T00:28:18.242" v="6506" actId="20577"/>
        <pc:sldMkLst>
          <pc:docMk/>
          <pc:sldMk cId="29640058" sldId="542"/>
        </pc:sldMkLst>
        <pc:spChg chg="mod">
          <ac:chgData name="张 智" userId="36bdf691fd3510be" providerId="LiveId" clId="{EE2847C8-F971-4969-B5C0-FC1DB060E07D}" dt="2024-03-15T02:18:31.980" v="1051" actId="207"/>
          <ac:spMkLst>
            <pc:docMk/>
            <pc:sldMk cId="29640058" sldId="542"/>
            <ac:spMk id="3" creationId="{586EAAFD-B1FF-4F0E-8F27-BCFF5AA0ABE7}"/>
          </ac:spMkLst>
        </pc:spChg>
      </pc:sldChg>
      <pc:sldChg chg="modNotesTx">
        <pc:chgData name="张 智" userId="36bdf691fd3510be" providerId="LiveId" clId="{EE2847C8-F971-4969-B5C0-FC1DB060E07D}" dt="2024-03-16T14:05:32.041" v="2471" actId="20577"/>
        <pc:sldMkLst>
          <pc:docMk/>
          <pc:sldMk cId="763604339" sldId="544"/>
        </pc:sldMkLst>
      </pc:sldChg>
      <pc:sldChg chg="modNotesTx">
        <pc:chgData name="张 智" userId="36bdf691fd3510be" providerId="LiveId" clId="{EE2847C8-F971-4969-B5C0-FC1DB060E07D}" dt="2024-03-17T14:40:14.820" v="5919" actId="20577"/>
        <pc:sldMkLst>
          <pc:docMk/>
          <pc:sldMk cId="1907492785" sldId="548"/>
        </pc:sldMkLst>
      </pc:sldChg>
      <pc:sldChg chg="modNotesTx">
        <pc:chgData name="张 智" userId="36bdf691fd3510be" providerId="LiveId" clId="{EE2847C8-F971-4969-B5C0-FC1DB060E07D}" dt="2024-03-17T14:36:42.672" v="5782" actId="20577"/>
        <pc:sldMkLst>
          <pc:docMk/>
          <pc:sldMk cId="4051090900" sldId="549"/>
        </pc:sldMkLst>
      </pc:sldChg>
      <pc:sldChg chg="modNotesTx">
        <pc:chgData name="张 智" userId="36bdf691fd3510be" providerId="LiveId" clId="{EE2847C8-F971-4969-B5C0-FC1DB060E07D}" dt="2024-03-17T14:46:16.433" v="6202" actId="20577"/>
        <pc:sldMkLst>
          <pc:docMk/>
          <pc:sldMk cId="3209702904" sldId="550"/>
        </pc:sldMkLst>
      </pc:sldChg>
      <pc:sldChg chg="modNotesTx">
        <pc:chgData name="张 智" userId="36bdf691fd3510be" providerId="LiveId" clId="{EE2847C8-F971-4969-B5C0-FC1DB060E07D}" dt="2024-03-15T02:03:42.553" v="857" actId="20577"/>
        <pc:sldMkLst>
          <pc:docMk/>
          <pc:sldMk cId="4015465619" sldId="551"/>
        </pc:sldMkLst>
      </pc:sldChg>
      <pc:sldChg chg="modSp mod modNotesTx">
        <pc:chgData name="张 智" userId="36bdf691fd3510be" providerId="LiveId" clId="{EE2847C8-F971-4969-B5C0-FC1DB060E07D}" dt="2024-03-17T14:25:22.091" v="5656" actId="20577"/>
        <pc:sldMkLst>
          <pc:docMk/>
          <pc:sldMk cId="1945545737" sldId="552"/>
        </pc:sldMkLst>
        <pc:spChg chg="mod">
          <ac:chgData name="张 智" userId="36bdf691fd3510be" providerId="LiveId" clId="{EE2847C8-F971-4969-B5C0-FC1DB060E07D}" dt="2024-03-17T11:46:39.709" v="3092" actId="20577"/>
          <ac:spMkLst>
            <pc:docMk/>
            <pc:sldMk cId="1945545737" sldId="552"/>
            <ac:spMk id="2" creationId="{00000000-0000-0000-0000-000000000000}"/>
          </ac:spMkLst>
        </pc:spChg>
      </pc:sldChg>
      <pc:sldChg chg="addSp delSp modSp mod modNotesTx">
        <pc:chgData name="张 智" userId="36bdf691fd3510be" providerId="LiveId" clId="{EE2847C8-F971-4969-B5C0-FC1DB060E07D}" dt="2024-03-18T02:27:26.996" v="8321" actId="20577"/>
        <pc:sldMkLst>
          <pc:docMk/>
          <pc:sldMk cId="3399154406" sldId="553"/>
        </pc:sldMkLst>
        <pc:spChg chg="add del mod">
          <ac:chgData name="张 智" userId="36bdf691fd3510be" providerId="LiveId" clId="{EE2847C8-F971-4969-B5C0-FC1DB060E07D}" dt="2024-03-17T12:01:50.563" v="3265" actId="478"/>
          <ac:spMkLst>
            <pc:docMk/>
            <pc:sldMk cId="3399154406" sldId="553"/>
            <ac:spMk id="4" creationId="{6F84E21D-2EF9-4B61-9EDA-99AF0B8BF82B}"/>
          </ac:spMkLst>
        </pc:spChg>
        <pc:spChg chg="del">
          <ac:chgData name="张 智" userId="36bdf691fd3510be" providerId="LiveId" clId="{EE2847C8-F971-4969-B5C0-FC1DB060E07D}" dt="2024-03-17T12:01:34.558" v="3259" actId="21"/>
          <ac:spMkLst>
            <pc:docMk/>
            <pc:sldMk cId="3399154406" sldId="553"/>
            <ac:spMk id="6" creationId="{95424E53-D8D0-485B-9DF3-B31C0110CA76}"/>
          </ac:spMkLst>
        </pc:spChg>
        <pc:spChg chg="mod">
          <ac:chgData name="张 智" userId="36bdf691fd3510be" providerId="LiveId" clId="{EE2847C8-F971-4969-B5C0-FC1DB060E07D}" dt="2024-03-17T12:02:04.648" v="3266" actId="20577"/>
          <ac:spMkLst>
            <pc:docMk/>
            <pc:sldMk cId="3399154406" sldId="553"/>
            <ac:spMk id="8" creationId="{EFF2A714-4BFE-4265-87E4-34F8FECB8F6F}"/>
          </ac:spMkLst>
        </pc:spChg>
        <pc:spChg chg="del">
          <ac:chgData name="张 智" userId="36bdf691fd3510be" providerId="LiveId" clId="{EE2847C8-F971-4969-B5C0-FC1DB060E07D}" dt="2024-03-17T12:01:49.929" v="3264" actId="478"/>
          <ac:spMkLst>
            <pc:docMk/>
            <pc:sldMk cId="3399154406" sldId="553"/>
            <ac:spMk id="12" creationId="{C35F5975-2C76-4F59-A37E-82C404CDCDDD}"/>
          </ac:spMkLst>
        </pc:spChg>
        <pc:spChg chg="add del">
          <ac:chgData name="张 智" userId="36bdf691fd3510be" providerId="LiveId" clId="{EE2847C8-F971-4969-B5C0-FC1DB060E07D}" dt="2024-03-17T12:15:23.600" v="3498" actId="22"/>
          <ac:spMkLst>
            <pc:docMk/>
            <pc:sldMk cId="3399154406" sldId="553"/>
            <ac:spMk id="13" creationId="{87BF68F4-D8BB-4FAC-B1B4-B2C8CD363F99}"/>
          </ac:spMkLst>
        </pc:spChg>
        <pc:picChg chg="add del mod">
          <ac:chgData name="张 智" userId="36bdf691fd3510be" providerId="LiveId" clId="{EE2847C8-F971-4969-B5C0-FC1DB060E07D}" dt="2024-03-17T12:13:53.098" v="3479" actId="21"/>
          <ac:picMkLst>
            <pc:docMk/>
            <pc:sldMk cId="3399154406" sldId="553"/>
            <ac:picMk id="7" creationId="{8054D77E-7399-46CE-92A0-A58CA0D7AFFB}"/>
          </ac:picMkLst>
        </pc:picChg>
      </pc:sldChg>
      <pc:sldChg chg="modNotesTx">
        <pc:chgData name="张 智" userId="36bdf691fd3510be" providerId="LiveId" clId="{EE2847C8-F971-4969-B5C0-FC1DB060E07D}" dt="2024-03-18T04:45:52.926" v="8598" actId="20577"/>
        <pc:sldMkLst>
          <pc:docMk/>
          <pc:sldMk cId="853962288" sldId="554"/>
        </pc:sldMkLst>
      </pc:sldChg>
      <pc:sldChg chg="modSp mod modNotesTx">
        <pc:chgData name="张 智" userId="36bdf691fd3510be" providerId="LiveId" clId="{EE2847C8-F971-4969-B5C0-FC1DB060E07D}" dt="2024-03-18T04:58:27.923" v="8699" actId="20577"/>
        <pc:sldMkLst>
          <pc:docMk/>
          <pc:sldMk cId="1050398790" sldId="555"/>
        </pc:sldMkLst>
        <pc:spChg chg="mod">
          <ac:chgData name="张 智" userId="36bdf691fd3510be" providerId="LiveId" clId="{EE2847C8-F971-4969-B5C0-FC1DB060E07D}" dt="2024-03-18T04:58:27.923" v="8699" actId="20577"/>
          <ac:spMkLst>
            <pc:docMk/>
            <pc:sldMk cId="1050398790" sldId="555"/>
            <ac:spMk id="3" creationId="{A063E825-B27E-43D0-A784-C43512E937CF}"/>
          </ac:spMkLst>
        </pc:spChg>
      </pc:sldChg>
      <pc:sldChg chg="addSp modSp mod modNotesTx">
        <pc:chgData name="张 智" userId="36bdf691fd3510be" providerId="LiveId" clId="{EE2847C8-F971-4969-B5C0-FC1DB060E07D}" dt="2024-03-18T00:23:40.816" v="6391" actId="20577"/>
        <pc:sldMkLst>
          <pc:docMk/>
          <pc:sldMk cId="2605665036" sldId="556"/>
        </pc:sldMkLst>
        <pc:spChg chg="mod">
          <ac:chgData name="张 智" userId="36bdf691fd3510be" providerId="LiveId" clId="{EE2847C8-F971-4969-B5C0-FC1DB060E07D}" dt="2024-03-15T02:10:41.982" v="875" actId="14100"/>
          <ac:spMkLst>
            <pc:docMk/>
            <pc:sldMk cId="2605665036" sldId="556"/>
            <ac:spMk id="2" creationId="{10C05293-0859-40CB-A167-59E39C2360FC}"/>
          </ac:spMkLst>
        </pc:spChg>
        <pc:spChg chg="mod">
          <ac:chgData name="张 智" userId="36bdf691fd3510be" providerId="LiveId" clId="{EE2847C8-F971-4969-B5C0-FC1DB060E07D}" dt="2024-03-17T14:54:46.534" v="6268" actId="207"/>
          <ac:spMkLst>
            <pc:docMk/>
            <pc:sldMk cId="2605665036" sldId="556"/>
            <ac:spMk id="3" creationId="{586EAAFD-B1FF-4F0E-8F27-BCFF5AA0ABE7}"/>
          </ac:spMkLst>
        </pc:spChg>
        <pc:spChg chg="mod">
          <ac:chgData name="张 智" userId="36bdf691fd3510be" providerId="LiveId" clId="{EE2847C8-F971-4969-B5C0-FC1DB060E07D}" dt="2024-03-15T02:10:49.941" v="876" actId="1076"/>
          <ac:spMkLst>
            <pc:docMk/>
            <pc:sldMk cId="2605665036" sldId="556"/>
            <ac:spMk id="20" creationId="{7598AEFF-11A2-478B-AFB0-2BEB1ECDD1FF}"/>
          </ac:spMkLst>
        </pc:spChg>
        <pc:spChg chg="add mod">
          <ac:chgData name="张 智" userId="36bdf691fd3510be" providerId="LiveId" clId="{EE2847C8-F971-4969-B5C0-FC1DB060E07D}" dt="2024-03-15T02:13:40.294" v="938" actId="404"/>
          <ac:spMkLst>
            <pc:docMk/>
            <pc:sldMk cId="2605665036" sldId="556"/>
            <ac:spMk id="24" creationId="{142058C5-DEB3-4E2E-A251-04A21CB83C48}"/>
          </ac:spMkLst>
        </pc:spChg>
        <pc:spChg chg="mod">
          <ac:chgData name="张 智" userId="36bdf691fd3510be" providerId="LiveId" clId="{EE2847C8-F971-4969-B5C0-FC1DB060E07D}" dt="2024-03-15T02:10:49.941" v="876" actId="1076"/>
          <ac:spMkLst>
            <pc:docMk/>
            <pc:sldMk cId="2605665036" sldId="556"/>
            <ac:spMk id="28" creationId="{8E579ED3-9536-4EC0-8396-872FA479258B}"/>
          </ac:spMkLst>
        </pc:spChg>
        <pc:spChg chg="mod">
          <ac:chgData name="张 智" userId="36bdf691fd3510be" providerId="LiveId" clId="{EE2847C8-F971-4969-B5C0-FC1DB060E07D}" dt="2024-03-15T02:10:49.941" v="876" actId="1076"/>
          <ac:spMkLst>
            <pc:docMk/>
            <pc:sldMk cId="2605665036" sldId="556"/>
            <ac:spMk id="30" creationId="{79096A4A-7823-47E2-9B1B-0D8F6859EDAE}"/>
          </ac:spMkLst>
        </pc:spChg>
        <pc:cxnChg chg="mod">
          <ac:chgData name="张 智" userId="36bdf691fd3510be" providerId="LiveId" clId="{EE2847C8-F971-4969-B5C0-FC1DB060E07D}" dt="2024-03-15T02:11:14.397" v="878" actId="14100"/>
          <ac:cxnSpMkLst>
            <pc:docMk/>
            <pc:sldMk cId="2605665036" sldId="556"/>
            <ac:cxnSpMk id="18" creationId="{0CC0DDD7-2495-45C9-85A7-5A7866452696}"/>
          </ac:cxnSpMkLst>
        </pc:cxnChg>
        <pc:cxnChg chg="mod">
          <ac:chgData name="张 智" userId="36bdf691fd3510be" providerId="LiveId" clId="{EE2847C8-F971-4969-B5C0-FC1DB060E07D}" dt="2024-03-15T02:10:41.982" v="875" actId="14100"/>
          <ac:cxnSpMkLst>
            <pc:docMk/>
            <pc:sldMk cId="2605665036" sldId="556"/>
            <ac:cxnSpMk id="33" creationId="{15768EED-1699-40F4-A198-386023275BF5}"/>
          </ac:cxnSpMkLst>
        </pc:cxnChg>
      </pc:sldChg>
      <pc:sldChg chg="add modNotesTx">
        <pc:chgData name="张 智" userId="36bdf691fd3510be" providerId="LiveId" clId="{EE2847C8-F971-4969-B5C0-FC1DB060E07D}" dt="2024-03-17T14:51:13.732" v="6266" actId="20577"/>
        <pc:sldMkLst>
          <pc:docMk/>
          <pc:sldMk cId="1104233246" sldId="557"/>
        </pc:sldMkLst>
      </pc:sldChg>
      <pc:sldChg chg="add modNotesTx">
        <pc:chgData name="张 智" userId="36bdf691fd3510be" providerId="LiveId" clId="{EE2847C8-F971-4969-B5C0-FC1DB060E07D}" dt="2024-03-18T01:16:46.696" v="7033" actId="20577"/>
        <pc:sldMkLst>
          <pc:docMk/>
          <pc:sldMk cId="1351931914" sldId="558"/>
        </pc:sldMkLst>
      </pc:sldChg>
      <pc:sldChg chg="addSp delSp modSp add mod modNotesTx">
        <pc:chgData name="张 智" userId="36bdf691fd3510be" providerId="LiveId" clId="{EE2847C8-F971-4969-B5C0-FC1DB060E07D}" dt="2024-03-18T01:14:36.363" v="7028" actId="20577"/>
        <pc:sldMkLst>
          <pc:docMk/>
          <pc:sldMk cId="2153819708" sldId="559"/>
        </pc:sldMkLst>
        <pc:spChg chg="mod">
          <ac:chgData name="张 智" userId="36bdf691fd3510be" providerId="LiveId" clId="{EE2847C8-F971-4969-B5C0-FC1DB060E07D}" dt="2024-03-18T00:58:36.657" v="6598" actId="20577"/>
          <ac:spMkLst>
            <pc:docMk/>
            <pc:sldMk cId="2153819708" sldId="559"/>
            <ac:spMk id="3" creationId="{586EAAFD-B1FF-4F0E-8F27-BCFF5AA0ABE7}"/>
          </ac:spMkLst>
        </pc:spChg>
        <pc:spChg chg="add mod">
          <ac:chgData name="张 智" userId="36bdf691fd3510be" providerId="LiveId" clId="{EE2847C8-F971-4969-B5C0-FC1DB060E07D}" dt="2024-03-18T01:12:14.802" v="6849" actId="20577"/>
          <ac:spMkLst>
            <pc:docMk/>
            <pc:sldMk cId="2153819708" sldId="559"/>
            <ac:spMk id="4" creationId="{1965D6E7-6554-4C76-902A-3505E02EEB79}"/>
          </ac:spMkLst>
        </pc:spChg>
        <pc:spChg chg="add del mod">
          <ac:chgData name="张 智" userId="36bdf691fd3510be" providerId="LiveId" clId="{EE2847C8-F971-4969-B5C0-FC1DB060E07D}" dt="2024-03-15T02:36:45.798" v="1213" actId="478"/>
          <ac:spMkLst>
            <pc:docMk/>
            <pc:sldMk cId="2153819708" sldId="559"/>
            <ac:spMk id="4" creationId="{667C5D58-DE76-4026-8675-3F776DF3B7DD}"/>
          </ac:spMkLst>
        </pc:spChg>
        <pc:spChg chg="del">
          <ac:chgData name="张 智" userId="36bdf691fd3510be" providerId="LiveId" clId="{EE2847C8-F971-4969-B5C0-FC1DB060E07D}" dt="2024-03-15T02:36:43.953" v="1212" actId="478"/>
          <ac:spMkLst>
            <pc:docMk/>
            <pc:sldMk cId="2153819708" sldId="559"/>
            <ac:spMk id="6" creationId="{1CDC1821-C52F-4375-B698-7B035F106C73}"/>
          </ac:spMkLst>
        </pc:spChg>
        <pc:spChg chg="add mod">
          <ac:chgData name="张 智" userId="36bdf691fd3510be" providerId="LiveId" clId="{EE2847C8-F971-4969-B5C0-FC1DB060E07D}" dt="2024-03-15T02:36:49.057" v="1215" actId="1076"/>
          <ac:spMkLst>
            <pc:docMk/>
            <pc:sldMk cId="2153819708" sldId="559"/>
            <ac:spMk id="7" creationId="{F1D04698-6DBD-40CD-8395-6D7A83D8A48F}"/>
          </ac:spMkLst>
        </pc:spChg>
      </pc:sldChg>
      <pc:sldChg chg="modSp add del mod modNotesTx">
        <pc:chgData name="张 智" userId="36bdf691fd3510be" providerId="LiveId" clId="{EE2847C8-F971-4969-B5C0-FC1DB060E07D}" dt="2024-03-18T01:16:30.025" v="7029" actId="2696"/>
        <pc:sldMkLst>
          <pc:docMk/>
          <pc:sldMk cId="3369681238" sldId="560"/>
        </pc:sldMkLst>
        <pc:spChg chg="mod">
          <ac:chgData name="张 智" userId="36bdf691fd3510be" providerId="LiveId" clId="{EE2847C8-F971-4969-B5C0-FC1DB060E07D}" dt="2024-03-16T13:43:00.352" v="1602" actId="255"/>
          <ac:spMkLst>
            <pc:docMk/>
            <pc:sldMk cId="3369681238" sldId="560"/>
            <ac:spMk id="3" creationId="{586EAAFD-B1FF-4F0E-8F27-BCFF5AA0ABE7}"/>
          </ac:spMkLst>
        </pc:spChg>
        <pc:spChg chg="mod">
          <ac:chgData name="张 智" userId="36bdf691fd3510be" providerId="LiveId" clId="{EE2847C8-F971-4969-B5C0-FC1DB060E07D}" dt="2024-03-16T13:50:09.210" v="2203" actId="20577"/>
          <ac:spMkLst>
            <pc:docMk/>
            <pc:sldMk cId="3369681238" sldId="560"/>
            <ac:spMk id="4" creationId="{1965D6E7-6554-4C76-902A-3505E02EEB79}"/>
          </ac:spMkLst>
        </pc:spChg>
        <pc:spChg chg="mod">
          <ac:chgData name="张 智" userId="36bdf691fd3510be" providerId="LiveId" clId="{EE2847C8-F971-4969-B5C0-FC1DB060E07D}" dt="2024-03-16T13:34:03.799" v="1474" actId="1036"/>
          <ac:spMkLst>
            <pc:docMk/>
            <pc:sldMk cId="3369681238" sldId="560"/>
            <ac:spMk id="7" creationId="{F1D04698-6DBD-40CD-8395-6D7A83D8A48F}"/>
          </ac:spMkLst>
        </pc:spChg>
      </pc:sldChg>
      <pc:sldChg chg="addSp delSp modSp add mod ord modNotesTx">
        <pc:chgData name="张 智" userId="36bdf691fd3510be" providerId="LiveId" clId="{EE2847C8-F971-4969-B5C0-FC1DB060E07D}" dt="2024-03-18T01:46:18.081" v="7412" actId="20577"/>
        <pc:sldMkLst>
          <pc:docMk/>
          <pc:sldMk cId="3621300664" sldId="1515"/>
        </pc:sldMkLst>
        <pc:spChg chg="del">
          <ac:chgData name="张 智" userId="36bdf691fd3510be" providerId="LiveId" clId="{EE2847C8-F971-4969-B5C0-FC1DB060E07D}" dt="2024-03-16T14:20:41.004" v="2523" actId="478"/>
          <ac:spMkLst>
            <pc:docMk/>
            <pc:sldMk cId="3621300664" sldId="1515"/>
            <ac:spMk id="4" creationId="{00000000-0000-0000-0000-000000000000}"/>
          </ac:spMkLst>
        </pc:spChg>
        <pc:spChg chg="add del mod">
          <ac:chgData name="张 智" userId="36bdf691fd3510be" providerId="LiveId" clId="{EE2847C8-F971-4969-B5C0-FC1DB060E07D}" dt="2024-03-16T14:20:42.508" v="2524" actId="478"/>
          <ac:spMkLst>
            <pc:docMk/>
            <pc:sldMk cId="3621300664" sldId="1515"/>
            <ac:spMk id="5" creationId="{DC64CBE9-9620-4F2A-9645-61F399E5216D}"/>
          </ac:spMkLst>
        </pc:spChg>
        <pc:spChg chg="del mod">
          <ac:chgData name="张 智" userId="36bdf691fd3510be" providerId="LiveId" clId="{EE2847C8-F971-4969-B5C0-FC1DB060E07D}" dt="2024-03-16T14:23:39.386" v="2588" actId="478"/>
          <ac:spMkLst>
            <pc:docMk/>
            <pc:sldMk cId="3621300664" sldId="1515"/>
            <ac:spMk id="6" creationId="{BCECF946-B0B0-4030-9A88-08D30D45E5BD}"/>
          </ac:spMkLst>
        </pc:spChg>
        <pc:spChg chg="mod">
          <ac:chgData name="张 智" userId="36bdf691fd3510be" providerId="LiveId" clId="{EE2847C8-F971-4969-B5C0-FC1DB060E07D}" dt="2024-03-16T14:23:45.186" v="2591" actId="14100"/>
          <ac:spMkLst>
            <pc:docMk/>
            <pc:sldMk cId="3621300664" sldId="1515"/>
            <ac:spMk id="8" creationId="{EFF2A714-4BFE-4265-87E4-34F8FECB8F6F}"/>
          </ac:spMkLst>
        </pc:spChg>
        <pc:spChg chg="add mod">
          <ac:chgData name="张 智" userId="36bdf691fd3510be" providerId="LiveId" clId="{EE2847C8-F971-4969-B5C0-FC1DB060E07D}" dt="2024-03-16T14:20:43.445" v="2525"/>
          <ac:spMkLst>
            <pc:docMk/>
            <pc:sldMk cId="3621300664" sldId="1515"/>
            <ac:spMk id="9" creationId="{F5C48366-325C-4AE0-943F-E2B2E1E36E48}"/>
          </ac:spMkLst>
        </pc:spChg>
        <pc:spChg chg="add del mod">
          <ac:chgData name="张 智" userId="36bdf691fd3510be" providerId="LiveId" clId="{EE2847C8-F971-4969-B5C0-FC1DB060E07D}" dt="2024-03-16T14:23:41.596" v="2589" actId="478"/>
          <ac:spMkLst>
            <pc:docMk/>
            <pc:sldMk cId="3621300664" sldId="1515"/>
            <ac:spMk id="10" creationId="{66B97DEC-3C61-4C57-A317-4C87828E0154}"/>
          </ac:spMkLst>
        </pc:spChg>
      </pc:sldChg>
      <pc:sldChg chg="modSp add mod modNotesTx">
        <pc:chgData name="张 智" userId="36bdf691fd3510be" providerId="LiveId" clId="{EE2847C8-F971-4969-B5C0-FC1DB060E07D}" dt="2024-03-16T14:34:48.038" v="3045" actId="20577"/>
        <pc:sldMkLst>
          <pc:docMk/>
          <pc:sldMk cId="23931839" sldId="1516"/>
        </pc:sldMkLst>
        <pc:spChg chg="mod">
          <ac:chgData name="张 智" userId="36bdf691fd3510be" providerId="LiveId" clId="{EE2847C8-F971-4969-B5C0-FC1DB060E07D}" dt="2024-03-16T14:32:42.775" v="2861" actId="20577"/>
          <ac:spMkLst>
            <pc:docMk/>
            <pc:sldMk cId="23931839" sldId="1516"/>
            <ac:spMk id="6" creationId="{BCECF946-B0B0-4030-9A88-08D30D45E5BD}"/>
          </ac:spMkLst>
        </pc:spChg>
      </pc:sldChg>
      <pc:sldChg chg="add del">
        <pc:chgData name="张 智" userId="36bdf691fd3510be" providerId="LiveId" clId="{EE2847C8-F971-4969-B5C0-FC1DB060E07D}" dt="2024-03-17T11:59:25.036" v="3253" actId="2696"/>
        <pc:sldMkLst>
          <pc:docMk/>
          <pc:sldMk cId="295045101" sldId="1517"/>
        </pc:sldMkLst>
      </pc:sldChg>
      <pc:sldChg chg="addSp modSp add mod modNotesTx">
        <pc:chgData name="张 智" userId="36bdf691fd3510be" providerId="LiveId" clId="{EE2847C8-F971-4969-B5C0-FC1DB060E07D}" dt="2024-03-18T02:08:27.194" v="7816" actId="20577"/>
        <pc:sldMkLst>
          <pc:docMk/>
          <pc:sldMk cId="1898311247" sldId="1517"/>
        </pc:sldMkLst>
        <pc:picChg chg="add mod">
          <ac:chgData name="张 智" userId="36bdf691fd3510be" providerId="LiveId" clId="{EE2847C8-F971-4969-B5C0-FC1DB060E07D}" dt="2024-03-17T12:14:00.832" v="3483" actId="14100"/>
          <ac:picMkLst>
            <pc:docMk/>
            <pc:sldMk cId="1898311247" sldId="1517"/>
            <ac:picMk id="7" creationId="{85514AA8-E40C-444A-AAB1-DF836B3D1A6B}"/>
          </ac:picMkLst>
        </pc:picChg>
      </pc:sldChg>
      <pc:sldChg chg="addSp delSp modSp add mod modNotesTx">
        <pc:chgData name="张 智" userId="36bdf691fd3510be" providerId="LiveId" clId="{EE2847C8-F971-4969-B5C0-FC1DB060E07D}" dt="2024-03-18T02:09:56.695" v="7822" actId="478"/>
        <pc:sldMkLst>
          <pc:docMk/>
          <pc:sldMk cId="645220214" sldId="1518"/>
        </pc:sldMkLst>
        <pc:spChg chg="add del mod">
          <ac:chgData name="张 智" userId="36bdf691fd3510be" providerId="LiveId" clId="{EE2847C8-F971-4969-B5C0-FC1DB060E07D}" dt="2024-03-17T12:26:07.123" v="3647" actId="478"/>
          <ac:spMkLst>
            <pc:docMk/>
            <pc:sldMk cId="645220214" sldId="1518"/>
            <ac:spMk id="4" creationId="{746A8AE5-7C89-46CE-A47A-7B43E0876471}"/>
          </ac:spMkLst>
        </pc:spChg>
        <pc:spChg chg="del">
          <ac:chgData name="张 智" userId="36bdf691fd3510be" providerId="LiveId" clId="{EE2847C8-F971-4969-B5C0-FC1DB060E07D}" dt="2024-03-17T12:18:37.110" v="3501" actId="478"/>
          <ac:spMkLst>
            <pc:docMk/>
            <pc:sldMk cId="645220214" sldId="1518"/>
            <ac:spMk id="6" creationId="{77315C6C-9E41-48EA-8536-167F2DEBBE66}"/>
          </ac:spMkLst>
        </pc:spChg>
        <pc:spChg chg="mod">
          <ac:chgData name="张 智" userId="36bdf691fd3510be" providerId="LiveId" clId="{EE2847C8-F971-4969-B5C0-FC1DB060E07D}" dt="2024-03-17T13:11:03.405" v="4069" actId="1076"/>
          <ac:spMkLst>
            <pc:docMk/>
            <pc:sldMk cId="645220214" sldId="1518"/>
            <ac:spMk id="8" creationId="{EFF2A714-4BFE-4265-87E4-34F8FECB8F6F}"/>
          </ac:spMkLst>
        </pc:spChg>
        <pc:spChg chg="mod">
          <ac:chgData name="张 智" userId="36bdf691fd3510be" providerId="LiveId" clId="{EE2847C8-F971-4969-B5C0-FC1DB060E07D}" dt="2024-03-17T13:10:56.588" v="4068" actId="14100"/>
          <ac:spMkLst>
            <pc:docMk/>
            <pc:sldMk cId="645220214" sldId="1518"/>
            <ac:spMk id="9" creationId="{9D0A4A63-5354-4BB5-8832-B9DB46F783E9}"/>
          </ac:spMkLst>
        </pc:spChg>
        <pc:spChg chg="del mod">
          <ac:chgData name="张 智" userId="36bdf691fd3510be" providerId="LiveId" clId="{EE2847C8-F971-4969-B5C0-FC1DB060E07D}" dt="2024-03-17T12:26:04.606" v="3646" actId="478"/>
          <ac:spMkLst>
            <pc:docMk/>
            <pc:sldMk cId="645220214" sldId="1518"/>
            <ac:spMk id="10" creationId="{8869FF1C-52E8-43E9-AF5B-40AA94C39D62}"/>
          </ac:spMkLst>
        </pc:spChg>
        <pc:picChg chg="mod">
          <ac:chgData name="张 智" userId="36bdf691fd3510be" providerId="LiveId" clId="{EE2847C8-F971-4969-B5C0-FC1DB060E07D}" dt="2024-03-17T13:12:27.100" v="4075" actId="1076"/>
          <ac:picMkLst>
            <pc:docMk/>
            <pc:sldMk cId="645220214" sldId="1518"/>
            <ac:picMk id="7" creationId="{85514AA8-E40C-444A-AAB1-DF836B3D1A6B}"/>
          </ac:picMkLst>
        </pc:picChg>
        <pc:picChg chg="add del mod">
          <ac:chgData name="张 智" userId="36bdf691fd3510be" providerId="LiveId" clId="{EE2847C8-F971-4969-B5C0-FC1DB060E07D}" dt="2024-03-17T12:58:44.034" v="3736" actId="478"/>
          <ac:picMkLst>
            <pc:docMk/>
            <pc:sldMk cId="645220214" sldId="1518"/>
            <ac:picMk id="11" creationId="{4B9EB2E1-E35B-4F9C-A6CD-2D26BA1B794B}"/>
          </ac:picMkLst>
        </pc:picChg>
        <pc:picChg chg="add del mod">
          <ac:chgData name="张 智" userId="36bdf691fd3510be" providerId="LiveId" clId="{EE2847C8-F971-4969-B5C0-FC1DB060E07D}" dt="2024-03-18T02:09:55.612" v="7820" actId="478"/>
          <ac:picMkLst>
            <pc:docMk/>
            <pc:sldMk cId="645220214" sldId="1518"/>
            <ac:picMk id="13" creationId="{BB1F94DE-FFC7-4F0B-9F1E-B5B9BAC0B8E9}"/>
          </ac:picMkLst>
        </pc:picChg>
        <pc:picChg chg="add del mod">
          <ac:chgData name="张 智" userId="36bdf691fd3510be" providerId="LiveId" clId="{EE2847C8-F971-4969-B5C0-FC1DB060E07D}" dt="2024-03-17T12:59:45.009" v="3743" actId="478"/>
          <ac:picMkLst>
            <pc:docMk/>
            <pc:sldMk cId="645220214" sldId="1518"/>
            <ac:picMk id="15" creationId="{F42C1A0B-AE0F-403B-B47E-3F68C38D3AF4}"/>
          </ac:picMkLst>
        </pc:picChg>
        <pc:picChg chg="add mod">
          <ac:chgData name="张 智" userId="36bdf691fd3510be" providerId="LiveId" clId="{EE2847C8-F971-4969-B5C0-FC1DB060E07D}" dt="2024-03-17T13:12:28.907" v="4076" actId="1076"/>
          <ac:picMkLst>
            <pc:docMk/>
            <pc:sldMk cId="645220214" sldId="1518"/>
            <ac:picMk id="17" creationId="{1143E811-3954-41A3-9D0D-2207B792E3A2}"/>
          </ac:picMkLst>
        </pc:picChg>
        <pc:picChg chg="add del mod">
          <ac:chgData name="张 智" userId="36bdf691fd3510be" providerId="LiveId" clId="{EE2847C8-F971-4969-B5C0-FC1DB060E07D}" dt="2024-03-17T13:17:38.654" v="4234" actId="478"/>
          <ac:picMkLst>
            <pc:docMk/>
            <pc:sldMk cId="645220214" sldId="1518"/>
            <ac:picMk id="19" creationId="{3F4B1488-7010-4F58-A666-F2A73FC7E724}"/>
          </ac:picMkLst>
        </pc:picChg>
        <pc:picChg chg="add del mod">
          <ac:chgData name="张 智" userId="36bdf691fd3510be" providerId="LiveId" clId="{EE2847C8-F971-4969-B5C0-FC1DB060E07D}" dt="2024-03-17T13:13:02.709" v="4081" actId="478"/>
          <ac:picMkLst>
            <pc:docMk/>
            <pc:sldMk cId="645220214" sldId="1518"/>
            <ac:picMk id="21" creationId="{1BCA2303-2DAF-4998-BB98-CC68048816D7}"/>
          </ac:picMkLst>
        </pc:picChg>
        <pc:picChg chg="add del mod">
          <ac:chgData name="张 智" userId="36bdf691fd3510be" providerId="LiveId" clId="{EE2847C8-F971-4969-B5C0-FC1DB060E07D}" dt="2024-03-18T02:09:56.695" v="7822" actId="478"/>
          <ac:picMkLst>
            <pc:docMk/>
            <pc:sldMk cId="645220214" sldId="1518"/>
            <ac:picMk id="23" creationId="{0F33F889-BE04-4164-A3E7-379D16C3A386}"/>
          </ac:picMkLst>
        </pc:picChg>
        <pc:picChg chg="add del mod">
          <ac:chgData name="张 智" userId="36bdf691fd3510be" providerId="LiveId" clId="{EE2847C8-F971-4969-B5C0-FC1DB060E07D}" dt="2024-03-18T02:09:56.239" v="7821" actId="478"/>
          <ac:picMkLst>
            <pc:docMk/>
            <pc:sldMk cId="645220214" sldId="1518"/>
            <ac:picMk id="25" creationId="{0AD241A0-D20B-421B-BE89-502708AC0605}"/>
          </ac:picMkLst>
        </pc:picChg>
      </pc:sldChg>
      <pc:sldChg chg="add modNotesTx">
        <pc:chgData name="张 智" userId="36bdf691fd3510be" providerId="LiveId" clId="{EE2847C8-F971-4969-B5C0-FC1DB060E07D}" dt="2024-03-17T13:22:53.333" v="4681" actId="20577"/>
        <pc:sldMkLst>
          <pc:docMk/>
          <pc:sldMk cId="3766602079" sldId="1519"/>
        </pc:sldMkLst>
      </pc:sldChg>
      <pc:sldChg chg="add del">
        <pc:chgData name="张 智" userId="36bdf691fd3510be" providerId="LiveId" clId="{EE2847C8-F971-4969-B5C0-FC1DB060E07D}" dt="2024-03-17T13:32:17.879" v="4795" actId="2696"/>
        <pc:sldMkLst>
          <pc:docMk/>
          <pc:sldMk cId="570765748" sldId="1520"/>
        </pc:sldMkLst>
      </pc:sldChg>
      <pc:sldChg chg="addSp delSp modSp add mod modNotesTx">
        <pc:chgData name="张 智" userId="36bdf691fd3510be" providerId="LiveId" clId="{EE2847C8-F971-4969-B5C0-FC1DB060E07D}" dt="2024-03-17T13:42:20.764" v="5262" actId="313"/>
        <pc:sldMkLst>
          <pc:docMk/>
          <pc:sldMk cId="2038255740" sldId="1520"/>
        </pc:sldMkLst>
        <pc:spChg chg="add del mod">
          <ac:chgData name="张 智" userId="36bdf691fd3510be" providerId="LiveId" clId="{EE2847C8-F971-4969-B5C0-FC1DB060E07D}" dt="2024-03-17T13:33:57.801" v="4899" actId="478"/>
          <ac:spMkLst>
            <pc:docMk/>
            <pc:sldMk cId="2038255740" sldId="1520"/>
            <ac:spMk id="4" creationId="{74BAA3D1-0001-421E-B509-45095969EE0E}"/>
          </ac:spMkLst>
        </pc:spChg>
        <pc:spChg chg="mod">
          <ac:chgData name="张 智" userId="36bdf691fd3510be" providerId="LiveId" clId="{EE2847C8-F971-4969-B5C0-FC1DB060E07D}" dt="2024-03-17T13:34:02.734" v="4901" actId="14100"/>
          <ac:spMkLst>
            <pc:docMk/>
            <pc:sldMk cId="2038255740" sldId="1520"/>
            <ac:spMk id="8" creationId="{EFF2A714-4BFE-4265-87E4-34F8FECB8F6F}"/>
          </ac:spMkLst>
        </pc:spChg>
        <pc:spChg chg="del">
          <ac:chgData name="张 智" userId="36bdf691fd3510be" providerId="LiveId" clId="{EE2847C8-F971-4969-B5C0-FC1DB060E07D}" dt="2024-03-17T13:33:56.898" v="4898" actId="478"/>
          <ac:spMkLst>
            <pc:docMk/>
            <pc:sldMk cId="2038255740" sldId="1520"/>
            <ac:spMk id="12" creationId="{C35F5975-2C76-4F59-A37E-82C404CDCDDD}"/>
          </ac:spMkLst>
        </pc:spChg>
      </pc:sldChg>
      <pc:sldChg chg="delSp add mod modNotesTx">
        <pc:chgData name="张 智" userId="36bdf691fd3510be" providerId="LiveId" clId="{EE2847C8-F971-4969-B5C0-FC1DB060E07D}" dt="2024-03-18T02:14:15.124" v="7915" actId="20577"/>
        <pc:sldMkLst>
          <pc:docMk/>
          <pc:sldMk cId="106675896" sldId="1521"/>
        </pc:sldMkLst>
        <pc:picChg chg="del">
          <ac:chgData name="张 智" userId="36bdf691fd3510be" providerId="LiveId" clId="{EE2847C8-F971-4969-B5C0-FC1DB060E07D}" dt="2024-03-18T02:12:11.447" v="7825" actId="478"/>
          <ac:picMkLst>
            <pc:docMk/>
            <pc:sldMk cId="106675896" sldId="1521"/>
            <ac:picMk id="23" creationId="{0F33F889-BE04-4164-A3E7-379D16C3A386}"/>
          </ac:picMkLst>
        </pc:picChg>
        <pc:picChg chg="del">
          <ac:chgData name="张 智" userId="36bdf691fd3510be" providerId="LiveId" clId="{EE2847C8-F971-4969-B5C0-FC1DB060E07D}" dt="2024-03-18T02:12:12.859" v="7826" actId="478"/>
          <ac:picMkLst>
            <pc:docMk/>
            <pc:sldMk cId="106675896" sldId="1521"/>
            <ac:picMk id="25" creationId="{0AD241A0-D20B-421B-BE89-502708AC0605}"/>
          </ac:picMkLst>
        </pc:picChg>
      </pc:sldChg>
      <pc:sldChg chg="add modNotesTx">
        <pc:chgData name="张 智" userId="36bdf691fd3510be" providerId="LiveId" clId="{EE2847C8-F971-4969-B5C0-FC1DB060E07D}" dt="2024-03-18T02:21:48.483" v="8037" actId="20577"/>
        <pc:sldMkLst>
          <pc:docMk/>
          <pc:sldMk cId="670833388" sldId="1522"/>
        </pc:sldMkLst>
      </pc:sldChg>
    </pc:docChg>
  </pc:docChgLst>
  <pc:docChgLst>
    <pc:chgData name="张 智" userId="36bdf691fd3510be" providerId="LiveId" clId="{99EE0C02-6E29-4F32-AD2F-C821FFBFB1D6}"/>
    <pc:docChg chg="undo redo custSel addSld delSld modSld sldOrd">
      <pc:chgData name="张 智" userId="36bdf691fd3510be" providerId="LiveId" clId="{99EE0C02-6E29-4F32-AD2F-C821FFBFB1D6}" dt="2023-03-20T03:27:53.268" v="5906" actId="20577"/>
      <pc:docMkLst>
        <pc:docMk/>
      </pc:docMkLst>
      <pc:sldChg chg="modNotesTx">
        <pc:chgData name="张 智" userId="36bdf691fd3510be" providerId="LiveId" clId="{99EE0C02-6E29-4F32-AD2F-C821FFBFB1D6}" dt="2023-03-20T01:52:14.719" v="2499" actId="20577"/>
        <pc:sldMkLst>
          <pc:docMk/>
          <pc:sldMk cId="1077586671" sldId="256"/>
        </pc:sldMkLst>
      </pc:sldChg>
      <pc:sldChg chg="modSp mod modNotesTx">
        <pc:chgData name="张 智" userId="36bdf691fd3510be" providerId="LiveId" clId="{99EE0C02-6E29-4F32-AD2F-C821FFBFB1D6}" dt="2023-03-20T02:10:36.394" v="3387" actId="20577"/>
        <pc:sldMkLst>
          <pc:docMk/>
          <pc:sldMk cId="3039451630" sldId="343"/>
        </pc:sldMkLst>
        <pc:spChg chg="mod">
          <ac:chgData name="张 智" userId="36bdf691fd3510be" providerId="LiveId" clId="{99EE0C02-6E29-4F32-AD2F-C821FFBFB1D6}" dt="2023-03-20T01:53:53.537" v="2636" actId="20577"/>
          <ac:spMkLst>
            <pc:docMk/>
            <pc:sldMk cId="3039451630" sldId="343"/>
            <ac:spMk id="3" creationId="{E9712784-199A-4366-8059-4B353600DEA1}"/>
          </ac:spMkLst>
        </pc:spChg>
      </pc:sldChg>
      <pc:sldChg chg="modNotesTx">
        <pc:chgData name="张 智" userId="36bdf691fd3510be" providerId="LiveId" clId="{99EE0C02-6E29-4F32-AD2F-C821FFBFB1D6}" dt="2023-03-20T03:01:05.736" v="5155" actId="20577"/>
        <pc:sldMkLst>
          <pc:docMk/>
          <pc:sldMk cId="433955085" sldId="344"/>
        </pc:sldMkLst>
      </pc:sldChg>
      <pc:sldChg chg="modSp mod modNotesTx">
        <pc:chgData name="张 智" userId="36bdf691fd3510be" providerId="LiveId" clId="{99EE0C02-6E29-4F32-AD2F-C821FFBFB1D6}" dt="2023-03-20T03:14:52.045" v="5361" actId="20577"/>
        <pc:sldMkLst>
          <pc:docMk/>
          <pc:sldMk cId="2809391081" sldId="345"/>
        </pc:sldMkLst>
        <pc:spChg chg="mod">
          <ac:chgData name="张 智" userId="36bdf691fd3510be" providerId="LiveId" clId="{99EE0C02-6E29-4F32-AD2F-C821FFBFB1D6}" dt="2023-03-20T03:14:16.528" v="5342" actId="108"/>
          <ac:spMkLst>
            <pc:docMk/>
            <pc:sldMk cId="2809391081" sldId="345"/>
            <ac:spMk id="3" creationId="{FF38BB1A-17C7-4CE4-80F8-423DE683961B}"/>
          </ac:spMkLst>
        </pc:spChg>
      </pc:sldChg>
      <pc:sldChg chg="modNotesTx">
        <pc:chgData name="张 智" userId="36bdf691fd3510be" providerId="LiveId" clId="{99EE0C02-6E29-4F32-AD2F-C821FFBFB1D6}" dt="2023-03-20T03:22:21.145" v="5557" actId="20577"/>
        <pc:sldMkLst>
          <pc:docMk/>
          <pc:sldMk cId="835046270" sldId="346"/>
        </pc:sldMkLst>
      </pc:sldChg>
      <pc:sldChg chg="modNotesTx">
        <pc:chgData name="张 智" userId="36bdf691fd3510be" providerId="LiveId" clId="{99EE0C02-6E29-4F32-AD2F-C821FFBFB1D6}" dt="2023-03-20T03:25:19.271" v="5733" actId="20577"/>
        <pc:sldMkLst>
          <pc:docMk/>
          <pc:sldMk cId="3682485318" sldId="347"/>
        </pc:sldMkLst>
      </pc:sldChg>
      <pc:sldChg chg="modSp mod modNotesTx">
        <pc:chgData name="张 智" userId="36bdf691fd3510be" providerId="LiveId" clId="{99EE0C02-6E29-4F32-AD2F-C821FFBFB1D6}" dt="2023-03-16T05:40:53.560" v="1372" actId="20577"/>
        <pc:sldMkLst>
          <pc:docMk/>
          <pc:sldMk cId="2948547475" sldId="442"/>
        </pc:sldMkLst>
        <pc:spChg chg="mod">
          <ac:chgData name="张 智" userId="36bdf691fd3510be" providerId="LiveId" clId="{99EE0C02-6E29-4F32-AD2F-C821FFBFB1D6}" dt="2023-03-16T05:40:53.560" v="1372" actId="20577"/>
          <ac:spMkLst>
            <pc:docMk/>
            <pc:sldMk cId="2948547475" sldId="442"/>
            <ac:spMk id="2" creationId="{00000000-0000-0000-0000-000000000000}"/>
          </ac:spMkLst>
        </pc:spChg>
        <pc:spChg chg="mod">
          <ac:chgData name="张 智" userId="36bdf691fd3510be" providerId="LiveId" clId="{99EE0C02-6E29-4F32-AD2F-C821FFBFB1D6}" dt="2023-03-16T05:14:43.398" v="34" actId="1076"/>
          <ac:spMkLst>
            <pc:docMk/>
            <pc:sldMk cId="2948547475" sldId="442"/>
            <ac:spMk id="4" creationId="{00000000-0000-0000-0000-000000000000}"/>
          </ac:spMkLst>
        </pc:spChg>
      </pc:sldChg>
      <pc:sldChg chg="add">
        <pc:chgData name="张 智" userId="36bdf691fd3510be" providerId="LiveId" clId="{99EE0C02-6E29-4F32-AD2F-C821FFBFB1D6}" dt="2023-03-16T05:26:28.127" v="393"/>
        <pc:sldMkLst>
          <pc:docMk/>
          <pc:sldMk cId="1499067479" sldId="445"/>
        </pc:sldMkLst>
      </pc:sldChg>
      <pc:sldChg chg="del">
        <pc:chgData name="张 智" userId="36bdf691fd3510be" providerId="LiveId" clId="{99EE0C02-6E29-4F32-AD2F-C821FFBFB1D6}" dt="2023-03-16T05:26:17.025" v="392" actId="2696"/>
        <pc:sldMkLst>
          <pc:docMk/>
          <pc:sldMk cId="3090360830" sldId="445"/>
        </pc:sldMkLst>
      </pc:sldChg>
      <pc:sldChg chg="add">
        <pc:chgData name="张 智" userId="36bdf691fd3510be" providerId="LiveId" clId="{99EE0C02-6E29-4F32-AD2F-C821FFBFB1D6}" dt="2023-03-16T05:26:28.127" v="393"/>
        <pc:sldMkLst>
          <pc:docMk/>
          <pc:sldMk cId="274835253" sldId="446"/>
        </pc:sldMkLst>
      </pc:sldChg>
      <pc:sldChg chg="del">
        <pc:chgData name="张 智" userId="36bdf691fd3510be" providerId="LiveId" clId="{99EE0C02-6E29-4F32-AD2F-C821FFBFB1D6}" dt="2023-03-16T05:26:17.025" v="392" actId="2696"/>
        <pc:sldMkLst>
          <pc:docMk/>
          <pc:sldMk cId="2448374880" sldId="446"/>
        </pc:sldMkLst>
      </pc:sldChg>
      <pc:sldChg chg="add">
        <pc:chgData name="张 智" userId="36bdf691fd3510be" providerId="LiveId" clId="{99EE0C02-6E29-4F32-AD2F-C821FFBFB1D6}" dt="2023-03-16T05:26:28.127" v="393"/>
        <pc:sldMkLst>
          <pc:docMk/>
          <pc:sldMk cId="2883507765" sldId="447"/>
        </pc:sldMkLst>
      </pc:sldChg>
      <pc:sldChg chg="del">
        <pc:chgData name="张 智" userId="36bdf691fd3510be" providerId="LiveId" clId="{99EE0C02-6E29-4F32-AD2F-C821FFBFB1D6}" dt="2023-03-16T05:26:17.025" v="392" actId="2696"/>
        <pc:sldMkLst>
          <pc:docMk/>
          <pc:sldMk cId="4065212351" sldId="447"/>
        </pc:sldMkLst>
      </pc:sldChg>
      <pc:sldChg chg="mod modShow">
        <pc:chgData name="张 智" userId="36bdf691fd3510be" providerId="LiveId" clId="{99EE0C02-6E29-4F32-AD2F-C821FFBFB1D6}" dt="2023-03-16T05:27:25.268" v="394" actId="729"/>
        <pc:sldMkLst>
          <pc:docMk/>
          <pc:sldMk cId="3188815301" sldId="448"/>
        </pc:sldMkLst>
      </pc:sldChg>
      <pc:sldChg chg="mod modShow">
        <pc:chgData name="张 智" userId="36bdf691fd3510be" providerId="LiveId" clId="{99EE0C02-6E29-4F32-AD2F-C821FFBFB1D6}" dt="2023-03-16T05:27:25.268" v="394" actId="729"/>
        <pc:sldMkLst>
          <pc:docMk/>
          <pc:sldMk cId="2891692812" sldId="449"/>
        </pc:sldMkLst>
      </pc:sldChg>
      <pc:sldChg chg="add">
        <pc:chgData name="张 智" userId="36bdf691fd3510be" providerId="LiveId" clId="{99EE0C02-6E29-4F32-AD2F-C821FFBFB1D6}" dt="2023-03-16T05:26:28.127" v="393"/>
        <pc:sldMkLst>
          <pc:docMk/>
          <pc:sldMk cId="318532303" sldId="452"/>
        </pc:sldMkLst>
      </pc:sldChg>
      <pc:sldChg chg="add del">
        <pc:chgData name="张 智" userId="36bdf691fd3510be" providerId="LiveId" clId="{99EE0C02-6E29-4F32-AD2F-C821FFBFB1D6}" dt="2023-03-16T05:26:17.025" v="392" actId="2696"/>
        <pc:sldMkLst>
          <pc:docMk/>
          <pc:sldMk cId="3405582294" sldId="452"/>
        </pc:sldMkLst>
      </pc:sldChg>
      <pc:sldChg chg="modSp mod modNotesTx">
        <pc:chgData name="张 智" userId="36bdf691fd3510be" providerId="LiveId" clId="{99EE0C02-6E29-4F32-AD2F-C821FFBFB1D6}" dt="2023-03-20T02:11:45.557" v="3447" actId="14100"/>
        <pc:sldMkLst>
          <pc:docMk/>
          <pc:sldMk cId="730443573" sldId="453"/>
        </pc:sldMkLst>
        <pc:spChg chg="mod">
          <ac:chgData name="张 智" userId="36bdf691fd3510be" providerId="LiveId" clId="{99EE0C02-6E29-4F32-AD2F-C821FFBFB1D6}" dt="2023-03-20T02:11:45.557" v="3447" actId="14100"/>
          <ac:spMkLst>
            <pc:docMk/>
            <pc:sldMk cId="730443573" sldId="453"/>
            <ac:spMk id="2" creationId="{00000000-0000-0000-0000-000000000000}"/>
          </ac:spMkLst>
        </pc:spChg>
      </pc:sldChg>
      <pc:sldChg chg="modSp add mod modNotesTx">
        <pc:chgData name="张 智" userId="36bdf691fd3510be" providerId="LiveId" clId="{99EE0C02-6E29-4F32-AD2F-C821FFBFB1D6}" dt="2023-03-20T02:00:02.519" v="2816" actId="20577"/>
        <pc:sldMkLst>
          <pc:docMk/>
          <pc:sldMk cId="1740918262" sldId="457"/>
        </pc:sldMkLst>
        <pc:spChg chg="mod">
          <ac:chgData name="张 智" userId="36bdf691fd3510be" providerId="LiveId" clId="{99EE0C02-6E29-4F32-AD2F-C821FFBFB1D6}" dt="2023-03-16T05:49:36.173" v="1929" actId="20577"/>
          <ac:spMkLst>
            <pc:docMk/>
            <pc:sldMk cId="1740918262" sldId="457"/>
            <ac:spMk id="2" creationId="{00000000-0000-0000-0000-000000000000}"/>
          </ac:spMkLst>
        </pc:spChg>
      </pc:sldChg>
      <pc:sldChg chg="add modNotesTx">
        <pc:chgData name="张 智" userId="36bdf691fd3510be" providerId="LiveId" clId="{99EE0C02-6E29-4F32-AD2F-C821FFBFB1D6}" dt="2023-03-20T02:03:38.620" v="3120" actId="20577"/>
        <pc:sldMkLst>
          <pc:docMk/>
          <pc:sldMk cId="3454318501" sldId="458"/>
        </pc:sldMkLst>
      </pc:sldChg>
      <pc:sldChg chg="modSp add mod modNotesTx">
        <pc:chgData name="张 智" userId="36bdf691fd3510be" providerId="LiveId" clId="{99EE0C02-6E29-4F32-AD2F-C821FFBFB1D6}" dt="2023-03-20T02:02:22.910" v="2945" actId="20577"/>
        <pc:sldMkLst>
          <pc:docMk/>
          <pc:sldMk cId="1542867268" sldId="459"/>
        </pc:sldMkLst>
        <pc:spChg chg="mod">
          <ac:chgData name="张 智" userId="36bdf691fd3510be" providerId="LiveId" clId="{99EE0C02-6E29-4F32-AD2F-C821FFBFB1D6}" dt="2023-03-20T01:59:18.814" v="2724"/>
          <ac:spMkLst>
            <pc:docMk/>
            <pc:sldMk cId="1542867268" sldId="459"/>
            <ac:spMk id="2" creationId="{00000000-0000-0000-0000-000000000000}"/>
          </ac:spMkLst>
        </pc:spChg>
      </pc:sldChg>
      <pc:sldChg chg="modSp mod modNotesTx">
        <pc:chgData name="张 智" userId="36bdf691fd3510be" providerId="LiveId" clId="{99EE0C02-6E29-4F32-AD2F-C821FFBFB1D6}" dt="2023-03-20T02:05:09.495" v="3158" actId="20577"/>
        <pc:sldMkLst>
          <pc:docMk/>
          <pc:sldMk cId="2311687944" sldId="460"/>
        </pc:sldMkLst>
        <pc:spChg chg="mod">
          <ac:chgData name="张 智" userId="36bdf691fd3510be" providerId="LiveId" clId="{99EE0C02-6E29-4F32-AD2F-C821FFBFB1D6}" dt="2023-03-20T02:04:33.394" v="3134"/>
          <ac:spMkLst>
            <pc:docMk/>
            <pc:sldMk cId="2311687944" sldId="460"/>
            <ac:spMk id="2" creationId="{00000000-0000-0000-0000-000000000000}"/>
          </ac:spMkLst>
        </pc:spChg>
      </pc:sldChg>
      <pc:sldChg chg="modNotesTx">
        <pc:chgData name="张 智" userId="36bdf691fd3510be" providerId="LiveId" clId="{99EE0C02-6E29-4F32-AD2F-C821FFBFB1D6}" dt="2023-03-20T03:02:14.829" v="5201" actId="20577"/>
        <pc:sldMkLst>
          <pc:docMk/>
          <pc:sldMk cId="4030956127" sldId="507"/>
        </pc:sldMkLst>
      </pc:sldChg>
      <pc:sldChg chg="modNotesTx">
        <pc:chgData name="张 智" userId="36bdf691fd3510be" providerId="LiveId" clId="{99EE0C02-6E29-4F32-AD2F-C821FFBFB1D6}" dt="2023-03-20T03:07:42.529" v="5213" actId="20577"/>
        <pc:sldMkLst>
          <pc:docMk/>
          <pc:sldMk cId="3836867077" sldId="508"/>
        </pc:sldMkLst>
      </pc:sldChg>
      <pc:sldChg chg="modSp mod modNotesTx">
        <pc:chgData name="张 智" userId="36bdf691fd3510be" providerId="LiveId" clId="{99EE0C02-6E29-4F32-AD2F-C821FFBFB1D6}" dt="2023-03-20T03:11:19.761" v="5248" actId="20577"/>
        <pc:sldMkLst>
          <pc:docMk/>
          <pc:sldMk cId="2617196703" sldId="510"/>
        </pc:sldMkLst>
        <pc:spChg chg="mod">
          <ac:chgData name="张 智" userId="36bdf691fd3510be" providerId="LiveId" clId="{99EE0C02-6E29-4F32-AD2F-C821FFBFB1D6}" dt="2023-03-20T03:11:19.761" v="5248" actId="20577"/>
          <ac:spMkLst>
            <pc:docMk/>
            <pc:sldMk cId="2617196703" sldId="510"/>
            <ac:spMk id="3" creationId="{21E8586B-D9A3-4AE1-A171-491E51F2FAF0}"/>
          </ac:spMkLst>
        </pc:spChg>
      </pc:sldChg>
      <pc:sldChg chg="modNotesTx">
        <pc:chgData name="张 智" userId="36bdf691fd3510be" providerId="LiveId" clId="{99EE0C02-6E29-4F32-AD2F-C821FFBFB1D6}" dt="2023-03-20T03:13:23.560" v="5321" actId="20577"/>
        <pc:sldMkLst>
          <pc:docMk/>
          <pc:sldMk cId="3618927795" sldId="512"/>
        </pc:sldMkLst>
      </pc:sldChg>
      <pc:sldChg chg="modNotesTx">
        <pc:chgData name="张 智" userId="36bdf691fd3510be" providerId="LiveId" clId="{99EE0C02-6E29-4F32-AD2F-C821FFBFB1D6}" dt="2023-03-20T03:15:46.799" v="5388" actId="5793"/>
        <pc:sldMkLst>
          <pc:docMk/>
          <pc:sldMk cId="3263746602" sldId="514"/>
        </pc:sldMkLst>
      </pc:sldChg>
      <pc:sldChg chg="modNotesTx">
        <pc:chgData name="张 智" userId="36bdf691fd3510be" providerId="LiveId" clId="{99EE0C02-6E29-4F32-AD2F-C821FFBFB1D6}" dt="2023-03-20T03:20:18.295" v="5463" actId="20577"/>
        <pc:sldMkLst>
          <pc:docMk/>
          <pc:sldMk cId="2761264589" sldId="516"/>
        </pc:sldMkLst>
      </pc:sldChg>
      <pc:sldChg chg="modNotesTx">
        <pc:chgData name="张 智" userId="36bdf691fd3510be" providerId="LiveId" clId="{99EE0C02-6E29-4F32-AD2F-C821FFBFB1D6}" dt="2023-03-20T03:26:22.418" v="5856" actId="20577"/>
        <pc:sldMkLst>
          <pc:docMk/>
          <pc:sldMk cId="3121942135" sldId="518"/>
        </pc:sldMkLst>
      </pc:sldChg>
      <pc:sldChg chg="modNotesTx">
        <pc:chgData name="张 智" userId="36bdf691fd3510be" providerId="LiveId" clId="{99EE0C02-6E29-4F32-AD2F-C821FFBFB1D6}" dt="2023-03-20T03:24:03.814" v="5603" actId="20577"/>
        <pc:sldMkLst>
          <pc:docMk/>
          <pc:sldMk cId="2862420244" sldId="519"/>
        </pc:sldMkLst>
      </pc:sldChg>
      <pc:sldChg chg="modNotesTx">
        <pc:chgData name="张 智" userId="36bdf691fd3510be" providerId="LiveId" clId="{99EE0C02-6E29-4F32-AD2F-C821FFBFB1D6}" dt="2023-03-20T02:13:09.515" v="3470" actId="20577"/>
        <pc:sldMkLst>
          <pc:docMk/>
          <pc:sldMk cId="2990205520" sldId="520"/>
        </pc:sldMkLst>
      </pc:sldChg>
      <pc:sldChg chg="addSp modSp mod modNotesTx">
        <pc:chgData name="张 智" userId="36bdf691fd3510be" providerId="LiveId" clId="{99EE0C02-6E29-4F32-AD2F-C821FFBFB1D6}" dt="2023-03-20T02:14:39.935" v="3488" actId="1036"/>
        <pc:sldMkLst>
          <pc:docMk/>
          <pc:sldMk cId="1733563212" sldId="521"/>
        </pc:sldMkLst>
        <pc:spChg chg="add mod">
          <ac:chgData name="张 智" userId="36bdf691fd3510be" providerId="LiveId" clId="{99EE0C02-6E29-4F32-AD2F-C821FFBFB1D6}" dt="2023-03-20T02:14:20.998" v="3482" actId="14100"/>
          <ac:spMkLst>
            <pc:docMk/>
            <pc:sldMk cId="1733563212" sldId="521"/>
            <ac:spMk id="11" creationId="{06778FBD-B3C3-4222-A97C-E2755D128421}"/>
          </ac:spMkLst>
        </pc:spChg>
        <pc:spChg chg="add mod">
          <ac:chgData name="张 智" userId="36bdf691fd3510be" providerId="LiveId" clId="{99EE0C02-6E29-4F32-AD2F-C821FFBFB1D6}" dt="2023-03-20T02:14:39.935" v="3488" actId="1036"/>
          <ac:spMkLst>
            <pc:docMk/>
            <pc:sldMk cId="1733563212" sldId="521"/>
            <ac:spMk id="13" creationId="{5E4FA286-9DFA-48CB-BA9D-686C981814BC}"/>
          </ac:spMkLst>
        </pc:spChg>
        <pc:cxnChg chg="add mod">
          <ac:chgData name="张 智" userId="36bdf691fd3510be" providerId="LiveId" clId="{99EE0C02-6E29-4F32-AD2F-C821FFBFB1D6}" dt="2023-03-20T02:14:20.998" v="3482" actId="14100"/>
          <ac:cxnSpMkLst>
            <pc:docMk/>
            <pc:sldMk cId="1733563212" sldId="521"/>
            <ac:cxnSpMk id="10" creationId="{AF23ECAA-195E-4FF3-9BE8-636E6DDA8EBE}"/>
          </ac:cxnSpMkLst>
        </pc:cxnChg>
      </pc:sldChg>
      <pc:sldChg chg="modNotesTx">
        <pc:chgData name="张 智" userId="36bdf691fd3510be" providerId="LiveId" clId="{99EE0C02-6E29-4F32-AD2F-C821FFBFB1D6}" dt="2023-03-20T02:17:26.228" v="3552" actId="20577"/>
        <pc:sldMkLst>
          <pc:docMk/>
          <pc:sldMk cId="3085203614" sldId="525"/>
        </pc:sldMkLst>
      </pc:sldChg>
      <pc:sldChg chg="delSp modSp mod">
        <pc:chgData name="张 智" userId="36bdf691fd3510be" providerId="LiveId" clId="{99EE0C02-6E29-4F32-AD2F-C821FFBFB1D6}" dt="2023-03-20T02:20:59.713" v="3594" actId="478"/>
        <pc:sldMkLst>
          <pc:docMk/>
          <pc:sldMk cId="4055979932" sldId="527"/>
        </pc:sldMkLst>
        <pc:spChg chg="mod">
          <ac:chgData name="张 智" userId="36bdf691fd3510be" providerId="LiveId" clId="{99EE0C02-6E29-4F32-AD2F-C821FFBFB1D6}" dt="2023-03-20T02:20:56.263" v="3592" actId="1076"/>
          <ac:spMkLst>
            <pc:docMk/>
            <pc:sldMk cId="4055979932" sldId="527"/>
            <ac:spMk id="43" creationId="{4370009C-2E62-4CA1-8655-AF1037C05DF8}"/>
          </ac:spMkLst>
        </pc:spChg>
        <pc:spChg chg="del">
          <ac:chgData name="张 智" userId="36bdf691fd3510be" providerId="LiveId" clId="{99EE0C02-6E29-4F32-AD2F-C821FFBFB1D6}" dt="2023-03-20T02:20:59.713" v="3594" actId="478"/>
          <ac:spMkLst>
            <pc:docMk/>
            <pc:sldMk cId="4055979932" sldId="527"/>
            <ac:spMk id="84" creationId="{3590C911-09F4-4D30-8591-1F3CED875854}"/>
          </ac:spMkLst>
        </pc:spChg>
        <pc:spChg chg="del">
          <ac:chgData name="张 智" userId="36bdf691fd3510be" providerId="LiveId" clId="{99EE0C02-6E29-4F32-AD2F-C821FFBFB1D6}" dt="2023-03-20T02:20:58.423" v="3593" actId="478"/>
          <ac:spMkLst>
            <pc:docMk/>
            <pc:sldMk cId="4055979932" sldId="527"/>
            <ac:spMk id="85" creationId="{53F18983-9979-47DB-8BDD-8E8E8360E98D}"/>
          </ac:spMkLst>
        </pc:spChg>
      </pc:sldChg>
      <pc:sldChg chg="modNotesTx">
        <pc:chgData name="张 智" userId="36bdf691fd3510be" providerId="LiveId" clId="{99EE0C02-6E29-4F32-AD2F-C821FFBFB1D6}" dt="2023-03-20T02:26:48.222" v="3911" actId="20577"/>
        <pc:sldMkLst>
          <pc:docMk/>
          <pc:sldMk cId="1195795184" sldId="528"/>
        </pc:sldMkLst>
      </pc:sldChg>
      <pc:sldChg chg="modNotesTx">
        <pc:chgData name="张 智" userId="36bdf691fd3510be" providerId="LiveId" clId="{99EE0C02-6E29-4F32-AD2F-C821FFBFB1D6}" dt="2023-03-20T02:28:53.656" v="4030" actId="20577"/>
        <pc:sldMkLst>
          <pc:docMk/>
          <pc:sldMk cId="229893332" sldId="533"/>
        </pc:sldMkLst>
      </pc:sldChg>
      <pc:sldChg chg="modNotesTx">
        <pc:chgData name="张 智" userId="36bdf691fd3510be" providerId="LiveId" clId="{99EE0C02-6E29-4F32-AD2F-C821FFBFB1D6}" dt="2023-03-20T02:29:08.194" v="4043" actId="20577"/>
        <pc:sldMkLst>
          <pc:docMk/>
          <pc:sldMk cId="647075690" sldId="534"/>
        </pc:sldMkLst>
      </pc:sldChg>
      <pc:sldChg chg="modNotesTx">
        <pc:chgData name="张 智" userId="36bdf691fd3510be" providerId="LiveId" clId="{99EE0C02-6E29-4F32-AD2F-C821FFBFB1D6}" dt="2023-03-20T02:44:55.519" v="4563" actId="20577"/>
        <pc:sldMkLst>
          <pc:docMk/>
          <pc:sldMk cId="3570713223" sldId="536"/>
        </pc:sldMkLst>
      </pc:sldChg>
      <pc:sldChg chg="modSp mod modNotesTx">
        <pc:chgData name="张 智" userId="36bdf691fd3510be" providerId="LiveId" clId="{99EE0C02-6E29-4F32-AD2F-C821FFBFB1D6}" dt="2023-03-20T02:53:44.207" v="4891" actId="20577"/>
        <pc:sldMkLst>
          <pc:docMk/>
          <pc:sldMk cId="3477205111" sldId="537"/>
        </pc:sldMkLst>
        <pc:spChg chg="mod">
          <ac:chgData name="张 智" userId="36bdf691fd3510be" providerId="LiveId" clId="{99EE0C02-6E29-4F32-AD2F-C821FFBFB1D6}" dt="2023-03-20T02:47:04.559" v="4597" actId="14100"/>
          <ac:spMkLst>
            <pc:docMk/>
            <pc:sldMk cId="3477205111" sldId="537"/>
            <ac:spMk id="34" creationId="{6211B2B2-3BFA-47EB-951E-A1036EEB65A1}"/>
          </ac:spMkLst>
        </pc:spChg>
        <pc:spChg chg="mod">
          <ac:chgData name="张 智" userId="36bdf691fd3510be" providerId="LiveId" clId="{99EE0C02-6E29-4F32-AD2F-C821FFBFB1D6}" dt="2023-03-20T02:47:18.652" v="4601" actId="1076"/>
          <ac:spMkLst>
            <pc:docMk/>
            <pc:sldMk cId="3477205111" sldId="537"/>
            <ac:spMk id="46" creationId="{C64AB466-221B-4BFC-9E24-7840FF87E5FF}"/>
          </ac:spMkLst>
        </pc:spChg>
        <pc:cxnChg chg="mod">
          <ac:chgData name="张 智" userId="36bdf691fd3510be" providerId="LiveId" clId="{99EE0C02-6E29-4F32-AD2F-C821FFBFB1D6}" dt="2023-03-20T02:47:08.544" v="4598" actId="1076"/>
          <ac:cxnSpMkLst>
            <pc:docMk/>
            <pc:sldMk cId="3477205111" sldId="537"/>
            <ac:cxnSpMk id="33" creationId="{5C137BE2-2C4D-4ABD-B05A-717E5EA4FAAF}"/>
          </ac:cxnSpMkLst>
        </pc:cxnChg>
        <pc:cxnChg chg="mod">
          <ac:chgData name="张 智" userId="36bdf691fd3510be" providerId="LiveId" clId="{99EE0C02-6E29-4F32-AD2F-C821FFBFB1D6}" dt="2023-03-20T02:47:15.594" v="4600" actId="14100"/>
          <ac:cxnSpMkLst>
            <pc:docMk/>
            <pc:sldMk cId="3477205111" sldId="537"/>
            <ac:cxnSpMk id="35" creationId="{C845DF49-6BEE-451A-8E40-D2399A53E013}"/>
          </ac:cxnSpMkLst>
        </pc:cxnChg>
      </pc:sldChg>
      <pc:sldChg chg="modNotesTx">
        <pc:chgData name="张 智" userId="36bdf691fd3510be" providerId="LiveId" clId="{99EE0C02-6E29-4F32-AD2F-C821FFBFB1D6}" dt="2023-03-20T02:55:36.428" v="4895" actId="20577"/>
        <pc:sldMkLst>
          <pc:docMk/>
          <pc:sldMk cId="2533689939" sldId="538"/>
        </pc:sldMkLst>
      </pc:sldChg>
      <pc:sldChg chg="modNotesTx">
        <pc:chgData name="张 智" userId="36bdf691fd3510be" providerId="LiveId" clId="{99EE0C02-6E29-4F32-AD2F-C821FFBFB1D6}" dt="2023-03-20T02:59:39.516" v="5078" actId="20577"/>
        <pc:sldMkLst>
          <pc:docMk/>
          <pc:sldMk cId="1771193055" sldId="539"/>
        </pc:sldMkLst>
      </pc:sldChg>
      <pc:sldChg chg="addSp modSp mod modNotesTx">
        <pc:chgData name="张 智" userId="36bdf691fd3510be" providerId="LiveId" clId="{99EE0C02-6E29-4F32-AD2F-C821FFBFB1D6}" dt="2023-03-20T02:31:56.480" v="4162" actId="20577"/>
        <pc:sldMkLst>
          <pc:docMk/>
          <pc:sldMk cId="377284399" sldId="541"/>
        </pc:sldMkLst>
        <pc:spChg chg="mod">
          <ac:chgData name="张 智" userId="36bdf691fd3510be" providerId="LiveId" clId="{99EE0C02-6E29-4F32-AD2F-C821FFBFB1D6}" dt="2023-03-20T02:31:00.338" v="4051" actId="14100"/>
          <ac:spMkLst>
            <pc:docMk/>
            <pc:sldMk cId="377284399" sldId="541"/>
            <ac:spMk id="3" creationId="{586EAAFD-B1FF-4F0E-8F27-BCFF5AA0ABE7}"/>
          </ac:spMkLst>
        </pc:spChg>
        <pc:spChg chg="add mod">
          <ac:chgData name="张 智" userId="36bdf691fd3510be" providerId="LiveId" clId="{99EE0C02-6E29-4F32-AD2F-C821FFBFB1D6}" dt="2023-03-20T02:31:08.464" v="4052" actId="1076"/>
          <ac:spMkLst>
            <pc:docMk/>
            <pc:sldMk cId="377284399" sldId="541"/>
            <ac:spMk id="5" creationId="{52A4B538-178C-41C9-A553-FCA27B6526B8}"/>
          </ac:spMkLst>
        </pc:spChg>
        <pc:spChg chg="mod">
          <ac:chgData name="张 智" userId="36bdf691fd3510be" providerId="LiveId" clId="{99EE0C02-6E29-4F32-AD2F-C821FFBFB1D6}" dt="2023-03-20T02:30:04.851" v="4044" actId="20577"/>
          <ac:spMkLst>
            <pc:docMk/>
            <pc:sldMk cId="377284399" sldId="541"/>
            <ac:spMk id="6" creationId="{1CDC1821-C52F-4375-B698-7B035F106C73}"/>
          </ac:spMkLst>
        </pc:spChg>
        <pc:spChg chg="add mod">
          <ac:chgData name="张 智" userId="36bdf691fd3510be" providerId="LiveId" clId="{99EE0C02-6E29-4F32-AD2F-C821FFBFB1D6}" dt="2023-03-20T02:31:08.464" v="4052" actId="1076"/>
          <ac:spMkLst>
            <pc:docMk/>
            <pc:sldMk cId="377284399" sldId="541"/>
            <ac:spMk id="7" creationId="{FF71ADEB-E79D-4882-9C42-E87D049C6EFB}"/>
          </ac:spMkLst>
        </pc:spChg>
        <pc:spChg chg="add mod">
          <ac:chgData name="张 智" userId="36bdf691fd3510be" providerId="LiveId" clId="{99EE0C02-6E29-4F32-AD2F-C821FFBFB1D6}" dt="2023-03-20T02:31:08.464" v="4052" actId="1076"/>
          <ac:spMkLst>
            <pc:docMk/>
            <pc:sldMk cId="377284399" sldId="541"/>
            <ac:spMk id="8" creationId="{ECE847A4-074D-4491-980B-1A5D2FA4514E}"/>
          </ac:spMkLst>
        </pc:spChg>
        <pc:spChg chg="add mod">
          <ac:chgData name="张 智" userId="36bdf691fd3510be" providerId="LiveId" clId="{99EE0C02-6E29-4F32-AD2F-C821FFBFB1D6}" dt="2023-03-20T02:31:08.464" v="4052" actId="1076"/>
          <ac:spMkLst>
            <pc:docMk/>
            <pc:sldMk cId="377284399" sldId="541"/>
            <ac:spMk id="9" creationId="{DE7CBDAD-E546-4136-A06A-5415B882A91B}"/>
          </ac:spMkLst>
        </pc:spChg>
        <pc:spChg chg="add mod">
          <ac:chgData name="张 智" userId="36bdf691fd3510be" providerId="LiveId" clId="{99EE0C02-6E29-4F32-AD2F-C821FFBFB1D6}" dt="2023-03-20T02:31:08.464" v="4052" actId="1076"/>
          <ac:spMkLst>
            <pc:docMk/>
            <pc:sldMk cId="377284399" sldId="541"/>
            <ac:spMk id="10" creationId="{4EB8D80D-8131-4D56-8CE8-A8EC2E37FEFB}"/>
          </ac:spMkLst>
        </pc:spChg>
        <pc:spChg chg="add mod">
          <ac:chgData name="张 智" userId="36bdf691fd3510be" providerId="LiveId" clId="{99EE0C02-6E29-4F32-AD2F-C821FFBFB1D6}" dt="2023-03-20T02:31:08.464" v="4052" actId="1076"/>
          <ac:spMkLst>
            <pc:docMk/>
            <pc:sldMk cId="377284399" sldId="541"/>
            <ac:spMk id="13" creationId="{D40156F0-2D12-4725-A641-5B77A2ABEB7D}"/>
          </ac:spMkLst>
        </pc:spChg>
        <pc:spChg chg="add mod">
          <ac:chgData name="张 智" userId="36bdf691fd3510be" providerId="LiveId" clId="{99EE0C02-6E29-4F32-AD2F-C821FFBFB1D6}" dt="2023-03-20T02:31:08.464" v="4052" actId="1076"/>
          <ac:spMkLst>
            <pc:docMk/>
            <pc:sldMk cId="377284399" sldId="541"/>
            <ac:spMk id="15" creationId="{3F8C689E-E5B6-42D5-AFA7-CCF1A0A6E367}"/>
          </ac:spMkLst>
        </pc:spChg>
        <pc:spChg chg="add mod">
          <ac:chgData name="张 智" userId="36bdf691fd3510be" providerId="LiveId" clId="{99EE0C02-6E29-4F32-AD2F-C821FFBFB1D6}" dt="2023-03-20T02:31:08.464" v="4052" actId="1076"/>
          <ac:spMkLst>
            <pc:docMk/>
            <pc:sldMk cId="377284399" sldId="541"/>
            <ac:spMk id="16" creationId="{C9FC7622-54CB-4C5A-A2FD-6F12816246CB}"/>
          </ac:spMkLst>
        </pc:spChg>
        <pc:spChg chg="add mod">
          <ac:chgData name="张 智" userId="36bdf691fd3510be" providerId="LiveId" clId="{99EE0C02-6E29-4F32-AD2F-C821FFBFB1D6}" dt="2023-03-20T02:31:08.464" v="4052" actId="1076"/>
          <ac:spMkLst>
            <pc:docMk/>
            <pc:sldMk cId="377284399" sldId="541"/>
            <ac:spMk id="17" creationId="{049091B9-A984-486F-B6F4-A750FA8A955C}"/>
          </ac:spMkLst>
        </pc:spChg>
        <pc:cxnChg chg="add mod">
          <ac:chgData name="张 智" userId="36bdf691fd3510be" providerId="LiveId" clId="{99EE0C02-6E29-4F32-AD2F-C821FFBFB1D6}" dt="2023-03-20T02:31:08.464" v="4052" actId="1076"/>
          <ac:cxnSpMkLst>
            <pc:docMk/>
            <pc:sldMk cId="377284399" sldId="541"/>
            <ac:cxnSpMk id="4" creationId="{1875013A-6F1C-4F80-B3F2-05F44D950002}"/>
          </ac:cxnSpMkLst>
        </pc:cxnChg>
        <pc:cxnChg chg="add mod">
          <ac:chgData name="张 智" userId="36bdf691fd3510be" providerId="LiveId" clId="{99EE0C02-6E29-4F32-AD2F-C821FFBFB1D6}" dt="2023-03-20T02:31:08.464" v="4052" actId="1076"/>
          <ac:cxnSpMkLst>
            <pc:docMk/>
            <pc:sldMk cId="377284399" sldId="541"/>
            <ac:cxnSpMk id="11" creationId="{0D83DD2D-C4A2-440C-A14C-6756F5DE4DEE}"/>
          </ac:cxnSpMkLst>
        </pc:cxnChg>
        <pc:cxnChg chg="add mod">
          <ac:chgData name="张 智" userId="36bdf691fd3510be" providerId="LiveId" clId="{99EE0C02-6E29-4F32-AD2F-C821FFBFB1D6}" dt="2023-03-20T02:31:08.464" v="4052" actId="1076"/>
          <ac:cxnSpMkLst>
            <pc:docMk/>
            <pc:sldMk cId="377284399" sldId="541"/>
            <ac:cxnSpMk id="12" creationId="{B92CA281-1DC3-4F91-98B2-50CF5FE9DF5C}"/>
          </ac:cxnSpMkLst>
        </pc:cxnChg>
        <pc:cxnChg chg="add mod">
          <ac:chgData name="张 智" userId="36bdf691fd3510be" providerId="LiveId" clId="{99EE0C02-6E29-4F32-AD2F-C821FFBFB1D6}" dt="2023-03-20T02:31:08.464" v="4052" actId="1076"/>
          <ac:cxnSpMkLst>
            <pc:docMk/>
            <pc:sldMk cId="377284399" sldId="541"/>
            <ac:cxnSpMk id="14" creationId="{38858F5B-17E9-4A07-90D7-BFACF8C84D98}"/>
          </ac:cxnSpMkLst>
        </pc:cxnChg>
      </pc:sldChg>
      <pc:sldChg chg="add del modNotesTx">
        <pc:chgData name="张 智" userId="36bdf691fd3510be" providerId="LiveId" clId="{99EE0C02-6E29-4F32-AD2F-C821FFBFB1D6}" dt="2023-03-20T02:41:47.511" v="4416" actId="20577"/>
        <pc:sldMkLst>
          <pc:docMk/>
          <pc:sldMk cId="29640058" sldId="542"/>
        </pc:sldMkLst>
      </pc:sldChg>
      <pc:sldChg chg="delSp modSp del mod">
        <pc:chgData name="张 智" userId="36bdf691fd3510be" providerId="LiveId" clId="{99EE0C02-6E29-4F32-AD2F-C821FFBFB1D6}" dt="2023-03-20T02:41:50.915" v="4417" actId="2696"/>
        <pc:sldMkLst>
          <pc:docMk/>
          <pc:sldMk cId="40541207" sldId="543"/>
        </pc:sldMkLst>
        <pc:spChg chg="del">
          <ac:chgData name="张 智" userId="36bdf691fd3510be" providerId="LiveId" clId="{99EE0C02-6E29-4F32-AD2F-C821FFBFB1D6}" dt="2023-03-20T02:30:42.131" v="4046" actId="21"/>
          <ac:spMkLst>
            <pc:docMk/>
            <pc:sldMk cId="40541207" sldId="543"/>
            <ac:spMk id="5" creationId="{06B0CA93-8E7F-4B51-8736-289FA191597D}"/>
          </ac:spMkLst>
        </pc:spChg>
        <pc:spChg chg="del">
          <ac:chgData name="张 智" userId="36bdf691fd3510be" providerId="LiveId" clId="{99EE0C02-6E29-4F32-AD2F-C821FFBFB1D6}" dt="2023-03-20T02:30:42.131" v="4046" actId="21"/>
          <ac:spMkLst>
            <pc:docMk/>
            <pc:sldMk cId="40541207" sldId="543"/>
            <ac:spMk id="9" creationId="{736835C0-308C-4AF0-88B0-28E5FF7F3AF6}"/>
          </ac:spMkLst>
        </pc:spChg>
        <pc:spChg chg="del">
          <ac:chgData name="张 智" userId="36bdf691fd3510be" providerId="LiveId" clId="{99EE0C02-6E29-4F32-AD2F-C821FFBFB1D6}" dt="2023-03-20T02:30:42.131" v="4046" actId="21"/>
          <ac:spMkLst>
            <pc:docMk/>
            <pc:sldMk cId="40541207" sldId="543"/>
            <ac:spMk id="11" creationId="{7A576585-CF80-4C4B-A9E8-4FB5B6F5182D}"/>
          </ac:spMkLst>
        </pc:spChg>
        <pc:spChg chg="del">
          <ac:chgData name="张 智" userId="36bdf691fd3510be" providerId="LiveId" clId="{99EE0C02-6E29-4F32-AD2F-C821FFBFB1D6}" dt="2023-03-20T02:30:42.131" v="4046" actId="21"/>
          <ac:spMkLst>
            <pc:docMk/>
            <pc:sldMk cId="40541207" sldId="543"/>
            <ac:spMk id="12" creationId="{E2E5209A-CC01-4387-A365-09B218D28DDA}"/>
          </ac:spMkLst>
        </pc:spChg>
        <pc:spChg chg="del">
          <ac:chgData name="张 智" userId="36bdf691fd3510be" providerId="LiveId" clId="{99EE0C02-6E29-4F32-AD2F-C821FFBFB1D6}" dt="2023-03-20T02:30:42.131" v="4046" actId="21"/>
          <ac:spMkLst>
            <pc:docMk/>
            <pc:sldMk cId="40541207" sldId="543"/>
            <ac:spMk id="13" creationId="{F98931A4-1BEB-47CB-A260-44F8A57E2CE4}"/>
          </ac:spMkLst>
        </pc:spChg>
        <pc:spChg chg="del">
          <ac:chgData name="张 智" userId="36bdf691fd3510be" providerId="LiveId" clId="{99EE0C02-6E29-4F32-AD2F-C821FFBFB1D6}" dt="2023-03-20T02:30:42.131" v="4046" actId="21"/>
          <ac:spMkLst>
            <pc:docMk/>
            <pc:sldMk cId="40541207" sldId="543"/>
            <ac:spMk id="16" creationId="{CD009BAD-BB6A-4403-A606-FE6CB218D6E6}"/>
          </ac:spMkLst>
        </pc:spChg>
        <pc:spChg chg="del">
          <ac:chgData name="张 智" userId="36bdf691fd3510be" providerId="LiveId" clId="{99EE0C02-6E29-4F32-AD2F-C821FFBFB1D6}" dt="2023-03-20T02:30:42.131" v="4046" actId="21"/>
          <ac:spMkLst>
            <pc:docMk/>
            <pc:sldMk cId="40541207" sldId="543"/>
            <ac:spMk id="18" creationId="{EF082B1F-6313-4136-8D59-AACD0177D9CA}"/>
          </ac:spMkLst>
        </pc:spChg>
        <pc:spChg chg="del">
          <ac:chgData name="张 智" userId="36bdf691fd3510be" providerId="LiveId" clId="{99EE0C02-6E29-4F32-AD2F-C821FFBFB1D6}" dt="2023-03-20T02:30:42.131" v="4046" actId="21"/>
          <ac:spMkLst>
            <pc:docMk/>
            <pc:sldMk cId="40541207" sldId="543"/>
            <ac:spMk id="19" creationId="{763D4A10-B471-445A-8BBB-4204D4BFA37B}"/>
          </ac:spMkLst>
        </pc:spChg>
        <pc:spChg chg="del">
          <ac:chgData name="张 智" userId="36bdf691fd3510be" providerId="LiveId" clId="{99EE0C02-6E29-4F32-AD2F-C821FFBFB1D6}" dt="2023-03-20T02:30:42.131" v="4046" actId="21"/>
          <ac:spMkLst>
            <pc:docMk/>
            <pc:sldMk cId="40541207" sldId="543"/>
            <ac:spMk id="22" creationId="{2515ADEE-A50F-4D5C-B870-F9DE7E009087}"/>
          </ac:spMkLst>
        </pc:spChg>
        <pc:cxnChg chg="del mod">
          <ac:chgData name="张 智" userId="36bdf691fd3510be" providerId="LiveId" clId="{99EE0C02-6E29-4F32-AD2F-C821FFBFB1D6}" dt="2023-03-20T02:30:42.131" v="4046" actId="21"/>
          <ac:cxnSpMkLst>
            <pc:docMk/>
            <pc:sldMk cId="40541207" sldId="543"/>
            <ac:cxnSpMk id="4" creationId="{1FEB61AB-12A8-4DBE-91FA-D5B8E4D8687D}"/>
          </ac:cxnSpMkLst>
        </pc:cxnChg>
        <pc:cxnChg chg="del mod">
          <ac:chgData name="张 智" userId="36bdf691fd3510be" providerId="LiveId" clId="{99EE0C02-6E29-4F32-AD2F-C821FFBFB1D6}" dt="2023-03-20T02:30:42.131" v="4046" actId="21"/>
          <ac:cxnSpMkLst>
            <pc:docMk/>
            <pc:sldMk cId="40541207" sldId="543"/>
            <ac:cxnSpMk id="14" creationId="{9EFFF4EE-D907-4BBE-B70D-14381BAE9BA4}"/>
          </ac:cxnSpMkLst>
        </pc:cxnChg>
        <pc:cxnChg chg="del">
          <ac:chgData name="张 智" userId="36bdf691fd3510be" providerId="LiveId" clId="{99EE0C02-6E29-4F32-AD2F-C821FFBFB1D6}" dt="2023-03-20T02:30:42.131" v="4046" actId="21"/>
          <ac:cxnSpMkLst>
            <pc:docMk/>
            <pc:sldMk cId="40541207" sldId="543"/>
            <ac:cxnSpMk id="15" creationId="{4D1EB445-02C6-4C5A-AF19-E8C7F5ACCFAC}"/>
          </ac:cxnSpMkLst>
        </pc:cxnChg>
        <pc:cxnChg chg="del mod">
          <ac:chgData name="张 智" userId="36bdf691fd3510be" providerId="LiveId" clId="{99EE0C02-6E29-4F32-AD2F-C821FFBFB1D6}" dt="2023-03-20T02:30:42.131" v="4046" actId="21"/>
          <ac:cxnSpMkLst>
            <pc:docMk/>
            <pc:sldMk cId="40541207" sldId="543"/>
            <ac:cxnSpMk id="17" creationId="{65441F1D-B91C-4A76-8FA0-EFCAB056082F}"/>
          </ac:cxnSpMkLst>
        </pc:cxnChg>
      </pc:sldChg>
      <pc:sldChg chg="modSp mod">
        <pc:chgData name="张 智" userId="36bdf691fd3510be" providerId="LiveId" clId="{99EE0C02-6E29-4F32-AD2F-C821FFBFB1D6}" dt="2023-03-20T02:50:26.755" v="4720" actId="20577"/>
        <pc:sldMkLst>
          <pc:docMk/>
          <pc:sldMk cId="763604339" sldId="544"/>
        </pc:sldMkLst>
        <pc:spChg chg="mod">
          <ac:chgData name="张 智" userId="36bdf691fd3510be" providerId="LiveId" clId="{99EE0C02-6E29-4F32-AD2F-C821FFBFB1D6}" dt="2023-03-20T02:50:26.755" v="4720" actId="20577"/>
          <ac:spMkLst>
            <pc:docMk/>
            <pc:sldMk cId="763604339" sldId="544"/>
            <ac:spMk id="3" creationId="{586EAAFD-B1FF-4F0E-8F27-BCFF5AA0ABE7}"/>
          </ac:spMkLst>
        </pc:spChg>
      </pc:sldChg>
      <pc:sldChg chg="modSp mod">
        <pc:chgData name="张 智" userId="36bdf691fd3510be" providerId="LiveId" clId="{99EE0C02-6E29-4F32-AD2F-C821FFBFB1D6}" dt="2023-03-20T02:15:34.682" v="3490" actId="14100"/>
        <pc:sldMkLst>
          <pc:docMk/>
          <pc:sldMk cId="2816822498" sldId="547"/>
        </pc:sldMkLst>
        <pc:spChg chg="mod">
          <ac:chgData name="张 智" userId="36bdf691fd3510be" providerId="LiveId" clId="{99EE0C02-6E29-4F32-AD2F-C821FFBFB1D6}" dt="2023-03-20T02:15:31.356" v="3489" actId="1076"/>
          <ac:spMkLst>
            <pc:docMk/>
            <pc:sldMk cId="2816822498" sldId="547"/>
            <ac:spMk id="21" creationId="{41907511-BE48-44DA-9E6B-92F43EBE8EB2}"/>
          </ac:spMkLst>
        </pc:spChg>
        <pc:spChg chg="mod">
          <ac:chgData name="张 智" userId="36bdf691fd3510be" providerId="LiveId" clId="{99EE0C02-6E29-4F32-AD2F-C821FFBFB1D6}" dt="2023-03-20T02:15:34.682" v="3490" actId="14100"/>
          <ac:spMkLst>
            <pc:docMk/>
            <pc:sldMk cId="2816822498" sldId="547"/>
            <ac:spMk id="22" creationId="{60956F6E-1792-4C85-8E98-7953B12EDB64}"/>
          </ac:spMkLst>
        </pc:spChg>
      </pc:sldChg>
      <pc:sldChg chg="modSp mod modNotesTx">
        <pc:chgData name="张 智" userId="36bdf691fd3510be" providerId="LiveId" clId="{99EE0C02-6E29-4F32-AD2F-C821FFBFB1D6}" dt="2023-03-20T02:19:16.282" v="3580" actId="1076"/>
        <pc:sldMkLst>
          <pc:docMk/>
          <pc:sldMk cId="1907492785" sldId="548"/>
        </pc:sldMkLst>
        <pc:spChg chg="mod">
          <ac:chgData name="张 智" userId="36bdf691fd3510be" providerId="LiveId" clId="{99EE0C02-6E29-4F32-AD2F-C821FFBFB1D6}" dt="2023-03-20T02:19:16.282" v="3580" actId="1076"/>
          <ac:spMkLst>
            <pc:docMk/>
            <pc:sldMk cId="1907492785" sldId="548"/>
            <ac:spMk id="43" creationId="{4370009C-2E62-4CA1-8655-AF1037C05DF8}"/>
          </ac:spMkLst>
        </pc:spChg>
      </pc:sldChg>
      <pc:sldChg chg="modNotesTx">
        <pc:chgData name="张 智" userId="36bdf691fd3510be" providerId="LiveId" clId="{99EE0C02-6E29-4F32-AD2F-C821FFBFB1D6}" dt="2023-03-20T02:17:05.937" v="3498" actId="20577"/>
        <pc:sldMkLst>
          <pc:docMk/>
          <pc:sldMk cId="4051090900" sldId="549"/>
        </pc:sldMkLst>
      </pc:sldChg>
      <pc:sldChg chg="delSp modSp mod modNotesTx">
        <pc:chgData name="张 智" userId="36bdf691fd3510be" providerId="LiveId" clId="{99EE0C02-6E29-4F32-AD2F-C821FFBFB1D6}" dt="2023-03-20T02:21:45.482" v="3620" actId="20577"/>
        <pc:sldMkLst>
          <pc:docMk/>
          <pc:sldMk cId="3209702904" sldId="550"/>
        </pc:sldMkLst>
        <pc:spChg chg="mod">
          <ac:chgData name="张 智" userId="36bdf691fd3510be" providerId="LiveId" clId="{99EE0C02-6E29-4F32-AD2F-C821FFBFB1D6}" dt="2023-03-20T02:20:38.942" v="3588" actId="1036"/>
          <ac:spMkLst>
            <pc:docMk/>
            <pc:sldMk cId="3209702904" sldId="550"/>
            <ac:spMk id="26" creationId="{1278148F-BE0A-4F9C-A8B0-C05597A06333}"/>
          </ac:spMkLst>
        </pc:spChg>
        <pc:spChg chg="mod">
          <ac:chgData name="张 智" userId="36bdf691fd3510be" providerId="LiveId" clId="{99EE0C02-6E29-4F32-AD2F-C821FFBFB1D6}" dt="2023-03-20T02:20:38.942" v="3588" actId="1036"/>
          <ac:spMkLst>
            <pc:docMk/>
            <pc:sldMk cId="3209702904" sldId="550"/>
            <ac:spMk id="27" creationId="{D798AFAA-5799-4BE3-AC65-DCE7E25090EA}"/>
          </ac:spMkLst>
        </pc:spChg>
        <pc:spChg chg="mod">
          <ac:chgData name="张 智" userId="36bdf691fd3510be" providerId="LiveId" clId="{99EE0C02-6E29-4F32-AD2F-C821FFBFB1D6}" dt="2023-03-20T02:20:38.942" v="3588" actId="1036"/>
          <ac:spMkLst>
            <pc:docMk/>
            <pc:sldMk cId="3209702904" sldId="550"/>
            <ac:spMk id="28" creationId="{5CAD0DF4-3F71-4F91-AF36-295E6266DD9D}"/>
          </ac:spMkLst>
        </pc:spChg>
        <pc:spChg chg="mod">
          <ac:chgData name="张 智" userId="36bdf691fd3510be" providerId="LiveId" clId="{99EE0C02-6E29-4F32-AD2F-C821FFBFB1D6}" dt="2023-03-20T02:20:38.942" v="3588" actId="1036"/>
          <ac:spMkLst>
            <pc:docMk/>
            <pc:sldMk cId="3209702904" sldId="550"/>
            <ac:spMk id="29" creationId="{CB3AFE73-117A-4D73-8DF7-8637E3BFA983}"/>
          </ac:spMkLst>
        </pc:spChg>
        <pc:spChg chg="mod">
          <ac:chgData name="张 智" userId="36bdf691fd3510be" providerId="LiveId" clId="{99EE0C02-6E29-4F32-AD2F-C821FFBFB1D6}" dt="2023-03-20T02:20:38.942" v="3588" actId="1036"/>
          <ac:spMkLst>
            <pc:docMk/>
            <pc:sldMk cId="3209702904" sldId="550"/>
            <ac:spMk id="30" creationId="{083CAC3C-388C-42B5-8F39-9CB4A18BB1A3}"/>
          </ac:spMkLst>
        </pc:spChg>
        <pc:spChg chg="mod">
          <ac:chgData name="张 智" userId="36bdf691fd3510be" providerId="LiveId" clId="{99EE0C02-6E29-4F32-AD2F-C821FFBFB1D6}" dt="2023-03-20T02:20:38.942" v="3588" actId="1036"/>
          <ac:spMkLst>
            <pc:docMk/>
            <pc:sldMk cId="3209702904" sldId="550"/>
            <ac:spMk id="31" creationId="{B25A4772-0239-4FF9-8147-B4127BA4C417}"/>
          </ac:spMkLst>
        </pc:spChg>
        <pc:spChg chg="mod">
          <ac:chgData name="张 智" userId="36bdf691fd3510be" providerId="LiveId" clId="{99EE0C02-6E29-4F32-AD2F-C821FFBFB1D6}" dt="2023-03-20T02:20:38.942" v="3588" actId="1036"/>
          <ac:spMkLst>
            <pc:docMk/>
            <pc:sldMk cId="3209702904" sldId="550"/>
            <ac:spMk id="32" creationId="{4F3ED3DC-B0B1-42F1-B820-91DC8E7CA5ED}"/>
          </ac:spMkLst>
        </pc:spChg>
        <pc:spChg chg="mod">
          <ac:chgData name="张 智" userId="36bdf691fd3510be" providerId="LiveId" clId="{99EE0C02-6E29-4F32-AD2F-C821FFBFB1D6}" dt="2023-03-20T02:20:38.942" v="3588" actId="1036"/>
          <ac:spMkLst>
            <pc:docMk/>
            <pc:sldMk cId="3209702904" sldId="550"/>
            <ac:spMk id="33" creationId="{37119EF7-62F3-4A7D-879C-76C11BB7E382}"/>
          </ac:spMkLst>
        </pc:spChg>
        <pc:spChg chg="mod">
          <ac:chgData name="张 智" userId="36bdf691fd3510be" providerId="LiveId" clId="{99EE0C02-6E29-4F32-AD2F-C821FFBFB1D6}" dt="2023-03-20T02:20:38.942" v="3588" actId="1036"/>
          <ac:spMkLst>
            <pc:docMk/>
            <pc:sldMk cId="3209702904" sldId="550"/>
            <ac:spMk id="35" creationId="{78AFAD24-1767-498B-B327-BE4185125CA0}"/>
          </ac:spMkLst>
        </pc:spChg>
        <pc:spChg chg="mod">
          <ac:chgData name="张 智" userId="36bdf691fd3510be" providerId="LiveId" clId="{99EE0C02-6E29-4F32-AD2F-C821FFBFB1D6}" dt="2023-03-20T02:20:38.942" v="3588" actId="1036"/>
          <ac:spMkLst>
            <pc:docMk/>
            <pc:sldMk cId="3209702904" sldId="550"/>
            <ac:spMk id="39" creationId="{D280B2E0-3101-45E2-8E9A-5753531846FC}"/>
          </ac:spMkLst>
        </pc:spChg>
        <pc:spChg chg="mod">
          <ac:chgData name="张 智" userId="36bdf691fd3510be" providerId="LiveId" clId="{99EE0C02-6E29-4F32-AD2F-C821FFBFB1D6}" dt="2023-03-20T02:20:38.942" v="3588" actId="1036"/>
          <ac:spMkLst>
            <pc:docMk/>
            <pc:sldMk cId="3209702904" sldId="550"/>
            <ac:spMk id="42" creationId="{3158D5FB-18DD-4237-906F-C1994D1F28C9}"/>
          </ac:spMkLst>
        </pc:spChg>
        <pc:spChg chg="mod">
          <ac:chgData name="张 智" userId="36bdf691fd3510be" providerId="LiveId" clId="{99EE0C02-6E29-4F32-AD2F-C821FFBFB1D6}" dt="2023-03-20T02:20:48.875" v="3591" actId="1076"/>
          <ac:spMkLst>
            <pc:docMk/>
            <pc:sldMk cId="3209702904" sldId="550"/>
            <ac:spMk id="43" creationId="{4370009C-2E62-4CA1-8655-AF1037C05DF8}"/>
          </ac:spMkLst>
        </pc:spChg>
        <pc:spChg chg="mod">
          <ac:chgData name="张 智" userId="36bdf691fd3510be" providerId="LiveId" clId="{99EE0C02-6E29-4F32-AD2F-C821FFBFB1D6}" dt="2023-03-20T02:20:38.942" v="3588" actId="1036"/>
          <ac:spMkLst>
            <pc:docMk/>
            <pc:sldMk cId="3209702904" sldId="550"/>
            <ac:spMk id="49" creationId="{4F0289E1-A5D0-40DD-BE8C-2EE6704C0CAF}"/>
          </ac:spMkLst>
        </pc:spChg>
        <pc:spChg chg="mod">
          <ac:chgData name="张 智" userId="36bdf691fd3510be" providerId="LiveId" clId="{99EE0C02-6E29-4F32-AD2F-C821FFBFB1D6}" dt="2023-03-20T02:20:38.942" v="3588" actId="1036"/>
          <ac:spMkLst>
            <pc:docMk/>
            <pc:sldMk cId="3209702904" sldId="550"/>
            <ac:spMk id="50" creationId="{20DCDAE0-B14B-48F7-8BB7-17A8B4EA6EDF}"/>
          </ac:spMkLst>
        </pc:spChg>
        <pc:spChg chg="mod">
          <ac:chgData name="张 智" userId="36bdf691fd3510be" providerId="LiveId" clId="{99EE0C02-6E29-4F32-AD2F-C821FFBFB1D6}" dt="2023-03-20T02:20:38.942" v="3588" actId="1036"/>
          <ac:spMkLst>
            <pc:docMk/>
            <pc:sldMk cId="3209702904" sldId="550"/>
            <ac:spMk id="68" creationId="{71B19640-5882-4BA3-8DD3-CAED7F2ACE26}"/>
          </ac:spMkLst>
        </pc:spChg>
        <pc:spChg chg="mod">
          <ac:chgData name="张 智" userId="36bdf691fd3510be" providerId="LiveId" clId="{99EE0C02-6E29-4F32-AD2F-C821FFBFB1D6}" dt="2023-03-20T02:20:38.942" v="3588" actId="1036"/>
          <ac:spMkLst>
            <pc:docMk/>
            <pc:sldMk cId="3209702904" sldId="550"/>
            <ac:spMk id="77" creationId="{F65D87C8-2561-43EA-B127-AB069B4602C1}"/>
          </ac:spMkLst>
        </pc:spChg>
        <pc:spChg chg="mod">
          <ac:chgData name="张 智" userId="36bdf691fd3510be" providerId="LiveId" clId="{99EE0C02-6E29-4F32-AD2F-C821FFBFB1D6}" dt="2023-03-20T02:20:38.942" v="3588" actId="1036"/>
          <ac:spMkLst>
            <pc:docMk/>
            <pc:sldMk cId="3209702904" sldId="550"/>
            <ac:spMk id="83" creationId="{7A833D9C-DD49-4D0E-98B2-BC92DD0E05AF}"/>
          </ac:spMkLst>
        </pc:spChg>
        <pc:spChg chg="del mod">
          <ac:chgData name="张 智" userId="36bdf691fd3510be" providerId="LiveId" clId="{99EE0C02-6E29-4F32-AD2F-C821FFBFB1D6}" dt="2023-03-20T02:20:42.680" v="3589" actId="478"/>
          <ac:spMkLst>
            <pc:docMk/>
            <pc:sldMk cId="3209702904" sldId="550"/>
            <ac:spMk id="84" creationId="{3590C911-09F4-4D30-8591-1F3CED875854}"/>
          </ac:spMkLst>
        </pc:spChg>
        <pc:spChg chg="del mod">
          <ac:chgData name="张 智" userId="36bdf691fd3510be" providerId="LiveId" clId="{99EE0C02-6E29-4F32-AD2F-C821FFBFB1D6}" dt="2023-03-20T02:20:45.293" v="3590" actId="478"/>
          <ac:spMkLst>
            <pc:docMk/>
            <pc:sldMk cId="3209702904" sldId="550"/>
            <ac:spMk id="85" creationId="{53F18983-9979-47DB-8BDD-8E8E8360E98D}"/>
          </ac:spMkLst>
        </pc:spChg>
        <pc:cxnChg chg="mod">
          <ac:chgData name="张 智" userId="36bdf691fd3510be" providerId="LiveId" clId="{99EE0C02-6E29-4F32-AD2F-C821FFBFB1D6}" dt="2023-03-20T02:20:38.942" v="3588" actId="1036"/>
          <ac:cxnSpMkLst>
            <pc:docMk/>
            <pc:sldMk cId="3209702904" sldId="550"/>
            <ac:cxnSpMk id="37" creationId="{12EE0ACC-B8E9-4231-8A79-68758709B998}"/>
          </ac:cxnSpMkLst>
        </pc:cxnChg>
        <pc:cxnChg chg="mod">
          <ac:chgData name="张 智" userId="36bdf691fd3510be" providerId="LiveId" clId="{99EE0C02-6E29-4F32-AD2F-C821FFBFB1D6}" dt="2023-03-20T02:20:38.942" v="3588" actId="1036"/>
          <ac:cxnSpMkLst>
            <pc:docMk/>
            <pc:sldMk cId="3209702904" sldId="550"/>
            <ac:cxnSpMk id="53" creationId="{362BC3F6-787F-4C2E-8DED-762436F8E681}"/>
          </ac:cxnSpMkLst>
        </pc:cxnChg>
        <pc:cxnChg chg="mod">
          <ac:chgData name="张 智" userId="36bdf691fd3510be" providerId="LiveId" clId="{99EE0C02-6E29-4F32-AD2F-C821FFBFB1D6}" dt="2023-03-20T02:20:38.942" v="3588" actId="1036"/>
          <ac:cxnSpMkLst>
            <pc:docMk/>
            <pc:sldMk cId="3209702904" sldId="550"/>
            <ac:cxnSpMk id="74" creationId="{656400F2-E705-47DE-A64B-A755A1A2536A}"/>
          </ac:cxnSpMkLst>
        </pc:cxnChg>
        <pc:cxnChg chg="mod">
          <ac:chgData name="张 智" userId="36bdf691fd3510be" providerId="LiveId" clId="{99EE0C02-6E29-4F32-AD2F-C821FFBFB1D6}" dt="2023-03-20T02:20:38.942" v="3588" actId="1036"/>
          <ac:cxnSpMkLst>
            <pc:docMk/>
            <pc:sldMk cId="3209702904" sldId="550"/>
            <ac:cxnSpMk id="78" creationId="{FCDDE7CF-36A5-4D37-8773-9FE91142C564}"/>
          </ac:cxnSpMkLst>
        </pc:cxnChg>
        <pc:cxnChg chg="mod">
          <ac:chgData name="张 智" userId="36bdf691fd3510be" providerId="LiveId" clId="{99EE0C02-6E29-4F32-AD2F-C821FFBFB1D6}" dt="2023-03-20T02:20:38.942" v="3588" actId="1036"/>
          <ac:cxnSpMkLst>
            <pc:docMk/>
            <pc:sldMk cId="3209702904" sldId="550"/>
            <ac:cxnSpMk id="81" creationId="{E96D072A-A89D-4EC5-BC92-1486F7111634}"/>
          </ac:cxnSpMkLst>
        </pc:cxnChg>
      </pc:sldChg>
      <pc:sldChg chg="modNotesTx">
        <pc:chgData name="张 智" userId="36bdf691fd3510be" providerId="LiveId" clId="{99EE0C02-6E29-4F32-AD2F-C821FFBFB1D6}" dt="2023-03-20T02:27:57.200" v="3987" actId="20577"/>
        <pc:sldMkLst>
          <pc:docMk/>
          <pc:sldMk cId="4015465619" sldId="551"/>
        </pc:sldMkLst>
      </pc:sldChg>
      <pc:sldChg chg="modNotesTx">
        <pc:chgData name="张 智" userId="36bdf691fd3510be" providerId="LiveId" clId="{99EE0C02-6E29-4F32-AD2F-C821FFBFB1D6}" dt="2023-03-20T02:07:19.427" v="3167" actId="20577"/>
        <pc:sldMkLst>
          <pc:docMk/>
          <pc:sldMk cId="1945545737" sldId="552"/>
        </pc:sldMkLst>
      </pc:sldChg>
      <pc:sldChg chg="modNotesTx">
        <pc:chgData name="张 智" userId="36bdf691fd3510be" providerId="LiveId" clId="{99EE0C02-6E29-4F32-AD2F-C821FFBFB1D6}" dt="2023-03-20T03:26:50.586" v="5896" actId="20577"/>
        <pc:sldMkLst>
          <pc:docMk/>
          <pc:sldMk cId="853962288" sldId="554"/>
        </pc:sldMkLst>
      </pc:sldChg>
      <pc:sldChg chg="modNotesTx">
        <pc:chgData name="张 智" userId="36bdf691fd3510be" providerId="LiveId" clId="{99EE0C02-6E29-4F32-AD2F-C821FFBFB1D6}" dt="2023-03-20T03:27:53.268" v="5906" actId="20577"/>
        <pc:sldMkLst>
          <pc:docMk/>
          <pc:sldMk cId="1050398790" sldId="555"/>
        </pc:sldMkLst>
      </pc:sldChg>
      <pc:sldChg chg="addSp delSp modSp add mod ord modNotesTx">
        <pc:chgData name="张 智" userId="36bdf691fd3510be" providerId="LiveId" clId="{99EE0C02-6E29-4F32-AD2F-C821FFBFB1D6}" dt="2023-03-20T02:38:19.700" v="4342" actId="20577"/>
        <pc:sldMkLst>
          <pc:docMk/>
          <pc:sldMk cId="2605665036" sldId="556"/>
        </pc:sldMkLst>
        <pc:spChg chg="add mod">
          <ac:chgData name="张 智" userId="36bdf691fd3510be" providerId="LiveId" clId="{99EE0C02-6E29-4F32-AD2F-C821FFBFB1D6}" dt="2023-03-20T02:35:55.793" v="4273" actId="14100"/>
          <ac:spMkLst>
            <pc:docMk/>
            <pc:sldMk cId="2605665036" sldId="556"/>
            <ac:spMk id="2" creationId="{10C05293-0859-40CB-A167-59E39C2360FC}"/>
          </ac:spMkLst>
        </pc:spChg>
        <pc:spChg chg="mod">
          <ac:chgData name="张 智" userId="36bdf691fd3510be" providerId="LiveId" clId="{99EE0C02-6E29-4F32-AD2F-C821FFBFB1D6}" dt="2023-03-20T02:34:45.074" v="4226" actId="1076"/>
          <ac:spMkLst>
            <pc:docMk/>
            <pc:sldMk cId="2605665036" sldId="556"/>
            <ac:spMk id="3" creationId="{586EAAFD-B1FF-4F0E-8F27-BCFF5AA0ABE7}"/>
          </ac:spMkLst>
        </pc:spChg>
        <pc:spChg chg="add del mod">
          <ac:chgData name="张 智" userId="36bdf691fd3510be" providerId="LiveId" clId="{99EE0C02-6E29-4F32-AD2F-C821FFBFB1D6}" dt="2023-03-20T02:34:09.729" v="4218"/>
          <ac:spMkLst>
            <pc:docMk/>
            <pc:sldMk cId="2605665036" sldId="556"/>
            <ac:spMk id="5" creationId="{C9C3DCEB-1EA0-457F-89F8-3F6E3374DA7F}"/>
          </ac:spMkLst>
        </pc:spChg>
        <pc:spChg chg="mod">
          <ac:chgData name="张 智" userId="36bdf691fd3510be" providerId="LiveId" clId="{99EE0C02-6E29-4F32-AD2F-C821FFBFB1D6}" dt="2023-03-20T02:32:35.417" v="4166" actId="20577"/>
          <ac:spMkLst>
            <pc:docMk/>
            <pc:sldMk cId="2605665036" sldId="556"/>
            <ac:spMk id="6" creationId="{1CDC1821-C52F-4375-B698-7B035F106C73}"/>
          </ac:spMkLst>
        </pc:spChg>
        <pc:spChg chg="add del mod">
          <ac:chgData name="张 智" userId="36bdf691fd3510be" providerId="LiveId" clId="{99EE0C02-6E29-4F32-AD2F-C821FFBFB1D6}" dt="2023-03-20T02:34:09.729" v="4218"/>
          <ac:spMkLst>
            <pc:docMk/>
            <pc:sldMk cId="2605665036" sldId="556"/>
            <ac:spMk id="7" creationId="{761B9427-118D-4A1C-9792-78876DCF023B}"/>
          </ac:spMkLst>
        </pc:spChg>
        <pc:spChg chg="add del mod">
          <ac:chgData name="张 智" userId="36bdf691fd3510be" providerId="LiveId" clId="{99EE0C02-6E29-4F32-AD2F-C821FFBFB1D6}" dt="2023-03-20T02:34:09.729" v="4218"/>
          <ac:spMkLst>
            <pc:docMk/>
            <pc:sldMk cId="2605665036" sldId="556"/>
            <ac:spMk id="8" creationId="{C089C394-5019-4DAA-B06D-1CEAEDD062C5}"/>
          </ac:spMkLst>
        </pc:spChg>
        <pc:spChg chg="add del mod">
          <ac:chgData name="张 智" userId="36bdf691fd3510be" providerId="LiveId" clId="{99EE0C02-6E29-4F32-AD2F-C821FFBFB1D6}" dt="2023-03-20T02:34:09.729" v="4218"/>
          <ac:spMkLst>
            <pc:docMk/>
            <pc:sldMk cId="2605665036" sldId="556"/>
            <ac:spMk id="9" creationId="{D81C30C3-A9A6-4977-9663-D73C64AD921E}"/>
          </ac:spMkLst>
        </pc:spChg>
        <pc:spChg chg="add del mod">
          <ac:chgData name="张 智" userId="36bdf691fd3510be" providerId="LiveId" clId="{99EE0C02-6E29-4F32-AD2F-C821FFBFB1D6}" dt="2023-03-20T02:34:09.729" v="4218"/>
          <ac:spMkLst>
            <pc:docMk/>
            <pc:sldMk cId="2605665036" sldId="556"/>
            <ac:spMk id="10" creationId="{535CCBA4-DC2D-4E63-9B6F-B094016ACCFE}"/>
          </ac:spMkLst>
        </pc:spChg>
        <pc:spChg chg="add del mod">
          <ac:chgData name="张 智" userId="36bdf691fd3510be" providerId="LiveId" clId="{99EE0C02-6E29-4F32-AD2F-C821FFBFB1D6}" dt="2023-03-20T02:34:09.729" v="4218"/>
          <ac:spMkLst>
            <pc:docMk/>
            <pc:sldMk cId="2605665036" sldId="556"/>
            <ac:spMk id="13" creationId="{EC989678-7B4B-4A20-8532-5454508A0BCB}"/>
          </ac:spMkLst>
        </pc:spChg>
        <pc:spChg chg="add del mod">
          <ac:chgData name="张 智" userId="36bdf691fd3510be" providerId="LiveId" clId="{99EE0C02-6E29-4F32-AD2F-C821FFBFB1D6}" dt="2023-03-20T02:34:09.729" v="4218"/>
          <ac:spMkLst>
            <pc:docMk/>
            <pc:sldMk cId="2605665036" sldId="556"/>
            <ac:spMk id="15" creationId="{A8461C2C-11E8-473E-B559-26EFE1AA27DD}"/>
          </ac:spMkLst>
        </pc:spChg>
        <pc:spChg chg="add del mod">
          <ac:chgData name="张 智" userId="36bdf691fd3510be" providerId="LiveId" clId="{99EE0C02-6E29-4F32-AD2F-C821FFBFB1D6}" dt="2023-03-20T02:34:09.729" v="4218"/>
          <ac:spMkLst>
            <pc:docMk/>
            <pc:sldMk cId="2605665036" sldId="556"/>
            <ac:spMk id="16" creationId="{D3ADE530-72C7-48D7-A9A4-672AEDE87C23}"/>
          </ac:spMkLst>
        </pc:spChg>
        <pc:spChg chg="add del mod">
          <ac:chgData name="张 智" userId="36bdf691fd3510be" providerId="LiveId" clId="{99EE0C02-6E29-4F32-AD2F-C821FFBFB1D6}" dt="2023-03-20T02:34:09.729" v="4218"/>
          <ac:spMkLst>
            <pc:docMk/>
            <pc:sldMk cId="2605665036" sldId="556"/>
            <ac:spMk id="17" creationId="{C61C3CD6-9956-45AA-8565-051797B2848E}"/>
          </ac:spMkLst>
        </pc:spChg>
        <pc:spChg chg="add mod">
          <ac:chgData name="张 智" userId="36bdf691fd3510be" providerId="LiveId" clId="{99EE0C02-6E29-4F32-AD2F-C821FFBFB1D6}" dt="2023-03-20T02:34:57.823" v="4256" actId="1076"/>
          <ac:spMkLst>
            <pc:docMk/>
            <pc:sldMk cId="2605665036" sldId="556"/>
            <ac:spMk id="19" creationId="{43146A01-6ACE-4ECF-8C13-B42726B609B5}"/>
          </ac:spMkLst>
        </pc:spChg>
        <pc:spChg chg="add mod">
          <ac:chgData name="张 智" userId="36bdf691fd3510be" providerId="LiveId" clId="{99EE0C02-6E29-4F32-AD2F-C821FFBFB1D6}" dt="2023-03-20T02:35:05.901" v="4258" actId="1076"/>
          <ac:spMkLst>
            <pc:docMk/>
            <pc:sldMk cId="2605665036" sldId="556"/>
            <ac:spMk id="20" creationId="{7598AEFF-11A2-478B-AFB0-2BEB1ECDD1FF}"/>
          </ac:spMkLst>
        </pc:spChg>
        <pc:spChg chg="add mod">
          <ac:chgData name="张 智" userId="36bdf691fd3510be" providerId="LiveId" clId="{99EE0C02-6E29-4F32-AD2F-C821FFBFB1D6}" dt="2023-03-20T02:34:53.070" v="4255" actId="1037"/>
          <ac:spMkLst>
            <pc:docMk/>
            <pc:sldMk cId="2605665036" sldId="556"/>
            <ac:spMk id="21" creationId="{F9CBFA83-B51E-4F62-95D7-02EBD8C3A49E}"/>
          </ac:spMkLst>
        </pc:spChg>
        <pc:spChg chg="add mod">
          <ac:chgData name="张 智" userId="36bdf691fd3510be" providerId="LiveId" clId="{99EE0C02-6E29-4F32-AD2F-C821FFBFB1D6}" dt="2023-03-20T02:34:53.070" v="4255" actId="1037"/>
          <ac:spMkLst>
            <pc:docMk/>
            <pc:sldMk cId="2605665036" sldId="556"/>
            <ac:spMk id="22" creationId="{481E0F6F-C5EE-4789-8E70-D45FC813CC8D}"/>
          </ac:spMkLst>
        </pc:spChg>
        <pc:spChg chg="add mod">
          <ac:chgData name="张 智" userId="36bdf691fd3510be" providerId="LiveId" clId="{99EE0C02-6E29-4F32-AD2F-C821FFBFB1D6}" dt="2023-03-20T02:34:53.070" v="4255" actId="1037"/>
          <ac:spMkLst>
            <pc:docMk/>
            <pc:sldMk cId="2605665036" sldId="556"/>
            <ac:spMk id="23" creationId="{ECBBF860-346E-446B-8102-CF7EDBFA9C1B}"/>
          </ac:spMkLst>
        </pc:spChg>
        <pc:spChg chg="add del mod">
          <ac:chgData name="张 智" userId="36bdf691fd3510be" providerId="LiveId" clId="{99EE0C02-6E29-4F32-AD2F-C821FFBFB1D6}" dt="2023-03-20T02:34:23.416" v="4222" actId="478"/>
          <ac:spMkLst>
            <pc:docMk/>
            <pc:sldMk cId="2605665036" sldId="556"/>
            <ac:spMk id="26" creationId="{4A42E163-754A-495C-B2F9-6DF5E0217978}"/>
          </ac:spMkLst>
        </pc:spChg>
        <pc:spChg chg="add mod">
          <ac:chgData name="张 智" userId="36bdf691fd3510be" providerId="LiveId" clId="{99EE0C02-6E29-4F32-AD2F-C821FFBFB1D6}" dt="2023-03-20T02:35:05.901" v="4258" actId="1076"/>
          <ac:spMkLst>
            <pc:docMk/>
            <pc:sldMk cId="2605665036" sldId="556"/>
            <ac:spMk id="28" creationId="{8E579ED3-9536-4EC0-8396-872FA479258B}"/>
          </ac:spMkLst>
        </pc:spChg>
        <pc:spChg chg="add mod">
          <ac:chgData name="张 智" userId="36bdf691fd3510be" providerId="LiveId" clId="{99EE0C02-6E29-4F32-AD2F-C821FFBFB1D6}" dt="2023-03-20T02:34:53.070" v="4255" actId="1037"/>
          <ac:spMkLst>
            <pc:docMk/>
            <pc:sldMk cId="2605665036" sldId="556"/>
            <ac:spMk id="29" creationId="{50F3D803-A3E2-4FCC-8B36-6921B2F15B48}"/>
          </ac:spMkLst>
        </pc:spChg>
        <pc:spChg chg="add mod">
          <ac:chgData name="张 智" userId="36bdf691fd3510be" providerId="LiveId" clId="{99EE0C02-6E29-4F32-AD2F-C821FFBFB1D6}" dt="2023-03-20T02:35:05.901" v="4258" actId="1076"/>
          <ac:spMkLst>
            <pc:docMk/>
            <pc:sldMk cId="2605665036" sldId="556"/>
            <ac:spMk id="30" creationId="{79096A4A-7823-47E2-9B1B-0D8F6859EDAE}"/>
          </ac:spMkLst>
        </pc:spChg>
        <pc:spChg chg="add mod">
          <ac:chgData name="张 智" userId="36bdf691fd3510be" providerId="LiveId" clId="{99EE0C02-6E29-4F32-AD2F-C821FFBFB1D6}" dt="2023-03-20T02:37:26.937" v="4315" actId="14100"/>
          <ac:spMkLst>
            <pc:docMk/>
            <pc:sldMk cId="2605665036" sldId="556"/>
            <ac:spMk id="31" creationId="{30456293-697E-43AA-AC4D-E7232D7D1E80}"/>
          </ac:spMkLst>
        </pc:spChg>
        <pc:spChg chg="add mod">
          <ac:chgData name="张 智" userId="36bdf691fd3510be" providerId="LiveId" clId="{99EE0C02-6E29-4F32-AD2F-C821FFBFB1D6}" dt="2023-03-20T02:36:47.396" v="4300" actId="313"/>
          <ac:spMkLst>
            <pc:docMk/>
            <pc:sldMk cId="2605665036" sldId="556"/>
            <ac:spMk id="32" creationId="{1EC35EA5-4330-4C7F-9A57-D3BF7EE7C27F}"/>
          </ac:spMkLst>
        </pc:spChg>
        <pc:cxnChg chg="add del mod">
          <ac:chgData name="张 智" userId="36bdf691fd3510be" providerId="LiveId" clId="{99EE0C02-6E29-4F32-AD2F-C821FFBFB1D6}" dt="2023-03-20T02:34:09.729" v="4218"/>
          <ac:cxnSpMkLst>
            <pc:docMk/>
            <pc:sldMk cId="2605665036" sldId="556"/>
            <ac:cxnSpMk id="4" creationId="{39860B48-ABB0-46C2-8E9D-14E45B492B5B}"/>
          </ac:cxnSpMkLst>
        </pc:cxnChg>
        <pc:cxnChg chg="add del mod">
          <ac:chgData name="张 智" userId="36bdf691fd3510be" providerId="LiveId" clId="{99EE0C02-6E29-4F32-AD2F-C821FFBFB1D6}" dt="2023-03-20T02:34:09.729" v="4218"/>
          <ac:cxnSpMkLst>
            <pc:docMk/>
            <pc:sldMk cId="2605665036" sldId="556"/>
            <ac:cxnSpMk id="11" creationId="{E7C476CF-6F45-45EE-B946-CB88ACAEC90A}"/>
          </ac:cxnSpMkLst>
        </pc:cxnChg>
        <pc:cxnChg chg="add del mod">
          <ac:chgData name="张 智" userId="36bdf691fd3510be" providerId="LiveId" clId="{99EE0C02-6E29-4F32-AD2F-C821FFBFB1D6}" dt="2023-03-20T02:34:09.729" v="4218"/>
          <ac:cxnSpMkLst>
            <pc:docMk/>
            <pc:sldMk cId="2605665036" sldId="556"/>
            <ac:cxnSpMk id="12" creationId="{C4A86464-E704-4CDF-B660-71963D2613EE}"/>
          </ac:cxnSpMkLst>
        </pc:cxnChg>
        <pc:cxnChg chg="add del mod">
          <ac:chgData name="张 智" userId="36bdf691fd3510be" providerId="LiveId" clId="{99EE0C02-6E29-4F32-AD2F-C821FFBFB1D6}" dt="2023-03-20T02:34:09.729" v="4218"/>
          <ac:cxnSpMkLst>
            <pc:docMk/>
            <pc:sldMk cId="2605665036" sldId="556"/>
            <ac:cxnSpMk id="14" creationId="{5D97983E-EA19-46AA-A4C3-690506BB2665}"/>
          </ac:cxnSpMkLst>
        </pc:cxnChg>
        <pc:cxnChg chg="add mod">
          <ac:chgData name="张 智" userId="36bdf691fd3510be" providerId="LiveId" clId="{99EE0C02-6E29-4F32-AD2F-C821FFBFB1D6}" dt="2023-03-20T02:35:00.939" v="4257" actId="1076"/>
          <ac:cxnSpMkLst>
            <pc:docMk/>
            <pc:sldMk cId="2605665036" sldId="556"/>
            <ac:cxnSpMk id="18" creationId="{0CC0DDD7-2495-45C9-85A7-5A7866452696}"/>
          </ac:cxnSpMkLst>
        </pc:cxnChg>
        <pc:cxnChg chg="add del mod">
          <ac:chgData name="张 智" userId="36bdf691fd3510be" providerId="LiveId" clId="{99EE0C02-6E29-4F32-AD2F-C821FFBFB1D6}" dt="2023-03-20T02:34:25.398" v="4223" actId="478"/>
          <ac:cxnSpMkLst>
            <pc:docMk/>
            <pc:sldMk cId="2605665036" sldId="556"/>
            <ac:cxnSpMk id="24" creationId="{D1D55673-D6B4-4858-9EF2-3717A4555BE7}"/>
          </ac:cxnSpMkLst>
        </pc:cxnChg>
        <pc:cxnChg chg="add del mod">
          <ac:chgData name="张 智" userId="36bdf691fd3510be" providerId="LiveId" clId="{99EE0C02-6E29-4F32-AD2F-C821FFBFB1D6}" dt="2023-03-20T02:34:20.930" v="4221" actId="478"/>
          <ac:cxnSpMkLst>
            <pc:docMk/>
            <pc:sldMk cId="2605665036" sldId="556"/>
            <ac:cxnSpMk id="25" creationId="{02876147-A0E0-4406-98E8-FF22635D02EE}"/>
          </ac:cxnSpMkLst>
        </pc:cxnChg>
        <pc:cxnChg chg="add mod">
          <ac:chgData name="张 智" userId="36bdf691fd3510be" providerId="LiveId" clId="{99EE0C02-6E29-4F32-AD2F-C821FFBFB1D6}" dt="2023-03-20T02:34:53.070" v="4255" actId="1037"/>
          <ac:cxnSpMkLst>
            <pc:docMk/>
            <pc:sldMk cId="2605665036" sldId="556"/>
            <ac:cxnSpMk id="27" creationId="{0C5DBCAF-CA55-4B95-9803-FE082A560BE9}"/>
          </ac:cxnSpMkLst>
        </pc:cxnChg>
        <pc:cxnChg chg="add mod">
          <ac:chgData name="张 智" userId="36bdf691fd3510be" providerId="LiveId" clId="{99EE0C02-6E29-4F32-AD2F-C821FFBFB1D6}" dt="2023-03-20T02:36:31.627" v="4278" actId="14100"/>
          <ac:cxnSpMkLst>
            <pc:docMk/>
            <pc:sldMk cId="2605665036" sldId="556"/>
            <ac:cxnSpMk id="33" creationId="{15768EED-1699-40F4-A198-386023275BF5}"/>
          </ac:cxnSpMkLst>
        </pc:cxn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D6D7260-B7E4-B548-BD1F-84ED14536037}" type="datetimeFigureOut">
              <a:rPr lang="en-AU" smtClean="0"/>
              <a:t>10/08/2026</a:t>
            </a:fld>
            <a:endParaRPr lang="en-A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A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F030C05-EF6C-9847-8923-580D76870F8E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6340922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1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96172620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68EB08-BB3C-8F51-0C9F-BA32289A82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6F86F89-C5F2-AAAE-53FA-260CFC1514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8A21C91-F55A-EA2B-6EC9-77C5C465DE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E9425F-B25A-A454-DEA5-A5019C80FFF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2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16828442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3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6638989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486952-2420-0962-6D5B-3F94F4CB5A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8724632-AE7A-A7A8-CC8D-2F196FF3E8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A40A561-BA00-D1D8-A575-2E8D1C546C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040C55-4948-EE9B-3189-AAFC060A575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4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2227698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547012-B180-2BDA-BE10-9A9746F332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56BCC71-08FB-8C08-4B3D-1ABFB0BF7F5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BE5B809-0CD6-82B9-4896-8AD317A3D7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36CA10-95F1-5651-4204-343F7DDAC5A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5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1528650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6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61845792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7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2783963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8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9218549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9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20293041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10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7066725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11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3466878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12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062018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13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52860124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14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96723951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15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52411938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16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87354220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17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77981253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18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4873580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19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59775100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20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56191606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21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08802072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22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932533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23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86289823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24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917192340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25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45906328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26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85568959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27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13366054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28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965325028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29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730774724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30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28131889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31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540414074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32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501302659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33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354083609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34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32091990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35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844247508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36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88081823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37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56722166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38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658469085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39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803274238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40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179172744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41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299623384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42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62733828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43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194245530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44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01386222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45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040101420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46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677993137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47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775483357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48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80869015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49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861249868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50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547598850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51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184146693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52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856372758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53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137728388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54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895153575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55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813264593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56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114929769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57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875223113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58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219494435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59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546278315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60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10879796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61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577830088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62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930088544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63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41329093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0693" y="1769540"/>
            <a:ext cx="9440034" cy="1828801"/>
          </a:xfr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0693" y="3773489"/>
            <a:ext cx="9440034" cy="1049867"/>
          </a:xfrm>
        </p:spPr>
        <p:txBody>
          <a:bodyPr anchor="t"/>
          <a:lstStyle>
            <a:lvl1pPr marL="0" indent="0" algn="ctr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D38747-4367-4BD2-8D51-C97E202738E2}" type="datetime1">
              <a:rPr lang="en-US" smtClean="0"/>
              <a:t>8/10/2026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50906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C55A3C-5767-4844-A0A3-83778C2E5409}" type="datetime1">
              <a:rPr lang="en-US" smtClean="0"/>
              <a:t>8/10/2026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91185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1761067"/>
            <a:ext cx="9590550" cy="1828813"/>
          </a:xfrm>
        </p:spPr>
        <p:txBody>
          <a:bodyPr anchor="b"/>
          <a:lstStyle>
            <a:lvl1pPr algn="ctr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3763439"/>
            <a:ext cx="9590550" cy="1333494"/>
          </a:xfrm>
        </p:spPr>
        <p:txBody>
          <a:bodyPr anchor="t"/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E507A8-A5CF-4D38-AB86-7EDDA87A85D4}" type="datetime1">
              <a:rPr lang="en-US" smtClean="0"/>
              <a:t>8/10/2026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598948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126187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13795" y="2076450"/>
            <a:ext cx="4856841" cy="3622671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0716" y="2076451"/>
            <a:ext cx="4856841" cy="3622672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FCD27C-8599-43EF-BA1D-14DDC1946E06}" type="datetime1">
              <a:rPr lang="en-US" smtClean="0"/>
              <a:t>8/10/2026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229889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 descr="Slate-V2-HD-compPhotoInset.png">
            <a:extLst>
              <a:ext uri="{FF2B5EF4-FFF2-40B4-BE49-F238E27FC236}">
                <a16:creationId xmlns:a16="http://schemas.microsoft.com/office/drawing/2014/main" id="{37B721FF-D609-4D98-9D19-CF75AA8A54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795" y="1734506"/>
            <a:ext cx="5029200" cy="4099959"/>
          </a:xfrm>
          <a:prstGeom prst="rect">
            <a:avLst/>
          </a:prstGeom>
        </p:spPr>
      </p:pic>
      <p:pic>
        <p:nvPicPr>
          <p:cNvPr id="21" name="Picture 20" descr="Slate-V2-HD-compPhotoInset.png">
            <a:extLst>
              <a:ext uri="{FF2B5EF4-FFF2-40B4-BE49-F238E27FC236}">
                <a16:creationId xmlns:a16="http://schemas.microsoft.com/office/drawing/2014/main" id="{073936BD-C868-433F-8E84-D6DD8E640E3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38357" y="1734506"/>
            <a:ext cx="5029200" cy="409995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46013" y="1855153"/>
            <a:ext cx="4764764" cy="692494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46013" y="2702103"/>
            <a:ext cx="4764764" cy="304353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63166" y="1855152"/>
            <a:ext cx="4779582" cy="692495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63167" y="2702103"/>
            <a:ext cx="4779581" cy="304353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343D99-809A-49C0-96E5-4250D0B498EE}" type="datetime1">
              <a:rPr lang="en-US" smtClean="0"/>
              <a:t>8/10/2026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915534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43DE9B-B678-4EFB-BB7D-A4370204A0B0}" type="datetime1">
              <a:rPr lang="en-US" smtClean="0"/>
              <a:t>8/10/2026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32965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8812DA-F765-4142-A6A3-A8ED7235E082}" type="datetime1">
              <a:rPr lang="en-US" smtClean="0"/>
              <a:t>8/10/2026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989861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3706889" cy="1821918"/>
          </a:xfrm>
        </p:spPr>
        <p:txBody>
          <a:bodyPr anchor="b">
            <a:normAutofit/>
          </a:bodyPr>
          <a:lstStyle>
            <a:lvl1pPr algn="ctr">
              <a:defRPr sz="2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55633" y="609600"/>
            <a:ext cx="6411924" cy="5080001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673351"/>
            <a:ext cx="3706889" cy="301625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0277FD-7DE6-41D4-930D-AC99F5AFE54E}" type="datetime1">
              <a:rPr lang="en-US" smtClean="0"/>
              <a:t>8/10/2026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345868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 descr="Slate-V2-HD-vertPhotoInset.png">
            <a:extLst>
              <a:ext uri="{FF2B5EF4-FFF2-40B4-BE49-F238E27FC236}">
                <a16:creationId xmlns:a16="http://schemas.microsoft.com/office/drawing/2014/main" id="{4D06E496-ACBA-4063-B4A1-C5C484EE5A7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93665" y="609600"/>
            <a:ext cx="3584166" cy="520483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763701"/>
            <a:ext cx="5707899" cy="1675559"/>
          </a:xfrm>
        </p:spPr>
        <p:txBody>
          <a:bodyPr anchor="b">
            <a:noAutofit/>
          </a:bodyPr>
          <a:lstStyle>
            <a:lvl1pPr algn="ctr">
              <a:defRPr sz="32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42551" y="763702"/>
            <a:ext cx="3275751" cy="4912822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73698" y="2679699"/>
            <a:ext cx="4588094" cy="3135695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A15526-7079-4B7B-987C-1B5FAE11A0FF}" type="datetime1">
              <a:rPr lang="en-US" smtClean="0"/>
              <a:t>8/10/2026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177937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Slate-V2-HD-panoPhotoInset.png">
            <a:extLst>
              <a:ext uri="{FF2B5EF4-FFF2-40B4-BE49-F238E27FC236}">
                <a16:creationId xmlns:a16="http://schemas.microsoft.com/office/drawing/2014/main" id="{CE39118B-B3AD-4BD4-BA22-DEFF4E76CE9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3883" y="547807"/>
            <a:ext cx="10141799" cy="3816806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4565255"/>
            <a:ext cx="10355326" cy="543472"/>
          </a:xfrm>
        </p:spPr>
        <p:txBody>
          <a:bodyPr anchor="b">
            <a:normAutofit/>
          </a:bodyPr>
          <a:lstStyle>
            <a:lvl1pPr algn="ctr"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69349" y="695009"/>
            <a:ext cx="9845346" cy="3525671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5247728"/>
            <a:ext cx="10353762" cy="543472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F1B079-7EF0-44EE-B798-BCC497C9F3B2}" type="datetime1">
              <a:rPr lang="en-US" smtClean="0"/>
              <a:t>8/10/2026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051715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8437"/>
            <a:ext cx="10353762" cy="3534344"/>
          </a:xfrm>
        </p:spPr>
        <p:txBody>
          <a:bodyPr anchor="ctr">
            <a:norm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295180"/>
            <a:ext cx="10353763" cy="1501826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FF70A8-1D13-4657-95F0-A9EA54967B8D}" type="datetime1">
              <a:rPr lang="en-US" smtClean="0"/>
              <a:t>8/10/2026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23547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32749"/>
          </a:xfrm>
        </p:spPr>
        <p:txBody>
          <a:bodyPr anchor="t">
            <a:normAutofit/>
          </a:bodyPr>
          <a:lstStyle>
            <a:lvl1pPr marL="0" indent="0" algn="r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304353"/>
            <a:ext cx="10353763" cy="1489496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EB90AC-71BD-4C7F-8ACA-7B3F18292E63}" type="datetime1">
              <a:rPr lang="en-US" smtClean="0"/>
              <a:t>8/10/2026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23F0D53-0705-41B7-8554-09D21E7807F9}"/>
              </a:ext>
            </a:extLst>
          </p:cNvPr>
          <p:cNvSpPr txBox="1"/>
          <p:nvPr/>
        </p:nvSpPr>
        <p:spPr>
          <a:xfrm>
            <a:off x="990600" y="88479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7F647CD-0F1A-4BB3-89E0-A74F1E1B098D}"/>
              </a:ext>
            </a:extLst>
          </p:cNvPr>
          <p:cNvSpPr txBox="1"/>
          <p:nvPr/>
        </p:nvSpPr>
        <p:spPr>
          <a:xfrm>
            <a:off x="10504716" y="292825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43722918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2126942"/>
            <a:ext cx="10353763" cy="25118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84" y="4650556"/>
            <a:ext cx="10352199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6EFC2C-8905-46F0-B443-CE905B76BA01}" type="datetime1">
              <a:rPr lang="en-US" smtClean="0"/>
              <a:t>8/10/2026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5346483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95" y="1885950"/>
            <a:ext cx="3300984" cy="764782"/>
          </a:xfrm>
        </p:spPr>
        <p:txBody>
          <a:bodyPr anchor="b">
            <a:noAutofit/>
          </a:bodyPr>
          <a:lstStyle>
            <a:lvl1pPr marL="0" indent="0" algn="ctr"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95" y="2768112"/>
            <a:ext cx="3300984" cy="302308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6711" y="1885949"/>
            <a:ext cx="3300984" cy="764783"/>
          </a:xfrm>
        </p:spPr>
        <p:txBody>
          <a:bodyPr anchor="b">
            <a:noAutofit/>
          </a:bodyPr>
          <a:lstStyle>
            <a:lvl1pPr marL="0" indent="0" algn="ctr"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435" y="2768112"/>
            <a:ext cx="3300984" cy="302308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572" y="1885950"/>
            <a:ext cx="3300984" cy="764782"/>
          </a:xfrm>
        </p:spPr>
        <p:txBody>
          <a:bodyPr anchor="b">
            <a:noAutofit/>
          </a:bodyPr>
          <a:lstStyle>
            <a:lvl1pPr marL="0" indent="0" algn="ctr"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66572" y="2768110"/>
            <a:ext cx="3300984" cy="3023089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079DC3-C9B5-499E-9140-0DC28B7074E2}" type="datetime1">
              <a:rPr lang="en-US" smtClean="0"/>
              <a:t>8/10/2026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5953020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ate-V2-HD-3colPhotoInset.png">
            <a:extLst>
              <a:ext uri="{FF2B5EF4-FFF2-40B4-BE49-F238E27FC236}">
                <a16:creationId xmlns:a16="http://schemas.microsoft.com/office/drawing/2014/main" id="{7E87C569-D426-4615-ADA7-B370EA98340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7962" y="1818214"/>
            <a:ext cx="3339972" cy="1847851"/>
          </a:xfrm>
          <a:prstGeom prst="rect">
            <a:avLst/>
          </a:prstGeom>
        </p:spPr>
      </p:pic>
      <p:pic>
        <p:nvPicPr>
          <p:cNvPr id="36" name="Picture 35" descr="Slate-V2-HD-3colPhotoInset.png">
            <a:extLst>
              <a:ext uri="{FF2B5EF4-FFF2-40B4-BE49-F238E27FC236}">
                <a16:creationId xmlns:a16="http://schemas.microsoft.com/office/drawing/2014/main" id="{7B353ED4-7AD0-46C9-88ED-1A16B1433AF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3800" y="1818214"/>
            <a:ext cx="3339972" cy="1847851"/>
          </a:xfrm>
          <a:prstGeom prst="rect">
            <a:avLst/>
          </a:prstGeom>
        </p:spPr>
      </p:pic>
      <p:pic>
        <p:nvPicPr>
          <p:cNvPr id="37" name="Picture 36" descr="Slate-V2-HD-3colPhotoInset.png">
            <a:extLst>
              <a:ext uri="{FF2B5EF4-FFF2-40B4-BE49-F238E27FC236}">
                <a16:creationId xmlns:a16="http://schemas.microsoft.com/office/drawing/2014/main" id="{F561D985-AD57-459A-B3A6-EBF29603976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6051" y="1818214"/>
            <a:ext cx="3339972" cy="1847851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94" y="609600"/>
            <a:ext cx="10353763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95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018102" y="1938918"/>
            <a:ext cx="3092368" cy="160295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95" y="4572443"/>
            <a:ext cx="3300984" cy="121875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88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545743" y="1939094"/>
            <a:ext cx="3092368" cy="160816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435" y="4572442"/>
            <a:ext cx="3300984" cy="121875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697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75698" y="1934432"/>
            <a:ext cx="3092368" cy="160729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66572" y="4572442"/>
            <a:ext cx="3300984" cy="121875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BB33EA-E472-4D22-9C03-A9C14AA21CED}" type="datetime1">
              <a:rPr lang="en-US" smtClean="0"/>
              <a:t>8/10/2026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0157110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7E833E-1B6D-415F-AD29-75AE8C43BD0D}" type="datetime1">
              <a:rPr lang="en-US" smtClean="0"/>
              <a:t>8/10/2026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1859670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983068" y="609599"/>
            <a:ext cx="2284487" cy="5181601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13796" y="609599"/>
            <a:ext cx="7916872" cy="5181601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52596F-08A7-4B70-989A-F2B1CF31E66B}" type="datetime1">
              <a:rPr lang="en-US" smtClean="0"/>
              <a:t>8/10/2026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269926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125730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95" y="2076450"/>
            <a:ext cx="10353762" cy="371474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6" y="6000749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073ED0CC-082F-4160-86E5-0D6041F12778}" type="datetime1">
              <a:rPr lang="en-US" smtClean="0"/>
              <a:t>8/10/2026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95" y="6000749"/>
            <a:ext cx="667286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6000749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8639898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60" r:id="rId1"/>
    <p:sldLayoutId id="2147483761" r:id="rId2"/>
    <p:sldLayoutId id="2147483762" r:id="rId3"/>
    <p:sldLayoutId id="2147483746" r:id="rId4"/>
    <p:sldLayoutId id="2147483747" r:id="rId5"/>
    <p:sldLayoutId id="2147483748" r:id="rId6"/>
    <p:sldLayoutId id="2147483749" r:id="rId7"/>
    <p:sldLayoutId id="2147483750" r:id="rId8"/>
    <p:sldLayoutId id="2147483751" r:id="rId9"/>
    <p:sldLayoutId id="2147483752" r:id="rId10"/>
    <p:sldLayoutId id="2147483759" r:id="rId11"/>
    <p:sldLayoutId id="2147483753" r:id="rId12"/>
    <p:sldLayoutId id="2147483754" r:id="rId13"/>
    <p:sldLayoutId id="2147483755" r:id="rId14"/>
    <p:sldLayoutId id="2147483756" r:id="rId15"/>
    <p:sldLayoutId id="2147483757" r:id="rId16"/>
    <p:sldLayoutId id="2147483758" r:id="rId17"/>
  </p:sldLayoutIdLst>
  <p:hf sldNum="0" hdr="0" ftr="0" dt="0"/>
  <p:txStyles>
    <p:titleStyle>
      <a:lvl1pPr algn="ctr" defTabSz="457200" rtl="0" eaLnBrk="1" latinLnBrk="0" hangingPunct="1">
        <a:lnSpc>
          <a:spcPct val="90000"/>
        </a:lnSpc>
        <a:spcBef>
          <a:spcPct val="0"/>
        </a:spcBef>
        <a:buNone/>
        <a:defRPr sz="4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j-lt"/>
          <a:ea typeface="+mj-ea"/>
          <a:cs typeface="Trebuchet M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06000" algn="l" defTabSz="457200" rtl="0" eaLnBrk="1" latinLnBrk="0" hangingPunct="1">
        <a:lnSpc>
          <a:spcPct val="110000"/>
        </a:lnSpc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21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1pPr>
      <a:lvl2pPr marL="72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9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2pPr>
      <a:lvl3pPr marL="102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7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3pPr>
      <a:lvl4pPr marL="138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5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4pPr>
      <a:lvl5pPr marL="1674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5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5pPr>
      <a:lvl6pPr marL="20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6pPr>
      <a:lvl7pPr marL="240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7pPr>
      <a:lvl8pPr marL="278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8pPr>
      <a:lvl9pPr marL="310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jpe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3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2.png"/><Relationship Id="rId4" Type="http://schemas.openxmlformats.org/officeDocument/2006/relationships/image" Target="../media/image13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2.png"/><Relationship Id="rId4" Type="http://schemas.openxmlformats.org/officeDocument/2006/relationships/image" Target="../media/image13.png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1">
                <a:shade val="80000"/>
                <a:lumMod val="80000"/>
              </a:schemeClr>
              <a:schemeClr val="bg1">
                <a:tint val="98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08E16CA-BF32-4E68-AAAF-189A3408C6C8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13986" b="1744"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 useBgFill="1">
        <p:nvSpPr>
          <p:cNvPr id="14" name="Freeform 5">
            <a:extLst>
              <a:ext uri="{FF2B5EF4-FFF2-40B4-BE49-F238E27FC236}">
                <a16:creationId xmlns:a16="http://schemas.microsoft.com/office/drawing/2014/main" id="{608EAA06-5488-416B-B2B2-E552130110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2271651" y="1762886"/>
            <a:ext cx="7656919" cy="3332229"/>
          </a:xfrm>
          <a:custGeom>
            <a:avLst/>
            <a:gdLst>
              <a:gd name="T0" fmla="*/ 1577 w 1601"/>
              <a:gd name="T1" fmla="*/ 0 h 696"/>
              <a:gd name="T2" fmla="*/ 833 w 1601"/>
              <a:gd name="T3" fmla="*/ 0 h 696"/>
              <a:gd name="T4" fmla="*/ 768 w 1601"/>
              <a:gd name="T5" fmla="*/ 0 h 696"/>
              <a:gd name="T6" fmla="*/ 24 w 1601"/>
              <a:gd name="T7" fmla="*/ 0 h 696"/>
              <a:gd name="T8" fmla="*/ 0 w 1601"/>
              <a:gd name="T9" fmla="*/ 27 h 696"/>
              <a:gd name="T10" fmla="*/ 0 w 1601"/>
              <a:gd name="T11" fmla="*/ 669 h 696"/>
              <a:gd name="T12" fmla="*/ 24 w 1601"/>
              <a:gd name="T13" fmla="*/ 696 h 696"/>
              <a:gd name="T14" fmla="*/ 768 w 1601"/>
              <a:gd name="T15" fmla="*/ 696 h 696"/>
              <a:gd name="T16" fmla="*/ 833 w 1601"/>
              <a:gd name="T17" fmla="*/ 696 h 696"/>
              <a:gd name="T18" fmla="*/ 1577 w 1601"/>
              <a:gd name="T19" fmla="*/ 696 h 696"/>
              <a:gd name="T20" fmla="*/ 1601 w 1601"/>
              <a:gd name="T21" fmla="*/ 669 h 696"/>
              <a:gd name="T22" fmla="*/ 1601 w 1601"/>
              <a:gd name="T23" fmla="*/ 27 h 696"/>
              <a:gd name="T24" fmla="*/ 1577 w 1601"/>
              <a:gd name="T25" fmla="*/ 0 h 69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</a:cxnLst>
            <a:rect l="0" t="0" r="r" b="b"/>
            <a:pathLst>
              <a:path w="1601" h="696">
                <a:moveTo>
                  <a:pt x="1577" y="0"/>
                </a:moveTo>
                <a:cubicBezTo>
                  <a:pt x="833" y="0"/>
                  <a:pt x="833" y="0"/>
                  <a:pt x="833" y="0"/>
                </a:cubicBezTo>
                <a:cubicBezTo>
                  <a:pt x="768" y="0"/>
                  <a:pt x="768" y="0"/>
                  <a:pt x="768" y="0"/>
                </a:cubicBezTo>
                <a:cubicBezTo>
                  <a:pt x="24" y="0"/>
                  <a:pt x="24" y="0"/>
                  <a:pt x="24" y="0"/>
                </a:cubicBezTo>
                <a:cubicBezTo>
                  <a:pt x="11" y="0"/>
                  <a:pt x="0" y="12"/>
                  <a:pt x="0" y="27"/>
                </a:cubicBezTo>
                <a:cubicBezTo>
                  <a:pt x="0" y="669"/>
                  <a:pt x="0" y="669"/>
                  <a:pt x="0" y="669"/>
                </a:cubicBezTo>
                <a:cubicBezTo>
                  <a:pt x="0" y="684"/>
                  <a:pt x="11" y="696"/>
                  <a:pt x="24" y="696"/>
                </a:cubicBezTo>
                <a:cubicBezTo>
                  <a:pt x="768" y="696"/>
                  <a:pt x="768" y="696"/>
                  <a:pt x="768" y="696"/>
                </a:cubicBezTo>
                <a:cubicBezTo>
                  <a:pt x="833" y="696"/>
                  <a:pt x="833" y="696"/>
                  <a:pt x="833" y="696"/>
                </a:cubicBezTo>
                <a:cubicBezTo>
                  <a:pt x="1577" y="696"/>
                  <a:pt x="1577" y="696"/>
                  <a:pt x="1577" y="696"/>
                </a:cubicBezTo>
                <a:cubicBezTo>
                  <a:pt x="1590" y="696"/>
                  <a:pt x="1601" y="684"/>
                  <a:pt x="1601" y="669"/>
                </a:cubicBezTo>
                <a:cubicBezTo>
                  <a:pt x="1601" y="27"/>
                  <a:pt x="1601" y="27"/>
                  <a:pt x="1601" y="27"/>
                </a:cubicBezTo>
                <a:cubicBezTo>
                  <a:pt x="1601" y="12"/>
                  <a:pt x="1590" y="0"/>
                  <a:pt x="1577" y="0"/>
                </a:cubicBezTo>
                <a:close/>
              </a:path>
            </a:pathLst>
          </a:custGeom>
          <a:ln>
            <a:noFill/>
          </a:ln>
          <a:effectLst>
            <a:outerShdw blurRad="50800" dist="38100" dir="5400000" algn="tl" rotWithShape="0">
              <a:srgbClr val="000000">
                <a:alpha val="43000"/>
              </a:srgbClr>
            </a:outerShdw>
          </a:effectLst>
          <a:extLst>
            <a:ext uri="{91240B29-F687-4f45-9708-019B960494DF}">
              <a14:hiddenLine xmlns="" xmlns:a14="http://schemas.microsoft.com/office/drawing/2010/main" xmlns:p14="http://schemas.microsoft.com/office/powerpoint/2010/main" xmlns:a16="http://schemas.microsoft.com/office/drawing/2014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7F2B5DE-6445-CC49-9F8E-7C9072991AF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480733" y="2074339"/>
            <a:ext cx="7219954" cy="1828801"/>
          </a:xfrm>
        </p:spPr>
        <p:txBody>
          <a:bodyPr>
            <a:normAutofit fontScale="90000"/>
          </a:bodyPr>
          <a:lstStyle/>
          <a:p>
            <a:r>
              <a:rPr lang="en-US" sz="4800" dirty="0"/>
              <a:t>CITS1003 Introduction to Cybersecurity</a:t>
            </a:r>
            <a:br>
              <a:rPr lang="en-US" sz="4800" dirty="0"/>
            </a:br>
            <a:r>
              <a:rPr lang="en-US" sz="4800" dirty="0"/>
              <a:t>[4] Threats exercise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804B053-88E2-6F47-B5CB-F0B21DD687A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80733" y="3903138"/>
            <a:ext cx="7219954" cy="1049867"/>
          </a:xfrm>
        </p:spPr>
        <p:txBody>
          <a:bodyPr>
            <a:normAutofit/>
          </a:bodyPr>
          <a:lstStyle/>
          <a:p>
            <a:r>
              <a:rPr lang="en-US">
                <a:solidFill>
                  <a:srgbClr val="20D1FF"/>
                </a:solidFill>
              </a:rPr>
              <a:t>Dr Garrison Gao</a:t>
            </a:r>
            <a:endParaRPr lang="en-US" dirty="0">
              <a:solidFill>
                <a:srgbClr val="20D1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7758667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00A63E-823C-8F7A-29AD-058AA24209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7100866-201D-5111-CB84-02089745C9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2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41A13521-2D5A-B1AF-68F7-C7EEA9749C7C}"/>
              </a:ext>
            </a:extLst>
          </p:cNvPr>
          <p:cNvSpPr txBox="1"/>
          <p:nvPr/>
        </p:nvSpPr>
        <p:spPr>
          <a:xfrm>
            <a:off x="809625" y="572577"/>
            <a:ext cx="9925050" cy="54907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06000" defTabSz="457200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</a:pPr>
            <a:r>
              <a:rPr lang="en-AU" altLang="zh-CN" sz="28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rgbClr val="FF0000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</a:rPr>
              <a:t>Late submission </a:t>
            </a:r>
            <a:r>
              <a:rPr lang="en-AU" altLang="zh-CN" sz="28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</a:rPr>
              <a:t>of Assignments (LMS unit outline)</a:t>
            </a:r>
          </a:p>
          <a:p>
            <a:pPr algn="l">
              <a:spcBef>
                <a:spcPts val="750"/>
              </a:spcBef>
              <a:spcAft>
                <a:spcPts val="900"/>
              </a:spcAft>
              <a:buNone/>
            </a:pPr>
            <a:r>
              <a:rPr lang="en-AU" altLang="zh-CN" sz="28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</a:rPr>
              <a:t>A penalty of 5 per cent of the total mark allocated for the assessment item is deducted per day for the first 7 days (including weekends and public holidays) after which the assignment is not accepted.</a:t>
            </a:r>
          </a:p>
          <a:p>
            <a:pPr algn="l">
              <a:spcBef>
                <a:spcPts val="750"/>
              </a:spcBef>
              <a:spcAft>
                <a:spcPts val="900"/>
              </a:spcAft>
              <a:buNone/>
            </a:pPr>
            <a:r>
              <a:rPr lang="en-AU" altLang="zh-CN" sz="28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</a:rPr>
              <a:t>For the first two days there will be a penalty waiver, which means that if you submit within that </a:t>
            </a:r>
            <a:r>
              <a:rPr lang="en-AU" altLang="zh-CN" sz="28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rgbClr val="FF0000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</a:rPr>
              <a:t>48 hours </a:t>
            </a:r>
            <a:r>
              <a:rPr lang="en-AU" altLang="zh-CN" sz="28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</a:rPr>
              <a:t>period, the assessment will be marked late but the late penalty will not be applied.</a:t>
            </a:r>
          </a:p>
          <a:p>
            <a:pPr algn="l">
              <a:spcBef>
                <a:spcPts val="750"/>
              </a:spcBef>
              <a:spcAft>
                <a:spcPts val="900"/>
              </a:spcAft>
              <a:buNone/>
            </a:pPr>
            <a:r>
              <a:rPr lang="en-AU" altLang="zh-CN" sz="28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</a:rPr>
              <a:t>After 48 hours, the accrued penalty will apply, i.e. a </a:t>
            </a:r>
            <a:r>
              <a:rPr lang="en-AU" altLang="zh-CN" sz="28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rgbClr val="FF0000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</a:rPr>
              <a:t>15%</a:t>
            </a:r>
            <a:r>
              <a:rPr lang="en-AU" altLang="zh-CN" sz="28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</a:rPr>
              <a:t> deduction will be applied on Day 3 (after 48 hours), with an additional </a:t>
            </a:r>
            <a:r>
              <a:rPr lang="en-AU" altLang="zh-CN" sz="28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rgbClr val="FF0000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</a:rPr>
              <a:t>5%</a:t>
            </a:r>
            <a:r>
              <a:rPr lang="en-AU" altLang="zh-CN" sz="28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</a:rPr>
              <a:t> per day after that (to day 7).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4B5F98E4-EC9B-E96E-179A-A5DCF749DC8B}"/>
              </a:ext>
            </a:extLst>
          </p:cNvPr>
          <p:cNvSpPr txBox="1"/>
          <p:nvPr/>
        </p:nvSpPr>
        <p:spPr>
          <a:xfrm>
            <a:off x="809625" y="6135041"/>
            <a:ext cx="9925050" cy="5388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06000" defTabSz="457200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</a:pPr>
            <a:r>
              <a:rPr lang="en-AU" altLang="zh-CN" sz="28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</a:rPr>
              <a:t>First Lab Due (</a:t>
            </a:r>
            <a:r>
              <a:rPr lang="en-AU" altLang="zh-CN" sz="28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rgbClr val="FF0000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</a:rPr>
              <a:t>21 August for lab 1-3</a:t>
            </a:r>
            <a:r>
              <a:rPr lang="en-AU" altLang="zh-CN" sz="28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6641052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712784-199A-4366-8059-4B353600DE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653144"/>
            <a:ext cx="10353762" cy="5138056"/>
          </a:xfrm>
        </p:spPr>
        <p:txBody>
          <a:bodyPr>
            <a:normAutofit lnSpcReduction="10000"/>
          </a:bodyPr>
          <a:lstStyle/>
          <a:p>
            <a:r>
              <a:rPr lang="en-AU" altLang="zh-CN" sz="2800" dirty="0"/>
              <a:t>What is phishing?</a:t>
            </a:r>
            <a:endParaRPr lang="en-AU" sz="2800" dirty="0"/>
          </a:p>
          <a:p>
            <a:r>
              <a:rPr lang="en-AU" sz="2800" dirty="0"/>
              <a:t>What is a malware?</a:t>
            </a:r>
          </a:p>
          <a:p>
            <a:pPr lvl="1"/>
            <a:r>
              <a:rPr lang="en-AU" sz="2800" dirty="0"/>
              <a:t>oligomorphic malware</a:t>
            </a:r>
          </a:p>
          <a:p>
            <a:pPr lvl="1"/>
            <a:r>
              <a:rPr lang="en-AU" sz="2800" dirty="0"/>
              <a:t>polymorphic malware</a:t>
            </a:r>
          </a:p>
          <a:p>
            <a:pPr lvl="1"/>
            <a:r>
              <a:rPr lang="en-AU" sz="2800" dirty="0"/>
              <a:t>metamorphic malware</a:t>
            </a:r>
          </a:p>
          <a:p>
            <a:r>
              <a:rPr lang="en-AU" sz="2800" dirty="0"/>
              <a:t>How to detect a malware?</a:t>
            </a:r>
          </a:p>
          <a:p>
            <a:pPr lvl="1"/>
            <a:r>
              <a:rPr lang="en-AU" sz="2800" dirty="0"/>
              <a:t>Virus Total</a:t>
            </a:r>
          </a:p>
          <a:p>
            <a:pPr lvl="1"/>
            <a:r>
              <a:rPr lang="en-AU" sz="2800" dirty="0"/>
              <a:t>Yara</a:t>
            </a:r>
          </a:p>
          <a:p>
            <a:pPr lvl="1"/>
            <a:r>
              <a:rPr lang="en-AU" sz="2800" dirty="0"/>
              <a:t>Ember</a:t>
            </a:r>
          </a:p>
          <a:p>
            <a:pPr marL="36900" indent="0">
              <a:buNone/>
            </a:pP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0394516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090902-EC2B-2CCC-C0F6-54A9A5D3FE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3C11D59-9F2C-91E4-8136-25F364BCE0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24443" y="1341944"/>
            <a:ext cx="10353762" cy="4804832"/>
          </a:xfrm>
        </p:spPr>
        <p:txBody>
          <a:bodyPr>
            <a:normAutofit/>
          </a:bodyPr>
          <a:lstStyle/>
          <a:p>
            <a:r>
              <a:rPr lang="en-AU" sz="2800" dirty="0"/>
              <a:t>What a threat actor has done to cause or contribute to an incident</a:t>
            </a:r>
          </a:p>
          <a:p>
            <a:pPr lvl="1"/>
            <a:r>
              <a:rPr lang="en-US" sz="2800" dirty="0"/>
              <a:t>Malware</a:t>
            </a:r>
          </a:p>
          <a:p>
            <a:pPr lvl="1"/>
            <a:r>
              <a:rPr lang="en-US" sz="2800" dirty="0"/>
              <a:t>Hacking</a:t>
            </a:r>
          </a:p>
          <a:p>
            <a:pPr lvl="1"/>
            <a:r>
              <a:rPr lang="en-US" sz="2800" dirty="0"/>
              <a:t>Social</a:t>
            </a:r>
          </a:p>
          <a:p>
            <a:pPr lvl="1"/>
            <a:r>
              <a:rPr lang="en-US" sz="2800" dirty="0"/>
              <a:t>Misuse</a:t>
            </a:r>
          </a:p>
          <a:p>
            <a:pPr lvl="1"/>
            <a:r>
              <a:rPr lang="en-US" sz="2800" dirty="0"/>
              <a:t>Physical</a:t>
            </a:r>
          </a:p>
          <a:p>
            <a:pPr lvl="1"/>
            <a:r>
              <a:rPr lang="en-US" sz="2800" dirty="0"/>
              <a:t>Error</a:t>
            </a:r>
          </a:p>
          <a:p>
            <a:pPr lvl="1"/>
            <a:r>
              <a:rPr lang="en-US" sz="2800" dirty="0"/>
              <a:t>Environmental</a:t>
            </a:r>
            <a:endParaRPr lang="en-AU" sz="28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A59DC03-1D1D-36FA-61A6-D529C36A64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4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1530630-7BE0-D0A9-E116-5D005F61B2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119592"/>
            <a:ext cx="10353762" cy="1257300"/>
          </a:xfrm>
        </p:spPr>
        <p:txBody>
          <a:bodyPr/>
          <a:lstStyle/>
          <a:p>
            <a:r>
              <a:rPr lang="en-AU" dirty="0"/>
              <a:t>Threat Actions</a:t>
            </a:r>
          </a:p>
        </p:txBody>
      </p:sp>
    </p:spTree>
    <p:extLst>
      <p:ext uri="{BB962C8B-B14F-4D97-AF65-F5344CB8AC3E}">
        <p14:creationId xmlns:p14="http://schemas.microsoft.com/office/powerpoint/2010/main" val="29397994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8733C6-EFEE-9BD2-B3FD-F82E712798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E059DD2-372B-B7CE-E9BF-92EACF5A3F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24443" y="1341944"/>
            <a:ext cx="10353762" cy="4804832"/>
          </a:xfrm>
        </p:spPr>
        <p:txBody>
          <a:bodyPr>
            <a:normAutofit fontScale="92500" lnSpcReduction="20000"/>
          </a:bodyPr>
          <a:lstStyle/>
          <a:p>
            <a:r>
              <a:rPr lang="en-AU" sz="2800" dirty="0"/>
              <a:t>Sending emails, direct messages, SMS and other forms of communication pretending to be a trusted party and getting the target to click on a link to provide information or download malware</a:t>
            </a:r>
          </a:p>
          <a:p>
            <a:r>
              <a:rPr lang="en-AU" sz="2800" dirty="0"/>
              <a:t>Relies on credible email and a credible phishing site to capture credentials etc</a:t>
            </a:r>
          </a:p>
          <a:p>
            <a:r>
              <a:rPr lang="en-AU" sz="2800" dirty="0" err="1"/>
              <a:t>Spearphishing</a:t>
            </a:r>
            <a:r>
              <a:rPr lang="en-AU" sz="2800" dirty="0"/>
              <a:t>: targeted email aimed at a specific victim</a:t>
            </a:r>
          </a:p>
          <a:p>
            <a:r>
              <a:rPr lang="en-AU" sz="2800" dirty="0"/>
              <a:t>Business Email Compromise (BEC) specific phishing related to business</a:t>
            </a:r>
          </a:p>
          <a:p>
            <a:r>
              <a:rPr lang="en-AU" sz="2800" dirty="0" err="1"/>
              <a:t>Whalephishing</a:t>
            </a:r>
            <a:r>
              <a:rPr lang="en-AU" sz="2800" dirty="0"/>
              <a:t>: Phishing a high value target such as a CEO</a:t>
            </a:r>
          </a:p>
          <a:p>
            <a:r>
              <a:rPr lang="en-AU" sz="2800" dirty="0"/>
              <a:t>Phishing works on the basis of sending large number of emails so that even a small success rate will be reasonable number of usernames and passwords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B4FA45C-2382-F119-5DC8-0E274D60F1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5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3091AE9-46CA-102B-86FA-026F9CA4A1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119592"/>
            <a:ext cx="10353762" cy="1257300"/>
          </a:xfrm>
        </p:spPr>
        <p:txBody>
          <a:bodyPr/>
          <a:lstStyle/>
          <a:p>
            <a:r>
              <a:rPr lang="en-AU" dirty="0"/>
              <a:t>Phishing</a:t>
            </a:r>
          </a:p>
        </p:txBody>
      </p:sp>
    </p:spTree>
    <p:extLst>
      <p:ext uri="{BB962C8B-B14F-4D97-AF65-F5344CB8AC3E}">
        <p14:creationId xmlns:p14="http://schemas.microsoft.com/office/powerpoint/2010/main" val="14524448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924443" y="1341944"/>
            <a:ext cx="10353762" cy="4804832"/>
          </a:xfrm>
        </p:spPr>
        <p:txBody>
          <a:bodyPr>
            <a:normAutofit/>
          </a:bodyPr>
          <a:lstStyle/>
          <a:p>
            <a:r>
              <a:rPr lang="en-AU" sz="2800" dirty="0"/>
              <a:t>Malware: Malicious Software</a:t>
            </a:r>
          </a:p>
          <a:p>
            <a:pPr lvl="1"/>
            <a:r>
              <a:rPr lang="en-AU" sz="2800" dirty="0"/>
              <a:t>definition: </a:t>
            </a:r>
            <a:r>
              <a:rPr lang="en-US" sz="2800" dirty="0"/>
              <a:t>it refers to all malicious software designed to compromise a computer system</a:t>
            </a:r>
          </a:p>
          <a:p>
            <a:pPr lvl="2"/>
            <a:r>
              <a:rPr lang="en-US" sz="2800" dirty="0"/>
              <a:t>what does “a system compromise” mean? </a:t>
            </a:r>
            <a:endParaRPr lang="en-AU" sz="2800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6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913795" y="119592"/>
            <a:ext cx="10353762" cy="1257300"/>
          </a:xfrm>
        </p:spPr>
        <p:txBody>
          <a:bodyPr/>
          <a:lstStyle/>
          <a:p>
            <a:r>
              <a:rPr lang="en-AU" dirty="0"/>
              <a:t>Malware</a:t>
            </a:r>
          </a:p>
        </p:txBody>
      </p:sp>
    </p:spTree>
    <p:extLst>
      <p:ext uri="{BB962C8B-B14F-4D97-AF65-F5344CB8AC3E}">
        <p14:creationId xmlns:p14="http://schemas.microsoft.com/office/powerpoint/2010/main" val="29485474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537020" y="1026584"/>
            <a:ext cx="11273979" cy="4804832"/>
          </a:xfrm>
        </p:spPr>
        <p:txBody>
          <a:bodyPr>
            <a:normAutofit/>
          </a:bodyPr>
          <a:lstStyle/>
          <a:p>
            <a:r>
              <a:rPr lang="en-AU" sz="2800" dirty="0"/>
              <a:t>Malware: Malicious Software</a:t>
            </a:r>
          </a:p>
          <a:p>
            <a:pPr lvl="1"/>
            <a:r>
              <a:rPr lang="en-AU" sz="2800" dirty="0"/>
              <a:t>definition: </a:t>
            </a:r>
            <a:r>
              <a:rPr lang="en-US" sz="2800" dirty="0"/>
              <a:t>it refers to all malicious software designed to compromise a computer system</a:t>
            </a:r>
          </a:p>
          <a:p>
            <a:pPr lvl="2"/>
            <a:r>
              <a:rPr lang="en-US" sz="2800" dirty="0"/>
              <a:t>what does “compromising a system” target? Breaking the CIA triad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7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913795" y="119592"/>
            <a:ext cx="10353762" cy="1257300"/>
          </a:xfrm>
        </p:spPr>
        <p:txBody>
          <a:bodyPr/>
          <a:lstStyle/>
          <a:p>
            <a:r>
              <a:rPr lang="en-AU" dirty="0"/>
              <a:t>Malware</a:t>
            </a:r>
          </a:p>
        </p:txBody>
      </p:sp>
    </p:spTree>
    <p:extLst>
      <p:ext uri="{BB962C8B-B14F-4D97-AF65-F5344CB8AC3E}">
        <p14:creationId xmlns:p14="http://schemas.microsoft.com/office/powerpoint/2010/main" val="17409182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583897" y="899009"/>
            <a:ext cx="11013557" cy="5761589"/>
          </a:xfrm>
        </p:spPr>
        <p:txBody>
          <a:bodyPr>
            <a:normAutofit fontScale="85000" lnSpcReduction="10000"/>
          </a:bodyPr>
          <a:lstStyle/>
          <a:p>
            <a:r>
              <a:rPr lang="en-AU" sz="3300" dirty="0"/>
              <a:t>Malware: Malicious Software</a:t>
            </a:r>
          </a:p>
          <a:p>
            <a:pPr lvl="1"/>
            <a:r>
              <a:rPr lang="en-AU" sz="3300" dirty="0"/>
              <a:t>definition: </a:t>
            </a:r>
            <a:r>
              <a:rPr lang="en-US" sz="3300" dirty="0"/>
              <a:t>it refers to all malicious software designed to compromise a computer system</a:t>
            </a:r>
          </a:p>
          <a:p>
            <a:pPr lvl="2"/>
            <a:r>
              <a:rPr lang="en-US" sz="3300" dirty="0"/>
              <a:t>what does “compromising a system” target? Breaking the CIA triad</a:t>
            </a:r>
          </a:p>
          <a:p>
            <a:r>
              <a:rPr lang="en-US" sz="3300" dirty="0"/>
              <a:t>What can we do to break integrity? </a:t>
            </a:r>
          </a:p>
          <a:p>
            <a:pPr lvl="2"/>
            <a:r>
              <a:rPr lang="en-AU" sz="3300" dirty="0"/>
              <a:t>e.g., modifying or deleting system files </a:t>
            </a:r>
          </a:p>
          <a:p>
            <a:r>
              <a:rPr lang="en-US" sz="3300" dirty="0"/>
              <a:t>What can we do to break </a:t>
            </a:r>
            <a:r>
              <a:rPr lang="en-AU" sz="3300" dirty="0"/>
              <a:t>confidentiality</a:t>
            </a:r>
            <a:r>
              <a:rPr lang="en-US" sz="3300" dirty="0"/>
              <a:t>?</a:t>
            </a:r>
          </a:p>
          <a:p>
            <a:pPr lvl="2"/>
            <a:r>
              <a:rPr lang="en-AU" sz="3300" dirty="0"/>
              <a:t>e.g., stealing user data</a:t>
            </a:r>
            <a:endParaRPr lang="en-US" sz="3300" dirty="0"/>
          </a:p>
          <a:p>
            <a:r>
              <a:rPr lang="en-US" sz="3300" dirty="0"/>
              <a:t>What can we do to break </a:t>
            </a:r>
            <a:r>
              <a:rPr lang="en-AU" sz="3300" dirty="0"/>
              <a:t>availability</a:t>
            </a:r>
            <a:r>
              <a:rPr lang="en-US" sz="3300" dirty="0"/>
              <a:t>?</a:t>
            </a:r>
          </a:p>
          <a:p>
            <a:pPr lvl="2"/>
            <a:r>
              <a:rPr lang="en-AU" sz="3300" dirty="0"/>
              <a:t>e.g., causing system panic</a:t>
            </a:r>
          </a:p>
          <a:p>
            <a:pPr lvl="2"/>
            <a:endParaRPr lang="en-AU" sz="2800" dirty="0"/>
          </a:p>
          <a:p>
            <a:pPr lvl="2"/>
            <a:endParaRPr lang="en-AU" sz="2800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8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913795" y="119592"/>
            <a:ext cx="10353762" cy="857227"/>
          </a:xfrm>
        </p:spPr>
        <p:txBody>
          <a:bodyPr/>
          <a:lstStyle/>
          <a:p>
            <a:r>
              <a:rPr lang="en-AU" dirty="0"/>
              <a:t>Malware</a:t>
            </a:r>
          </a:p>
        </p:txBody>
      </p:sp>
    </p:spTree>
    <p:extLst>
      <p:ext uri="{BB962C8B-B14F-4D97-AF65-F5344CB8AC3E}">
        <p14:creationId xmlns:p14="http://schemas.microsoft.com/office/powerpoint/2010/main" val="15428672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924443" y="1341944"/>
            <a:ext cx="10353762" cy="4804832"/>
          </a:xfrm>
        </p:spPr>
        <p:txBody>
          <a:bodyPr>
            <a:normAutofit/>
          </a:bodyPr>
          <a:lstStyle/>
          <a:p>
            <a:r>
              <a:rPr lang="en-AU" sz="2800" dirty="0"/>
              <a:t>Representative malware types:</a:t>
            </a:r>
          </a:p>
          <a:p>
            <a:pPr lvl="1"/>
            <a:r>
              <a:rPr lang="en-AU" sz="2600" dirty="0"/>
              <a:t>e.g., Worm, Trojan, and Ransomware.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9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913795" y="119592"/>
            <a:ext cx="10353762" cy="1257300"/>
          </a:xfrm>
        </p:spPr>
        <p:txBody>
          <a:bodyPr/>
          <a:lstStyle/>
          <a:p>
            <a:r>
              <a:rPr lang="en-AU" dirty="0"/>
              <a:t>Malware</a:t>
            </a:r>
          </a:p>
        </p:txBody>
      </p:sp>
      <p:pic>
        <p:nvPicPr>
          <p:cNvPr id="1026" name="Picture 2" descr="Lightbox">
            <a:extLst>
              <a:ext uri="{FF2B5EF4-FFF2-40B4-BE49-F238E27FC236}">
                <a16:creationId xmlns:a16="http://schemas.microsoft.com/office/drawing/2014/main" id="{63BD2539-B3B9-4DD7-ED38-C750C2CCC7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86175" y="2460151"/>
            <a:ext cx="5462588" cy="39057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6A94223C-A69B-AEC0-7141-E68106B6CD47}"/>
              </a:ext>
            </a:extLst>
          </p:cNvPr>
          <p:cNvSpPr txBox="1"/>
          <p:nvPr/>
        </p:nvSpPr>
        <p:spPr>
          <a:xfrm>
            <a:off x="924443" y="6388811"/>
            <a:ext cx="86582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https://www.geeksforgeeks.org/ethical-hacking/malware-and-its-types/</a:t>
            </a:r>
          </a:p>
        </p:txBody>
      </p:sp>
    </p:spTree>
    <p:extLst>
      <p:ext uri="{BB962C8B-B14F-4D97-AF65-F5344CB8AC3E}">
        <p14:creationId xmlns:p14="http://schemas.microsoft.com/office/powerpoint/2010/main" val="34543185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228356" y="917987"/>
            <a:ext cx="11658844" cy="5180776"/>
          </a:xfrm>
        </p:spPr>
        <p:txBody>
          <a:bodyPr>
            <a:normAutofit/>
          </a:bodyPr>
          <a:lstStyle/>
          <a:p>
            <a:r>
              <a:rPr lang="en-AU" sz="2800" dirty="0">
                <a:solidFill>
                  <a:srgbClr val="FF0000"/>
                </a:solidFill>
              </a:rPr>
              <a:t>Worm</a:t>
            </a:r>
            <a:r>
              <a:rPr lang="en-AU" sz="2800" dirty="0">
                <a:solidFill>
                  <a:schemeClr val="tx1"/>
                </a:solidFill>
              </a:rPr>
              <a:t>: </a:t>
            </a:r>
            <a:r>
              <a:rPr lang="en-US" sz="2800" dirty="0">
                <a:solidFill>
                  <a:schemeClr val="tx1"/>
                </a:solidFill>
              </a:rPr>
              <a:t>replicates itself and spreads across networks and systems without user interaction (the way it spreads relies on exploiting vulnerabilities in network protocols or systems)</a:t>
            </a:r>
            <a:endParaRPr lang="en-AU" sz="2800" dirty="0">
              <a:solidFill>
                <a:schemeClr val="tx1"/>
              </a:solidFill>
            </a:endParaRPr>
          </a:p>
          <a:p>
            <a:r>
              <a:rPr lang="en-AU" sz="2800" dirty="0">
                <a:solidFill>
                  <a:srgbClr val="FF0000"/>
                </a:solidFill>
              </a:rPr>
              <a:t>Trojan</a:t>
            </a:r>
            <a:r>
              <a:rPr lang="en-AU" sz="2800" dirty="0"/>
              <a:t>: </a:t>
            </a:r>
            <a:r>
              <a:rPr lang="en-US" sz="2800" dirty="0"/>
              <a:t>appears as a benign program (actually containing malicious code) and relies on social engineering to deceive users into installing them. </a:t>
            </a:r>
            <a:endParaRPr lang="en-AU" sz="2800" dirty="0"/>
          </a:p>
          <a:p>
            <a:pPr lvl="1"/>
            <a:endParaRPr lang="en-AU" sz="2600" dirty="0"/>
          </a:p>
          <a:p>
            <a:pPr marL="450000" lvl="1" indent="0">
              <a:buNone/>
            </a:pPr>
            <a:endParaRPr lang="en-AU" sz="2600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10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913795" y="119592"/>
            <a:ext cx="10353762" cy="896408"/>
          </a:xfrm>
        </p:spPr>
        <p:txBody>
          <a:bodyPr/>
          <a:lstStyle/>
          <a:p>
            <a:r>
              <a:rPr lang="en-AU" dirty="0"/>
              <a:t>Malware</a:t>
            </a:r>
          </a:p>
        </p:txBody>
      </p:sp>
    </p:spTree>
    <p:extLst>
      <p:ext uri="{BB962C8B-B14F-4D97-AF65-F5344CB8AC3E}">
        <p14:creationId xmlns:p14="http://schemas.microsoft.com/office/powerpoint/2010/main" val="231168794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228356" y="917987"/>
            <a:ext cx="11658844" cy="5180776"/>
          </a:xfrm>
        </p:spPr>
        <p:txBody>
          <a:bodyPr>
            <a:normAutofit/>
          </a:bodyPr>
          <a:lstStyle/>
          <a:p>
            <a:r>
              <a:rPr lang="en-AU" sz="2800" dirty="0"/>
              <a:t>Worm: </a:t>
            </a:r>
            <a:r>
              <a:rPr lang="en-US" sz="2800" dirty="0"/>
              <a:t>replicates itself and spreads across networks and systems without user interaction (the way it spreads relies on exploiting vulnerabilities in network protocols or systems)</a:t>
            </a:r>
            <a:endParaRPr lang="en-AU" sz="2800" dirty="0"/>
          </a:p>
          <a:p>
            <a:r>
              <a:rPr lang="en-AU" sz="2800" dirty="0"/>
              <a:t>Trojan: </a:t>
            </a:r>
            <a:r>
              <a:rPr lang="en-US" altLang="zh-CN" sz="2800" dirty="0"/>
              <a:t>appears as a benign program (actually containing malicious code) and relies on social engineering to deceive users into installing them. </a:t>
            </a:r>
            <a:endParaRPr lang="en-AU" sz="2800" dirty="0"/>
          </a:p>
          <a:p>
            <a:r>
              <a:rPr lang="en-AU" sz="2800" dirty="0">
                <a:solidFill>
                  <a:srgbClr val="FF0000"/>
                </a:solidFill>
              </a:rPr>
              <a:t>Ransomware</a:t>
            </a:r>
            <a:r>
              <a:rPr lang="en-AU" sz="2800" dirty="0"/>
              <a:t>: generates an encryption key on its own, uses the key to encrypt a victim’s files and demands payments for decryption. </a:t>
            </a:r>
          </a:p>
          <a:p>
            <a:pPr lvl="1"/>
            <a:r>
              <a:rPr lang="en-AU" sz="2800" dirty="0"/>
              <a:t>Note a symmetric key is preferred but why?</a:t>
            </a:r>
          </a:p>
          <a:p>
            <a:pPr lvl="1"/>
            <a:endParaRPr lang="en-AU" sz="2600" dirty="0"/>
          </a:p>
          <a:p>
            <a:pPr marL="450000" lvl="1" indent="0">
              <a:buNone/>
            </a:pPr>
            <a:endParaRPr lang="en-AU" sz="2600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11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913795" y="119592"/>
            <a:ext cx="10353762" cy="896408"/>
          </a:xfrm>
        </p:spPr>
        <p:txBody>
          <a:bodyPr/>
          <a:lstStyle/>
          <a:p>
            <a:r>
              <a:rPr lang="en-AU" dirty="0"/>
              <a:t>Malware</a:t>
            </a:r>
          </a:p>
        </p:txBody>
      </p:sp>
    </p:spTree>
    <p:extLst>
      <p:ext uri="{BB962C8B-B14F-4D97-AF65-F5344CB8AC3E}">
        <p14:creationId xmlns:p14="http://schemas.microsoft.com/office/powerpoint/2010/main" val="194554573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924442" y="1195917"/>
            <a:ext cx="10734157" cy="4804832"/>
          </a:xfrm>
        </p:spPr>
        <p:txBody>
          <a:bodyPr>
            <a:normAutofit/>
          </a:bodyPr>
          <a:lstStyle/>
          <a:p>
            <a:r>
              <a:rPr lang="en-AU" sz="2800" dirty="0"/>
              <a:t>Malware evasion:</a:t>
            </a:r>
          </a:p>
          <a:p>
            <a:pPr lvl="1"/>
            <a:r>
              <a:rPr lang="en-AU" sz="2800" dirty="0"/>
              <a:t>encrypts/modifies its code to evade the detection by anti-malware</a:t>
            </a:r>
          </a:p>
          <a:p>
            <a:r>
              <a:rPr lang="en-AU" sz="2800" dirty="0"/>
              <a:t> Common evasion techniques:</a:t>
            </a:r>
          </a:p>
          <a:p>
            <a:pPr lvl="1"/>
            <a:r>
              <a:rPr lang="en-AU" sz="2800" dirty="0"/>
              <a:t>oligomorphic</a:t>
            </a:r>
          </a:p>
          <a:p>
            <a:pPr lvl="1"/>
            <a:r>
              <a:rPr lang="en-AU" sz="2800" dirty="0"/>
              <a:t>polymorphic</a:t>
            </a:r>
          </a:p>
          <a:p>
            <a:pPr lvl="1"/>
            <a:r>
              <a:rPr lang="en-AU" sz="2800" dirty="0"/>
              <a:t>metamorphic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12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44971FB2-0969-29B3-8621-1161758DC4F9}"/>
              </a:ext>
            </a:extLst>
          </p:cNvPr>
          <p:cNvSpPr txBox="1"/>
          <p:nvPr/>
        </p:nvSpPr>
        <p:spPr>
          <a:xfrm>
            <a:off x="932931" y="5115610"/>
            <a:ext cx="103346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https://www.geeksforgeeks.org/ethical-hacking/evolution-of-malwares-from-encryption-to-metamorphism/</a:t>
            </a:r>
          </a:p>
        </p:txBody>
      </p:sp>
    </p:spTree>
    <p:extLst>
      <p:ext uri="{BB962C8B-B14F-4D97-AF65-F5344CB8AC3E}">
        <p14:creationId xmlns:p14="http://schemas.microsoft.com/office/powerpoint/2010/main" val="73044357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13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913794" y="-6451"/>
            <a:ext cx="10353762" cy="975995"/>
          </a:xfrm>
        </p:spPr>
        <p:txBody>
          <a:bodyPr/>
          <a:lstStyle/>
          <a:p>
            <a:r>
              <a:rPr lang="en-AU" dirty="0"/>
              <a:t>Malware</a:t>
            </a:r>
          </a:p>
        </p:txBody>
      </p:sp>
      <p:sp>
        <p:nvSpPr>
          <p:cNvPr id="32" name="Rounded Rectangle 1">
            <a:extLst>
              <a:ext uri="{FF2B5EF4-FFF2-40B4-BE49-F238E27FC236}">
                <a16:creationId xmlns:a16="http://schemas.microsoft.com/office/drawing/2014/main" id="{25492D66-B6F1-4ABB-8E8F-F8779F30E3DA}"/>
              </a:ext>
            </a:extLst>
          </p:cNvPr>
          <p:cNvSpPr/>
          <p:nvPr/>
        </p:nvSpPr>
        <p:spPr>
          <a:xfrm>
            <a:off x="1481714" y="1939370"/>
            <a:ext cx="1661242" cy="1998146"/>
          </a:xfrm>
          <a:prstGeom prst="roundRect">
            <a:avLst/>
          </a:prstGeom>
          <a:noFill/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EABAFA6-2260-4BBF-8F97-FE763BD63E6D}"/>
              </a:ext>
            </a:extLst>
          </p:cNvPr>
          <p:cNvSpPr/>
          <p:nvPr/>
        </p:nvSpPr>
        <p:spPr>
          <a:xfrm>
            <a:off x="1160734" y="1050891"/>
            <a:ext cx="2351314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Malware</a:t>
            </a:r>
          </a:p>
        </p:txBody>
      </p:sp>
      <p:sp>
        <p:nvSpPr>
          <p:cNvPr id="34" name="Folded Corner 6">
            <a:extLst>
              <a:ext uri="{FF2B5EF4-FFF2-40B4-BE49-F238E27FC236}">
                <a16:creationId xmlns:a16="http://schemas.microsoft.com/office/drawing/2014/main" id="{5CB99A45-C123-497F-9A92-F839D333A357}"/>
              </a:ext>
            </a:extLst>
          </p:cNvPr>
          <p:cNvSpPr/>
          <p:nvPr/>
        </p:nvSpPr>
        <p:spPr>
          <a:xfrm>
            <a:off x="1458436" y="2427827"/>
            <a:ext cx="1684520" cy="456338"/>
          </a:xfrm>
          <a:prstGeom prst="foldedCorner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400" dirty="0">
                <a:solidFill>
                  <a:schemeClr val="lt1"/>
                </a:solidFill>
              </a:rPr>
              <a:t>pattern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CB8AF568-CB64-4108-AF78-4C7061D0B214}"/>
              </a:ext>
            </a:extLst>
          </p:cNvPr>
          <p:cNvSpPr/>
          <p:nvPr/>
        </p:nvSpPr>
        <p:spPr>
          <a:xfrm>
            <a:off x="184134" y="2441128"/>
            <a:ext cx="1459320" cy="7301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body</a:t>
            </a:r>
          </a:p>
        </p:txBody>
      </p:sp>
    </p:spTree>
    <p:extLst>
      <p:ext uri="{BB962C8B-B14F-4D97-AF65-F5344CB8AC3E}">
        <p14:creationId xmlns:p14="http://schemas.microsoft.com/office/powerpoint/2010/main" val="299020552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14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913794" y="-6451"/>
            <a:ext cx="10353762" cy="975995"/>
          </a:xfrm>
        </p:spPr>
        <p:txBody>
          <a:bodyPr/>
          <a:lstStyle/>
          <a:p>
            <a:r>
              <a:rPr lang="en-AU" dirty="0"/>
              <a:t>Malware</a:t>
            </a:r>
          </a:p>
        </p:txBody>
      </p:sp>
      <p:sp>
        <p:nvSpPr>
          <p:cNvPr id="32" name="Rounded Rectangle 1">
            <a:extLst>
              <a:ext uri="{FF2B5EF4-FFF2-40B4-BE49-F238E27FC236}">
                <a16:creationId xmlns:a16="http://schemas.microsoft.com/office/drawing/2014/main" id="{25492D66-B6F1-4ABB-8E8F-F8779F30E3DA}"/>
              </a:ext>
            </a:extLst>
          </p:cNvPr>
          <p:cNvSpPr/>
          <p:nvPr/>
        </p:nvSpPr>
        <p:spPr>
          <a:xfrm>
            <a:off x="1481714" y="1939370"/>
            <a:ext cx="1661242" cy="1998146"/>
          </a:xfrm>
          <a:prstGeom prst="roundRect">
            <a:avLst/>
          </a:prstGeom>
          <a:noFill/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EABAFA6-2260-4BBF-8F97-FE763BD63E6D}"/>
              </a:ext>
            </a:extLst>
          </p:cNvPr>
          <p:cNvSpPr/>
          <p:nvPr/>
        </p:nvSpPr>
        <p:spPr>
          <a:xfrm>
            <a:off x="1160734" y="1050891"/>
            <a:ext cx="2351314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Malware</a:t>
            </a:r>
          </a:p>
        </p:txBody>
      </p:sp>
      <p:sp>
        <p:nvSpPr>
          <p:cNvPr id="34" name="Folded Corner 6">
            <a:extLst>
              <a:ext uri="{FF2B5EF4-FFF2-40B4-BE49-F238E27FC236}">
                <a16:creationId xmlns:a16="http://schemas.microsoft.com/office/drawing/2014/main" id="{5CB99A45-C123-497F-9A92-F839D333A357}"/>
              </a:ext>
            </a:extLst>
          </p:cNvPr>
          <p:cNvSpPr/>
          <p:nvPr/>
        </p:nvSpPr>
        <p:spPr>
          <a:xfrm>
            <a:off x="1458436" y="2427827"/>
            <a:ext cx="1684520" cy="456338"/>
          </a:xfrm>
          <a:prstGeom prst="foldedCorner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400" dirty="0">
                <a:solidFill>
                  <a:schemeClr val="lt1"/>
                </a:solidFill>
              </a:rPr>
              <a:t>pattern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63769E79-C239-4E6D-95DA-7121F0782CD3}"/>
              </a:ext>
            </a:extLst>
          </p:cNvPr>
          <p:cNvCxnSpPr>
            <a:cxnSpLocks/>
            <a:stCxn id="34" idx="3"/>
          </p:cNvCxnSpPr>
          <p:nvPr/>
        </p:nvCxnSpPr>
        <p:spPr>
          <a:xfrm flipV="1">
            <a:off x="3142956" y="1828973"/>
            <a:ext cx="1411207" cy="827023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Rectangle 52">
            <a:extLst>
              <a:ext uri="{FF2B5EF4-FFF2-40B4-BE49-F238E27FC236}">
                <a16:creationId xmlns:a16="http://schemas.microsoft.com/office/drawing/2014/main" id="{B4BD251C-8925-45C7-AE64-EB6633EC04AA}"/>
              </a:ext>
            </a:extLst>
          </p:cNvPr>
          <p:cNvSpPr/>
          <p:nvPr/>
        </p:nvSpPr>
        <p:spPr>
          <a:xfrm>
            <a:off x="4554163" y="1356576"/>
            <a:ext cx="2793161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Anti-malware pattern detection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8001B0E-E13B-4702-805C-623C69225834}"/>
              </a:ext>
            </a:extLst>
          </p:cNvPr>
          <p:cNvSpPr/>
          <p:nvPr/>
        </p:nvSpPr>
        <p:spPr>
          <a:xfrm>
            <a:off x="184134" y="2441128"/>
            <a:ext cx="1459320" cy="7301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body</a:t>
            </a:r>
          </a:p>
        </p:txBody>
      </p:sp>
    </p:spTree>
    <p:extLst>
      <p:ext uri="{BB962C8B-B14F-4D97-AF65-F5344CB8AC3E}">
        <p14:creationId xmlns:p14="http://schemas.microsoft.com/office/powerpoint/2010/main" val="333345924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15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913794" y="-6451"/>
            <a:ext cx="10353762" cy="975995"/>
          </a:xfrm>
        </p:spPr>
        <p:txBody>
          <a:bodyPr/>
          <a:lstStyle/>
          <a:p>
            <a:r>
              <a:rPr lang="en-AU" dirty="0"/>
              <a:t>Malware</a:t>
            </a:r>
          </a:p>
        </p:txBody>
      </p:sp>
      <p:sp>
        <p:nvSpPr>
          <p:cNvPr id="42" name="Rounded Rectangle 1">
            <a:extLst>
              <a:ext uri="{FF2B5EF4-FFF2-40B4-BE49-F238E27FC236}">
                <a16:creationId xmlns:a16="http://schemas.microsoft.com/office/drawing/2014/main" id="{3158D5FB-18DD-4237-906F-C1994D1F28C9}"/>
              </a:ext>
            </a:extLst>
          </p:cNvPr>
          <p:cNvSpPr/>
          <p:nvPr/>
        </p:nvSpPr>
        <p:spPr>
          <a:xfrm>
            <a:off x="5100017" y="2237459"/>
            <a:ext cx="1661242" cy="2037362"/>
          </a:xfrm>
          <a:prstGeom prst="roundRect">
            <a:avLst/>
          </a:prstGeom>
          <a:pattFill prst="wdUpDiag">
            <a:fgClr>
              <a:schemeClr val="accent2">
                <a:lumMod val="60000"/>
                <a:lumOff val="40000"/>
              </a:schemeClr>
            </a:fgClr>
            <a:bgClr>
              <a:schemeClr val="bg1"/>
            </a:bgClr>
          </a:pattFill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4F0289E1-A5D0-40DD-BE8C-2EE6704C0CAF}"/>
              </a:ext>
            </a:extLst>
          </p:cNvPr>
          <p:cNvSpPr/>
          <p:nvPr/>
        </p:nvSpPr>
        <p:spPr>
          <a:xfrm>
            <a:off x="4702932" y="4152012"/>
            <a:ext cx="2455411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encrypted body</a:t>
            </a:r>
          </a:p>
        </p:txBody>
      </p:sp>
      <p:sp>
        <p:nvSpPr>
          <p:cNvPr id="20" name="Rounded Rectangle 1">
            <a:extLst>
              <a:ext uri="{FF2B5EF4-FFF2-40B4-BE49-F238E27FC236}">
                <a16:creationId xmlns:a16="http://schemas.microsoft.com/office/drawing/2014/main" id="{4BCB05CE-C138-4FDB-BBB6-9ABBAB54B854}"/>
              </a:ext>
            </a:extLst>
          </p:cNvPr>
          <p:cNvSpPr/>
          <p:nvPr/>
        </p:nvSpPr>
        <p:spPr>
          <a:xfrm>
            <a:off x="1687210" y="2237458"/>
            <a:ext cx="1515326" cy="2037362"/>
          </a:xfrm>
          <a:prstGeom prst="roundRect">
            <a:avLst/>
          </a:prstGeom>
          <a:noFill/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1907511-BE48-44DA-9E6B-92F43EBE8EB2}"/>
              </a:ext>
            </a:extLst>
          </p:cNvPr>
          <p:cNvSpPr/>
          <p:nvPr/>
        </p:nvSpPr>
        <p:spPr>
          <a:xfrm>
            <a:off x="-233549" y="2810171"/>
            <a:ext cx="2144785" cy="96333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Malware</a:t>
            </a:r>
          </a:p>
        </p:txBody>
      </p:sp>
      <p:sp>
        <p:nvSpPr>
          <p:cNvPr id="22" name="Folded Corner 6">
            <a:extLst>
              <a:ext uri="{FF2B5EF4-FFF2-40B4-BE49-F238E27FC236}">
                <a16:creationId xmlns:a16="http://schemas.microsoft.com/office/drawing/2014/main" id="{60956F6E-1792-4C85-8E98-7953B12EDB64}"/>
              </a:ext>
            </a:extLst>
          </p:cNvPr>
          <p:cNvSpPr/>
          <p:nvPr/>
        </p:nvSpPr>
        <p:spPr>
          <a:xfrm>
            <a:off x="1663932" y="2725915"/>
            <a:ext cx="1536559" cy="465294"/>
          </a:xfrm>
          <a:prstGeom prst="foldedCorner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400" dirty="0">
                <a:solidFill>
                  <a:schemeClr val="lt1"/>
                </a:solidFill>
              </a:rPr>
              <a:t>pattern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1D1324DA-B4D7-4448-AADF-BC6E079CA20B}"/>
              </a:ext>
            </a:extLst>
          </p:cNvPr>
          <p:cNvCxnSpPr>
            <a:cxnSpLocks/>
          </p:cNvCxnSpPr>
          <p:nvPr/>
        </p:nvCxnSpPr>
        <p:spPr>
          <a:xfrm flipH="1">
            <a:off x="3422814" y="3291840"/>
            <a:ext cx="1469226" cy="0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AF23ECAA-195E-4FF3-9BE8-636E6DDA8EBE}"/>
              </a:ext>
            </a:extLst>
          </p:cNvPr>
          <p:cNvCxnSpPr>
            <a:cxnSpLocks/>
            <a:stCxn id="42" idx="0"/>
          </p:cNvCxnSpPr>
          <p:nvPr/>
        </p:nvCxnSpPr>
        <p:spPr>
          <a:xfrm flipV="1">
            <a:off x="5930638" y="1356577"/>
            <a:ext cx="1416686" cy="880882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ectangle 10">
            <a:extLst>
              <a:ext uri="{FF2B5EF4-FFF2-40B4-BE49-F238E27FC236}">
                <a16:creationId xmlns:a16="http://schemas.microsoft.com/office/drawing/2014/main" id="{06778FBD-B3C3-4222-A97C-E2755D128421}"/>
              </a:ext>
            </a:extLst>
          </p:cNvPr>
          <p:cNvSpPr/>
          <p:nvPr/>
        </p:nvSpPr>
        <p:spPr>
          <a:xfrm>
            <a:off x="7347324" y="884179"/>
            <a:ext cx="2793161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Anti-malware pattern detection</a:t>
            </a:r>
          </a:p>
        </p:txBody>
      </p:sp>
      <p:sp>
        <p:nvSpPr>
          <p:cNvPr id="13" name="Multiplication Sign 12">
            <a:extLst>
              <a:ext uri="{FF2B5EF4-FFF2-40B4-BE49-F238E27FC236}">
                <a16:creationId xmlns:a16="http://schemas.microsoft.com/office/drawing/2014/main" id="{5E4FA286-9DFA-48CB-BA9D-686C981814BC}"/>
              </a:ext>
            </a:extLst>
          </p:cNvPr>
          <p:cNvSpPr/>
          <p:nvPr/>
        </p:nvSpPr>
        <p:spPr>
          <a:xfrm>
            <a:off x="6403058" y="1417536"/>
            <a:ext cx="471847" cy="762000"/>
          </a:xfrm>
          <a:prstGeom prst="mathMultiply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73356321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16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913794" y="-6451"/>
            <a:ext cx="10353762" cy="975995"/>
          </a:xfrm>
        </p:spPr>
        <p:txBody>
          <a:bodyPr/>
          <a:lstStyle/>
          <a:p>
            <a:r>
              <a:rPr lang="en-AU" dirty="0"/>
              <a:t>Malware</a:t>
            </a:r>
          </a:p>
        </p:txBody>
      </p:sp>
      <p:sp>
        <p:nvSpPr>
          <p:cNvPr id="42" name="Rounded Rectangle 1">
            <a:extLst>
              <a:ext uri="{FF2B5EF4-FFF2-40B4-BE49-F238E27FC236}">
                <a16:creationId xmlns:a16="http://schemas.microsoft.com/office/drawing/2014/main" id="{3158D5FB-18DD-4237-906F-C1994D1F28C9}"/>
              </a:ext>
            </a:extLst>
          </p:cNvPr>
          <p:cNvSpPr/>
          <p:nvPr/>
        </p:nvSpPr>
        <p:spPr>
          <a:xfrm>
            <a:off x="5100017" y="2237459"/>
            <a:ext cx="1661242" cy="2037362"/>
          </a:xfrm>
          <a:prstGeom prst="roundRect">
            <a:avLst/>
          </a:prstGeom>
          <a:pattFill prst="wdUpDiag">
            <a:fgClr>
              <a:schemeClr val="accent2">
                <a:lumMod val="60000"/>
                <a:lumOff val="40000"/>
              </a:schemeClr>
            </a:fgClr>
            <a:bgClr>
              <a:schemeClr val="bg1"/>
            </a:bgClr>
          </a:pattFill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4F0289E1-A5D0-40DD-BE8C-2EE6704C0CAF}"/>
              </a:ext>
            </a:extLst>
          </p:cNvPr>
          <p:cNvSpPr/>
          <p:nvPr/>
        </p:nvSpPr>
        <p:spPr>
          <a:xfrm>
            <a:off x="4702932" y="4152012"/>
            <a:ext cx="2455411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encrypted body</a:t>
            </a:r>
          </a:p>
        </p:txBody>
      </p:sp>
      <p:sp>
        <p:nvSpPr>
          <p:cNvPr id="20" name="Rounded Rectangle 1">
            <a:extLst>
              <a:ext uri="{FF2B5EF4-FFF2-40B4-BE49-F238E27FC236}">
                <a16:creationId xmlns:a16="http://schemas.microsoft.com/office/drawing/2014/main" id="{4BCB05CE-C138-4FDB-BBB6-9ABBAB54B854}"/>
              </a:ext>
            </a:extLst>
          </p:cNvPr>
          <p:cNvSpPr/>
          <p:nvPr/>
        </p:nvSpPr>
        <p:spPr>
          <a:xfrm>
            <a:off x="1687210" y="2237458"/>
            <a:ext cx="1515326" cy="2037362"/>
          </a:xfrm>
          <a:prstGeom prst="roundRect">
            <a:avLst/>
          </a:prstGeom>
          <a:noFill/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1907511-BE48-44DA-9E6B-92F43EBE8EB2}"/>
              </a:ext>
            </a:extLst>
          </p:cNvPr>
          <p:cNvSpPr/>
          <p:nvPr/>
        </p:nvSpPr>
        <p:spPr>
          <a:xfrm>
            <a:off x="-215804" y="2732647"/>
            <a:ext cx="2144785" cy="96333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Malware</a:t>
            </a:r>
          </a:p>
        </p:txBody>
      </p:sp>
      <p:sp>
        <p:nvSpPr>
          <p:cNvPr id="22" name="Folded Corner 6">
            <a:extLst>
              <a:ext uri="{FF2B5EF4-FFF2-40B4-BE49-F238E27FC236}">
                <a16:creationId xmlns:a16="http://schemas.microsoft.com/office/drawing/2014/main" id="{60956F6E-1792-4C85-8E98-7953B12EDB64}"/>
              </a:ext>
            </a:extLst>
          </p:cNvPr>
          <p:cNvSpPr/>
          <p:nvPr/>
        </p:nvSpPr>
        <p:spPr>
          <a:xfrm>
            <a:off x="1687210" y="2725915"/>
            <a:ext cx="1513281" cy="465294"/>
          </a:xfrm>
          <a:prstGeom prst="foldedCorner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400" dirty="0">
                <a:solidFill>
                  <a:schemeClr val="lt1"/>
                </a:solidFill>
              </a:rPr>
              <a:t>pattern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1D1324DA-B4D7-4448-AADF-BC6E079CA20B}"/>
              </a:ext>
            </a:extLst>
          </p:cNvPr>
          <p:cNvCxnSpPr>
            <a:cxnSpLocks/>
          </p:cNvCxnSpPr>
          <p:nvPr/>
        </p:nvCxnSpPr>
        <p:spPr>
          <a:xfrm flipH="1">
            <a:off x="3422814" y="3291840"/>
            <a:ext cx="1469226" cy="0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44267E59-14A1-4D85-9AD4-70A343E7123E}"/>
              </a:ext>
            </a:extLst>
          </p:cNvPr>
          <p:cNvSpPr/>
          <p:nvPr/>
        </p:nvSpPr>
        <p:spPr>
          <a:xfrm>
            <a:off x="8549470" y="1206763"/>
            <a:ext cx="1661242" cy="878486"/>
          </a:xfrm>
          <a:prstGeom prst="roundRect">
            <a:avLst/>
          </a:prstGeom>
          <a:noFill/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68331EF-F06E-4253-85C5-1C88D387E668}"/>
              </a:ext>
            </a:extLst>
          </p:cNvPr>
          <p:cNvSpPr/>
          <p:nvPr/>
        </p:nvSpPr>
        <p:spPr>
          <a:xfrm>
            <a:off x="5411668" y="1249106"/>
            <a:ext cx="3791509" cy="82328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single </a:t>
            </a:r>
            <a:r>
              <a:rPr lang="en-AU" sz="2800" dirty="0" err="1"/>
              <a:t>decryptor</a:t>
            </a:r>
            <a:endParaRPr lang="en-AU" sz="2800" dirty="0"/>
          </a:p>
        </p:txBody>
      </p:sp>
      <p:cxnSp>
        <p:nvCxnSpPr>
          <p:cNvPr id="40" name="Connector: Curved 39">
            <a:extLst>
              <a:ext uri="{FF2B5EF4-FFF2-40B4-BE49-F238E27FC236}">
                <a16:creationId xmlns:a16="http://schemas.microsoft.com/office/drawing/2014/main" id="{6FDBC4E3-78BA-47D5-8516-C715FE71A5CC}"/>
              </a:ext>
            </a:extLst>
          </p:cNvPr>
          <p:cNvCxnSpPr>
            <a:cxnSpLocks/>
          </p:cNvCxnSpPr>
          <p:nvPr/>
        </p:nvCxnSpPr>
        <p:spPr>
          <a:xfrm rot="10800000" flipV="1">
            <a:off x="6065374" y="2052297"/>
            <a:ext cx="2484098" cy="210412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ctangle 12">
            <a:extLst>
              <a:ext uri="{FF2B5EF4-FFF2-40B4-BE49-F238E27FC236}">
                <a16:creationId xmlns:a16="http://schemas.microsoft.com/office/drawing/2014/main" id="{BA3CE530-393A-4946-985C-FA1691EE52CD}"/>
              </a:ext>
            </a:extLst>
          </p:cNvPr>
          <p:cNvSpPr/>
          <p:nvPr/>
        </p:nvSpPr>
        <p:spPr>
          <a:xfrm>
            <a:off x="7984362" y="3894266"/>
            <a:ext cx="2793161" cy="8784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Anti-malware pattern detection</a:t>
            </a:r>
          </a:p>
        </p:txBody>
      </p:sp>
      <p:sp>
        <p:nvSpPr>
          <p:cNvPr id="14" name="Folded Corner 6">
            <a:extLst>
              <a:ext uri="{FF2B5EF4-FFF2-40B4-BE49-F238E27FC236}">
                <a16:creationId xmlns:a16="http://schemas.microsoft.com/office/drawing/2014/main" id="{0A770E0A-E53B-43CE-BE1D-70C152DC5884}"/>
              </a:ext>
            </a:extLst>
          </p:cNvPr>
          <p:cNvSpPr/>
          <p:nvPr/>
        </p:nvSpPr>
        <p:spPr>
          <a:xfrm>
            <a:off x="8526192" y="1405644"/>
            <a:ext cx="1684520" cy="456338"/>
          </a:xfrm>
          <a:prstGeom prst="foldedCorner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400" dirty="0">
                <a:solidFill>
                  <a:schemeClr val="lt1"/>
                </a:solidFill>
              </a:rPr>
              <a:t>pattern</a:t>
            </a:r>
          </a:p>
        </p:txBody>
      </p:sp>
      <p:cxnSp>
        <p:nvCxnSpPr>
          <p:cNvPr id="18" name="Connector: Curved 17">
            <a:extLst>
              <a:ext uri="{FF2B5EF4-FFF2-40B4-BE49-F238E27FC236}">
                <a16:creationId xmlns:a16="http://schemas.microsoft.com/office/drawing/2014/main" id="{0B6BB651-DFB3-417D-AB05-E4EFAB669685}"/>
              </a:ext>
            </a:extLst>
          </p:cNvPr>
          <p:cNvCxnSpPr>
            <a:cxnSpLocks/>
            <a:stCxn id="13" idx="3"/>
          </p:cNvCxnSpPr>
          <p:nvPr/>
        </p:nvCxnSpPr>
        <p:spPr>
          <a:xfrm flipH="1" flipV="1">
            <a:off x="10210715" y="1742527"/>
            <a:ext cx="566808" cy="2590982"/>
          </a:xfrm>
          <a:prstGeom prst="curvedConnector4">
            <a:avLst>
              <a:gd name="adj1" fmla="val -40331"/>
              <a:gd name="adj2" fmla="val 100826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1682249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Title 3">
            <a:extLst>
              <a:ext uri="{FF2B5EF4-FFF2-40B4-BE49-F238E27FC236}">
                <a16:creationId xmlns:a16="http://schemas.microsoft.com/office/drawing/2014/main" id="{D172C5C1-26B7-4B2B-A892-24940997C453}"/>
              </a:ext>
            </a:extLst>
          </p:cNvPr>
          <p:cNvSpPr txBox="1">
            <a:spLocks/>
          </p:cNvSpPr>
          <p:nvPr/>
        </p:nvSpPr>
        <p:spPr>
          <a:xfrm>
            <a:off x="2662335" y="-19578"/>
            <a:ext cx="7203232" cy="106420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j-lt"/>
                <a:ea typeface="+mj-ea"/>
                <a:cs typeface="Trebuchet M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AU" dirty="0"/>
              <a:t>Oligomorphic Malware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1278148F-BE0A-4F9C-A8B0-C05597A06333}"/>
              </a:ext>
            </a:extLst>
          </p:cNvPr>
          <p:cNvSpPr/>
          <p:nvPr/>
        </p:nvSpPr>
        <p:spPr>
          <a:xfrm>
            <a:off x="5169611" y="1424414"/>
            <a:ext cx="1107847" cy="586958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D798AFAA-5799-4BE3-AC65-DCE7E25090EA}"/>
              </a:ext>
            </a:extLst>
          </p:cNvPr>
          <p:cNvSpPr/>
          <p:nvPr/>
        </p:nvSpPr>
        <p:spPr>
          <a:xfrm>
            <a:off x="5322011" y="1576814"/>
            <a:ext cx="1107847" cy="586958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5CAD0DF4-3F71-4F91-AF36-295E6266DD9D}"/>
              </a:ext>
            </a:extLst>
          </p:cNvPr>
          <p:cNvSpPr/>
          <p:nvPr/>
        </p:nvSpPr>
        <p:spPr>
          <a:xfrm>
            <a:off x="5474411" y="1729214"/>
            <a:ext cx="1107847" cy="586958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CB3AFE73-117A-4D73-8DF7-8637E3BFA983}"/>
              </a:ext>
            </a:extLst>
          </p:cNvPr>
          <p:cNvSpPr/>
          <p:nvPr/>
        </p:nvSpPr>
        <p:spPr>
          <a:xfrm>
            <a:off x="5626811" y="1881614"/>
            <a:ext cx="1107847" cy="586958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4F3ED3DC-B0B1-42F1-B820-91DC8E7CA5ED}"/>
              </a:ext>
            </a:extLst>
          </p:cNvPr>
          <p:cNvSpPr/>
          <p:nvPr/>
        </p:nvSpPr>
        <p:spPr>
          <a:xfrm>
            <a:off x="2383836" y="1045665"/>
            <a:ext cx="3166775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n </a:t>
            </a:r>
            <a:r>
              <a:rPr lang="en-AU" sz="2800" dirty="0" err="1"/>
              <a:t>decryptors</a:t>
            </a:r>
            <a:endParaRPr lang="en-AU" sz="2800" dirty="0"/>
          </a:p>
        </p:txBody>
      </p:sp>
      <p:sp>
        <p:nvSpPr>
          <p:cNvPr id="39" name="Folded Corner 6">
            <a:extLst>
              <a:ext uri="{FF2B5EF4-FFF2-40B4-BE49-F238E27FC236}">
                <a16:creationId xmlns:a16="http://schemas.microsoft.com/office/drawing/2014/main" id="{D280B2E0-3101-45E2-8E9A-5753531846FC}"/>
              </a:ext>
            </a:extLst>
          </p:cNvPr>
          <p:cNvSpPr/>
          <p:nvPr/>
        </p:nvSpPr>
        <p:spPr>
          <a:xfrm>
            <a:off x="5650099" y="2036239"/>
            <a:ext cx="1107847" cy="333375"/>
          </a:xfrm>
          <a:prstGeom prst="foldedCorner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000" dirty="0">
                <a:solidFill>
                  <a:schemeClr val="lt1"/>
                </a:solidFill>
              </a:rPr>
              <a:t>pattern</a:t>
            </a:r>
            <a:endParaRPr lang="en-AU" sz="2400" dirty="0">
              <a:solidFill>
                <a:schemeClr val="lt1"/>
              </a:solidFill>
            </a:endParaRPr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20DCDAE0-B14B-48F7-8BB7-17A8B4EA6EDF}"/>
              </a:ext>
            </a:extLst>
          </p:cNvPr>
          <p:cNvSpPr/>
          <p:nvPr/>
        </p:nvSpPr>
        <p:spPr>
          <a:xfrm>
            <a:off x="5028926" y="1152160"/>
            <a:ext cx="1903020" cy="1444094"/>
          </a:xfrm>
          <a:prstGeom prst="roundRect">
            <a:avLst/>
          </a:prstGeom>
          <a:noFill/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FBF3F458-CB56-46FC-B31D-0FA159306F30}"/>
              </a:ext>
            </a:extLst>
          </p:cNvPr>
          <p:cNvSpPr/>
          <p:nvPr/>
        </p:nvSpPr>
        <p:spPr>
          <a:xfrm>
            <a:off x="2424819" y="1534461"/>
            <a:ext cx="3166775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e.g., 10^2</a:t>
            </a:r>
          </a:p>
        </p:txBody>
      </p:sp>
    </p:spTree>
    <p:extLst>
      <p:ext uri="{BB962C8B-B14F-4D97-AF65-F5344CB8AC3E}">
        <p14:creationId xmlns:p14="http://schemas.microsoft.com/office/powerpoint/2010/main" val="308520361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Title 3">
            <a:extLst>
              <a:ext uri="{FF2B5EF4-FFF2-40B4-BE49-F238E27FC236}">
                <a16:creationId xmlns:a16="http://schemas.microsoft.com/office/drawing/2014/main" id="{D172C5C1-26B7-4B2B-A892-24940997C453}"/>
              </a:ext>
            </a:extLst>
          </p:cNvPr>
          <p:cNvSpPr txBox="1">
            <a:spLocks/>
          </p:cNvSpPr>
          <p:nvPr/>
        </p:nvSpPr>
        <p:spPr>
          <a:xfrm>
            <a:off x="2662335" y="-19578"/>
            <a:ext cx="7203232" cy="106420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j-lt"/>
                <a:ea typeface="+mj-ea"/>
                <a:cs typeface="Trebuchet M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AU" dirty="0"/>
              <a:t>Oligomorphic Malware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1278148F-BE0A-4F9C-A8B0-C05597A06333}"/>
              </a:ext>
            </a:extLst>
          </p:cNvPr>
          <p:cNvSpPr/>
          <p:nvPr/>
        </p:nvSpPr>
        <p:spPr>
          <a:xfrm>
            <a:off x="5169611" y="1424414"/>
            <a:ext cx="1107847" cy="586958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D798AFAA-5799-4BE3-AC65-DCE7E25090EA}"/>
              </a:ext>
            </a:extLst>
          </p:cNvPr>
          <p:cNvSpPr/>
          <p:nvPr/>
        </p:nvSpPr>
        <p:spPr>
          <a:xfrm>
            <a:off x="5322011" y="1576814"/>
            <a:ext cx="1107847" cy="586958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5CAD0DF4-3F71-4F91-AF36-295E6266DD9D}"/>
              </a:ext>
            </a:extLst>
          </p:cNvPr>
          <p:cNvSpPr/>
          <p:nvPr/>
        </p:nvSpPr>
        <p:spPr>
          <a:xfrm>
            <a:off x="5474411" y="1729214"/>
            <a:ext cx="1107847" cy="586958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CB3AFE73-117A-4D73-8DF7-8637E3BFA983}"/>
              </a:ext>
            </a:extLst>
          </p:cNvPr>
          <p:cNvSpPr/>
          <p:nvPr/>
        </p:nvSpPr>
        <p:spPr>
          <a:xfrm>
            <a:off x="5626811" y="1881614"/>
            <a:ext cx="1107847" cy="586958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4F3ED3DC-B0B1-42F1-B820-91DC8E7CA5ED}"/>
              </a:ext>
            </a:extLst>
          </p:cNvPr>
          <p:cNvSpPr/>
          <p:nvPr/>
        </p:nvSpPr>
        <p:spPr>
          <a:xfrm>
            <a:off x="2383836" y="1045665"/>
            <a:ext cx="3166775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n </a:t>
            </a:r>
            <a:r>
              <a:rPr lang="en-AU" sz="2800" dirty="0" err="1"/>
              <a:t>decryptors</a:t>
            </a:r>
            <a:endParaRPr lang="en-AU" sz="2800" dirty="0"/>
          </a:p>
        </p:txBody>
      </p:sp>
      <p:sp>
        <p:nvSpPr>
          <p:cNvPr id="39" name="Folded Corner 6">
            <a:extLst>
              <a:ext uri="{FF2B5EF4-FFF2-40B4-BE49-F238E27FC236}">
                <a16:creationId xmlns:a16="http://schemas.microsoft.com/office/drawing/2014/main" id="{D280B2E0-3101-45E2-8E9A-5753531846FC}"/>
              </a:ext>
            </a:extLst>
          </p:cNvPr>
          <p:cNvSpPr/>
          <p:nvPr/>
        </p:nvSpPr>
        <p:spPr>
          <a:xfrm>
            <a:off x="5650099" y="2036239"/>
            <a:ext cx="1107847" cy="333375"/>
          </a:xfrm>
          <a:prstGeom prst="foldedCorner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000" dirty="0">
                <a:solidFill>
                  <a:schemeClr val="lt1"/>
                </a:solidFill>
              </a:rPr>
              <a:t>pattern</a:t>
            </a:r>
            <a:endParaRPr lang="en-AU" sz="2400" dirty="0">
              <a:solidFill>
                <a:schemeClr val="lt1"/>
              </a:solidFill>
            </a:endParaRPr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20DCDAE0-B14B-48F7-8BB7-17A8B4EA6EDF}"/>
              </a:ext>
            </a:extLst>
          </p:cNvPr>
          <p:cNvSpPr/>
          <p:nvPr/>
        </p:nvSpPr>
        <p:spPr>
          <a:xfrm>
            <a:off x="5028926" y="1152160"/>
            <a:ext cx="1903020" cy="1444094"/>
          </a:xfrm>
          <a:prstGeom prst="roundRect">
            <a:avLst/>
          </a:prstGeom>
          <a:noFill/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FBF3F458-CB56-46FC-B31D-0FA159306F30}"/>
              </a:ext>
            </a:extLst>
          </p:cNvPr>
          <p:cNvSpPr/>
          <p:nvPr/>
        </p:nvSpPr>
        <p:spPr>
          <a:xfrm>
            <a:off x="2424819" y="1534461"/>
            <a:ext cx="3166775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e.g., 10^2</a:t>
            </a:r>
          </a:p>
        </p:txBody>
      </p:sp>
      <p:sp>
        <p:nvSpPr>
          <p:cNvPr id="11" name="Arrow: Right 10">
            <a:extLst>
              <a:ext uri="{FF2B5EF4-FFF2-40B4-BE49-F238E27FC236}">
                <a16:creationId xmlns:a16="http://schemas.microsoft.com/office/drawing/2014/main" id="{EA1D9831-CC9A-480B-90B0-C94947CBADBD}"/>
              </a:ext>
            </a:extLst>
          </p:cNvPr>
          <p:cNvSpPr/>
          <p:nvPr/>
        </p:nvSpPr>
        <p:spPr>
          <a:xfrm>
            <a:off x="2138279" y="5115314"/>
            <a:ext cx="7475310" cy="1042506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Malware replicates itself and infects others</a:t>
            </a:r>
          </a:p>
        </p:txBody>
      </p:sp>
    </p:spTree>
    <p:extLst>
      <p:ext uri="{BB962C8B-B14F-4D97-AF65-F5344CB8AC3E}">
        <p14:creationId xmlns:p14="http://schemas.microsoft.com/office/powerpoint/2010/main" val="405109090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19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12EE0ACC-B8E9-4231-8A79-68758709B998}"/>
              </a:ext>
            </a:extLst>
          </p:cNvPr>
          <p:cNvCxnSpPr>
            <a:cxnSpLocks/>
          </p:cNvCxnSpPr>
          <p:nvPr/>
        </p:nvCxnSpPr>
        <p:spPr>
          <a:xfrm flipH="1">
            <a:off x="3787262" y="3644415"/>
            <a:ext cx="1122015" cy="0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1">
            <a:extLst>
              <a:ext uri="{FF2B5EF4-FFF2-40B4-BE49-F238E27FC236}">
                <a16:creationId xmlns:a16="http://schemas.microsoft.com/office/drawing/2014/main" id="{3158D5FB-18DD-4237-906F-C1994D1F28C9}"/>
              </a:ext>
            </a:extLst>
          </p:cNvPr>
          <p:cNvSpPr/>
          <p:nvPr/>
        </p:nvSpPr>
        <p:spPr>
          <a:xfrm>
            <a:off x="1945337" y="2819001"/>
            <a:ext cx="1661242" cy="1650829"/>
          </a:xfrm>
          <a:prstGeom prst="roundRect">
            <a:avLst/>
          </a:prstGeom>
          <a:pattFill prst="wdUpDiag">
            <a:fgClr>
              <a:schemeClr val="accent2">
                <a:lumMod val="60000"/>
                <a:lumOff val="40000"/>
              </a:schemeClr>
            </a:fgClr>
            <a:bgClr>
              <a:schemeClr val="bg1"/>
            </a:bgClr>
          </a:pattFill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4370009C-2E62-4CA1-8655-AF1037C05DF8}"/>
              </a:ext>
            </a:extLst>
          </p:cNvPr>
          <p:cNvSpPr/>
          <p:nvPr/>
        </p:nvSpPr>
        <p:spPr>
          <a:xfrm>
            <a:off x="-288737" y="3360915"/>
            <a:ext cx="2571869" cy="62550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Malware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4F0289E1-A5D0-40DD-BE8C-2EE6704C0CAF}"/>
              </a:ext>
            </a:extLst>
          </p:cNvPr>
          <p:cNvSpPr/>
          <p:nvPr/>
        </p:nvSpPr>
        <p:spPr>
          <a:xfrm>
            <a:off x="1428669" y="4309163"/>
            <a:ext cx="2455411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encrypted body</a:t>
            </a:r>
          </a:p>
        </p:txBody>
      </p:sp>
      <p:sp>
        <p:nvSpPr>
          <p:cNvPr id="30" name="Rounded Rectangle 1">
            <a:extLst>
              <a:ext uri="{FF2B5EF4-FFF2-40B4-BE49-F238E27FC236}">
                <a16:creationId xmlns:a16="http://schemas.microsoft.com/office/drawing/2014/main" id="{083CAC3C-388C-42B5-8F39-9CB4A18BB1A3}"/>
              </a:ext>
            </a:extLst>
          </p:cNvPr>
          <p:cNvSpPr/>
          <p:nvPr/>
        </p:nvSpPr>
        <p:spPr>
          <a:xfrm>
            <a:off x="5063041" y="2819001"/>
            <a:ext cx="1939101" cy="1650828"/>
          </a:xfrm>
          <a:prstGeom prst="roundRect">
            <a:avLst/>
          </a:prstGeom>
          <a:noFill/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B25A4772-0239-4FF9-8147-B4127BA4C417}"/>
              </a:ext>
            </a:extLst>
          </p:cNvPr>
          <p:cNvSpPr/>
          <p:nvPr/>
        </p:nvSpPr>
        <p:spPr>
          <a:xfrm>
            <a:off x="4946599" y="4309163"/>
            <a:ext cx="2455411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decrypted body</a:t>
            </a:r>
          </a:p>
        </p:txBody>
      </p:sp>
      <p:sp>
        <p:nvSpPr>
          <p:cNvPr id="68" name="Arrow: Right 67">
            <a:extLst>
              <a:ext uri="{FF2B5EF4-FFF2-40B4-BE49-F238E27FC236}">
                <a16:creationId xmlns:a16="http://schemas.microsoft.com/office/drawing/2014/main" id="{71B19640-5882-4BA3-8DD3-CAED7F2ACE26}"/>
              </a:ext>
            </a:extLst>
          </p:cNvPr>
          <p:cNvSpPr/>
          <p:nvPr/>
        </p:nvSpPr>
        <p:spPr>
          <a:xfrm>
            <a:off x="2138279" y="5115314"/>
            <a:ext cx="7475310" cy="1042506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Malware replicates itself and infects others</a:t>
            </a:r>
          </a:p>
        </p:txBody>
      </p:sp>
      <p:cxnSp>
        <p:nvCxnSpPr>
          <p:cNvPr id="74" name="Connector: Curved 73">
            <a:extLst>
              <a:ext uri="{FF2B5EF4-FFF2-40B4-BE49-F238E27FC236}">
                <a16:creationId xmlns:a16="http://schemas.microsoft.com/office/drawing/2014/main" id="{656400F2-E705-47DE-A64B-A755A1A2536A}"/>
              </a:ext>
            </a:extLst>
          </p:cNvPr>
          <p:cNvCxnSpPr>
            <a:cxnSpLocks/>
            <a:endCxn id="42" idx="0"/>
          </p:cNvCxnSpPr>
          <p:nvPr/>
        </p:nvCxnSpPr>
        <p:spPr>
          <a:xfrm rot="10800000" flipV="1">
            <a:off x="2775958" y="2369613"/>
            <a:ext cx="2259948" cy="449388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Rounded Rectangle 1">
            <a:extLst>
              <a:ext uri="{FF2B5EF4-FFF2-40B4-BE49-F238E27FC236}">
                <a16:creationId xmlns:a16="http://schemas.microsoft.com/office/drawing/2014/main" id="{F65D87C8-2561-43EA-B127-AB069B4602C1}"/>
              </a:ext>
            </a:extLst>
          </p:cNvPr>
          <p:cNvSpPr/>
          <p:nvPr/>
        </p:nvSpPr>
        <p:spPr>
          <a:xfrm>
            <a:off x="8686948" y="2819001"/>
            <a:ext cx="1661242" cy="1650830"/>
          </a:xfrm>
          <a:prstGeom prst="roundRect">
            <a:avLst/>
          </a:prstGeom>
          <a:pattFill prst="pct60">
            <a:fgClr>
              <a:schemeClr val="accent2">
                <a:lumMod val="60000"/>
                <a:lumOff val="40000"/>
              </a:schemeClr>
            </a:fgClr>
            <a:bgClr>
              <a:schemeClr val="bg1"/>
            </a:bgClr>
          </a:pattFill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cxnSp>
        <p:nvCxnSpPr>
          <p:cNvPr id="78" name="Connector: Curved 77">
            <a:extLst>
              <a:ext uri="{FF2B5EF4-FFF2-40B4-BE49-F238E27FC236}">
                <a16:creationId xmlns:a16="http://schemas.microsoft.com/office/drawing/2014/main" id="{FCDDE7CF-36A5-4D37-8773-9FE91142C564}"/>
              </a:ext>
            </a:extLst>
          </p:cNvPr>
          <p:cNvCxnSpPr>
            <a:cxnSpLocks/>
            <a:endCxn id="77" idx="0"/>
          </p:cNvCxnSpPr>
          <p:nvPr/>
        </p:nvCxnSpPr>
        <p:spPr>
          <a:xfrm>
            <a:off x="6931946" y="2369614"/>
            <a:ext cx="2585623" cy="449387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E96D072A-A89D-4EC5-BC92-1486F7111634}"/>
              </a:ext>
            </a:extLst>
          </p:cNvPr>
          <p:cNvCxnSpPr>
            <a:cxnSpLocks/>
          </p:cNvCxnSpPr>
          <p:nvPr/>
        </p:nvCxnSpPr>
        <p:spPr>
          <a:xfrm flipH="1">
            <a:off x="7271171" y="3644415"/>
            <a:ext cx="1122015" cy="0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Rectangle 82">
            <a:extLst>
              <a:ext uri="{FF2B5EF4-FFF2-40B4-BE49-F238E27FC236}">
                <a16:creationId xmlns:a16="http://schemas.microsoft.com/office/drawing/2014/main" id="{7A833D9C-DD49-4D0E-98B2-BC92DD0E05AF}"/>
              </a:ext>
            </a:extLst>
          </p:cNvPr>
          <p:cNvSpPr/>
          <p:nvPr/>
        </p:nvSpPr>
        <p:spPr>
          <a:xfrm>
            <a:off x="8357427" y="4289901"/>
            <a:ext cx="2455411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encrypted body</a:t>
            </a:r>
          </a:p>
        </p:txBody>
      </p:sp>
      <p:sp>
        <p:nvSpPr>
          <p:cNvPr id="25" name="Title 3">
            <a:extLst>
              <a:ext uri="{FF2B5EF4-FFF2-40B4-BE49-F238E27FC236}">
                <a16:creationId xmlns:a16="http://schemas.microsoft.com/office/drawing/2014/main" id="{D172C5C1-26B7-4B2B-A892-24940997C453}"/>
              </a:ext>
            </a:extLst>
          </p:cNvPr>
          <p:cNvSpPr txBox="1">
            <a:spLocks/>
          </p:cNvSpPr>
          <p:nvPr/>
        </p:nvSpPr>
        <p:spPr>
          <a:xfrm>
            <a:off x="2662335" y="-19578"/>
            <a:ext cx="7203232" cy="106420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j-lt"/>
                <a:ea typeface="+mj-ea"/>
                <a:cs typeface="Trebuchet M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AU" dirty="0"/>
              <a:t>Oligomorphic Malware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1278148F-BE0A-4F9C-A8B0-C05597A06333}"/>
              </a:ext>
            </a:extLst>
          </p:cNvPr>
          <p:cNvSpPr/>
          <p:nvPr/>
        </p:nvSpPr>
        <p:spPr>
          <a:xfrm>
            <a:off x="5169611" y="1424414"/>
            <a:ext cx="1107847" cy="586958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D798AFAA-5799-4BE3-AC65-DCE7E25090EA}"/>
              </a:ext>
            </a:extLst>
          </p:cNvPr>
          <p:cNvSpPr/>
          <p:nvPr/>
        </p:nvSpPr>
        <p:spPr>
          <a:xfrm>
            <a:off x="5322011" y="1576814"/>
            <a:ext cx="1107847" cy="586958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5CAD0DF4-3F71-4F91-AF36-295E6266DD9D}"/>
              </a:ext>
            </a:extLst>
          </p:cNvPr>
          <p:cNvSpPr/>
          <p:nvPr/>
        </p:nvSpPr>
        <p:spPr>
          <a:xfrm>
            <a:off x="5474411" y="1729214"/>
            <a:ext cx="1107847" cy="586958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CB3AFE73-117A-4D73-8DF7-8637E3BFA983}"/>
              </a:ext>
            </a:extLst>
          </p:cNvPr>
          <p:cNvSpPr/>
          <p:nvPr/>
        </p:nvSpPr>
        <p:spPr>
          <a:xfrm>
            <a:off x="5626811" y="1881614"/>
            <a:ext cx="1107847" cy="586958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4F3ED3DC-B0B1-42F1-B820-91DC8E7CA5ED}"/>
              </a:ext>
            </a:extLst>
          </p:cNvPr>
          <p:cNvSpPr/>
          <p:nvPr/>
        </p:nvSpPr>
        <p:spPr>
          <a:xfrm>
            <a:off x="2383836" y="1045665"/>
            <a:ext cx="3166775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n </a:t>
            </a:r>
            <a:r>
              <a:rPr lang="en-AU" sz="2800" dirty="0" err="1"/>
              <a:t>decryptors</a:t>
            </a:r>
            <a:endParaRPr lang="en-AU" sz="2800" dirty="0"/>
          </a:p>
        </p:txBody>
      </p:sp>
      <p:sp>
        <p:nvSpPr>
          <p:cNvPr id="39" name="Folded Corner 6">
            <a:extLst>
              <a:ext uri="{FF2B5EF4-FFF2-40B4-BE49-F238E27FC236}">
                <a16:creationId xmlns:a16="http://schemas.microsoft.com/office/drawing/2014/main" id="{D280B2E0-3101-45E2-8E9A-5753531846FC}"/>
              </a:ext>
            </a:extLst>
          </p:cNvPr>
          <p:cNvSpPr/>
          <p:nvPr/>
        </p:nvSpPr>
        <p:spPr>
          <a:xfrm>
            <a:off x="5650099" y="2036239"/>
            <a:ext cx="1107847" cy="333375"/>
          </a:xfrm>
          <a:prstGeom prst="foldedCorner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000" dirty="0">
                <a:solidFill>
                  <a:schemeClr val="lt1"/>
                </a:solidFill>
              </a:rPr>
              <a:t>pattern</a:t>
            </a:r>
            <a:endParaRPr lang="en-AU" sz="2400" dirty="0">
              <a:solidFill>
                <a:schemeClr val="lt1"/>
              </a:solidFill>
            </a:endParaRPr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20DCDAE0-B14B-48F7-8BB7-17A8B4EA6EDF}"/>
              </a:ext>
            </a:extLst>
          </p:cNvPr>
          <p:cNvSpPr/>
          <p:nvPr/>
        </p:nvSpPr>
        <p:spPr>
          <a:xfrm>
            <a:off x="5028926" y="1152160"/>
            <a:ext cx="1903020" cy="1444094"/>
          </a:xfrm>
          <a:prstGeom prst="roundRect">
            <a:avLst/>
          </a:prstGeom>
          <a:noFill/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FBF3F458-CB56-46FC-B31D-0FA159306F30}"/>
              </a:ext>
            </a:extLst>
          </p:cNvPr>
          <p:cNvSpPr/>
          <p:nvPr/>
        </p:nvSpPr>
        <p:spPr>
          <a:xfrm>
            <a:off x="2424819" y="1534461"/>
            <a:ext cx="3166775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e.g., 10^2</a:t>
            </a: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976626A8-F9E3-4A04-9F7E-B6A683EDE5A7}"/>
              </a:ext>
            </a:extLst>
          </p:cNvPr>
          <p:cNvCxnSpPr>
            <a:cxnSpLocks/>
          </p:cNvCxnSpPr>
          <p:nvPr/>
        </p:nvCxnSpPr>
        <p:spPr>
          <a:xfrm flipH="1">
            <a:off x="10514011" y="3644415"/>
            <a:ext cx="1122015" cy="0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0749278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20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12EE0ACC-B8E9-4231-8A79-68758709B998}"/>
              </a:ext>
            </a:extLst>
          </p:cNvPr>
          <p:cNvCxnSpPr>
            <a:cxnSpLocks/>
          </p:cNvCxnSpPr>
          <p:nvPr/>
        </p:nvCxnSpPr>
        <p:spPr>
          <a:xfrm flipH="1">
            <a:off x="3787262" y="3644415"/>
            <a:ext cx="1122015" cy="0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1">
            <a:extLst>
              <a:ext uri="{FF2B5EF4-FFF2-40B4-BE49-F238E27FC236}">
                <a16:creationId xmlns:a16="http://schemas.microsoft.com/office/drawing/2014/main" id="{3158D5FB-18DD-4237-906F-C1994D1F28C9}"/>
              </a:ext>
            </a:extLst>
          </p:cNvPr>
          <p:cNvSpPr/>
          <p:nvPr/>
        </p:nvSpPr>
        <p:spPr>
          <a:xfrm>
            <a:off x="1945337" y="2819001"/>
            <a:ext cx="1661242" cy="1650829"/>
          </a:xfrm>
          <a:prstGeom prst="roundRect">
            <a:avLst/>
          </a:prstGeom>
          <a:pattFill prst="wdUpDiag">
            <a:fgClr>
              <a:schemeClr val="accent2">
                <a:lumMod val="60000"/>
                <a:lumOff val="40000"/>
              </a:schemeClr>
            </a:fgClr>
            <a:bgClr>
              <a:schemeClr val="bg1"/>
            </a:bgClr>
          </a:pattFill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4370009C-2E62-4CA1-8655-AF1037C05DF8}"/>
              </a:ext>
            </a:extLst>
          </p:cNvPr>
          <p:cNvSpPr/>
          <p:nvPr/>
        </p:nvSpPr>
        <p:spPr>
          <a:xfrm>
            <a:off x="-288737" y="3212283"/>
            <a:ext cx="2571869" cy="62550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Malware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4F0289E1-A5D0-40DD-BE8C-2EE6704C0CAF}"/>
              </a:ext>
            </a:extLst>
          </p:cNvPr>
          <p:cNvSpPr/>
          <p:nvPr/>
        </p:nvSpPr>
        <p:spPr>
          <a:xfrm>
            <a:off x="1428669" y="4309163"/>
            <a:ext cx="2455411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encrypted body</a:t>
            </a:r>
          </a:p>
        </p:txBody>
      </p:sp>
      <p:sp>
        <p:nvSpPr>
          <p:cNvPr id="30" name="Rounded Rectangle 1">
            <a:extLst>
              <a:ext uri="{FF2B5EF4-FFF2-40B4-BE49-F238E27FC236}">
                <a16:creationId xmlns:a16="http://schemas.microsoft.com/office/drawing/2014/main" id="{083CAC3C-388C-42B5-8F39-9CB4A18BB1A3}"/>
              </a:ext>
            </a:extLst>
          </p:cNvPr>
          <p:cNvSpPr/>
          <p:nvPr/>
        </p:nvSpPr>
        <p:spPr>
          <a:xfrm>
            <a:off x="5063041" y="2819001"/>
            <a:ext cx="1939101" cy="1650828"/>
          </a:xfrm>
          <a:prstGeom prst="roundRect">
            <a:avLst/>
          </a:prstGeom>
          <a:noFill/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B25A4772-0239-4FF9-8147-B4127BA4C417}"/>
              </a:ext>
            </a:extLst>
          </p:cNvPr>
          <p:cNvSpPr/>
          <p:nvPr/>
        </p:nvSpPr>
        <p:spPr>
          <a:xfrm>
            <a:off x="4946599" y="4309163"/>
            <a:ext cx="2455411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decrypted body</a:t>
            </a:r>
          </a:p>
        </p:txBody>
      </p:sp>
      <p:sp>
        <p:nvSpPr>
          <p:cNvPr id="68" name="Arrow: Right 67">
            <a:extLst>
              <a:ext uri="{FF2B5EF4-FFF2-40B4-BE49-F238E27FC236}">
                <a16:creationId xmlns:a16="http://schemas.microsoft.com/office/drawing/2014/main" id="{71B19640-5882-4BA3-8DD3-CAED7F2ACE26}"/>
              </a:ext>
            </a:extLst>
          </p:cNvPr>
          <p:cNvSpPr/>
          <p:nvPr/>
        </p:nvSpPr>
        <p:spPr>
          <a:xfrm>
            <a:off x="2138279" y="5115314"/>
            <a:ext cx="7475310" cy="1042506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Malware replicates itself and infects others</a:t>
            </a:r>
          </a:p>
        </p:txBody>
      </p:sp>
      <p:cxnSp>
        <p:nvCxnSpPr>
          <p:cNvPr id="74" name="Connector: Curved 73">
            <a:extLst>
              <a:ext uri="{FF2B5EF4-FFF2-40B4-BE49-F238E27FC236}">
                <a16:creationId xmlns:a16="http://schemas.microsoft.com/office/drawing/2014/main" id="{656400F2-E705-47DE-A64B-A755A1A2536A}"/>
              </a:ext>
            </a:extLst>
          </p:cNvPr>
          <p:cNvCxnSpPr>
            <a:cxnSpLocks/>
            <a:endCxn id="42" idx="0"/>
          </p:cNvCxnSpPr>
          <p:nvPr/>
        </p:nvCxnSpPr>
        <p:spPr>
          <a:xfrm rot="10800000" flipV="1">
            <a:off x="2775958" y="2369613"/>
            <a:ext cx="2259948" cy="449388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Rounded Rectangle 1">
            <a:extLst>
              <a:ext uri="{FF2B5EF4-FFF2-40B4-BE49-F238E27FC236}">
                <a16:creationId xmlns:a16="http://schemas.microsoft.com/office/drawing/2014/main" id="{F65D87C8-2561-43EA-B127-AB069B4602C1}"/>
              </a:ext>
            </a:extLst>
          </p:cNvPr>
          <p:cNvSpPr/>
          <p:nvPr/>
        </p:nvSpPr>
        <p:spPr>
          <a:xfrm>
            <a:off x="8686948" y="2819001"/>
            <a:ext cx="1661242" cy="1650830"/>
          </a:xfrm>
          <a:prstGeom prst="roundRect">
            <a:avLst/>
          </a:prstGeom>
          <a:pattFill prst="pct60">
            <a:fgClr>
              <a:schemeClr val="accent2">
                <a:lumMod val="60000"/>
                <a:lumOff val="40000"/>
              </a:schemeClr>
            </a:fgClr>
            <a:bgClr>
              <a:schemeClr val="bg1"/>
            </a:bgClr>
          </a:pattFill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cxnSp>
        <p:nvCxnSpPr>
          <p:cNvPr id="78" name="Connector: Curved 77">
            <a:extLst>
              <a:ext uri="{FF2B5EF4-FFF2-40B4-BE49-F238E27FC236}">
                <a16:creationId xmlns:a16="http://schemas.microsoft.com/office/drawing/2014/main" id="{FCDDE7CF-36A5-4D37-8773-9FE91142C564}"/>
              </a:ext>
            </a:extLst>
          </p:cNvPr>
          <p:cNvCxnSpPr>
            <a:cxnSpLocks/>
            <a:endCxn id="77" idx="0"/>
          </p:cNvCxnSpPr>
          <p:nvPr/>
        </p:nvCxnSpPr>
        <p:spPr>
          <a:xfrm>
            <a:off x="6813957" y="2383453"/>
            <a:ext cx="2703612" cy="435548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E96D072A-A89D-4EC5-BC92-1486F7111634}"/>
              </a:ext>
            </a:extLst>
          </p:cNvPr>
          <p:cNvCxnSpPr>
            <a:cxnSpLocks/>
          </p:cNvCxnSpPr>
          <p:nvPr/>
        </p:nvCxnSpPr>
        <p:spPr>
          <a:xfrm flipH="1">
            <a:off x="7339751" y="3644415"/>
            <a:ext cx="1122015" cy="0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Rectangle 82">
            <a:extLst>
              <a:ext uri="{FF2B5EF4-FFF2-40B4-BE49-F238E27FC236}">
                <a16:creationId xmlns:a16="http://schemas.microsoft.com/office/drawing/2014/main" id="{7A833D9C-DD49-4D0E-98B2-BC92DD0E05AF}"/>
              </a:ext>
            </a:extLst>
          </p:cNvPr>
          <p:cNvSpPr/>
          <p:nvPr/>
        </p:nvSpPr>
        <p:spPr>
          <a:xfrm>
            <a:off x="8357427" y="4289901"/>
            <a:ext cx="2455411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encrypted body</a:t>
            </a:r>
          </a:p>
        </p:txBody>
      </p:sp>
      <p:sp>
        <p:nvSpPr>
          <p:cNvPr id="25" name="Title 3">
            <a:extLst>
              <a:ext uri="{FF2B5EF4-FFF2-40B4-BE49-F238E27FC236}">
                <a16:creationId xmlns:a16="http://schemas.microsoft.com/office/drawing/2014/main" id="{D172C5C1-26B7-4B2B-A892-24940997C453}"/>
              </a:ext>
            </a:extLst>
          </p:cNvPr>
          <p:cNvSpPr txBox="1">
            <a:spLocks/>
          </p:cNvSpPr>
          <p:nvPr/>
        </p:nvSpPr>
        <p:spPr>
          <a:xfrm>
            <a:off x="2662335" y="-19578"/>
            <a:ext cx="7203232" cy="106420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j-lt"/>
                <a:ea typeface="+mj-ea"/>
                <a:cs typeface="Trebuchet M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AU" dirty="0"/>
              <a:t>Oligomorphic Malware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1278148F-BE0A-4F9C-A8B0-C05597A06333}"/>
              </a:ext>
            </a:extLst>
          </p:cNvPr>
          <p:cNvSpPr/>
          <p:nvPr/>
        </p:nvSpPr>
        <p:spPr>
          <a:xfrm>
            <a:off x="5169611" y="1424414"/>
            <a:ext cx="1107847" cy="586958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D798AFAA-5799-4BE3-AC65-DCE7E25090EA}"/>
              </a:ext>
            </a:extLst>
          </p:cNvPr>
          <p:cNvSpPr/>
          <p:nvPr/>
        </p:nvSpPr>
        <p:spPr>
          <a:xfrm>
            <a:off x="5322011" y="1576814"/>
            <a:ext cx="1107847" cy="586958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5CAD0DF4-3F71-4F91-AF36-295E6266DD9D}"/>
              </a:ext>
            </a:extLst>
          </p:cNvPr>
          <p:cNvSpPr/>
          <p:nvPr/>
        </p:nvSpPr>
        <p:spPr>
          <a:xfrm>
            <a:off x="5474411" y="1729214"/>
            <a:ext cx="1107847" cy="586958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CB3AFE73-117A-4D73-8DF7-8637E3BFA983}"/>
              </a:ext>
            </a:extLst>
          </p:cNvPr>
          <p:cNvSpPr/>
          <p:nvPr/>
        </p:nvSpPr>
        <p:spPr>
          <a:xfrm>
            <a:off x="5626811" y="1881614"/>
            <a:ext cx="1107847" cy="586958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4F3ED3DC-B0B1-42F1-B820-91DC8E7CA5ED}"/>
              </a:ext>
            </a:extLst>
          </p:cNvPr>
          <p:cNvSpPr/>
          <p:nvPr/>
        </p:nvSpPr>
        <p:spPr>
          <a:xfrm>
            <a:off x="2383836" y="1045665"/>
            <a:ext cx="3166775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n </a:t>
            </a:r>
            <a:r>
              <a:rPr lang="en-AU" sz="2800" dirty="0" err="1"/>
              <a:t>decryptors</a:t>
            </a:r>
            <a:endParaRPr lang="en-AU" sz="2800" dirty="0"/>
          </a:p>
        </p:txBody>
      </p:sp>
      <p:sp>
        <p:nvSpPr>
          <p:cNvPr id="39" name="Folded Corner 6">
            <a:extLst>
              <a:ext uri="{FF2B5EF4-FFF2-40B4-BE49-F238E27FC236}">
                <a16:creationId xmlns:a16="http://schemas.microsoft.com/office/drawing/2014/main" id="{D280B2E0-3101-45E2-8E9A-5753531846FC}"/>
              </a:ext>
            </a:extLst>
          </p:cNvPr>
          <p:cNvSpPr/>
          <p:nvPr/>
        </p:nvSpPr>
        <p:spPr>
          <a:xfrm>
            <a:off x="5650099" y="2036239"/>
            <a:ext cx="1107847" cy="333375"/>
          </a:xfrm>
          <a:prstGeom prst="foldedCorner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000" dirty="0">
                <a:solidFill>
                  <a:schemeClr val="lt1"/>
                </a:solidFill>
              </a:rPr>
              <a:t>pattern</a:t>
            </a:r>
            <a:endParaRPr lang="en-AU" sz="2400" dirty="0">
              <a:solidFill>
                <a:schemeClr val="lt1"/>
              </a:solidFill>
            </a:endParaRPr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20DCDAE0-B14B-48F7-8BB7-17A8B4EA6EDF}"/>
              </a:ext>
            </a:extLst>
          </p:cNvPr>
          <p:cNvSpPr/>
          <p:nvPr/>
        </p:nvSpPr>
        <p:spPr>
          <a:xfrm>
            <a:off x="5028926" y="1152160"/>
            <a:ext cx="1903020" cy="1444094"/>
          </a:xfrm>
          <a:prstGeom prst="roundRect">
            <a:avLst/>
          </a:prstGeom>
          <a:noFill/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cxnSp>
        <p:nvCxnSpPr>
          <p:cNvPr id="58" name="Connector: Curved 57">
            <a:extLst>
              <a:ext uri="{FF2B5EF4-FFF2-40B4-BE49-F238E27FC236}">
                <a16:creationId xmlns:a16="http://schemas.microsoft.com/office/drawing/2014/main" id="{411E24BB-AA52-4722-A8C7-B3984D548616}"/>
              </a:ext>
            </a:extLst>
          </p:cNvPr>
          <p:cNvCxnSpPr>
            <a:cxnSpLocks/>
          </p:cNvCxnSpPr>
          <p:nvPr/>
        </p:nvCxnSpPr>
        <p:spPr>
          <a:xfrm>
            <a:off x="1945337" y="4172584"/>
            <a:ext cx="3224274" cy="2193290"/>
          </a:xfrm>
          <a:prstGeom prst="curvedConnector3">
            <a:avLst>
              <a:gd name="adj1" fmla="val -28134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Connector: Curved 61">
            <a:extLst>
              <a:ext uri="{FF2B5EF4-FFF2-40B4-BE49-F238E27FC236}">
                <a16:creationId xmlns:a16="http://schemas.microsoft.com/office/drawing/2014/main" id="{5F6FE8C9-13F7-4BAE-98C4-895CFF9E4E5A}"/>
              </a:ext>
            </a:extLst>
          </p:cNvPr>
          <p:cNvCxnSpPr>
            <a:cxnSpLocks/>
          </p:cNvCxnSpPr>
          <p:nvPr/>
        </p:nvCxnSpPr>
        <p:spPr>
          <a:xfrm rot="10800000" flipV="1">
            <a:off x="6734658" y="4172584"/>
            <a:ext cx="3613532" cy="2193290"/>
          </a:xfrm>
          <a:prstGeom prst="curvedConnector3">
            <a:avLst>
              <a:gd name="adj1" fmla="val -21267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Rectangle 78">
            <a:extLst>
              <a:ext uri="{FF2B5EF4-FFF2-40B4-BE49-F238E27FC236}">
                <a16:creationId xmlns:a16="http://schemas.microsoft.com/office/drawing/2014/main" id="{3BFB5622-1B59-4185-BEFB-7AD99E62844D}"/>
              </a:ext>
            </a:extLst>
          </p:cNvPr>
          <p:cNvSpPr/>
          <p:nvPr/>
        </p:nvSpPr>
        <p:spPr>
          <a:xfrm>
            <a:off x="4694501" y="6000749"/>
            <a:ext cx="2571869" cy="62550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Same?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4798E644-E8DD-4825-826C-742E8E240CC2}"/>
              </a:ext>
            </a:extLst>
          </p:cNvPr>
          <p:cNvSpPr/>
          <p:nvPr/>
        </p:nvSpPr>
        <p:spPr>
          <a:xfrm>
            <a:off x="2424819" y="1534461"/>
            <a:ext cx="3166775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e.g., 10^2</a:t>
            </a:r>
          </a:p>
        </p:txBody>
      </p:sp>
    </p:spTree>
    <p:extLst>
      <p:ext uri="{BB962C8B-B14F-4D97-AF65-F5344CB8AC3E}">
        <p14:creationId xmlns:p14="http://schemas.microsoft.com/office/powerpoint/2010/main" val="149089824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21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12EE0ACC-B8E9-4231-8A79-68758709B998}"/>
              </a:ext>
            </a:extLst>
          </p:cNvPr>
          <p:cNvCxnSpPr>
            <a:cxnSpLocks/>
          </p:cNvCxnSpPr>
          <p:nvPr/>
        </p:nvCxnSpPr>
        <p:spPr>
          <a:xfrm flipH="1">
            <a:off x="3787262" y="3644415"/>
            <a:ext cx="1122015" cy="0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1">
            <a:extLst>
              <a:ext uri="{FF2B5EF4-FFF2-40B4-BE49-F238E27FC236}">
                <a16:creationId xmlns:a16="http://schemas.microsoft.com/office/drawing/2014/main" id="{3158D5FB-18DD-4237-906F-C1994D1F28C9}"/>
              </a:ext>
            </a:extLst>
          </p:cNvPr>
          <p:cNvSpPr/>
          <p:nvPr/>
        </p:nvSpPr>
        <p:spPr>
          <a:xfrm>
            <a:off x="1945337" y="2819001"/>
            <a:ext cx="1661242" cy="1650829"/>
          </a:xfrm>
          <a:prstGeom prst="roundRect">
            <a:avLst/>
          </a:prstGeom>
          <a:pattFill prst="wdUpDiag">
            <a:fgClr>
              <a:schemeClr val="accent2">
                <a:lumMod val="60000"/>
                <a:lumOff val="40000"/>
              </a:schemeClr>
            </a:fgClr>
            <a:bgClr>
              <a:schemeClr val="bg1"/>
            </a:bgClr>
          </a:pattFill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4370009C-2E62-4CA1-8655-AF1037C05DF8}"/>
              </a:ext>
            </a:extLst>
          </p:cNvPr>
          <p:cNvSpPr/>
          <p:nvPr/>
        </p:nvSpPr>
        <p:spPr>
          <a:xfrm>
            <a:off x="-288737" y="3377206"/>
            <a:ext cx="2571869" cy="62550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Malware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4F0289E1-A5D0-40DD-BE8C-2EE6704C0CAF}"/>
              </a:ext>
            </a:extLst>
          </p:cNvPr>
          <p:cNvSpPr/>
          <p:nvPr/>
        </p:nvSpPr>
        <p:spPr>
          <a:xfrm>
            <a:off x="1428669" y="4309163"/>
            <a:ext cx="2455411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encrypted body</a:t>
            </a:r>
          </a:p>
        </p:txBody>
      </p:sp>
      <p:sp>
        <p:nvSpPr>
          <p:cNvPr id="30" name="Rounded Rectangle 1">
            <a:extLst>
              <a:ext uri="{FF2B5EF4-FFF2-40B4-BE49-F238E27FC236}">
                <a16:creationId xmlns:a16="http://schemas.microsoft.com/office/drawing/2014/main" id="{083CAC3C-388C-42B5-8F39-9CB4A18BB1A3}"/>
              </a:ext>
            </a:extLst>
          </p:cNvPr>
          <p:cNvSpPr/>
          <p:nvPr/>
        </p:nvSpPr>
        <p:spPr>
          <a:xfrm>
            <a:off x="5063041" y="2819001"/>
            <a:ext cx="1939101" cy="1650828"/>
          </a:xfrm>
          <a:prstGeom prst="roundRect">
            <a:avLst/>
          </a:prstGeom>
          <a:noFill/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B25A4772-0239-4FF9-8147-B4127BA4C417}"/>
              </a:ext>
            </a:extLst>
          </p:cNvPr>
          <p:cNvSpPr/>
          <p:nvPr/>
        </p:nvSpPr>
        <p:spPr>
          <a:xfrm>
            <a:off x="4946599" y="4309163"/>
            <a:ext cx="2455411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decrypted body</a:t>
            </a:r>
          </a:p>
        </p:txBody>
      </p:sp>
      <p:sp>
        <p:nvSpPr>
          <p:cNvPr id="68" name="Arrow: Right 67">
            <a:extLst>
              <a:ext uri="{FF2B5EF4-FFF2-40B4-BE49-F238E27FC236}">
                <a16:creationId xmlns:a16="http://schemas.microsoft.com/office/drawing/2014/main" id="{71B19640-5882-4BA3-8DD3-CAED7F2ACE26}"/>
              </a:ext>
            </a:extLst>
          </p:cNvPr>
          <p:cNvSpPr/>
          <p:nvPr/>
        </p:nvSpPr>
        <p:spPr>
          <a:xfrm>
            <a:off x="2138279" y="5115314"/>
            <a:ext cx="7475310" cy="1042506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Malware replicates itself and infects others</a:t>
            </a:r>
          </a:p>
        </p:txBody>
      </p:sp>
      <p:cxnSp>
        <p:nvCxnSpPr>
          <p:cNvPr id="74" name="Connector: Curved 73">
            <a:extLst>
              <a:ext uri="{FF2B5EF4-FFF2-40B4-BE49-F238E27FC236}">
                <a16:creationId xmlns:a16="http://schemas.microsoft.com/office/drawing/2014/main" id="{656400F2-E705-47DE-A64B-A755A1A2536A}"/>
              </a:ext>
            </a:extLst>
          </p:cNvPr>
          <p:cNvCxnSpPr>
            <a:cxnSpLocks/>
            <a:endCxn id="42" idx="0"/>
          </p:cNvCxnSpPr>
          <p:nvPr/>
        </p:nvCxnSpPr>
        <p:spPr>
          <a:xfrm rot="10800000" flipV="1">
            <a:off x="2775958" y="2369613"/>
            <a:ext cx="2259948" cy="449388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Rounded Rectangle 1">
            <a:extLst>
              <a:ext uri="{FF2B5EF4-FFF2-40B4-BE49-F238E27FC236}">
                <a16:creationId xmlns:a16="http://schemas.microsoft.com/office/drawing/2014/main" id="{F65D87C8-2561-43EA-B127-AB069B4602C1}"/>
              </a:ext>
            </a:extLst>
          </p:cNvPr>
          <p:cNvSpPr/>
          <p:nvPr/>
        </p:nvSpPr>
        <p:spPr>
          <a:xfrm>
            <a:off x="8686948" y="2819001"/>
            <a:ext cx="1661242" cy="1650830"/>
          </a:xfrm>
          <a:prstGeom prst="roundRect">
            <a:avLst/>
          </a:prstGeom>
          <a:pattFill prst="pct60">
            <a:fgClr>
              <a:schemeClr val="accent2">
                <a:lumMod val="60000"/>
                <a:lumOff val="40000"/>
              </a:schemeClr>
            </a:fgClr>
            <a:bgClr>
              <a:schemeClr val="bg1"/>
            </a:bgClr>
          </a:pattFill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cxnSp>
        <p:nvCxnSpPr>
          <p:cNvPr id="78" name="Connector: Curved 77">
            <a:extLst>
              <a:ext uri="{FF2B5EF4-FFF2-40B4-BE49-F238E27FC236}">
                <a16:creationId xmlns:a16="http://schemas.microsoft.com/office/drawing/2014/main" id="{FCDDE7CF-36A5-4D37-8773-9FE91142C564}"/>
              </a:ext>
            </a:extLst>
          </p:cNvPr>
          <p:cNvCxnSpPr>
            <a:cxnSpLocks/>
            <a:endCxn id="77" idx="0"/>
          </p:cNvCxnSpPr>
          <p:nvPr/>
        </p:nvCxnSpPr>
        <p:spPr>
          <a:xfrm>
            <a:off x="6813957" y="2383453"/>
            <a:ext cx="2703612" cy="435548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E96D072A-A89D-4EC5-BC92-1486F7111634}"/>
              </a:ext>
            </a:extLst>
          </p:cNvPr>
          <p:cNvCxnSpPr>
            <a:cxnSpLocks/>
          </p:cNvCxnSpPr>
          <p:nvPr/>
        </p:nvCxnSpPr>
        <p:spPr>
          <a:xfrm flipH="1">
            <a:off x="7339751" y="3644415"/>
            <a:ext cx="1122015" cy="0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Rectangle 82">
            <a:extLst>
              <a:ext uri="{FF2B5EF4-FFF2-40B4-BE49-F238E27FC236}">
                <a16:creationId xmlns:a16="http://schemas.microsoft.com/office/drawing/2014/main" id="{7A833D9C-DD49-4D0E-98B2-BC92DD0E05AF}"/>
              </a:ext>
            </a:extLst>
          </p:cNvPr>
          <p:cNvSpPr/>
          <p:nvPr/>
        </p:nvSpPr>
        <p:spPr>
          <a:xfrm>
            <a:off x="8357427" y="4289901"/>
            <a:ext cx="2455411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encrypted body</a:t>
            </a:r>
          </a:p>
        </p:txBody>
      </p:sp>
      <p:sp>
        <p:nvSpPr>
          <p:cNvPr id="25" name="Title 3">
            <a:extLst>
              <a:ext uri="{FF2B5EF4-FFF2-40B4-BE49-F238E27FC236}">
                <a16:creationId xmlns:a16="http://schemas.microsoft.com/office/drawing/2014/main" id="{D172C5C1-26B7-4B2B-A892-24940997C453}"/>
              </a:ext>
            </a:extLst>
          </p:cNvPr>
          <p:cNvSpPr txBox="1">
            <a:spLocks/>
          </p:cNvSpPr>
          <p:nvPr/>
        </p:nvSpPr>
        <p:spPr>
          <a:xfrm>
            <a:off x="2662335" y="-19578"/>
            <a:ext cx="7203232" cy="106420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j-lt"/>
                <a:ea typeface="+mj-ea"/>
                <a:cs typeface="Trebuchet M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AU" dirty="0"/>
              <a:t>Oligomorphic Malware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1278148F-BE0A-4F9C-A8B0-C05597A06333}"/>
              </a:ext>
            </a:extLst>
          </p:cNvPr>
          <p:cNvSpPr/>
          <p:nvPr/>
        </p:nvSpPr>
        <p:spPr>
          <a:xfrm>
            <a:off x="5169611" y="1424414"/>
            <a:ext cx="1107847" cy="586958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D798AFAA-5799-4BE3-AC65-DCE7E25090EA}"/>
              </a:ext>
            </a:extLst>
          </p:cNvPr>
          <p:cNvSpPr/>
          <p:nvPr/>
        </p:nvSpPr>
        <p:spPr>
          <a:xfrm>
            <a:off x="5322011" y="1576814"/>
            <a:ext cx="1107847" cy="586958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5CAD0DF4-3F71-4F91-AF36-295E6266DD9D}"/>
              </a:ext>
            </a:extLst>
          </p:cNvPr>
          <p:cNvSpPr/>
          <p:nvPr/>
        </p:nvSpPr>
        <p:spPr>
          <a:xfrm>
            <a:off x="5474411" y="1729214"/>
            <a:ext cx="1107847" cy="586958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CB3AFE73-117A-4D73-8DF7-8637E3BFA983}"/>
              </a:ext>
            </a:extLst>
          </p:cNvPr>
          <p:cNvSpPr/>
          <p:nvPr/>
        </p:nvSpPr>
        <p:spPr>
          <a:xfrm>
            <a:off x="5626811" y="1881614"/>
            <a:ext cx="1107847" cy="586958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4F3ED3DC-B0B1-42F1-B820-91DC8E7CA5ED}"/>
              </a:ext>
            </a:extLst>
          </p:cNvPr>
          <p:cNvSpPr/>
          <p:nvPr/>
        </p:nvSpPr>
        <p:spPr>
          <a:xfrm>
            <a:off x="2383836" y="1045665"/>
            <a:ext cx="3166775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n </a:t>
            </a:r>
            <a:r>
              <a:rPr lang="en-AU" sz="2800" dirty="0" err="1"/>
              <a:t>decryptors</a:t>
            </a:r>
            <a:endParaRPr lang="en-AU" sz="2800" dirty="0"/>
          </a:p>
        </p:txBody>
      </p:sp>
      <p:sp>
        <p:nvSpPr>
          <p:cNvPr id="39" name="Folded Corner 6">
            <a:extLst>
              <a:ext uri="{FF2B5EF4-FFF2-40B4-BE49-F238E27FC236}">
                <a16:creationId xmlns:a16="http://schemas.microsoft.com/office/drawing/2014/main" id="{D280B2E0-3101-45E2-8E9A-5753531846FC}"/>
              </a:ext>
            </a:extLst>
          </p:cNvPr>
          <p:cNvSpPr/>
          <p:nvPr/>
        </p:nvSpPr>
        <p:spPr>
          <a:xfrm>
            <a:off x="5650099" y="2036239"/>
            <a:ext cx="1107847" cy="333375"/>
          </a:xfrm>
          <a:prstGeom prst="foldedCorner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000" dirty="0">
                <a:solidFill>
                  <a:schemeClr val="lt1"/>
                </a:solidFill>
              </a:rPr>
              <a:t>pattern</a:t>
            </a:r>
            <a:endParaRPr lang="en-AU" sz="2400" dirty="0">
              <a:solidFill>
                <a:schemeClr val="lt1"/>
              </a:solidFill>
            </a:endParaRPr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20DCDAE0-B14B-48F7-8BB7-17A8B4EA6EDF}"/>
              </a:ext>
            </a:extLst>
          </p:cNvPr>
          <p:cNvSpPr/>
          <p:nvPr/>
        </p:nvSpPr>
        <p:spPr>
          <a:xfrm>
            <a:off x="5028926" y="1152160"/>
            <a:ext cx="1903020" cy="1444094"/>
          </a:xfrm>
          <a:prstGeom prst="roundRect">
            <a:avLst/>
          </a:prstGeom>
          <a:noFill/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cxnSp>
        <p:nvCxnSpPr>
          <p:cNvPr id="58" name="Connector: Curved 57">
            <a:extLst>
              <a:ext uri="{FF2B5EF4-FFF2-40B4-BE49-F238E27FC236}">
                <a16:creationId xmlns:a16="http://schemas.microsoft.com/office/drawing/2014/main" id="{411E24BB-AA52-4722-A8C7-B3984D548616}"/>
              </a:ext>
            </a:extLst>
          </p:cNvPr>
          <p:cNvCxnSpPr>
            <a:cxnSpLocks/>
          </p:cNvCxnSpPr>
          <p:nvPr/>
        </p:nvCxnSpPr>
        <p:spPr>
          <a:xfrm>
            <a:off x="1945337" y="4172584"/>
            <a:ext cx="3224274" cy="2193290"/>
          </a:xfrm>
          <a:prstGeom prst="curvedConnector3">
            <a:avLst>
              <a:gd name="adj1" fmla="val -28134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Connector: Curved 61">
            <a:extLst>
              <a:ext uri="{FF2B5EF4-FFF2-40B4-BE49-F238E27FC236}">
                <a16:creationId xmlns:a16="http://schemas.microsoft.com/office/drawing/2014/main" id="{5F6FE8C9-13F7-4BAE-98C4-895CFF9E4E5A}"/>
              </a:ext>
            </a:extLst>
          </p:cNvPr>
          <p:cNvCxnSpPr>
            <a:cxnSpLocks/>
          </p:cNvCxnSpPr>
          <p:nvPr/>
        </p:nvCxnSpPr>
        <p:spPr>
          <a:xfrm rot="10800000" flipV="1">
            <a:off x="6734658" y="4172584"/>
            <a:ext cx="3613532" cy="2193290"/>
          </a:xfrm>
          <a:prstGeom prst="curvedConnector3">
            <a:avLst>
              <a:gd name="adj1" fmla="val -21267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Rectangle 78">
            <a:extLst>
              <a:ext uri="{FF2B5EF4-FFF2-40B4-BE49-F238E27FC236}">
                <a16:creationId xmlns:a16="http://schemas.microsoft.com/office/drawing/2014/main" id="{3BFB5622-1B59-4185-BEFB-7AD99E62844D}"/>
              </a:ext>
            </a:extLst>
          </p:cNvPr>
          <p:cNvSpPr/>
          <p:nvPr/>
        </p:nvSpPr>
        <p:spPr>
          <a:xfrm>
            <a:off x="4666200" y="6365874"/>
            <a:ext cx="2571869" cy="4571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Different</a:t>
            </a:r>
          </a:p>
          <a:p>
            <a:pPr algn="ctr"/>
            <a:r>
              <a:rPr lang="en-AU" sz="2800" dirty="0"/>
              <a:t>(most cases)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37119EF7-62F3-4A7D-879C-76C11BB7E382}"/>
              </a:ext>
            </a:extLst>
          </p:cNvPr>
          <p:cNvSpPr/>
          <p:nvPr/>
        </p:nvSpPr>
        <p:spPr>
          <a:xfrm>
            <a:off x="2424819" y="1534461"/>
            <a:ext cx="3166775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e.g., 10^2</a:t>
            </a:r>
          </a:p>
        </p:txBody>
      </p:sp>
    </p:spTree>
    <p:extLst>
      <p:ext uri="{BB962C8B-B14F-4D97-AF65-F5344CB8AC3E}">
        <p14:creationId xmlns:p14="http://schemas.microsoft.com/office/powerpoint/2010/main" val="405597993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22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78AFAD24-1767-498B-B327-BE4185125CA0}"/>
              </a:ext>
            </a:extLst>
          </p:cNvPr>
          <p:cNvSpPr/>
          <p:nvPr/>
        </p:nvSpPr>
        <p:spPr>
          <a:xfrm>
            <a:off x="8008811" y="1071640"/>
            <a:ext cx="2793161" cy="8784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Anti-malware pattern detection</a:t>
            </a: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12EE0ACC-B8E9-4231-8A79-68758709B998}"/>
              </a:ext>
            </a:extLst>
          </p:cNvPr>
          <p:cNvCxnSpPr>
            <a:cxnSpLocks/>
          </p:cNvCxnSpPr>
          <p:nvPr/>
        </p:nvCxnSpPr>
        <p:spPr>
          <a:xfrm flipH="1">
            <a:off x="3787262" y="3842535"/>
            <a:ext cx="1122015" cy="0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1">
            <a:extLst>
              <a:ext uri="{FF2B5EF4-FFF2-40B4-BE49-F238E27FC236}">
                <a16:creationId xmlns:a16="http://schemas.microsoft.com/office/drawing/2014/main" id="{3158D5FB-18DD-4237-906F-C1994D1F28C9}"/>
              </a:ext>
            </a:extLst>
          </p:cNvPr>
          <p:cNvSpPr/>
          <p:nvPr/>
        </p:nvSpPr>
        <p:spPr>
          <a:xfrm>
            <a:off x="1945337" y="3017121"/>
            <a:ext cx="1661242" cy="1650829"/>
          </a:xfrm>
          <a:prstGeom prst="roundRect">
            <a:avLst/>
          </a:prstGeom>
          <a:pattFill prst="wdUpDiag">
            <a:fgClr>
              <a:schemeClr val="accent2">
                <a:lumMod val="60000"/>
                <a:lumOff val="40000"/>
              </a:schemeClr>
            </a:fgClr>
            <a:bgClr>
              <a:schemeClr val="bg1"/>
            </a:bgClr>
          </a:pattFill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4370009C-2E62-4CA1-8655-AF1037C05DF8}"/>
              </a:ext>
            </a:extLst>
          </p:cNvPr>
          <p:cNvSpPr/>
          <p:nvPr/>
        </p:nvSpPr>
        <p:spPr>
          <a:xfrm>
            <a:off x="-288737" y="3559035"/>
            <a:ext cx="2571869" cy="62550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Malware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4F0289E1-A5D0-40DD-BE8C-2EE6704C0CAF}"/>
              </a:ext>
            </a:extLst>
          </p:cNvPr>
          <p:cNvSpPr/>
          <p:nvPr/>
        </p:nvSpPr>
        <p:spPr>
          <a:xfrm>
            <a:off x="1428669" y="4507283"/>
            <a:ext cx="2455411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encrypted body</a:t>
            </a:r>
          </a:p>
        </p:txBody>
      </p:sp>
      <p:sp>
        <p:nvSpPr>
          <p:cNvPr id="30" name="Rounded Rectangle 1">
            <a:extLst>
              <a:ext uri="{FF2B5EF4-FFF2-40B4-BE49-F238E27FC236}">
                <a16:creationId xmlns:a16="http://schemas.microsoft.com/office/drawing/2014/main" id="{083CAC3C-388C-42B5-8F39-9CB4A18BB1A3}"/>
              </a:ext>
            </a:extLst>
          </p:cNvPr>
          <p:cNvSpPr/>
          <p:nvPr/>
        </p:nvSpPr>
        <p:spPr>
          <a:xfrm>
            <a:off x="5063041" y="3017121"/>
            <a:ext cx="1939101" cy="1650828"/>
          </a:xfrm>
          <a:prstGeom prst="roundRect">
            <a:avLst/>
          </a:prstGeom>
          <a:noFill/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B25A4772-0239-4FF9-8147-B4127BA4C417}"/>
              </a:ext>
            </a:extLst>
          </p:cNvPr>
          <p:cNvSpPr/>
          <p:nvPr/>
        </p:nvSpPr>
        <p:spPr>
          <a:xfrm>
            <a:off x="4946599" y="4507283"/>
            <a:ext cx="2455411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decrypted body</a:t>
            </a:r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362BC3F6-787F-4C2E-8DED-762436F8E681}"/>
              </a:ext>
            </a:extLst>
          </p:cNvPr>
          <p:cNvCxnSpPr>
            <a:cxnSpLocks/>
            <a:stCxn id="50" idx="3"/>
            <a:endCxn id="35" idx="1"/>
          </p:cNvCxnSpPr>
          <p:nvPr/>
        </p:nvCxnSpPr>
        <p:spPr>
          <a:xfrm flipV="1">
            <a:off x="6931946" y="1510883"/>
            <a:ext cx="1076865" cy="561444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Arrow: Right 67">
            <a:extLst>
              <a:ext uri="{FF2B5EF4-FFF2-40B4-BE49-F238E27FC236}">
                <a16:creationId xmlns:a16="http://schemas.microsoft.com/office/drawing/2014/main" id="{71B19640-5882-4BA3-8DD3-CAED7F2ACE26}"/>
              </a:ext>
            </a:extLst>
          </p:cNvPr>
          <p:cNvSpPr/>
          <p:nvPr/>
        </p:nvSpPr>
        <p:spPr>
          <a:xfrm>
            <a:off x="2138279" y="5313434"/>
            <a:ext cx="7475310" cy="1042506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Malware replicates itself and infects others</a:t>
            </a:r>
          </a:p>
        </p:txBody>
      </p:sp>
      <p:cxnSp>
        <p:nvCxnSpPr>
          <p:cNvPr id="74" name="Connector: Curved 73">
            <a:extLst>
              <a:ext uri="{FF2B5EF4-FFF2-40B4-BE49-F238E27FC236}">
                <a16:creationId xmlns:a16="http://schemas.microsoft.com/office/drawing/2014/main" id="{656400F2-E705-47DE-A64B-A755A1A2536A}"/>
              </a:ext>
            </a:extLst>
          </p:cNvPr>
          <p:cNvCxnSpPr>
            <a:cxnSpLocks/>
            <a:endCxn id="42" idx="0"/>
          </p:cNvCxnSpPr>
          <p:nvPr/>
        </p:nvCxnSpPr>
        <p:spPr>
          <a:xfrm rot="10800000" flipV="1">
            <a:off x="2775958" y="2567733"/>
            <a:ext cx="2259948" cy="449388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Rounded Rectangle 1">
            <a:extLst>
              <a:ext uri="{FF2B5EF4-FFF2-40B4-BE49-F238E27FC236}">
                <a16:creationId xmlns:a16="http://schemas.microsoft.com/office/drawing/2014/main" id="{F65D87C8-2561-43EA-B127-AB069B4602C1}"/>
              </a:ext>
            </a:extLst>
          </p:cNvPr>
          <p:cNvSpPr/>
          <p:nvPr/>
        </p:nvSpPr>
        <p:spPr>
          <a:xfrm>
            <a:off x="8686948" y="3017121"/>
            <a:ext cx="1661242" cy="1650830"/>
          </a:xfrm>
          <a:prstGeom prst="roundRect">
            <a:avLst/>
          </a:prstGeom>
          <a:pattFill prst="pct60">
            <a:fgClr>
              <a:schemeClr val="accent2">
                <a:lumMod val="60000"/>
                <a:lumOff val="40000"/>
              </a:schemeClr>
            </a:fgClr>
            <a:bgClr>
              <a:schemeClr val="bg1"/>
            </a:bgClr>
          </a:pattFill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cxnSp>
        <p:nvCxnSpPr>
          <p:cNvPr id="78" name="Connector: Curved 77">
            <a:extLst>
              <a:ext uri="{FF2B5EF4-FFF2-40B4-BE49-F238E27FC236}">
                <a16:creationId xmlns:a16="http://schemas.microsoft.com/office/drawing/2014/main" id="{FCDDE7CF-36A5-4D37-8773-9FE91142C564}"/>
              </a:ext>
            </a:extLst>
          </p:cNvPr>
          <p:cNvCxnSpPr>
            <a:cxnSpLocks/>
            <a:endCxn id="77" idx="0"/>
          </p:cNvCxnSpPr>
          <p:nvPr/>
        </p:nvCxnSpPr>
        <p:spPr>
          <a:xfrm>
            <a:off x="6813957" y="2581573"/>
            <a:ext cx="2703612" cy="435548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E96D072A-A89D-4EC5-BC92-1486F7111634}"/>
              </a:ext>
            </a:extLst>
          </p:cNvPr>
          <p:cNvCxnSpPr>
            <a:cxnSpLocks/>
          </p:cNvCxnSpPr>
          <p:nvPr/>
        </p:nvCxnSpPr>
        <p:spPr>
          <a:xfrm flipH="1">
            <a:off x="7339751" y="3842535"/>
            <a:ext cx="1122015" cy="0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Rectangle 82">
            <a:extLst>
              <a:ext uri="{FF2B5EF4-FFF2-40B4-BE49-F238E27FC236}">
                <a16:creationId xmlns:a16="http://schemas.microsoft.com/office/drawing/2014/main" id="{7A833D9C-DD49-4D0E-98B2-BC92DD0E05AF}"/>
              </a:ext>
            </a:extLst>
          </p:cNvPr>
          <p:cNvSpPr/>
          <p:nvPr/>
        </p:nvSpPr>
        <p:spPr>
          <a:xfrm>
            <a:off x="8357427" y="4488021"/>
            <a:ext cx="2455411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encrypted body</a:t>
            </a:r>
          </a:p>
        </p:txBody>
      </p:sp>
      <p:sp>
        <p:nvSpPr>
          <p:cNvPr id="25" name="Title 3">
            <a:extLst>
              <a:ext uri="{FF2B5EF4-FFF2-40B4-BE49-F238E27FC236}">
                <a16:creationId xmlns:a16="http://schemas.microsoft.com/office/drawing/2014/main" id="{D172C5C1-26B7-4B2B-A892-24940997C453}"/>
              </a:ext>
            </a:extLst>
          </p:cNvPr>
          <p:cNvSpPr txBox="1">
            <a:spLocks/>
          </p:cNvSpPr>
          <p:nvPr/>
        </p:nvSpPr>
        <p:spPr>
          <a:xfrm>
            <a:off x="2662335" y="-19578"/>
            <a:ext cx="7203232" cy="106420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j-lt"/>
                <a:ea typeface="+mj-ea"/>
                <a:cs typeface="Trebuchet M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AU" dirty="0"/>
              <a:t>Oligomorphic Malware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1278148F-BE0A-4F9C-A8B0-C05597A06333}"/>
              </a:ext>
            </a:extLst>
          </p:cNvPr>
          <p:cNvSpPr/>
          <p:nvPr/>
        </p:nvSpPr>
        <p:spPr>
          <a:xfrm>
            <a:off x="5169611" y="1622534"/>
            <a:ext cx="1107847" cy="586958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D798AFAA-5799-4BE3-AC65-DCE7E25090EA}"/>
              </a:ext>
            </a:extLst>
          </p:cNvPr>
          <p:cNvSpPr/>
          <p:nvPr/>
        </p:nvSpPr>
        <p:spPr>
          <a:xfrm>
            <a:off x="5322011" y="1774934"/>
            <a:ext cx="1107847" cy="586958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5CAD0DF4-3F71-4F91-AF36-295E6266DD9D}"/>
              </a:ext>
            </a:extLst>
          </p:cNvPr>
          <p:cNvSpPr/>
          <p:nvPr/>
        </p:nvSpPr>
        <p:spPr>
          <a:xfrm>
            <a:off x="5474411" y="1927334"/>
            <a:ext cx="1107847" cy="586958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CB3AFE73-117A-4D73-8DF7-8637E3BFA983}"/>
              </a:ext>
            </a:extLst>
          </p:cNvPr>
          <p:cNvSpPr/>
          <p:nvPr/>
        </p:nvSpPr>
        <p:spPr>
          <a:xfrm>
            <a:off x="5626811" y="2079734"/>
            <a:ext cx="1107847" cy="586958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4F3ED3DC-B0B1-42F1-B820-91DC8E7CA5ED}"/>
              </a:ext>
            </a:extLst>
          </p:cNvPr>
          <p:cNvSpPr/>
          <p:nvPr/>
        </p:nvSpPr>
        <p:spPr>
          <a:xfrm>
            <a:off x="2383836" y="1243785"/>
            <a:ext cx="3166775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n </a:t>
            </a:r>
            <a:r>
              <a:rPr lang="en-AU" sz="2800" dirty="0" err="1"/>
              <a:t>decryptors</a:t>
            </a:r>
            <a:endParaRPr lang="en-AU" sz="2800" dirty="0"/>
          </a:p>
        </p:txBody>
      </p:sp>
      <p:sp>
        <p:nvSpPr>
          <p:cNvPr id="39" name="Folded Corner 6">
            <a:extLst>
              <a:ext uri="{FF2B5EF4-FFF2-40B4-BE49-F238E27FC236}">
                <a16:creationId xmlns:a16="http://schemas.microsoft.com/office/drawing/2014/main" id="{D280B2E0-3101-45E2-8E9A-5753531846FC}"/>
              </a:ext>
            </a:extLst>
          </p:cNvPr>
          <p:cNvSpPr/>
          <p:nvPr/>
        </p:nvSpPr>
        <p:spPr>
          <a:xfrm>
            <a:off x="5650099" y="2234359"/>
            <a:ext cx="1107847" cy="333375"/>
          </a:xfrm>
          <a:prstGeom prst="foldedCorner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000" dirty="0">
                <a:solidFill>
                  <a:schemeClr val="lt1"/>
                </a:solidFill>
              </a:rPr>
              <a:t>pattern</a:t>
            </a:r>
            <a:endParaRPr lang="en-AU" sz="2400" dirty="0">
              <a:solidFill>
                <a:schemeClr val="lt1"/>
              </a:solidFill>
            </a:endParaRPr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20DCDAE0-B14B-48F7-8BB7-17A8B4EA6EDF}"/>
              </a:ext>
            </a:extLst>
          </p:cNvPr>
          <p:cNvSpPr/>
          <p:nvPr/>
        </p:nvSpPr>
        <p:spPr>
          <a:xfrm>
            <a:off x="5028926" y="1350280"/>
            <a:ext cx="1903020" cy="1444094"/>
          </a:xfrm>
          <a:prstGeom prst="roundRect">
            <a:avLst/>
          </a:prstGeom>
          <a:noFill/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37119EF7-62F3-4A7D-879C-76C11BB7E382}"/>
              </a:ext>
            </a:extLst>
          </p:cNvPr>
          <p:cNvSpPr/>
          <p:nvPr/>
        </p:nvSpPr>
        <p:spPr>
          <a:xfrm>
            <a:off x="2424819" y="1732581"/>
            <a:ext cx="3166775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e.g., 10^2</a:t>
            </a:r>
          </a:p>
        </p:txBody>
      </p:sp>
    </p:spTree>
    <p:extLst>
      <p:ext uri="{BB962C8B-B14F-4D97-AF65-F5344CB8AC3E}">
        <p14:creationId xmlns:p14="http://schemas.microsoft.com/office/powerpoint/2010/main" val="320970290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Title 3">
            <a:extLst>
              <a:ext uri="{FF2B5EF4-FFF2-40B4-BE49-F238E27FC236}">
                <a16:creationId xmlns:a16="http://schemas.microsoft.com/office/drawing/2014/main" id="{D172C5C1-26B7-4B2B-A892-24940997C453}"/>
              </a:ext>
            </a:extLst>
          </p:cNvPr>
          <p:cNvSpPr txBox="1">
            <a:spLocks/>
          </p:cNvSpPr>
          <p:nvPr/>
        </p:nvSpPr>
        <p:spPr>
          <a:xfrm>
            <a:off x="2662335" y="-19578"/>
            <a:ext cx="7203232" cy="106420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j-lt"/>
                <a:ea typeface="+mj-ea"/>
                <a:cs typeface="Trebuchet M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AU" dirty="0"/>
              <a:t>Polymorphic Malware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1278148F-BE0A-4F9C-A8B0-C05597A06333}"/>
              </a:ext>
            </a:extLst>
          </p:cNvPr>
          <p:cNvSpPr/>
          <p:nvPr/>
        </p:nvSpPr>
        <p:spPr>
          <a:xfrm>
            <a:off x="6121331" y="1424414"/>
            <a:ext cx="1107847" cy="586958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D798AFAA-5799-4BE3-AC65-DCE7E25090EA}"/>
              </a:ext>
            </a:extLst>
          </p:cNvPr>
          <p:cNvSpPr/>
          <p:nvPr/>
        </p:nvSpPr>
        <p:spPr>
          <a:xfrm>
            <a:off x="6273731" y="1576814"/>
            <a:ext cx="1107847" cy="586958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5CAD0DF4-3F71-4F91-AF36-295E6266DD9D}"/>
              </a:ext>
            </a:extLst>
          </p:cNvPr>
          <p:cNvSpPr/>
          <p:nvPr/>
        </p:nvSpPr>
        <p:spPr>
          <a:xfrm>
            <a:off x="6426131" y="1729214"/>
            <a:ext cx="1107847" cy="586958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CB3AFE73-117A-4D73-8DF7-8637E3BFA983}"/>
              </a:ext>
            </a:extLst>
          </p:cNvPr>
          <p:cNvSpPr/>
          <p:nvPr/>
        </p:nvSpPr>
        <p:spPr>
          <a:xfrm>
            <a:off x="6578531" y="1881614"/>
            <a:ext cx="1107847" cy="586958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4F3ED3DC-B0B1-42F1-B820-91DC8E7CA5ED}"/>
              </a:ext>
            </a:extLst>
          </p:cNvPr>
          <p:cNvSpPr/>
          <p:nvPr/>
        </p:nvSpPr>
        <p:spPr>
          <a:xfrm>
            <a:off x="1994722" y="1044631"/>
            <a:ext cx="4348155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n </a:t>
            </a:r>
            <a:r>
              <a:rPr lang="en-AU" sz="2800" dirty="0">
                <a:solidFill>
                  <a:srgbClr val="FF0000"/>
                </a:solidFill>
              </a:rPr>
              <a:t>mutated</a:t>
            </a:r>
            <a:r>
              <a:rPr lang="en-AU" sz="2800" dirty="0"/>
              <a:t> </a:t>
            </a:r>
            <a:r>
              <a:rPr lang="en-AU" sz="2800" dirty="0" err="1"/>
              <a:t>decryptors</a:t>
            </a:r>
            <a:endParaRPr lang="en-AU" sz="2800" dirty="0"/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20DCDAE0-B14B-48F7-8BB7-17A8B4EA6EDF}"/>
              </a:ext>
            </a:extLst>
          </p:cNvPr>
          <p:cNvSpPr/>
          <p:nvPr/>
        </p:nvSpPr>
        <p:spPr>
          <a:xfrm>
            <a:off x="5980646" y="1152160"/>
            <a:ext cx="1903020" cy="1444094"/>
          </a:xfrm>
          <a:prstGeom prst="roundRect">
            <a:avLst/>
          </a:prstGeom>
          <a:noFill/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1EFC4CEA-B9CA-480C-BADF-24E0714483FA}"/>
              </a:ext>
            </a:extLst>
          </p:cNvPr>
          <p:cNvSpPr/>
          <p:nvPr/>
        </p:nvSpPr>
        <p:spPr>
          <a:xfrm>
            <a:off x="3400112" y="1495760"/>
            <a:ext cx="3166775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e.g., 10^9</a:t>
            </a:r>
          </a:p>
        </p:txBody>
      </p:sp>
    </p:spTree>
    <p:extLst>
      <p:ext uri="{BB962C8B-B14F-4D97-AF65-F5344CB8AC3E}">
        <p14:creationId xmlns:p14="http://schemas.microsoft.com/office/powerpoint/2010/main" val="119579518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Title 3">
            <a:extLst>
              <a:ext uri="{FF2B5EF4-FFF2-40B4-BE49-F238E27FC236}">
                <a16:creationId xmlns:a16="http://schemas.microsoft.com/office/drawing/2014/main" id="{D172C5C1-26B7-4B2B-A892-24940997C453}"/>
              </a:ext>
            </a:extLst>
          </p:cNvPr>
          <p:cNvSpPr txBox="1">
            <a:spLocks/>
          </p:cNvSpPr>
          <p:nvPr/>
        </p:nvSpPr>
        <p:spPr>
          <a:xfrm>
            <a:off x="2662335" y="-19578"/>
            <a:ext cx="7203232" cy="106420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j-lt"/>
                <a:ea typeface="+mj-ea"/>
                <a:cs typeface="Trebuchet M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AU" dirty="0"/>
              <a:t>Polymorphic Malware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1278148F-BE0A-4F9C-A8B0-C05597A06333}"/>
              </a:ext>
            </a:extLst>
          </p:cNvPr>
          <p:cNvSpPr/>
          <p:nvPr/>
        </p:nvSpPr>
        <p:spPr>
          <a:xfrm>
            <a:off x="6121331" y="1424414"/>
            <a:ext cx="1107847" cy="586958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D798AFAA-5799-4BE3-AC65-DCE7E25090EA}"/>
              </a:ext>
            </a:extLst>
          </p:cNvPr>
          <p:cNvSpPr/>
          <p:nvPr/>
        </p:nvSpPr>
        <p:spPr>
          <a:xfrm>
            <a:off x="6273731" y="1576814"/>
            <a:ext cx="1107847" cy="586958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5CAD0DF4-3F71-4F91-AF36-295E6266DD9D}"/>
              </a:ext>
            </a:extLst>
          </p:cNvPr>
          <p:cNvSpPr/>
          <p:nvPr/>
        </p:nvSpPr>
        <p:spPr>
          <a:xfrm>
            <a:off x="6426131" y="1729214"/>
            <a:ext cx="1107847" cy="586958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CB3AFE73-117A-4D73-8DF7-8637E3BFA983}"/>
              </a:ext>
            </a:extLst>
          </p:cNvPr>
          <p:cNvSpPr/>
          <p:nvPr/>
        </p:nvSpPr>
        <p:spPr>
          <a:xfrm>
            <a:off x="6578531" y="1881614"/>
            <a:ext cx="1107847" cy="586958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4F3ED3DC-B0B1-42F1-B820-91DC8E7CA5ED}"/>
              </a:ext>
            </a:extLst>
          </p:cNvPr>
          <p:cNvSpPr/>
          <p:nvPr/>
        </p:nvSpPr>
        <p:spPr>
          <a:xfrm>
            <a:off x="1994722" y="1044631"/>
            <a:ext cx="4348155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n </a:t>
            </a:r>
            <a:r>
              <a:rPr lang="en-AU" sz="2800" dirty="0">
                <a:solidFill>
                  <a:srgbClr val="FF0000"/>
                </a:solidFill>
              </a:rPr>
              <a:t>mutated</a:t>
            </a:r>
            <a:r>
              <a:rPr lang="en-AU" sz="2800" dirty="0"/>
              <a:t> </a:t>
            </a:r>
            <a:r>
              <a:rPr lang="en-AU" sz="2800" dirty="0" err="1"/>
              <a:t>decryptors</a:t>
            </a:r>
            <a:endParaRPr lang="en-AU" sz="2800" dirty="0"/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20DCDAE0-B14B-48F7-8BB7-17A8B4EA6EDF}"/>
              </a:ext>
            </a:extLst>
          </p:cNvPr>
          <p:cNvSpPr/>
          <p:nvPr/>
        </p:nvSpPr>
        <p:spPr>
          <a:xfrm>
            <a:off x="5980646" y="1152160"/>
            <a:ext cx="1903020" cy="1444094"/>
          </a:xfrm>
          <a:prstGeom prst="roundRect">
            <a:avLst/>
          </a:prstGeom>
          <a:noFill/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1EFC4CEA-B9CA-480C-BADF-24E0714483FA}"/>
              </a:ext>
            </a:extLst>
          </p:cNvPr>
          <p:cNvSpPr/>
          <p:nvPr/>
        </p:nvSpPr>
        <p:spPr>
          <a:xfrm>
            <a:off x="3400112" y="1495760"/>
            <a:ext cx="3166775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e.g., 10^9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356A2907-1B53-4B6D-8756-018A7E16D432}"/>
              </a:ext>
            </a:extLst>
          </p:cNvPr>
          <p:cNvSpPr/>
          <p:nvPr/>
        </p:nvSpPr>
        <p:spPr>
          <a:xfrm>
            <a:off x="9019063" y="873520"/>
            <a:ext cx="2793161" cy="8784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Anti-malware pattern detection</a:t>
            </a: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08703748-3091-468D-A41F-D67F5B8D9967}"/>
              </a:ext>
            </a:extLst>
          </p:cNvPr>
          <p:cNvCxnSpPr>
            <a:cxnSpLocks/>
            <a:endCxn id="34" idx="1"/>
          </p:cNvCxnSpPr>
          <p:nvPr/>
        </p:nvCxnSpPr>
        <p:spPr>
          <a:xfrm flipV="1">
            <a:off x="7883666" y="1312763"/>
            <a:ext cx="1135397" cy="561444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Multiplication Sign 44">
            <a:extLst>
              <a:ext uri="{FF2B5EF4-FFF2-40B4-BE49-F238E27FC236}">
                <a16:creationId xmlns:a16="http://schemas.microsoft.com/office/drawing/2014/main" id="{E76DDA8C-DA50-4F33-9D46-FAFEBB213E0C}"/>
              </a:ext>
            </a:extLst>
          </p:cNvPr>
          <p:cNvSpPr/>
          <p:nvPr/>
        </p:nvSpPr>
        <p:spPr>
          <a:xfrm>
            <a:off x="8242161" y="1208746"/>
            <a:ext cx="471847" cy="762000"/>
          </a:xfrm>
          <a:prstGeom prst="mathMultiply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10423324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25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12EE0ACC-B8E9-4231-8A79-68758709B998}"/>
              </a:ext>
            </a:extLst>
          </p:cNvPr>
          <p:cNvCxnSpPr>
            <a:cxnSpLocks/>
          </p:cNvCxnSpPr>
          <p:nvPr/>
        </p:nvCxnSpPr>
        <p:spPr>
          <a:xfrm flipH="1">
            <a:off x="5322011" y="3693922"/>
            <a:ext cx="1122015" cy="0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1">
            <a:extLst>
              <a:ext uri="{FF2B5EF4-FFF2-40B4-BE49-F238E27FC236}">
                <a16:creationId xmlns:a16="http://schemas.microsoft.com/office/drawing/2014/main" id="{3158D5FB-18DD-4237-906F-C1994D1F28C9}"/>
              </a:ext>
            </a:extLst>
          </p:cNvPr>
          <p:cNvSpPr/>
          <p:nvPr/>
        </p:nvSpPr>
        <p:spPr>
          <a:xfrm>
            <a:off x="3528225" y="2868508"/>
            <a:ext cx="1661242" cy="1650829"/>
          </a:xfrm>
          <a:prstGeom prst="roundRect">
            <a:avLst/>
          </a:prstGeom>
          <a:pattFill prst="wdUpDiag">
            <a:fgClr>
              <a:schemeClr val="accent2">
                <a:lumMod val="60000"/>
                <a:lumOff val="40000"/>
              </a:schemeClr>
            </a:fgClr>
            <a:bgClr>
              <a:schemeClr val="bg1"/>
            </a:bgClr>
          </a:pattFill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4F0289E1-A5D0-40DD-BE8C-2EE6704C0CAF}"/>
              </a:ext>
            </a:extLst>
          </p:cNvPr>
          <p:cNvSpPr/>
          <p:nvPr/>
        </p:nvSpPr>
        <p:spPr>
          <a:xfrm>
            <a:off x="3131140" y="4378745"/>
            <a:ext cx="2455411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encrypted body</a:t>
            </a:r>
          </a:p>
        </p:txBody>
      </p:sp>
      <p:sp>
        <p:nvSpPr>
          <p:cNvPr id="30" name="Rounded Rectangle 1">
            <a:extLst>
              <a:ext uri="{FF2B5EF4-FFF2-40B4-BE49-F238E27FC236}">
                <a16:creationId xmlns:a16="http://schemas.microsoft.com/office/drawing/2014/main" id="{083CAC3C-388C-42B5-8F39-9CB4A18BB1A3}"/>
              </a:ext>
            </a:extLst>
          </p:cNvPr>
          <p:cNvSpPr/>
          <p:nvPr/>
        </p:nvSpPr>
        <p:spPr>
          <a:xfrm>
            <a:off x="6554464" y="2868508"/>
            <a:ext cx="1939101" cy="1650828"/>
          </a:xfrm>
          <a:prstGeom prst="roundRect">
            <a:avLst/>
          </a:prstGeom>
          <a:noFill/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B25A4772-0239-4FF9-8147-B4127BA4C417}"/>
              </a:ext>
            </a:extLst>
          </p:cNvPr>
          <p:cNvSpPr/>
          <p:nvPr/>
        </p:nvSpPr>
        <p:spPr>
          <a:xfrm>
            <a:off x="6342877" y="4377331"/>
            <a:ext cx="2455411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decrypted body</a:t>
            </a:r>
          </a:p>
        </p:txBody>
      </p:sp>
      <p:sp>
        <p:nvSpPr>
          <p:cNvPr id="68" name="Arrow: Right 67">
            <a:extLst>
              <a:ext uri="{FF2B5EF4-FFF2-40B4-BE49-F238E27FC236}">
                <a16:creationId xmlns:a16="http://schemas.microsoft.com/office/drawing/2014/main" id="{71B19640-5882-4BA3-8DD3-CAED7F2ACE26}"/>
              </a:ext>
            </a:extLst>
          </p:cNvPr>
          <p:cNvSpPr/>
          <p:nvPr/>
        </p:nvSpPr>
        <p:spPr>
          <a:xfrm>
            <a:off x="2532047" y="5162263"/>
            <a:ext cx="7475310" cy="1042506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Malware replicates itself and infects others</a:t>
            </a:r>
          </a:p>
        </p:txBody>
      </p:sp>
      <p:cxnSp>
        <p:nvCxnSpPr>
          <p:cNvPr id="74" name="Connector: Curved 73">
            <a:extLst>
              <a:ext uri="{FF2B5EF4-FFF2-40B4-BE49-F238E27FC236}">
                <a16:creationId xmlns:a16="http://schemas.microsoft.com/office/drawing/2014/main" id="{656400F2-E705-47DE-A64B-A755A1A2536A}"/>
              </a:ext>
            </a:extLst>
          </p:cNvPr>
          <p:cNvCxnSpPr>
            <a:cxnSpLocks/>
            <a:endCxn id="42" idx="0"/>
          </p:cNvCxnSpPr>
          <p:nvPr/>
        </p:nvCxnSpPr>
        <p:spPr>
          <a:xfrm rot="10800000" flipV="1">
            <a:off x="4358847" y="2369614"/>
            <a:ext cx="1575133" cy="498894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Rounded Rectangle 1">
            <a:extLst>
              <a:ext uri="{FF2B5EF4-FFF2-40B4-BE49-F238E27FC236}">
                <a16:creationId xmlns:a16="http://schemas.microsoft.com/office/drawing/2014/main" id="{F65D87C8-2561-43EA-B127-AB069B4602C1}"/>
              </a:ext>
            </a:extLst>
          </p:cNvPr>
          <p:cNvSpPr/>
          <p:nvPr/>
        </p:nvSpPr>
        <p:spPr>
          <a:xfrm>
            <a:off x="9765989" y="2868508"/>
            <a:ext cx="1661242" cy="1650830"/>
          </a:xfrm>
          <a:prstGeom prst="roundRect">
            <a:avLst/>
          </a:prstGeom>
          <a:pattFill prst="pct60">
            <a:fgClr>
              <a:schemeClr val="accent2">
                <a:lumMod val="60000"/>
                <a:lumOff val="40000"/>
              </a:schemeClr>
            </a:fgClr>
            <a:bgClr>
              <a:schemeClr val="bg1"/>
            </a:bgClr>
          </a:pattFill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cxnSp>
        <p:nvCxnSpPr>
          <p:cNvPr id="78" name="Connector: Curved 77">
            <a:extLst>
              <a:ext uri="{FF2B5EF4-FFF2-40B4-BE49-F238E27FC236}">
                <a16:creationId xmlns:a16="http://schemas.microsoft.com/office/drawing/2014/main" id="{FCDDE7CF-36A5-4D37-8773-9FE91142C564}"/>
              </a:ext>
            </a:extLst>
          </p:cNvPr>
          <p:cNvCxnSpPr>
            <a:cxnSpLocks/>
            <a:endCxn id="77" idx="0"/>
          </p:cNvCxnSpPr>
          <p:nvPr/>
        </p:nvCxnSpPr>
        <p:spPr>
          <a:xfrm>
            <a:off x="7881392" y="2369614"/>
            <a:ext cx="2715218" cy="498894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E96D072A-A89D-4EC5-BC92-1486F7111634}"/>
              </a:ext>
            </a:extLst>
          </p:cNvPr>
          <p:cNvCxnSpPr>
            <a:cxnSpLocks/>
          </p:cNvCxnSpPr>
          <p:nvPr/>
        </p:nvCxnSpPr>
        <p:spPr>
          <a:xfrm flipH="1">
            <a:off x="8606652" y="3693922"/>
            <a:ext cx="1122015" cy="0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Rectangle 82">
            <a:extLst>
              <a:ext uri="{FF2B5EF4-FFF2-40B4-BE49-F238E27FC236}">
                <a16:creationId xmlns:a16="http://schemas.microsoft.com/office/drawing/2014/main" id="{7A833D9C-DD49-4D0E-98B2-BC92DD0E05AF}"/>
              </a:ext>
            </a:extLst>
          </p:cNvPr>
          <p:cNvSpPr/>
          <p:nvPr/>
        </p:nvSpPr>
        <p:spPr>
          <a:xfrm>
            <a:off x="9492451" y="4376730"/>
            <a:ext cx="2455411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encrypted body</a:t>
            </a:r>
          </a:p>
        </p:txBody>
      </p:sp>
      <p:sp>
        <p:nvSpPr>
          <p:cNvPr id="25" name="Title 3">
            <a:extLst>
              <a:ext uri="{FF2B5EF4-FFF2-40B4-BE49-F238E27FC236}">
                <a16:creationId xmlns:a16="http://schemas.microsoft.com/office/drawing/2014/main" id="{D172C5C1-26B7-4B2B-A892-24940997C453}"/>
              </a:ext>
            </a:extLst>
          </p:cNvPr>
          <p:cNvSpPr txBox="1">
            <a:spLocks/>
          </p:cNvSpPr>
          <p:nvPr/>
        </p:nvSpPr>
        <p:spPr>
          <a:xfrm>
            <a:off x="2662335" y="-19578"/>
            <a:ext cx="7203232" cy="106420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j-lt"/>
                <a:ea typeface="+mj-ea"/>
                <a:cs typeface="Trebuchet M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AU" dirty="0"/>
              <a:t>Polymorphic Malware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1278148F-BE0A-4F9C-A8B0-C05597A06333}"/>
              </a:ext>
            </a:extLst>
          </p:cNvPr>
          <p:cNvSpPr/>
          <p:nvPr/>
        </p:nvSpPr>
        <p:spPr>
          <a:xfrm>
            <a:off x="6121331" y="1424414"/>
            <a:ext cx="1107847" cy="586958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D798AFAA-5799-4BE3-AC65-DCE7E25090EA}"/>
              </a:ext>
            </a:extLst>
          </p:cNvPr>
          <p:cNvSpPr/>
          <p:nvPr/>
        </p:nvSpPr>
        <p:spPr>
          <a:xfrm>
            <a:off x="6273731" y="1576814"/>
            <a:ext cx="1107847" cy="586958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5CAD0DF4-3F71-4F91-AF36-295E6266DD9D}"/>
              </a:ext>
            </a:extLst>
          </p:cNvPr>
          <p:cNvSpPr/>
          <p:nvPr/>
        </p:nvSpPr>
        <p:spPr>
          <a:xfrm>
            <a:off x="6426131" y="1729214"/>
            <a:ext cx="1107847" cy="586958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CB3AFE73-117A-4D73-8DF7-8637E3BFA983}"/>
              </a:ext>
            </a:extLst>
          </p:cNvPr>
          <p:cNvSpPr/>
          <p:nvPr/>
        </p:nvSpPr>
        <p:spPr>
          <a:xfrm>
            <a:off x="6578531" y="1881614"/>
            <a:ext cx="1107847" cy="586958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4F3ED3DC-B0B1-42F1-B820-91DC8E7CA5ED}"/>
              </a:ext>
            </a:extLst>
          </p:cNvPr>
          <p:cNvSpPr/>
          <p:nvPr/>
        </p:nvSpPr>
        <p:spPr>
          <a:xfrm>
            <a:off x="1994722" y="1044631"/>
            <a:ext cx="4348155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n </a:t>
            </a:r>
            <a:r>
              <a:rPr lang="en-AU" sz="2800" dirty="0">
                <a:solidFill>
                  <a:srgbClr val="FF0000"/>
                </a:solidFill>
              </a:rPr>
              <a:t>mutated</a:t>
            </a:r>
            <a:r>
              <a:rPr lang="en-AU" sz="2800" dirty="0"/>
              <a:t> </a:t>
            </a:r>
            <a:r>
              <a:rPr lang="en-AU" sz="2800" dirty="0" err="1"/>
              <a:t>decryptors</a:t>
            </a:r>
            <a:endParaRPr lang="en-AU" sz="2800" dirty="0"/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20DCDAE0-B14B-48F7-8BB7-17A8B4EA6EDF}"/>
              </a:ext>
            </a:extLst>
          </p:cNvPr>
          <p:cNvSpPr/>
          <p:nvPr/>
        </p:nvSpPr>
        <p:spPr>
          <a:xfrm>
            <a:off x="5980646" y="1152160"/>
            <a:ext cx="1903020" cy="1444094"/>
          </a:xfrm>
          <a:prstGeom prst="roundRect">
            <a:avLst/>
          </a:prstGeom>
          <a:noFill/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1EFC4CEA-B9CA-480C-BADF-24E0714483FA}"/>
              </a:ext>
            </a:extLst>
          </p:cNvPr>
          <p:cNvSpPr/>
          <p:nvPr/>
        </p:nvSpPr>
        <p:spPr>
          <a:xfrm>
            <a:off x="3400112" y="1495760"/>
            <a:ext cx="3166775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e.g., 10^9</a:t>
            </a:r>
          </a:p>
        </p:txBody>
      </p:sp>
      <p:sp>
        <p:nvSpPr>
          <p:cNvPr id="38" name="Rounded Rectangle 1">
            <a:extLst>
              <a:ext uri="{FF2B5EF4-FFF2-40B4-BE49-F238E27FC236}">
                <a16:creationId xmlns:a16="http://schemas.microsoft.com/office/drawing/2014/main" id="{A0BFC3E9-38A2-4EF0-8810-6001A2B3770C}"/>
              </a:ext>
            </a:extLst>
          </p:cNvPr>
          <p:cNvSpPr/>
          <p:nvPr/>
        </p:nvSpPr>
        <p:spPr>
          <a:xfrm>
            <a:off x="244138" y="2879553"/>
            <a:ext cx="1925963" cy="1639783"/>
          </a:xfrm>
          <a:prstGeom prst="roundRect">
            <a:avLst/>
          </a:prstGeom>
          <a:noFill/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BBA1BAA9-BCB6-4711-A746-CC51EBB07360}"/>
              </a:ext>
            </a:extLst>
          </p:cNvPr>
          <p:cNvSpPr/>
          <p:nvPr/>
        </p:nvSpPr>
        <p:spPr>
          <a:xfrm>
            <a:off x="-20514" y="4358670"/>
            <a:ext cx="2455411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original body</a:t>
            </a: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16BA5EC0-47BB-47A8-A5A8-F312956F7E6F}"/>
              </a:ext>
            </a:extLst>
          </p:cNvPr>
          <p:cNvCxnSpPr>
            <a:cxnSpLocks/>
          </p:cNvCxnSpPr>
          <p:nvPr/>
        </p:nvCxnSpPr>
        <p:spPr>
          <a:xfrm flipH="1">
            <a:off x="2290679" y="3658709"/>
            <a:ext cx="1122015" cy="0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EF382524-B103-4CF8-989C-7910E73B81CE}"/>
              </a:ext>
            </a:extLst>
          </p:cNvPr>
          <p:cNvSpPr/>
          <p:nvPr/>
        </p:nvSpPr>
        <p:spPr>
          <a:xfrm>
            <a:off x="-30570" y="3330875"/>
            <a:ext cx="2571869" cy="62550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Malware</a:t>
            </a:r>
          </a:p>
        </p:txBody>
      </p:sp>
    </p:spTree>
    <p:extLst>
      <p:ext uri="{BB962C8B-B14F-4D97-AF65-F5344CB8AC3E}">
        <p14:creationId xmlns:p14="http://schemas.microsoft.com/office/powerpoint/2010/main" val="401546561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26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12EE0ACC-B8E9-4231-8A79-68758709B998}"/>
              </a:ext>
            </a:extLst>
          </p:cNvPr>
          <p:cNvCxnSpPr>
            <a:cxnSpLocks/>
          </p:cNvCxnSpPr>
          <p:nvPr/>
        </p:nvCxnSpPr>
        <p:spPr>
          <a:xfrm flipH="1">
            <a:off x="5322011" y="3693922"/>
            <a:ext cx="1122015" cy="0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1">
            <a:extLst>
              <a:ext uri="{FF2B5EF4-FFF2-40B4-BE49-F238E27FC236}">
                <a16:creationId xmlns:a16="http://schemas.microsoft.com/office/drawing/2014/main" id="{3158D5FB-18DD-4237-906F-C1994D1F28C9}"/>
              </a:ext>
            </a:extLst>
          </p:cNvPr>
          <p:cNvSpPr/>
          <p:nvPr/>
        </p:nvSpPr>
        <p:spPr>
          <a:xfrm>
            <a:off x="3528225" y="2868508"/>
            <a:ext cx="1661242" cy="1650829"/>
          </a:xfrm>
          <a:prstGeom prst="roundRect">
            <a:avLst/>
          </a:prstGeom>
          <a:pattFill prst="wdUpDiag">
            <a:fgClr>
              <a:schemeClr val="accent2">
                <a:lumMod val="60000"/>
                <a:lumOff val="40000"/>
              </a:schemeClr>
            </a:fgClr>
            <a:bgClr>
              <a:schemeClr val="bg1"/>
            </a:bgClr>
          </a:pattFill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4F0289E1-A5D0-40DD-BE8C-2EE6704C0CAF}"/>
              </a:ext>
            </a:extLst>
          </p:cNvPr>
          <p:cNvSpPr/>
          <p:nvPr/>
        </p:nvSpPr>
        <p:spPr>
          <a:xfrm>
            <a:off x="3131140" y="4378745"/>
            <a:ext cx="2455411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encrypted body</a:t>
            </a:r>
          </a:p>
        </p:txBody>
      </p:sp>
      <p:sp>
        <p:nvSpPr>
          <p:cNvPr id="30" name="Rounded Rectangle 1">
            <a:extLst>
              <a:ext uri="{FF2B5EF4-FFF2-40B4-BE49-F238E27FC236}">
                <a16:creationId xmlns:a16="http://schemas.microsoft.com/office/drawing/2014/main" id="{083CAC3C-388C-42B5-8F39-9CB4A18BB1A3}"/>
              </a:ext>
            </a:extLst>
          </p:cNvPr>
          <p:cNvSpPr/>
          <p:nvPr/>
        </p:nvSpPr>
        <p:spPr>
          <a:xfrm>
            <a:off x="6554464" y="2868508"/>
            <a:ext cx="1939101" cy="1650828"/>
          </a:xfrm>
          <a:prstGeom prst="roundRect">
            <a:avLst/>
          </a:prstGeom>
          <a:noFill/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B25A4772-0239-4FF9-8147-B4127BA4C417}"/>
              </a:ext>
            </a:extLst>
          </p:cNvPr>
          <p:cNvSpPr/>
          <p:nvPr/>
        </p:nvSpPr>
        <p:spPr>
          <a:xfrm>
            <a:off x="6342877" y="4377331"/>
            <a:ext cx="2455411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decrypted body</a:t>
            </a:r>
          </a:p>
        </p:txBody>
      </p:sp>
      <p:sp>
        <p:nvSpPr>
          <p:cNvPr id="68" name="Arrow: Right 67">
            <a:extLst>
              <a:ext uri="{FF2B5EF4-FFF2-40B4-BE49-F238E27FC236}">
                <a16:creationId xmlns:a16="http://schemas.microsoft.com/office/drawing/2014/main" id="{71B19640-5882-4BA3-8DD3-CAED7F2ACE26}"/>
              </a:ext>
            </a:extLst>
          </p:cNvPr>
          <p:cNvSpPr/>
          <p:nvPr/>
        </p:nvSpPr>
        <p:spPr>
          <a:xfrm>
            <a:off x="2532047" y="5162263"/>
            <a:ext cx="7475310" cy="1042506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Malware replicates itself and infects others</a:t>
            </a:r>
          </a:p>
        </p:txBody>
      </p:sp>
      <p:cxnSp>
        <p:nvCxnSpPr>
          <p:cNvPr id="74" name="Connector: Curved 73">
            <a:extLst>
              <a:ext uri="{FF2B5EF4-FFF2-40B4-BE49-F238E27FC236}">
                <a16:creationId xmlns:a16="http://schemas.microsoft.com/office/drawing/2014/main" id="{656400F2-E705-47DE-A64B-A755A1A2536A}"/>
              </a:ext>
            </a:extLst>
          </p:cNvPr>
          <p:cNvCxnSpPr>
            <a:cxnSpLocks/>
            <a:endCxn id="42" idx="0"/>
          </p:cNvCxnSpPr>
          <p:nvPr/>
        </p:nvCxnSpPr>
        <p:spPr>
          <a:xfrm rot="10800000" flipV="1">
            <a:off x="4358847" y="2369614"/>
            <a:ext cx="1575133" cy="498894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Rounded Rectangle 1">
            <a:extLst>
              <a:ext uri="{FF2B5EF4-FFF2-40B4-BE49-F238E27FC236}">
                <a16:creationId xmlns:a16="http://schemas.microsoft.com/office/drawing/2014/main" id="{F65D87C8-2561-43EA-B127-AB069B4602C1}"/>
              </a:ext>
            </a:extLst>
          </p:cNvPr>
          <p:cNvSpPr/>
          <p:nvPr/>
        </p:nvSpPr>
        <p:spPr>
          <a:xfrm>
            <a:off x="9765989" y="2868508"/>
            <a:ext cx="1661242" cy="1650830"/>
          </a:xfrm>
          <a:prstGeom prst="roundRect">
            <a:avLst/>
          </a:prstGeom>
          <a:pattFill prst="pct60">
            <a:fgClr>
              <a:schemeClr val="accent2">
                <a:lumMod val="60000"/>
                <a:lumOff val="40000"/>
              </a:schemeClr>
            </a:fgClr>
            <a:bgClr>
              <a:schemeClr val="bg1"/>
            </a:bgClr>
          </a:pattFill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cxnSp>
        <p:nvCxnSpPr>
          <p:cNvPr id="78" name="Connector: Curved 77">
            <a:extLst>
              <a:ext uri="{FF2B5EF4-FFF2-40B4-BE49-F238E27FC236}">
                <a16:creationId xmlns:a16="http://schemas.microsoft.com/office/drawing/2014/main" id="{FCDDE7CF-36A5-4D37-8773-9FE91142C564}"/>
              </a:ext>
            </a:extLst>
          </p:cNvPr>
          <p:cNvCxnSpPr>
            <a:cxnSpLocks/>
            <a:endCxn id="77" idx="0"/>
          </p:cNvCxnSpPr>
          <p:nvPr/>
        </p:nvCxnSpPr>
        <p:spPr>
          <a:xfrm>
            <a:off x="7881392" y="2369614"/>
            <a:ext cx="2715218" cy="498894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E96D072A-A89D-4EC5-BC92-1486F7111634}"/>
              </a:ext>
            </a:extLst>
          </p:cNvPr>
          <p:cNvCxnSpPr>
            <a:cxnSpLocks/>
          </p:cNvCxnSpPr>
          <p:nvPr/>
        </p:nvCxnSpPr>
        <p:spPr>
          <a:xfrm flipH="1">
            <a:off x="8606652" y="3693922"/>
            <a:ext cx="1122015" cy="0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Rectangle 82">
            <a:extLst>
              <a:ext uri="{FF2B5EF4-FFF2-40B4-BE49-F238E27FC236}">
                <a16:creationId xmlns:a16="http://schemas.microsoft.com/office/drawing/2014/main" id="{7A833D9C-DD49-4D0E-98B2-BC92DD0E05AF}"/>
              </a:ext>
            </a:extLst>
          </p:cNvPr>
          <p:cNvSpPr/>
          <p:nvPr/>
        </p:nvSpPr>
        <p:spPr>
          <a:xfrm>
            <a:off x="9492451" y="4376730"/>
            <a:ext cx="2455411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encrypted body</a:t>
            </a:r>
          </a:p>
        </p:txBody>
      </p:sp>
      <p:sp>
        <p:nvSpPr>
          <p:cNvPr id="25" name="Title 3">
            <a:extLst>
              <a:ext uri="{FF2B5EF4-FFF2-40B4-BE49-F238E27FC236}">
                <a16:creationId xmlns:a16="http://schemas.microsoft.com/office/drawing/2014/main" id="{D172C5C1-26B7-4B2B-A892-24940997C453}"/>
              </a:ext>
            </a:extLst>
          </p:cNvPr>
          <p:cNvSpPr txBox="1">
            <a:spLocks/>
          </p:cNvSpPr>
          <p:nvPr/>
        </p:nvSpPr>
        <p:spPr>
          <a:xfrm>
            <a:off x="2662335" y="-19578"/>
            <a:ext cx="7203232" cy="106420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j-lt"/>
                <a:ea typeface="+mj-ea"/>
                <a:cs typeface="Trebuchet M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AU" dirty="0"/>
              <a:t>Polymorphic Malware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1278148F-BE0A-4F9C-A8B0-C05597A06333}"/>
              </a:ext>
            </a:extLst>
          </p:cNvPr>
          <p:cNvSpPr/>
          <p:nvPr/>
        </p:nvSpPr>
        <p:spPr>
          <a:xfrm>
            <a:off x="6121331" y="1424414"/>
            <a:ext cx="1107847" cy="586958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D798AFAA-5799-4BE3-AC65-DCE7E25090EA}"/>
              </a:ext>
            </a:extLst>
          </p:cNvPr>
          <p:cNvSpPr/>
          <p:nvPr/>
        </p:nvSpPr>
        <p:spPr>
          <a:xfrm>
            <a:off x="6273731" y="1576814"/>
            <a:ext cx="1107847" cy="586958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5CAD0DF4-3F71-4F91-AF36-295E6266DD9D}"/>
              </a:ext>
            </a:extLst>
          </p:cNvPr>
          <p:cNvSpPr/>
          <p:nvPr/>
        </p:nvSpPr>
        <p:spPr>
          <a:xfrm>
            <a:off x="6426131" y="1729214"/>
            <a:ext cx="1107847" cy="586958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CB3AFE73-117A-4D73-8DF7-8637E3BFA983}"/>
              </a:ext>
            </a:extLst>
          </p:cNvPr>
          <p:cNvSpPr/>
          <p:nvPr/>
        </p:nvSpPr>
        <p:spPr>
          <a:xfrm>
            <a:off x="6578531" y="1881614"/>
            <a:ext cx="1107847" cy="586958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4F3ED3DC-B0B1-42F1-B820-91DC8E7CA5ED}"/>
              </a:ext>
            </a:extLst>
          </p:cNvPr>
          <p:cNvSpPr/>
          <p:nvPr/>
        </p:nvSpPr>
        <p:spPr>
          <a:xfrm>
            <a:off x="1994722" y="1044631"/>
            <a:ext cx="4348155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n </a:t>
            </a:r>
            <a:r>
              <a:rPr lang="en-AU" sz="2800" dirty="0">
                <a:solidFill>
                  <a:srgbClr val="FF0000"/>
                </a:solidFill>
              </a:rPr>
              <a:t>mutated</a:t>
            </a:r>
            <a:r>
              <a:rPr lang="en-AU" sz="2800" dirty="0"/>
              <a:t> </a:t>
            </a:r>
            <a:r>
              <a:rPr lang="en-AU" sz="2800" dirty="0" err="1"/>
              <a:t>decryptors</a:t>
            </a:r>
            <a:endParaRPr lang="en-AU" sz="2800" dirty="0"/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20DCDAE0-B14B-48F7-8BB7-17A8B4EA6EDF}"/>
              </a:ext>
            </a:extLst>
          </p:cNvPr>
          <p:cNvSpPr/>
          <p:nvPr/>
        </p:nvSpPr>
        <p:spPr>
          <a:xfrm>
            <a:off x="5980646" y="1152160"/>
            <a:ext cx="1903020" cy="1444094"/>
          </a:xfrm>
          <a:prstGeom prst="roundRect">
            <a:avLst/>
          </a:prstGeom>
          <a:noFill/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1EFC4CEA-B9CA-480C-BADF-24E0714483FA}"/>
              </a:ext>
            </a:extLst>
          </p:cNvPr>
          <p:cNvSpPr/>
          <p:nvPr/>
        </p:nvSpPr>
        <p:spPr>
          <a:xfrm>
            <a:off x="3400112" y="1495760"/>
            <a:ext cx="3166775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e.g., 10^9</a:t>
            </a:r>
          </a:p>
        </p:txBody>
      </p:sp>
      <p:sp>
        <p:nvSpPr>
          <p:cNvPr id="38" name="Rounded Rectangle 1">
            <a:extLst>
              <a:ext uri="{FF2B5EF4-FFF2-40B4-BE49-F238E27FC236}">
                <a16:creationId xmlns:a16="http://schemas.microsoft.com/office/drawing/2014/main" id="{A0BFC3E9-38A2-4EF0-8810-6001A2B3770C}"/>
              </a:ext>
            </a:extLst>
          </p:cNvPr>
          <p:cNvSpPr/>
          <p:nvPr/>
        </p:nvSpPr>
        <p:spPr>
          <a:xfrm>
            <a:off x="244138" y="2879553"/>
            <a:ext cx="1925963" cy="1639783"/>
          </a:xfrm>
          <a:prstGeom prst="roundRect">
            <a:avLst/>
          </a:prstGeom>
          <a:noFill/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BBA1BAA9-BCB6-4711-A746-CC51EBB07360}"/>
              </a:ext>
            </a:extLst>
          </p:cNvPr>
          <p:cNvSpPr/>
          <p:nvPr/>
        </p:nvSpPr>
        <p:spPr>
          <a:xfrm>
            <a:off x="-20514" y="4358670"/>
            <a:ext cx="2455411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original body</a:t>
            </a: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16BA5EC0-47BB-47A8-A5A8-F312956F7E6F}"/>
              </a:ext>
            </a:extLst>
          </p:cNvPr>
          <p:cNvCxnSpPr>
            <a:cxnSpLocks/>
          </p:cNvCxnSpPr>
          <p:nvPr/>
        </p:nvCxnSpPr>
        <p:spPr>
          <a:xfrm flipH="1">
            <a:off x="2290679" y="3658709"/>
            <a:ext cx="1122015" cy="0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EF382524-B103-4CF8-989C-7910E73B81CE}"/>
              </a:ext>
            </a:extLst>
          </p:cNvPr>
          <p:cNvSpPr/>
          <p:nvPr/>
        </p:nvSpPr>
        <p:spPr>
          <a:xfrm>
            <a:off x="-30570" y="3330875"/>
            <a:ext cx="2571869" cy="62550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Malware</a:t>
            </a:r>
          </a:p>
        </p:txBody>
      </p:sp>
      <p:cxnSp>
        <p:nvCxnSpPr>
          <p:cNvPr id="46" name="Connector: Curved 45">
            <a:extLst>
              <a:ext uri="{FF2B5EF4-FFF2-40B4-BE49-F238E27FC236}">
                <a16:creationId xmlns:a16="http://schemas.microsoft.com/office/drawing/2014/main" id="{304A842F-BA1A-44FD-9C69-62C356B25876}"/>
              </a:ext>
            </a:extLst>
          </p:cNvPr>
          <p:cNvCxnSpPr>
            <a:cxnSpLocks/>
          </p:cNvCxnSpPr>
          <p:nvPr/>
        </p:nvCxnSpPr>
        <p:spPr>
          <a:xfrm rot="16200000" flipH="1">
            <a:off x="1537083" y="4189372"/>
            <a:ext cx="1846541" cy="2506467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Connector: Curved 46">
            <a:extLst>
              <a:ext uri="{FF2B5EF4-FFF2-40B4-BE49-F238E27FC236}">
                <a16:creationId xmlns:a16="http://schemas.microsoft.com/office/drawing/2014/main" id="{2E184200-A6AA-4938-B3EF-9D1A259604EF}"/>
              </a:ext>
            </a:extLst>
          </p:cNvPr>
          <p:cNvCxnSpPr>
            <a:cxnSpLocks/>
          </p:cNvCxnSpPr>
          <p:nvPr/>
        </p:nvCxnSpPr>
        <p:spPr>
          <a:xfrm rot="5400000">
            <a:off x="5433471" y="4275332"/>
            <a:ext cx="1846540" cy="2334548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E0B20E41-7315-47E9-AE53-5D7920E9C0D7}"/>
              </a:ext>
            </a:extLst>
          </p:cNvPr>
          <p:cNvSpPr/>
          <p:nvPr/>
        </p:nvSpPr>
        <p:spPr>
          <a:xfrm>
            <a:off x="3265744" y="6043574"/>
            <a:ext cx="2571869" cy="62550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Same?</a:t>
            </a:r>
          </a:p>
        </p:txBody>
      </p:sp>
    </p:spTree>
    <p:extLst>
      <p:ext uri="{BB962C8B-B14F-4D97-AF65-F5344CB8AC3E}">
        <p14:creationId xmlns:p14="http://schemas.microsoft.com/office/powerpoint/2010/main" val="22989333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27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12EE0ACC-B8E9-4231-8A79-68758709B998}"/>
              </a:ext>
            </a:extLst>
          </p:cNvPr>
          <p:cNvCxnSpPr>
            <a:cxnSpLocks/>
          </p:cNvCxnSpPr>
          <p:nvPr/>
        </p:nvCxnSpPr>
        <p:spPr>
          <a:xfrm flipH="1">
            <a:off x="5322011" y="3693922"/>
            <a:ext cx="1122015" cy="0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1">
            <a:extLst>
              <a:ext uri="{FF2B5EF4-FFF2-40B4-BE49-F238E27FC236}">
                <a16:creationId xmlns:a16="http://schemas.microsoft.com/office/drawing/2014/main" id="{3158D5FB-18DD-4237-906F-C1994D1F28C9}"/>
              </a:ext>
            </a:extLst>
          </p:cNvPr>
          <p:cNvSpPr/>
          <p:nvPr/>
        </p:nvSpPr>
        <p:spPr>
          <a:xfrm>
            <a:off x="3528225" y="2868508"/>
            <a:ext cx="1661242" cy="1650829"/>
          </a:xfrm>
          <a:prstGeom prst="roundRect">
            <a:avLst/>
          </a:prstGeom>
          <a:pattFill prst="wdUpDiag">
            <a:fgClr>
              <a:schemeClr val="accent2">
                <a:lumMod val="60000"/>
                <a:lumOff val="40000"/>
              </a:schemeClr>
            </a:fgClr>
            <a:bgClr>
              <a:schemeClr val="bg1"/>
            </a:bgClr>
          </a:pattFill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4F0289E1-A5D0-40DD-BE8C-2EE6704C0CAF}"/>
              </a:ext>
            </a:extLst>
          </p:cNvPr>
          <p:cNvSpPr/>
          <p:nvPr/>
        </p:nvSpPr>
        <p:spPr>
          <a:xfrm>
            <a:off x="3131140" y="4378745"/>
            <a:ext cx="2455411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encrypted body</a:t>
            </a:r>
          </a:p>
        </p:txBody>
      </p:sp>
      <p:sp>
        <p:nvSpPr>
          <p:cNvPr id="30" name="Rounded Rectangle 1">
            <a:extLst>
              <a:ext uri="{FF2B5EF4-FFF2-40B4-BE49-F238E27FC236}">
                <a16:creationId xmlns:a16="http://schemas.microsoft.com/office/drawing/2014/main" id="{083CAC3C-388C-42B5-8F39-9CB4A18BB1A3}"/>
              </a:ext>
            </a:extLst>
          </p:cNvPr>
          <p:cNvSpPr/>
          <p:nvPr/>
        </p:nvSpPr>
        <p:spPr>
          <a:xfrm>
            <a:off x="6554464" y="2868508"/>
            <a:ext cx="1939101" cy="1650828"/>
          </a:xfrm>
          <a:prstGeom prst="roundRect">
            <a:avLst/>
          </a:prstGeom>
          <a:noFill/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B25A4772-0239-4FF9-8147-B4127BA4C417}"/>
              </a:ext>
            </a:extLst>
          </p:cNvPr>
          <p:cNvSpPr/>
          <p:nvPr/>
        </p:nvSpPr>
        <p:spPr>
          <a:xfrm>
            <a:off x="6342877" y="4377331"/>
            <a:ext cx="2455411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decrypted body</a:t>
            </a:r>
          </a:p>
        </p:txBody>
      </p:sp>
      <p:sp>
        <p:nvSpPr>
          <p:cNvPr id="68" name="Arrow: Right 67">
            <a:extLst>
              <a:ext uri="{FF2B5EF4-FFF2-40B4-BE49-F238E27FC236}">
                <a16:creationId xmlns:a16="http://schemas.microsoft.com/office/drawing/2014/main" id="{71B19640-5882-4BA3-8DD3-CAED7F2ACE26}"/>
              </a:ext>
            </a:extLst>
          </p:cNvPr>
          <p:cNvSpPr/>
          <p:nvPr/>
        </p:nvSpPr>
        <p:spPr>
          <a:xfrm>
            <a:off x="2532047" y="5162263"/>
            <a:ext cx="7475310" cy="1042506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Malware replicates itself and infects others</a:t>
            </a:r>
          </a:p>
        </p:txBody>
      </p:sp>
      <p:cxnSp>
        <p:nvCxnSpPr>
          <p:cNvPr id="74" name="Connector: Curved 73">
            <a:extLst>
              <a:ext uri="{FF2B5EF4-FFF2-40B4-BE49-F238E27FC236}">
                <a16:creationId xmlns:a16="http://schemas.microsoft.com/office/drawing/2014/main" id="{656400F2-E705-47DE-A64B-A755A1A2536A}"/>
              </a:ext>
            </a:extLst>
          </p:cNvPr>
          <p:cNvCxnSpPr>
            <a:cxnSpLocks/>
            <a:endCxn id="42" idx="0"/>
          </p:cNvCxnSpPr>
          <p:nvPr/>
        </p:nvCxnSpPr>
        <p:spPr>
          <a:xfrm rot="10800000" flipV="1">
            <a:off x="4358847" y="2369614"/>
            <a:ext cx="1575133" cy="498894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Rounded Rectangle 1">
            <a:extLst>
              <a:ext uri="{FF2B5EF4-FFF2-40B4-BE49-F238E27FC236}">
                <a16:creationId xmlns:a16="http://schemas.microsoft.com/office/drawing/2014/main" id="{F65D87C8-2561-43EA-B127-AB069B4602C1}"/>
              </a:ext>
            </a:extLst>
          </p:cNvPr>
          <p:cNvSpPr/>
          <p:nvPr/>
        </p:nvSpPr>
        <p:spPr>
          <a:xfrm>
            <a:off x="9765989" y="2868508"/>
            <a:ext cx="1661242" cy="1650830"/>
          </a:xfrm>
          <a:prstGeom prst="roundRect">
            <a:avLst/>
          </a:prstGeom>
          <a:pattFill prst="pct60">
            <a:fgClr>
              <a:schemeClr val="accent2">
                <a:lumMod val="60000"/>
                <a:lumOff val="40000"/>
              </a:schemeClr>
            </a:fgClr>
            <a:bgClr>
              <a:schemeClr val="bg1"/>
            </a:bgClr>
          </a:pattFill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cxnSp>
        <p:nvCxnSpPr>
          <p:cNvPr id="78" name="Connector: Curved 77">
            <a:extLst>
              <a:ext uri="{FF2B5EF4-FFF2-40B4-BE49-F238E27FC236}">
                <a16:creationId xmlns:a16="http://schemas.microsoft.com/office/drawing/2014/main" id="{FCDDE7CF-36A5-4D37-8773-9FE91142C564}"/>
              </a:ext>
            </a:extLst>
          </p:cNvPr>
          <p:cNvCxnSpPr>
            <a:cxnSpLocks/>
            <a:endCxn id="77" idx="0"/>
          </p:cNvCxnSpPr>
          <p:nvPr/>
        </p:nvCxnSpPr>
        <p:spPr>
          <a:xfrm>
            <a:off x="7881392" y="2369614"/>
            <a:ext cx="2715218" cy="498894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E96D072A-A89D-4EC5-BC92-1486F7111634}"/>
              </a:ext>
            </a:extLst>
          </p:cNvPr>
          <p:cNvCxnSpPr>
            <a:cxnSpLocks/>
          </p:cNvCxnSpPr>
          <p:nvPr/>
        </p:nvCxnSpPr>
        <p:spPr>
          <a:xfrm flipH="1">
            <a:off x="8606652" y="3693922"/>
            <a:ext cx="1122015" cy="0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Rectangle 82">
            <a:extLst>
              <a:ext uri="{FF2B5EF4-FFF2-40B4-BE49-F238E27FC236}">
                <a16:creationId xmlns:a16="http://schemas.microsoft.com/office/drawing/2014/main" id="{7A833D9C-DD49-4D0E-98B2-BC92DD0E05AF}"/>
              </a:ext>
            </a:extLst>
          </p:cNvPr>
          <p:cNvSpPr/>
          <p:nvPr/>
        </p:nvSpPr>
        <p:spPr>
          <a:xfrm>
            <a:off x="9492451" y="4376730"/>
            <a:ext cx="2455411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encrypted body</a:t>
            </a:r>
          </a:p>
        </p:txBody>
      </p:sp>
      <p:sp>
        <p:nvSpPr>
          <p:cNvPr id="25" name="Title 3">
            <a:extLst>
              <a:ext uri="{FF2B5EF4-FFF2-40B4-BE49-F238E27FC236}">
                <a16:creationId xmlns:a16="http://schemas.microsoft.com/office/drawing/2014/main" id="{D172C5C1-26B7-4B2B-A892-24940997C453}"/>
              </a:ext>
            </a:extLst>
          </p:cNvPr>
          <p:cNvSpPr txBox="1">
            <a:spLocks/>
          </p:cNvSpPr>
          <p:nvPr/>
        </p:nvSpPr>
        <p:spPr>
          <a:xfrm>
            <a:off x="2662335" y="-19578"/>
            <a:ext cx="7203232" cy="106420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j-lt"/>
                <a:ea typeface="+mj-ea"/>
                <a:cs typeface="Trebuchet M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AU" dirty="0"/>
              <a:t>Polymorphic Malware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1278148F-BE0A-4F9C-A8B0-C05597A06333}"/>
              </a:ext>
            </a:extLst>
          </p:cNvPr>
          <p:cNvSpPr/>
          <p:nvPr/>
        </p:nvSpPr>
        <p:spPr>
          <a:xfrm>
            <a:off x="6121331" y="1424414"/>
            <a:ext cx="1107847" cy="586958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D798AFAA-5799-4BE3-AC65-DCE7E25090EA}"/>
              </a:ext>
            </a:extLst>
          </p:cNvPr>
          <p:cNvSpPr/>
          <p:nvPr/>
        </p:nvSpPr>
        <p:spPr>
          <a:xfrm>
            <a:off x="6273731" y="1576814"/>
            <a:ext cx="1107847" cy="586958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5CAD0DF4-3F71-4F91-AF36-295E6266DD9D}"/>
              </a:ext>
            </a:extLst>
          </p:cNvPr>
          <p:cNvSpPr/>
          <p:nvPr/>
        </p:nvSpPr>
        <p:spPr>
          <a:xfrm>
            <a:off x="6426131" y="1729214"/>
            <a:ext cx="1107847" cy="586958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CB3AFE73-117A-4D73-8DF7-8637E3BFA983}"/>
              </a:ext>
            </a:extLst>
          </p:cNvPr>
          <p:cNvSpPr/>
          <p:nvPr/>
        </p:nvSpPr>
        <p:spPr>
          <a:xfrm>
            <a:off x="6578531" y="1881614"/>
            <a:ext cx="1107847" cy="586958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4F3ED3DC-B0B1-42F1-B820-91DC8E7CA5ED}"/>
              </a:ext>
            </a:extLst>
          </p:cNvPr>
          <p:cNvSpPr/>
          <p:nvPr/>
        </p:nvSpPr>
        <p:spPr>
          <a:xfrm>
            <a:off x="1994722" y="1044631"/>
            <a:ext cx="4348155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n </a:t>
            </a:r>
            <a:r>
              <a:rPr lang="en-AU" sz="2800" dirty="0">
                <a:solidFill>
                  <a:srgbClr val="FF0000"/>
                </a:solidFill>
              </a:rPr>
              <a:t>mutated</a:t>
            </a:r>
            <a:r>
              <a:rPr lang="en-AU" sz="2800" dirty="0"/>
              <a:t> </a:t>
            </a:r>
            <a:r>
              <a:rPr lang="en-AU" sz="2800" dirty="0" err="1"/>
              <a:t>decryptors</a:t>
            </a:r>
            <a:endParaRPr lang="en-AU" sz="2800" dirty="0"/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20DCDAE0-B14B-48F7-8BB7-17A8B4EA6EDF}"/>
              </a:ext>
            </a:extLst>
          </p:cNvPr>
          <p:cNvSpPr/>
          <p:nvPr/>
        </p:nvSpPr>
        <p:spPr>
          <a:xfrm>
            <a:off x="5980646" y="1152160"/>
            <a:ext cx="1903020" cy="1444094"/>
          </a:xfrm>
          <a:prstGeom prst="roundRect">
            <a:avLst/>
          </a:prstGeom>
          <a:noFill/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1EFC4CEA-B9CA-480C-BADF-24E0714483FA}"/>
              </a:ext>
            </a:extLst>
          </p:cNvPr>
          <p:cNvSpPr/>
          <p:nvPr/>
        </p:nvSpPr>
        <p:spPr>
          <a:xfrm>
            <a:off x="3400112" y="1495760"/>
            <a:ext cx="3166775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e.g., 10^9</a:t>
            </a:r>
          </a:p>
        </p:txBody>
      </p:sp>
      <p:sp>
        <p:nvSpPr>
          <p:cNvPr id="38" name="Rounded Rectangle 1">
            <a:extLst>
              <a:ext uri="{FF2B5EF4-FFF2-40B4-BE49-F238E27FC236}">
                <a16:creationId xmlns:a16="http://schemas.microsoft.com/office/drawing/2014/main" id="{A0BFC3E9-38A2-4EF0-8810-6001A2B3770C}"/>
              </a:ext>
            </a:extLst>
          </p:cNvPr>
          <p:cNvSpPr/>
          <p:nvPr/>
        </p:nvSpPr>
        <p:spPr>
          <a:xfrm>
            <a:off x="244138" y="2879553"/>
            <a:ext cx="1925963" cy="1639783"/>
          </a:xfrm>
          <a:prstGeom prst="roundRect">
            <a:avLst/>
          </a:prstGeom>
          <a:noFill/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BBA1BAA9-BCB6-4711-A746-CC51EBB07360}"/>
              </a:ext>
            </a:extLst>
          </p:cNvPr>
          <p:cNvSpPr/>
          <p:nvPr/>
        </p:nvSpPr>
        <p:spPr>
          <a:xfrm>
            <a:off x="-132480" y="4358670"/>
            <a:ext cx="2455411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original body</a:t>
            </a: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16BA5EC0-47BB-47A8-A5A8-F312956F7E6F}"/>
              </a:ext>
            </a:extLst>
          </p:cNvPr>
          <p:cNvCxnSpPr>
            <a:cxnSpLocks/>
          </p:cNvCxnSpPr>
          <p:nvPr/>
        </p:nvCxnSpPr>
        <p:spPr>
          <a:xfrm flipH="1">
            <a:off x="2290679" y="3658709"/>
            <a:ext cx="1122015" cy="0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EF382524-B103-4CF8-989C-7910E73B81CE}"/>
              </a:ext>
            </a:extLst>
          </p:cNvPr>
          <p:cNvSpPr/>
          <p:nvPr/>
        </p:nvSpPr>
        <p:spPr>
          <a:xfrm>
            <a:off x="-30570" y="3330875"/>
            <a:ext cx="2571869" cy="62550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Malware</a:t>
            </a:r>
          </a:p>
        </p:txBody>
      </p:sp>
      <p:cxnSp>
        <p:nvCxnSpPr>
          <p:cNvPr id="45" name="Connector: Curved 44">
            <a:extLst>
              <a:ext uri="{FF2B5EF4-FFF2-40B4-BE49-F238E27FC236}">
                <a16:creationId xmlns:a16="http://schemas.microsoft.com/office/drawing/2014/main" id="{6B2477D5-7D4C-47A7-B8E4-8A9B87CF0576}"/>
              </a:ext>
            </a:extLst>
          </p:cNvPr>
          <p:cNvCxnSpPr>
            <a:cxnSpLocks/>
          </p:cNvCxnSpPr>
          <p:nvPr/>
        </p:nvCxnSpPr>
        <p:spPr>
          <a:xfrm rot="16200000" flipH="1">
            <a:off x="1537083" y="4189372"/>
            <a:ext cx="1846541" cy="2506467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Connector: Curved 51">
            <a:extLst>
              <a:ext uri="{FF2B5EF4-FFF2-40B4-BE49-F238E27FC236}">
                <a16:creationId xmlns:a16="http://schemas.microsoft.com/office/drawing/2014/main" id="{B8498570-48C0-41D9-A674-EA401E5AFF17}"/>
              </a:ext>
            </a:extLst>
          </p:cNvPr>
          <p:cNvCxnSpPr>
            <a:cxnSpLocks/>
          </p:cNvCxnSpPr>
          <p:nvPr/>
        </p:nvCxnSpPr>
        <p:spPr>
          <a:xfrm rot="5400000">
            <a:off x="5433471" y="4275332"/>
            <a:ext cx="1846540" cy="2334548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Rectangle 52">
            <a:extLst>
              <a:ext uri="{FF2B5EF4-FFF2-40B4-BE49-F238E27FC236}">
                <a16:creationId xmlns:a16="http://schemas.microsoft.com/office/drawing/2014/main" id="{F95C2CC3-FD86-42C4-8C2F-64A9B3FBFF5B}"/>
              </a:ext>
            </a:extLst>
          </p:cNvPr>
          <p:cNvSpPr/>
          <p:nvPr/>
        </p:nvSpPr>
        <p:spPr>
          <a:xfrm>
            <a:off x="3265744" y="6043574"/>
            <a:ext cx="2571869" cy="62550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Same</a:t>
            </a:r>
          </a:p>
        </p:txBody>
      </p:sp>
    </p:spTree>
    <p:extLst>
      <p:ext uri="{BB962C8B-B14F-4D97-AF65-F5344CB8AC3E}">
        <p14:creationId xmlns:p14="http://schemas.microsoft.com/office/powerpoint/2010/main" val="64707569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6EAAFD-B1FF-4F0E-8F27-BCFF5AA0AB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6089" y="4306267"/>
            <a:ext cx="9282715" cy="2125355"/>
          </a:xfrm>
        </p:spPr>
        <p:txBody>
          <a:bodyPr/>
          <a:lstStyle/>
          <a:p>
            <a:r>
              <a:rPr lang="en-AU" sz="2800" dirty="0"/>
              <a:t>What can we do to detect polymorphic malware?</a:t>
            </a:r>
          </a:p>
          <a:p>
            <a:pPr lvl="1"/>
            <a:endParaRPr lang="en-AU" sz="2800" dirty="0"/>
          </a:p>
        </p:txBody>
      </p:sp>
      <p:sp>
        <p:nvSpPr>
          <p:cNvPr id="6" name="Title 3">
            <a:extLst>
              <a:ext uri="{FF2B5EF4-FFF2-40B4-BE49-F238E27FC236}">
                <a16:creationId xmlns:a16="http://schemas.microsoft.com/office/drawing/2014/main" id="{1CDC1821-C52F-4375-B698-7B035F106C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4" y="-6451"/>
            <a:ext cx="10353762" cy="975995"/>
          </a:xfrm>
        </p:spPr>
        <p:txBody>
          <a:bodyPr/>
          <a:lstStyle/>
          <a:p>
            <a:r>
              <a:rPr lang="en-AU" dirty="0"/>
              <a:t>Polymorphic Malware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1875013A-6F1C-4F80-B3F2-05F44D950002}"/>
              </a:ext>
            </a:extLst>
          </p:cNvPr>
          <p:cNvCxnSpPr>
            <a:cxnSpLocks/>
            <a:stCxn id="15" idx="1"/>
          </p:cNvCxnSpPr>
          <p:nvPr/>
        </p:nvCxnSpPr>
        <p:spPr>
          <a:xfrm flipH="1" flipV="1">
            <a:off x="7253831" y="1813886"/>
            <a:ext cx="1418282" cy="2928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1">
            <a:extLst>
              <a:ext uri="{FF2B5EF4-FFF2-40B4-BE49-F238E27FC236}">
                <a16:creationId xmlns:a16="http://schemas.microsoft.com/office/drawing/2014/main" id="{52A4B538-178C-41C9-A553-FCA27B6526B8}"/>
              </a:ext>
            </a:extLst>
          </p:cNvPr>
          <p:cNvSpPr/>
          <p:nvPr/>
        </p:nvSpPr>
        <p:spPr>
          <a:xfrm>
            <a:off x="5565670" y="1178767"/>
            <a:ext cx="1661242" cy="1350737"/>
          </a:xfrm>
          <a:prstGeom prst="roundRect">
            <a:avLst/>
          </a:prstGeom>
          <a:pattFill prst="wdUpDiag">
            <a:fgClr>
              <a:schemeClr val="accent2">
                <a:lumMod val="60000"/>
                <a:lumOff val="40000"/>
              </a:schemeClr>
            </a:fgClr>
            <a:bgClr>
              <a:schemeClr val="bg1"/>
            </a:bgClr>
          </a:pattFill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F71ADEB-E79D-4882-9C42-E87D049C6EFB}"/>
              </a:ext>
            </a:extLst>
          </p:cNvPr>
          <p:cNvSpPr/>
          <p:nvPr/>
        </p:nvSpPr>
        <p:spPr>
          <a:xfrm>
            <a:off x="8112752" y="2387499"/>
            <a:ext cx="2455411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decrypted body</a:t>
            </a:r>
          </a:p>
        </p:txBody>
      </p:sp>
      <p:sp>
        <p:nvSpPr>
          <p:cNvPr id="8" name="Rounded Rectangle 1">
            <a:extLst>
              <a:ext uri="{FF2B5EF4-FFF2-40B4-BE49-F238E27FC236}">
                <a16:creationId xmlns:a16="http://schemas.microsoft.com/office/drawing/2014/main" id="{ECE847A4-074D-4491-980B-1A5D2FA4514E}"/>
              </a:ext>
            </a:extLst>
          </p:cNvPr>
          <p:cNvSpPr/>
          <p:nvPr/>
        </p:nvSpPr>
        <p:spPr>
          <a:xfrm>
            <a:off x="2014013" y="1141445"/>
            <a:ext cx="1925963" cy="1350737"/>
          </a:xfrm>
          <a:prstGeom prst="roundRect">
            <a:avLst/>
          </a:prstGeom>
          <a:noFill/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E7CBDAD-E546-4136-A06A-5415B882A91B}"/>
              </a:ext>
            </a:extLst>
          </p:cNvPr>
          <p:cNvSpPr/>
          <p:nvPr/>
        </p:nvSpPr>
        <p:spPr>
          <a:xfrm>
            <a:off x="1637395" y="2368838"/>
            <a:ext cx="2455411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original body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EB8D80D-8131-4D56-8CE8-A8EC2E37FEFB}"/>
              </a:ext>
            </a:extLst>
          </p:cNvPr>
          <p:cNvSpPr/>
          <p:nvPr/>
        </p:nvSpPr>
        <p:spPr>
          <a:xfrm>
            <a:off x="0" y="1495662"/>
            <a:ext cx="2571869" cy="62550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Malware</a:t>
            </a:r>
          </a:p>
        </p:txBody>
      </p:sp>
      <p:cxnSp>
        <p:nvCxnSpPr>
          <p:cNvPr id="11" name="Connector: Curved 10">
            <a:extLst>
              <a:ext uri="{FF2B5EF4-FFF2-40B4-BE49-F238E27FC236}">
                <a16:creationId xmlns:a16="http://schemas.microsoft.com/office/drawing/2014/main" id="{0D83DD2D-C4A2-440C-A14C-6756F5DE4DEE}"/>
              </a:ext>
            </a:extLst>
          </p:cNvPr>
          <p:cNvCxnSpPr>
            <a:cxnSpLocks/>
            <a:stCxn id="8" idx="2"/>
          </p:cNvCxnSpPr>
          <p:nvPr/>
        </p:nvCxnSpPr>
        <p:spPr>
          <a:xfrm rot="16200000" flipH="1">
            <a:off x="3957060" y="1512117"/>
            <a:ext cx="1158696" cy="3118826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nector: Curved 11">
            <a:extLst>
              <a:ext uri="{FF2B5EF4-FFF2-40B4-BE49-F238E27FC236}">
                <a16:creationId xmlns:a16="http://schemas.microsoft.com/office/drawing/2014/main" id="{B92CA281-1DC3-4F91-98B2-50CF5FE9DF5C}"/>
              </a:ext>
            </a:extLst>
          </p:cNvPr>
          <p:cNvCxnSpPr>
            <a:cxnSpLocks/>
          </p:cNvCxnSpPr>
          <p:nvPr/>
        </p:nvCxnSpPr>
        <p:spPr>
          <a:xfrm rot="10800000" flipV="1">
            <a:off x="7309124" y="2529504"/>
            <a:ext cx="2417571" cy="1165428"/>
          </a:xfrm>
          <a:prstGeom prst="curvedConnector3">
            <a:avLst>
              <a:gd name="adj1" fmla="val 598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ctangle 12">
            <a:extLst>
              <a:ext uri="{FF2B5EF4-FFF2-40B4-BE49-F238E27FC236}">
                <a16:creationId xmlns:a16="http://schemas.microsoft.com/office/drawing/2014/main" id="{D40156F0-2D12-4725-A641-5B77A2ABEB7D}"/>
              </a:ext>
            </a:extLst>
          </p:cNvPr>
          <p:cNvSpPr/>
          <p:nvPr/>
        </p:nvSpPr>
        <p:spPr>
          <a:xfrm>
            <a:off x="5403544" y="3338125"/>
            <a:ext cx="2571869" cy="62550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Same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38858F5B-17E9-4A07-90D7-BFACF8C84D98}"/>
              </a:ext>
            </a:extLst>
          </p:cNvPr>
          <p:cNvCxnSpPr>
            <a:cxnSpLocks/>
            <a:endCxn id="8" idx="3"/>
          </p:cNvCxnSpPr>
          <p:nvPr/>
        </p:nvCxnSpPr>
        <p:spPr>
          <a:xfrm flipH="1">
            <a:off x="3939976" y="1813886"/>
            <a:ext cx="1625694" cy="2928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">
            <a:extLst>
              <a:ext uri="{FF2B5EF4-FFF2-40B4-BE49-F238E27FC236}">
                <a16:creationId xmlns:a16="http://schemas.microsoft.com/office/drawing/2014/main" id="{3F8C689E-E5B6-42D5-AFA7-CCF1A0A6E367}"/>
              </a:ext>
            </a:extLst>
          </p:cNvPr>
          <p:cNvSpPr/>
          <p:nvPr/>
        </p:nvSpPr>
        <p:spPr>
          <a:xfrm>
            <a:off x="8672113" y="1141445"/>
            <a:ext cx="1925963" cy="1350737"/>
          </a:xfrm>
          <a:prstGeom prst="roundRect">
            <a:avLst/>
          </a:prstGeom>
          <a:noFill/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16" name="Folded Corner 6">
            <a:extLst>
              <a:ext uri="{FF2B5EF4-FFF2-40B4-BE49-F238E27FC236}">
                <a16:creationId xmlns:a16="http://schemas.microsoft.com/office/drawing/2014/main" id="{C9FC7622-54CB-4C5A-A2FD-6F12816246CB}"/>
              </a:ext>
            </a:extLst>
          </p:cNvPr>
          <p:cNvSpPr/>
          <p:nvPr/>
        </p:nvSpPr>
        <p:spPr>
          <a:xfrm>
            <a:off x="2014013" y="1480402"/>
            <a:ext cx="1925963" cy="465294"/>
          </a:xfrm>
          <a:prstGeom prst="foldedCorner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400" dirty="0">
                <a:solidFill>
                  <a:schemeClr val="lt1"/>
                </a:solidFill>
              </a:rPr>
              <a:t>pattern</a:t>
            </a:r>
          </a:p>
        </p:txBody>
      </p:sp>
      <p:sp>
        <p:nvSpPr>
          <p:cNvPr id="17" name="Folded Corner 6">
            <a:extLst>
              <a:ext uri="{FF2B5EF4-FFF2-40B4-BE49-F238E27FC236}">
                <a16:creationId xmlns:a16="http://schemas.microsoft.com/office/drawing/2014/main" id="{049091B9-A984-486F-B6F4-A750FA8A955C}"/>
              </a:ext>
            </a:extLst>
          </p:cNvPr>
          <p:cNvSpPr/>
          <p:nvPr/>
        </p:nvSpPr>
        <p:spPr>
          <a:xfrm>
            <a:off x="8668054" y="1480402"/>
            <a:ext cx="1925963" cy="465294"/>
          </a:xfrm>
          <a:prstGeom prst="foldedCorner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400" dirty="0">
                <a:solidFill>
                  <a:schemeClr val="lt1"/>
                </a:solidFill>
              </a:rPr>
              <a:t>pattern</a:t>
            </a:r>
          </a:p>
        </p:txBody>
      </p:sp>
    </p:spTree>
    <p:extLst>
      <p:ext uri="{BB962C8B-B14F-4D97-AF65-F5344CB8AC3E}">
        <p14:creationId xmlns:p14="http://schemas.microsoft.com/office/powerpoint/2010/main" val="37728439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6EAAFD-B1FF-4F0E-8F27-BCFF5AA0AB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1279" y="1333110"/>
            <a:ext cx="11514581" cy="3714749"/>
          </a:xfrm>
        </p:spPr>
        <p:txBody>
          <a:bodyPr/>
          <a:lstStyle/>
          <a:p>
            <a:r>
              <a:rPr lang="en-AU" sz="2800" dirty="0"/>
              <a:t>What can we do to detect polymorphic malware?</a:t>
            </a:r>
          </a:p>
          <a:p>
            <a:pPr lvl="1"/>
            <a:r>
              <a:rPr lang="en-AU" sz="2800" dirty="0"/>
              <a:t>dynamic decryption: provide a sandbox environment to execute malware and identify the pattern of malicious code </a:t>
            </a:r>
            <a:r>
              <a:rPr lang="en-AU" sz="2800" dirty="0">
                <a:solidFill>
                  <a:srgbClr val="FF0000"/>
                </a:solidFill>
              </a:rPr>
              <a:t>at runtime</a:t>
            </a:r>
          </a:p>
          <a:p>
            <a:pPr lvl="1"/>
            <a:endParaRPr lang="en-AU" sz="2800" dirty="0"/>
          </a:p>
        </p:txBody>
      </p:sp>
      <p:sp>
        <p:nvSpPr>
          <p:cNvPr id="6" name="Title 3">
            <a:extLst>
              <a:ext uri="{FF2B5EF4-FFF2-40B4-BE49-F238E27FC236}">
                <a16:creationId xmlns:a16="http://schemas.microsoft.com/office/drawing/2014/main" id="{1CDC1821-C52F-4375-B698-7B035F106C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4" y="-6451"/>
            <a:ext cx="10353762" cy="975995"/>
          </a:xfrm>
        </p:spPr>
        <p:txBody>
          <a:bodyPr/>
          <a:lstStyle/>
          <a:p>
            <a:r>
              <a:rPr lang="en-AU" dirty="0"/>
              <a:t>Polymorphic Malware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0CC0DDD7-2495-45C9-85A7-5A7866452696}"/>
              </a:ext>
            </a:extLst>
          </p:cNvPr>
          <p:cNvCxnSpPr>
            <a:cxnSpLocks/>
          </p:cNvCxnSpPr>
          <p:nvPr/>
        </p:nvCxnSpPr>
        <p:spPr>
          <a:xfrm flipH="1" flipV="1">
            <a:off x="6824743" y="4090414"/>
            <a:ext cx="2516850" cy="24868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">
            <a:extLst>
              <a:ext uri="{FF2B5EF4-FFF2-40B4-BE49-F238E27FC236}">
                <a16:creationId xmlns:a16="http://schemas.microsoft.com/office/drawing/2014/main" id="{43146A01-6ACE-4ECF-8C13-B42726B609B5}"/>
              </a:ext>
            </a:extLst>
          </p:cNvPr>
          <p:cNvSpPr/>
          <p:nvPr/>
        </p:nvSpPr>
        <p:spPr>
          <a:xfrm>
            <a:off x="5184252" y="3480163"/>
            <a:ext cx="1661242" cy="1350737"/>
          </a:xfrm>
          <a:prstGeom prst="roundRect">
            <a:avLst/>
          </a:prstGeom>
          <a:pattFill prst="wdUpDiag">
            <a:fgClr>
              <a:schemeClr val="accent2">
                <a:lumMod val="60000"/>
                <a:lumOff val="40000"/>
              </a:schemeClr>
            </a:fgClr>
            <a:bgClr>
              <a:schemeClr val="bg1"/>
            </a:bgClr>
          </a:pattFill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598AEFF-11A2-478B-AFB0-2BEB1ECDD1FF}"/>
              </a:ext>
            </a:extLst>
          </p:cNvPr>
          <p:cNvSpPr/>
          <p:nvPr/>
        </p:nvSpPr>
        <p:spPr>
          <a:xfrm>
            <a:off x="9047481" y="4626062"/>
            <a:ext cx="2455411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decrypted body</a:t>
            </a:r>
          </a:p>
        </p:txBody>
      </p:sp>
      <p:sp>
        <p:nvSpPr>
          <p:cNvPr id="21" name="Rounded Rectangle 1">
            <a:extLst>
              <a:ext uri="{FF2B5EF4-FFF2-40B4-BE49-F238E27FC236}">
                <a16:creationId xmlns:a16="http://schemas.microsoft.com/office/drawing/2014/main" id="{F9CBFA83-B51E-4F62-95D7-02EBD8C3A49E}"/>
              </a:ext>
            </a:extLst>
          </p:cNvPr>
          <p:cNvSpPr/>
          <p:nvPr/>
        </p:nvSpPr>
        <p:spPr>
          <a:xfrm>
            <a:off x="1624294" y="3442841"/>
            <a:ext cx="1925963" cy="1350737"/>
          </a:xfrm>
          <a:prstGeom prst="roundRect">
            <a:avLst/>
          </a:prstGeom>
          <a:noFill/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81E0F6F-C5EE-4789-8E70-D45FC813CC8D}"/>
              </a:ext>
            </a:extLst>
          </p:cNvPr>
          <p:cNvSpPr/>
          <p:nvPr/>
        </p:nvSpPr>
        <p:spPr>
          <a:xfrm>
            <a:off x="1247676" y="4670234"/>
            <a:ext cx="2455411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original body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ECBBF860-346E-446B-8102-CF7EDBFA9C1B}"/>
              </a:ext>
            </a:extLst>
          </p:cNvPr>
          <p:cNvSpPr/>
          <p:nvPr/>
        </p:nvSpPr>
        <p:spPr>
          <a:xfrm>
            <a:off x="-389719" y="3797058"/>
            <a:ext cx="2571869" cy="62550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Malware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0C5DBCAF-CA55-4B95-9803-FE082A560BE9}"/>
              </a:ext>
            </a:extLst>
          </p:cNvPr>
          <p:cNvCxnSpPr>
            <a:cxnSpLocks/>
            <a:endCxn id="21" idx="3"/>
          </p:cNvCxnSpPr>
          <p:nvPr/>
        </p:nvCxnSpPr>
        <p:spPr>
          <a:xfrm flipH="1">
            <a:off x="3550257" y="4115282"/>
            <a:ext cx="1625694" cy="2928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1">
            <a:extLst>
              <a:ext uri="{FF2B5EF4-FFF2-40B4-BE49-F238E27FC236}">
                <a16:creationId xmlns:a16="http://schemas.microsoft.com/office/drawing/2014/main" id="{8E579ED3-9536-4EC0-8396-872FA479258B}"/>
              </a:ext>
            </a:extLst>
          </p:cNvPr>
          <p:cNvSpPr/>
          <p:nvPr/>
        </p:nvSpPr>
        <p:spPr>
          <a:xfrm>
            <a:off x="9341593" y="3429000"/>
            <a:ext cx="1925963" cy="1350737"/>
          </a:xfrm>
          <a:prstGeom prst="roundRect">
            <a:avLst/>
          </a:prstGeom>
          <a:noFill/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29" name="Folded Corner 6">
            <a:extLst>
              <a:ext uri="{FF2B5EF4-FFF2-40B4-BE49-F238E27FC236}">
                <a16:creationId xmlns:a16="http://schemas.microsoft.com/office/drawing/2014/main" id="{50F3D803-A3E2-4FCC-8B36-6921B2F15B48}"/>
              </a:ext>
            </a:extLst>
          </p:cNvPr>
          <p:cNvSpPr/>
          <p:nvPr/>
        </p:nvSpPr>
        <p:spPr>
          <a:xfrm>
            <a:off x="1624294" y="3781798"/>
            <a:ext cx="1925963" cy="465294"/>
          </a:xfrm>
          <a:prstGeom prst="foldedCorner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400" dirty="0">
                <a:solidFill>
                  <a:schemeClr val="lt1"/>
                </a:solidFill>
              </a:rPr>
              <a:t>pattern</a:t>
            </a:r>
          </a:p>
        </p:txBody>
      </p:sp>
      <p:sp>
        <p:nvSpPr>
          <p:cNvPr id="30" name="Folded Corner 6">
            <a:extLst>
              <a:ext uri="{FF2B5EF4-FFF2-40B4-BE49-F238E27FC236}">
                <a16:creationId xmlns:a16="http://schemas.microsoft.com/office/drawing/2014/main" id="{79096A4A-7823-47E2-9B1B-0D8F6859EDAE}"/>
              </a:ext>
            </a:extLst>
          </p:cNvPr>
          <p:cNvSpPr/>
          <p:nvPr/>
        </p:nvSpPr>
        <p:spPr>
          <a:xfrm>
            <a:off x="9337534" y="3767957"/>
            <a:ext cx="1925963" cy="465294"/>
          </a:xfrm>
          <a:prstGeom prst="foldedCorner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400" dirty="0">
                <a:solidFill>
                  <a:schemeClr val="lt1"/>
                </a:solidFill>
              </a:rPr>
              <a:t>pattern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0C05293-0859-40CB-A167-59E39C2360FC}"/>
              </a:ext>
            </a:extLst>
          </p:cNvPr>
          <p:cNvSpPr/>
          <p:nvPr/>
        </p:nvSpPr>
        <p:spPr>
          <a:xfrm>
            <a:off x="4837043" y="3167269"/>
            <a:ext cx="6830701" cy="2557669"/>
          </a:xfrm>
          <a:prstGeom prst="rect">
            <a:avLst/>
          </a:prstGeom>
          <a:noFill/>
          <a:ln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30456293-697E-43AA-AC4D-E7232D7D1E80}"/>
              </a:ext>
            </a:extLst>
          </p:cNvPr>
          <p:cNvSpPr/>
          <p:nvPr/>
        </p:nvSpPr>
        <p:spPr>
          <a:xfrm>
            <a:off x="4724143" y="5143794"/>
            <a:ext cx="1661243" cy="5765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sandbox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1EC35EA5-4330-4C7F-9A57-D3BF7EE7C27F}"/>
              </a:ext>
            </a:extLst>
          </p:cNvPr>
          <p:cNvSpPr/>
          <p:nvPr/>
        </p:nvSpPr>
        <p:spPr>
          <a:xfrm>
            <a:off x="742122" y="5743647"/>
            <a:ext cx="3298715" cy="8784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Anti-malware dynamic decryption</a:t>
            </a: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15768EED-1699-40F4-A198-386023275BF5}"/>
              </a:ext>
            </a:extLst>
          </p:cNvPr>
          <p:cNvCxnSpPr>
            <a:cxnSpLocks/>
            <a:stCxn id="2" idx="2"/>
          </p:cNvCxnSpPr>
          <p:nvPr/>
        </p:nvCxnSpPr>
        <p:spPr>
          <a:xfrm flipH="1">
            <a:off x="4040838" y="5724938"/>
            <a:ext cx="4211556" cy="458030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Rectangle 23">
            <a:extLst>
              <a:ext uri="{FF2B5EF4-FFF2-40B4-BE49-F238E27FC236}">
                <a16:creationId xmlns:a16="http://schemas.microsoft.com/office/drawing/2014/main" id="{142058C5-DEB3-4E2E-A251-04A21CB83C48}"/>
              </a:ext>
            </a:extLst>
          </p:cNvPr>
          <p:cNvSpPr/>
          <p:nvPr/>
        </p:nvSpPr>
        <p:spPr>
          <a:xfrm>
            <a:off x="6998563" y="3431623"/>
            <a:ext cx="2205786" cy="5765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000" dirty="0"/>
              <a:t>decryption occurs</a:t>
            </a:r>
          </a:p>
          <a:p>
            <a:pPr algn="ctr"/>
            <a:r>
              <a:rPr lang="en-AU" sz="2000" dirty="0"/>
              <a:t> at runtime</a:t>
            </a:r>
          </a:p>
        </p:txBody>
      </p:sp>
    </p:spTree>
    <p:extLst>
      <p:ext uri="{BB962C8B-B14F-4D97-AF65-F5344CB8AC3E}">
        <p14:creationId xmlns:p14="http://schemas.microsoft.com/office/powerpoint/2010/main" val="260566503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6EAAFD-B1FF-4F0E-8F27-BCFF5AA0AB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1279" y="1333110"/>
            <a:ext cx="11514581" cy="3714749"/>
          </a:xfrm>
        </p:spPr>
        <p:txBody>
          <a:bodyPr/>
          <a:lstStyle/>
          <a:p>
            <a:r>
              <a:rPr lang="en-AU" sz="2800" dirty="0"/>
              <a:t>What can we do to detect oligomorphic or polymorphic malware?</a:t>
            </a:r>
          </a:p>
          <a:p>
            <a:pPr lvl="1"/>
            <a:r>
              <a:rPr lang="en-AU" sz="2800" dirty="0">
                <a:solidFill>
                  <a:srgbClr val="FF0000"/>
                </a:solidFill>
              </a:rPr>
              <a:t>pattern detection</a:t>
            </a:r>
            <a:r>
              <a:rPr lang="en-AU" sz="2800" dirty="0"/>
              <a:t>: identify patterns/signatures in the </a:t>
            </a:r>
            <a:r>
              <a:rPr lang="en-AU" sz="2800" dirty="0" err="1"/>
              <a:t>decryptors</a:t>
            </a:r>
            <a:r>
              <a:rPr lang="en-AU" sz="2800" dirty="0"/>
              <a:t>. </a:t>
            </a:r>
          </a:p>
          <a:p>
            <a:pPr lvl="1"/>
            <a:r>
              <a:rPr lang="en-AU" sz="2800" dirty="0">
                <a:solidFill>
                  <a:srgbClr val="FF0000"/>
                </a:solidFill>
              </a:rPr>
              <a:t>dynamic decryption</a:t>
            </a:r>
            <a:r>
              <a:rPr lang="en-AU" sz="2800" dirty="0"/>
              <a:t>: provide a sandbox environment to execute malware and identify the pattern of malicious code at run-time</a:t>
            </a:r>
          </a:p>
          <a:p>
            <a:pPr lvl="1"/>
            <a:endParaRPr lang="en-AU" sz="2800" dirty="0"/>
          </a:p>
        </p:txBody>
      </p:sp>
      <p:sp>
        <p:nvSpPr>
          <p:cNvPr id="6" name="Title 3">
            <a:extLst>
              <a:ext uri="{FF2B5EF4-FFF2-40B4-BE49-F238E27FC236}">
                <a16:creationId xmlns:a16="http://schemas.microsoft.com/office/drawing/2014/main" id="{1CDC1821-C52F-4375-B698-7B035F106C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4" y="-6451"/>
            <a:ext cx="10353762" cy="975995"/>
          </a:xfrm>
        </p:spPr>
        <p:txBody>
          <a:bodyPr/>
          <a:lstStyle/>
          <a:p>
            <a:r>
              <a:rPr lang="en-AU" dirty="0"/>
              <a:t>Oligomorphic  and Polymorphic Malware</a:t>
            </a:r>
          </a:p>
        </p:txBody>
      </p:sp>
    </p:spTree>
    <p:extLst>
      <p:ext uri="{BB962C8B-B14F-4D97-AF65-F5344CB8AC3E}">
        <p14:creationId xmlns:p14="http://schemas.microsoft.com/office/powerpoint/2010/main" val="2964005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31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12EE0ACC-B8E9-4231-8A79-68758709B998}"/>
              </a:ext>
            </a:extLst>
          </p:cNvPr>
          <p:cNvCxnSpPr>
            <a:cxnSpLocks/>
          </p:cNvCxnSpPr>
          <p:nvPr/>
        </p:nvCxnSpPr>
        <p:spPr>
          <a:xfrm flipH="1">
            <a:off x="5322011" y="3693922"/>
            <a:ext cx="1122015" cy="0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Rectangle 48">
            <a:extLst>
              <a:ext uri="{FF2B5EF4-FFF2-40B4-BE49-F238E27FC236}">
                <a16:creationId xmlns:a16="http://schemas.microsoft.com/office/drawing/2014/main" id="{4F0289E1-A5D0-40DD-BE8C-2EE6704C0CAF}"/>
              </a:ext>
            </a:extLst>
          </p:cNvPr>
          <p:cNvSpPr/>
          <p:nvPr/>
        </p:nvSpPr>
        <p:spPr>
          <a:xfrm>
            <a:off x="3131140" y="4378745"/>
            <a:ext cx="2455411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muted body</a:t>
            </a:r>
          </a:p>
        </p:txBody>
      </p: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E96D072A-A89D-4EC5-BC92-1486F7111634}"/>
              </a:ext>
            </a:extLst>
          </p:cNvPr>
          <p:cNvCxnSpPr>
            <a:cxnSpLocks/>
          </p:cNvCxnSpPr>
          <p:nvPr/>
        </p:nvCxnSpPr>
        <p:spPr>
          <a:xfrm flipH="1">
            <a:off x="8550669" y="3693922"/>
            <a:ext cx="1122015" cy="0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Rectangle 84">
            <a:extLst>
              <a:ext uri="{FF2B5EF4-FFF2-40B4-BE49-F238E27FC236}">
                <a16:creationId xmlns:a16="http://schemas.microsoft.com/office/drawing/2014/main" id="{53F18983-9979-47DB-8BDD-8E8E8360E98D}"/>
              </a:ext>
            </a:extLst>
          </p:cNvPr>
          <p:cNvSpPr/>
          <p:nvPr/>
        </p:nvSpPr>
        <p:spPr>
          <a:xfrm>
            <a:off x="3208073" y="3345956"/>
            <a:ext cx="2571869" cy="62550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Malware</a:t>
            </a:r>
          </a:p>
        </p:txBody>
      </p:sp>
      <p:sp>
        <p:nvSpPr>
          <p:cNvPr id="25" name="Title 3">
            <a:extLst>
              <a:ext uri="{FF2B5EF4-FFF2-40B4-BE49-F238E27FC236}">
                <a16:creationId xmlns:a16="http://schemas.microsoft.com/office/drawing/2014/main" id="{D172C5C1-26B7-4B2B-A892-24940997C453}"/>
              </a:ext>
            </a:extLst>
          </p:cNvPr>
          <p:cNvSpPr txBox="1">
            <a:spLocks/>
          </p:cNvSpPr>
          <p:nvPr/>
        </p:nvSpPr>
        <p:spPr>
          <a:xfrm>
            <a:off x="2662335" y="-19578"/>
            <a:ext cx="7203232" cy="106420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j-lt"/>
                <a:ea typeface="+mj-ea"/>
                <a:cs typeface="Trebuchet M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AU" dirty="0"/>
              <a:t>Metamorphic Malware</a:t>
            </a:r>
          </a:p>
        </p:txBody>
      </p:sp>
      <p:sp>
        <p:nvSpPr>
          <p:cNvPr id="38" name="Rounded Rectangle 1">
            <a:extLst>
              <a:ext uri="{FF2B5EF4-FFF2-40B4-BE49-F238E27FC236}">
                <a16:creationId xmlns:a16="http://schemas.microsoft.com/office/drawing/2014/main" id="{A0BFC3E9-38A2-4EF0-8810-6001A2B3770C}"/>
              </a:ext>
            </a:extLst>
          </p:cNvPr>
          <p:cNvSpPr/>
          <p:nvPr/>
        </p:nvSpPr>
        <p:spPr>
          <a:xfrm>
            <a:off x="244138" y="2879553"/>
            <a:ext cx="1925963" cy="1639783"/>
          </a:xfrm>
          <a:prstGeom prst="roundRect">
            <a:avLst/>
          </a:prstGeom>
          <a:noFill/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BBA1BAA9-BCB6-4711-A746-CC51EBB07360}"/>
              </a:ext>
            </a:extLst>
          </p:cNvPr>
          <p:cNvSpPr/>
          <p:nvPr/>
        </p:nvSpPr>
        <p:spPr>
          <a:xfrm>
            <a:off x="-132480" y="4358670"/>
            <a:ext cx="2455411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original body</a:t>
            </a: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16BA5EC0-47BB-47A8-A5A8-F312956F7E6F}"/>
              </a:ext>
            </a:extLst>
          </p:cNvPr>
          <p:cNvCxnSpPr>
            <a:cxnSpLocks/>
          </p:cNvCxnSpPr>
          <p:nvPr/>
        </p:nvCxnSpPr>
        <p:spPr>
          <a:xfrm flipH="1">
            <a:off x="2290679" y="3658709"/>
            <a:ext cx="1122015" cy="0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EF382524-B103-4CF8-989C-7910E73B81CE}"/>
              </a:ext>
            </a:extLst>
          </p:cNvPr>
          <p:cNvSpPr/>
          <p:nvPr/>
        </p:nvSpPr>
        <p:spPr>
          <a:xfrm>
            <a:off x="-30570" y="3330875"/>
            <a:ext cx="2571869" cy="62550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Malware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5DDD39A6-B170-448B-BE9A-66BC839D6A19}"/>
              </a:ext>
            </a:extLst>
          </p:cNvPr>
          <p:cNvSpPr/>
          <p:nvPr/>
        </p:nvSpPr>
        <p:spPr>
          <a:xfrm>
            <a:off x="6481348" y="2924540"/>
            <a:ext cx="1923723" cy="1468338"/>
          </a:xfrm>
          <a:prstGeom prst="ellipse">
            <a:avLst/>
          </a:prstGeom>
          <a:noFill/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4" name="Isosceles Triangle 3">
            <a:extLst>
              <a:ext uri="{FF2B5EF4-FFF2-40B4-BE49-F238E27FC236}">
                <a16:creationId xmlns:a16="http://schemas.microsoft.com/office/drawing/2014/main" id="{8410BDD9-9666-4669-9F43-E34A883EB1D4}"/>
              </a:ext>
            </a:extLst>
          </p:cNvPr>
          <p:cNvSpPr/>
          <p:nvPr/>
        </p:nvSpPr>
        <p:spPr>
          <a:xfrm>
            <a:off x="9455347" y="2924540"/>
            <a:ext cx="2263901" cy="1468338"/>
          </a:xfrm>
          <a:prstGeom prst="triangle">
            <a:avLst>
              <a:gd name="adj" fmla="val 51030"/>
            </a:avLst>
          </a:prstGeom>
          <a:noFill/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6" name="Hexagon 5">
            <a:extLst>
              <a:ext uri="{FF2B5EF4-FFF2-40B4-BE49-F238E27FC236}">
                <a16:creationId xmlns:a16="http://schemas.microsoft.com/office/drawing/2014/main" id="{7E51DC19-B791-4880-B8F0-5B440009C678}"/>
              </a:ext>
            </a:extLst>
          </p:cNvPr>
          <p:cNvSpPr/>
          <p:nvPr/>
        </p:nvSpPr>
        <p:spPr>
          <a:xfrm>
            <a:off x="3533272" y="2879553"/>
            <a:ext cx="1751417" cy="1639785"/>
          </a:xfrm>
          <a:prstGeom prst="hexagon">
            <a:avLst/>
          </a:prstGeom>
          <a:noFill/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6EE76E22-CAC9-4C88-A39C-967C4F89D28C}"/>
              </a:ext>
            </a:extLst>
          </p:cNvPr>
          <p:cNvSpPr/>
          <p:nvPr/>
        </p:nvSpPr>
        <p:spPr>
          <a:xfrm>
            <a:off x="6182074" y="3350961"/>
            <a:ext cx="2571869" cy="62550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Malware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6656793C-B7C8-4118-BAC3-6D270EDC7451}"/>
              </a:ext>
            </a:extLst>
          </p:cNvPr>
          <p:cNvSpPr/>
          <p:nvPr/>
        </p:nvSpPr>
        <p:spPr>
          <a:xfrm>
            <a:off x="9375993" y="3311127"/>
            <a:ext cx="2571869" cy="62550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Malware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452DF12A-C2B3-4BB4-AD56-AD330C18A24C}"/>
              </a:ext>
            </a:extLst>
          </p:cNvPr>
          <p:cNvSpPr/>
          <p:nvPr/>
        </p:nvSpPr>
        <p:spPr>
          <a:xfrm>
            <a:off x="6215503" y="4364055"/>
            <a:ext cx="2455411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muted body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02F393DD-1334-4156-86F3-10C7899BE6BE}"/>
              </a:ext>
            </a:extLst>
          </p:cNvPr>
          <p:cNvSpPr/>
          <p:nvPr/>
        </p:nvSpPr>
        <p:spPr>
          <a:xfrm>
            <a:off x="9408603" y="4338057"/>
            <a:ext cx="2455411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muted body</a:t>
            </a:r>
          </a:p>
        </p:txBody>
      </p:sp>
      <p:sp>
        <p:nvSpPr>
          <p:cNvPr id="23" name="Arrow: Right 22">
            <a:extLst>
              <a:ext uri="{FF2B5EF4-FFF2-40B4-BE49-F238E27FC236}">
                <a16:creationId xmlns:a16="http://schemas.microsoft.com/office/drawing/2014/main" id="{1C773855-B366-4951-AB87-3F3ABBA70AC0}"/>
              </a:ext>
            </a:extLst>
          </p:cNvPr>
          <p:cNvSpPr/>
          <p:nvPr/>
        </p:nvSpPr>
        <p:spPr>
          <a:xfrm>
            <a:off x="2532047" y="5162263"/>
            <a:ext cx="7475310" cy="1042506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Malware replicates itself and infects others</a:t>
            </a:r>
          </a:p>
        </p:txBody>
      </p:sp>
      <p:cxnSp>
        <p:nvCxnSpPr>
          <p:cNvPr id="24" name="Connector: Curved 23">
            <a:extLst>
              <a:ext uri="{FF2B5EF4-FFF2-40B4-BE49-F238E27FC236}">
                <a16:creationId xmlns:a16="http://schemas.microsoft.com/office/drawing/2014/main" id="{1E62F075-21F4-4A88-9825-1F177BF8080F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1221018" y="1809891"/>
            <a:ext cx="1055765" cy="1083561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nector: Curved 25">
            <a:extLst>
              <a:ext uri="{FF2B5EF4-FFF2-40B4-BE49-F238E27FC236}">
                <a16:creationId xmlns:a16="http://schemas.microsoft.com/office/drawing/2014/main" id="{1FF4231B-EC19-47D0-9994-845A920A09AC}"/>
              </a:ext>
            </a:extLst>
          </p:cNvPr>
          <p:cNvCxnSpPr>
            <a:cxnSpLocks/>
          </p:cNvCxnSpPr>
          <p:nvPr/>
        </p:nvCxnSpPr>
        <p:spPr>
          <a:xfrm rot="16200000" flipV="1">
            <a:off x="3557778" y="2017306"/>
            <a:ext cx="1025670" cy="676736"/>
          </a:xfrm>
          <a:prstGeom prst="curvedConnector3">
            <a:avLst>
              <a:gd name="adj1" fmla="val 100944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ectangle 26">
            <a:extLst>
              <a:ext uri="{FF2B5EF4-FFF2-40B4-BE49-F238E27FC236}">
                <a16:creationId xmlns:a16="http://schemas.microsoft.com/office/drawing/2014/main" id="{48200A65-9586-4274-A41D-5993B385E732}"/>
              </a:ext>
            </a:extLst>
          </p:cNvPr>
          <p:cNvSpPr/>
          <p:nvPr/>
        </p:nvSpPr>
        <p:spPr>
          <a:xfrm>
            <a:off x="1748900" y="1495427"/>
            <a:ext cx="2571869" cy="62550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Different</a:t>
            </a:r>
          </a:p>
        </p:txBody>
      </p:sp>
    </p:spTree>
    <p:extLst>
      <p:ext uri="{BB962C8B-B14F-4D97-AF65-F5344CB8AC3E}">
        <p14:creationId xmlns:p14="http://schemas.microsoft.com/office/powerpoint/2010/main" val="357071322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6EAAFD-B1FF-4F0E-8F27-BCFF5AA0AB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1279" y="1333111"/>
            <a:ext cx="11514581" cy="1270942"/>
          </a:xfrm>
        </p:spPr>
        <p:txBody>
          <a:bodyPr>
            <a:normAutofit fontScale="92500"/>
          </a:bodyPr>
          <a:lstStyle/>
          <a:p>
            <a:r>
              <a:rPr lang="en-AU" sz="2800" dirty="0">
                <a:solidFill>
                  <a:srgbClr val="FF0000"/>
                </a:solidFill>
              </a:rPr>
              <a:t>Garbage (or flower) instruction</a:t>
            </a:r>
            <a:r>
              <a:rPr lang="en-AU" sz="2800" dirty="0"/>
              <a:t>: </a:t>
            </a:r>
            <a:r>
              <a:rPr lang="en-US" sz="2800" dirty="0"/>
              <a:t>insertion of unnecessary instructions within a malware to obfuscate software analysis but retain the main logic of the malware</a:t>
            </a:r>
            <a:r>
              <a:rPr lang="en-AU" sz="2800" dirty="0"/>
              <a:t>. </a:t>
            </a:r>
          </a:p>
          <a:p>
            <a:pPr lvl="1"/>
            <a:endParaRPr lang="en-AU" sz="2800" dirty="0"/>
          </a:p>
        </p:txBody>
      </p:sp>
      <p:sp>
        <p:nvSpPr>
          <p:cNvPr id="7" name="Title 3">
            <a:extLst>
              <a:ext uri="{FF2B5EF4-FFF2-40B4-BE49-F238E27FC236}">
                <a16:creationId xmlns:a16="http://schemas.microsoft.com/office/drawing/2014/main" id="{F1D04698-6DBD-40CD-8395-6D7A83D8A48F}"/>
              </a:ext>
            </a:extLst>
          </p:cNvPr>
          <p:cNvSpPr txBox="1">
            <a:spLocks/>
          </p:cNvSpPr>
          <p:nvPr/>
        </p:nvSpPr>
        <p:spPr>
          <a:xfrm>
            <a:off x="2494384" y="90775"/>
            <a:ext cx="7203232" cy="106420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j-lt"/>
                <a:ea typeface="+mj-ea"/>
                <a:cs typeface="Trebuchet M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AU" dirty="0"/>
              <a:t>Metamorphic Malware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1965D6E7-6554-4C76-902A-3505E02EEB79}"/>
              </a:ext>
            </a:extLst>
          </p:cNvPr>
          <p:cNvSpPr txBox="1">
            <a:spLocks/>
          </p:cNvSpPr>
          <p:nvPr/>
        </p:nvSpPr>
        <p:spPr>
          <a:xfrm>
            <a:off x="669575" y="2623154"/>
            <a:ext cx="8216008" cy="1630793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marL="342900" indent="-306000" algn="l" defTabSz="457200" rtl="0" eaLnBrk="1" latinLnBrk="0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72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9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102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7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8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674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0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b="0" i="0" dirty="0">
                <a:solidFill>
                  <a:srgbClr val="FFFFFF"/>
                </a:solidFill>
                <a:effectLst/>
              </a:rPr>
              <a:t>mov </a:t>
            </a:r>
            <a:r>
              <a:rPr lang="en-US" sz="2800" b="0" i="0" dirty="0" err="1">
                <a:solidFill>
                  <a:srgbClr val="FFFFFF"/>
                </a:solidFill>
                <a:effectLst/>
              </a:rPr>
              <a:t>eax</a:t>
            </a:r>
            <a:r>
              <a:rPr lang="en-US" sz="2800" b="0" i="0" dirty="0">
                <a:solidFill>
                  <a:srgbClr val="FFFFFF"/>
                </a:solidFill>
                <a:effectLst/>
              </a:rPr>
              <a:t>, </a:t>
            </a:r>
            <a:r>
              <a:rPr lang="en-US" sz="2800" b="0" i="0" dirty="0" err="1">
                <a:solidFill>
                  <a:srgbClr val="FFFFFF"/>
                </a:solidFill>
                <a:effectLst/>
              </a:rPr>
              <a:t>ebx</a:t>
            </a:r>
            <a:r>
              <a:rPr lang="en-US" sz="2800" dirty="0">
                <a:solidFill>
                  <a:srgbClr val="FFFFFF"/>
                </a:solidFill>
                <a:effectLst/>
              </a:rPr>
              <a:t>;</a:t>
            </a:r>
            <a:r>
              <a:rPr lang="en-US" sz="2800" b="0" i="0" dirty="0">
                <a:solidFill>
                  <a:srgbClr val="FFFFFF"/>
                </a:solidFill>
                <a:effectLst/>
              </a:rPr>
              <a:t> move the value in register </a:t>
            </a:r>
            <a:r>
              <a:rPr lang="en-US" sz="2800" b="0" i="0" dirty="0" err="1">
                <a:solidFill>
                  <a:srgbClr val="FFFFFF"/>
                </a:solidFill>
                <a:effectLst/>
              </a:rPr>
              <a:t>ebx</a:t>
            </a:r>
            <a:r>
              <a:rPr lang="en-US" sz="2800" b="0" i="0" dirty="0">
                <a:solidFill>
                  <a:srgbClr val="FFFFFF"/>
                </a:solidFill>
                <a:effectLst/>
              </a:rPr>
              <a:t> into </a:t>
            </a:r>
            <a:r>
              <a:rPr lang="en-US" sz="2800" b="0" i="0" dirty="0" err="1">
                <a:solidFill>
                  <a:srgbClr val="FFFFFF"/>
                </a:solidFill>
                <a:effectLst/>
              </a:rPr>
              <a:t>eax</a:t>
            </a:r>
            <a:r>
              <a:rPr lang="en-US" sz="2800" b="0" i="0" dirty="0">
                <a:solidFill>
                  <a:srgbClr val="FFFFFF"/>
                </a:solidFill>
                <a:effectLst/>
              </a:rPr>
              <a:t> </a:t>
            </a:r>
          </a:p>
          <a:p>
            <a:r>
              <a:rPr lang="en-US" sz="2800" b="0" i="0" dirty="0" err="1">
                <a:solidFill>
                  <a:srgbClr val="FFFFFF"/>
                </a:solidFill>
                <a:effectLst/>
              </a:rPr>
              <a:t>nop</a:t>
            </a:r>
            <a:r>
              <a:rPr lang="en-US" sz="2800" b="0" i="0" dirty="0">
                <a:solidFill>
                  <a:srgbClr val="FFFFFF"/>
                </a:solidFill>
                <a:effectLst/>
              </a:rPr>
              <a:t>; </a:t>
            </a:r>
            <a:r>
              <a:rPr lang="en-US" sz="2800" dirty="0">
                <a:solidFill>
                  <a:srgbClr val="FFFFFF"/>
                </a:solidFill>
                <a:effectLst/>
              </a:rPr>
              <a:t>n</a:t>
            </a:r>
            <a:r>
              <a:rPr lang="en-US" sz="2800" b="0" i="0" dirty="0">
                <a:solidFill>
                  <a:srgbClr val="FFFFFF"/>
                </a:solidFill>
                <a:effectLst/>
              </a:rPr>
              <a:t>o operation</a:t>
            </a:r>
            <a:endParaRPr lang="en-AU" sz="2800" dirty="0"/>
          </a:p>
        </p:txBody>
      </p:sp>
    </p:spTree>
    <p:extLst>
      <p:ext uri="{BB962C8B-B14F-4D97-AF65-F5344CB8AC3E}">
        <p14:creationId xmlns:p14="http://schemas.microsoft.com/office/powerpoint/2010/main" val="215381970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33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12EE0ACC-B8E9-4231-8A79-68758709B998}"/>
              </a:ext>
            </a:extLst>
          </p:cNvPr>
          <p:cNvCxnSpPr>
            <a:cxnSpLocks/>
          </p:cNvCxnSpPr>
          <p:nvPr/>
        </p:nvCxnSpPr>
        <p:spPr>
          <a:xfrm flipH="1">
            <a:off x="5322011" y="3693922"/>
            <a:ext cx="1122015" cy="0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Rectangle 48">
            <a:extLst>
              <a:ext uri="{FF2B5EF4-FFF2-40B4-BE49-F238E27FC236}">
                <a16:creationId xmlns:a16="http://schemas.microsoft.com/office/drawing/2014/main" id="{4F0289E1-A5D0-40DD-BE8C-2EE6704C0CAF}"/>
              </a:ext>
            </a:extLst>
          </p:cNvPr>
          <p:cNvSpPr/>
          <p:nvPr/>
        </p:nvSpPr>
        <p:spPr>
          <a:xfrm>
            <a:off x="3131140" y="4378745"/>
            <a:ext cx="2455411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muted body</a:t>
            </a:r>
          </a:p>
        </p:txBody>
      </p: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E96D072A-A89D-4EC5-BC92-1486F7111634}"/>
              </a:ext>
            </a:extLst>
          </p:cNvPr>
          <p:cNvCxnSpPr>
            <a:cxnSpLocks/>
          </p:cNvCxnSpPr>
          <p:nvPr/>
        </p:nvCxnSpPr>
        <p:spPr>
          <a:xfrm flipH="1">
            <a:off x="8550669" y="3693922"/>
            <a:ext cx="1122015" cy="0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Rectangle 84">
            <a:extLst>
              <a:ext uri="{FF2B5EF4-FFF2-40B4-BE49-F238E27FC236}">
                <a16:creationId xmlns:a16="http://schemas.microsoft.com/office/drawing/2014/main" id="{53F18983-9979-47DB-8BDD-8E8E8360E98D}"/>
              </a:ext>
            </a:extLst>
          </p:cNvPr>
          <p:cNvSpPr/>
          <p:nvPr/>
        </p:nvSpPr>
        <p:spPr>
          <a:xfrm>
            <a:off x="3208073" y="3345956"/>
            <a:ext cx="2571869" cy="62550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Malware</a:t>
            </a:r>
          </a:p>
        </p:txBody>
      </p:sp>
      <p:sp>
        <p:nvSpPr>
          <p:cNvPr id="25" name="Title 3">
            <a:extLst>
              <a:ext uri="{FF2B5EF4-FFF2-40B4-BE49-F238E27FC236}">
                <a16:creationId xmlns:a16="http://schemas.microsoft.com/office/drawing/2014/main" id="{D172C5C1-26B7-4B2B-A892-24940997C453}"/>
              </a:ext>
            </a:extLst>
          </p:cNvPr>
          <p:cNvSpPr txBox="1">
            <a:spLocks/>
          </p:cNvSpPr>
          <p:nvPr/>
        </p:nvSpPr>
        <p:spPr>
          <a:xfrm>
            <a:off x="2662335" y="-19578"/>
            <a:ext cx="7203232" cy="106420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j-lt"/>
                <a:ea typeface="+mj-ea"/>
                <a:cs typeface="Trebuchet M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AU" dirty="0"/>
              <a:t>Metamorphic Malware</a:t>
            </a:r>
          </a:p>
        </p:txBody>
      </p:sp>
      <p:sp>
        <p:nvSpPr>
          <p:cNvPr id="38" name="Rounded Rectangle 1">
            <a:extLst>
              <a:ext uri="{FF2B5EF4-FFF2-40B4-BE49-F238E27FC236}">
                <a16:creationId xmlns:a16="http://schemas.microsoft.com/office/drawing/2014/main" id="{A0BFC3E9-38A2-4EF0-8810-6001A2B3770C}"/>
              </a:ext>
            </a:extLst>
          </p:cNvPr>
          <p:cNvSpPr/>
          <p:nvPr/>
        </p:nvSpPr>
        <p:spPr>
          <a:xfrm>
            <a:off x="244138" y="2879553"/>
            <a:ext cx="1925963" cy="1639783"/>
          </a:xfrm>
          <a:prstGeom prst="roundRect">
            <a:avLst/>
          </a:prstGeom>
          <a:noFill/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BBA1BAA9-BCB6-4711-A746-CC51EBB07360}"/>
              </a:ext>
            </a:extLst>
          </p:cNvPr>
          <p:cNvSpPr/>
          <p:nvPr/>
        </p:nvSpPr>
        <p:spPr>
          <a:xfrm>
            <a:off x="-132480" y="4358670"/>
            <a:ext cx="2455411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original body</a:t>
            </a: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16BA5EC0-47BB-47A8-A5A8-F312956F7E6F}"/>
              </a:ext>
            </a:extLst>
          </p:cNvPr>
          <p:cNvCxnSpPr>
            <a:cxnSpLocks/>
          </p:cNvCxnSpPr>
          <p:nvPr/>
        </p:nvCxnSpPr>
        <p:spPr>
          <a:xfrm flipH="1">
            <a:off x="2290679" y="3658709"/>
            <a:ext cx="1122015" cy="0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EF382524-B103-4CF8-989C-7910E73B81CE}"/>
              </a:ext>
            </a:extLst>
          </p:cNvPr>
          <p:cNvSpPr/>
          <p:nvPr/>
        </p:nvSpPr>
        <p:spPr>
          <a:xfrm>
            <a:off x="-30570" y="3330875"/>
            <a:ext cx="2571869" cy="62550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Malware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5DDD39A6-B170-448B-BE9A-66BC839D6A19}"/>
              </a:ext>
            </a:extLst>
          </p:cNvPr>
          <p:cNvSpPr/>
          <p:nvPr/>
        </p:nvSpPr>
        <p:spPr>
          <a:xfrm>
            <a:off x="6481348" y="2924540"/>
            <a:ext cx="1923723" cy="1468338"/>
          </a:xfrm>
          <a:prstGeom prst="ellipse">
            <a:avLst/>
          </a:prstGeom>
          <a:noFill/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4" name="Isosceles Triangle 3">
            <a:extLst>
              <a:ext uri="{FF2B5EF4-FFF2-40B4-BE49-F238E27FC236}">
                <a16:creationId xmlns:a16="http://schemas.microsoft.com/office/drawing/2014/main" id="{8410BDD9-9666-4669-9F43-E34A883EB1D4}"/>
              </a:ext>
            </a:extLst>
          </p:cNvPr>
          <p:cNvSpPr/>
          <p:nvPr/>
        </p:nvSpPr>
        <p:spPr>
          <a:xfrm>
            <a:off x="9455347" y="2924540"/>
            <a:ext cx="2263901" cy="1468338"/>
          </a:xfrm>
          <a:prstGeom prst="triangle">
            <a:avLst>
              <a:gd name="adj" fmla="val 51030"/>
            </a:avLst>
          </a:prstGeom>
          <a:noFill/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6" name="Hexagon 5">
            <a:extLst>
              <a:ext uri="{FF2B5EF4-FFF2-40B4-BE49-F238E27FC236}">
                <a16:creationId xmlns:a16="http://schemas.microsoft.com/office/drawing/2014/main" id="{7E51DC19-B791-4880-B8F0-5B440009C678}"/>
              </a:ext>
            </a:extLst>
          </p:cNvPr>
          <p:cNvSpPr/>
          <p:nvPr/>
        </p:nvSpPr>
        <p:spPr>
          <a:xfrm>
            <a:off x="3533272" y="2879553"/>
            <a:ext cx="1751417" cy="1639785"/>
          </a:xfrm>
          <a:prstGeom prst="hexagon">
            <a:avLst/>
          </a:prstGeom>
          <a:noFill/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6EE76E22-CAC9-4C88-A39C-967C4F89D28C}"/>
              </a:ext>
            </a:extLst>
          </p:cNvPr>
          <p:cNvSpPr/>
          <p:nvPr/>
        </p:nvSpPr>
        <p:spPr>
          <a:xfrm>
            <a:off x="6182074" y="3350961"/>
            <a:ext cx="2571869" cy="62550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Malware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6656793C-B7C8-4118-BAC3-6D270EDC7451}"/>
              </a:ext>
            </a:extLst>
          </p:cNvPr>
          <p:cNvSpPr/>
          <p:nvPr/>
        </p:nvSpPr>
        <p:spPr>
          <a:xfrm>
            <a:off x="9375993" y="3311127"/>
            <a:ext cx="2571869" cy="62550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Malware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452DF12A-C2B3-4BB4-AD56-AD330C18A24C}"/>
              </a:ext>
            </a:extLst>
          </p:cNvPr>
          <p:cNvSpPr/>
          <p:nvPr/>
        </p:nvSpPr>
        <p:spPr>
          <a:xfrm>
            <a:off x="6215503" y="4364055"/>
            <a:ext cx="2455411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muted body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02F393DD-1334-4156-86F3-10C7899BE6BE}"/>
              </a:ext>
            </a:extLst>
          </p:cNvPr>
          <p:cNvSpPr/>
          <p:nvPr/>
        </p:nvSpPr>
        <p:spPr>
          <a:xfrm>
            <a:off x="9408603" y="4338057"/>
            <a:ext cx="2455411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muted body</a:t>
            </a:r>
          </a:p>
        </p:txBody>
      </p:sp>
      <p:sp>
        <p:nvSpPr>
          <p:cNvPr id="23" name="Arrow: Right 22">
            <a:extLst>
              <a:ext uri="{FF2B5EF4-FFF2-40B4-BE49-F238E27FC236}">
                <a16:creationId xmlns:a16="http://schemas.microsoft.com/office/drawing/2014/main" id="{1C773855-B366-4951-AB87-3F3ABBA70AC0}"/>
              </a:ext>
            </a:extLst>
          </p:cNvPr>
          <p:cNvSpPr/>
          <p:nvPr/>
        </p:nvSpPr>
        <p:spPr>
          <a:xfrm>
            <a:off x="2532047" y="5162263"/>
            <a:ext cx="7475310" cy="1042506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Malware replicates itself and infects others</a:t>
            </a:r>
          </a:p>
        </p:txBody>
      </p:sp>
      <p:cxnSp>
        <p:nvCxnSpPr>
          <p:cNvPr id="24" name="Connector: Curved 23">
            <a:extLst>
              <a:ext uri="{FF2B5EF4-FFF2-40B4-BE49-F238E27FC236}">
                <a16:creationId xmlns:a16="http://schemas.microsoft.com/office/drawing/2014/main" id="{1E62F075-21F4-4A88-9825-1F177BF8080F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1221018" y="1809891"/>
            <a:ext cx="1055765" cy="1083561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nector: Curved 25">
            <a:extLst>
              <a:ext uri="{FF2B5EF4-FFF2-40B4-BE49-F238E27FC236}">
                <a16:creationId xmlns:a16="http://schemas.microsoft.com/office/drawing/2014/main" id="{1FF4231B-EC19-47D0-9994-845A920A09AC}"/>
              </a:ext>
            </a:extLst>
          </p:cNvPr>
          <p:cNvCxnSpPr>
            <a:cxnSpLocks/>
          </p:cNvCxnSpPr>
          <p:nvPr/>
        </p:nvCxnSpPr>
        <p:spPr>
          <a:xfrm rot="16200000" flipV="1">
            <a:off x="3557778" y="2017306"/>
            <a:ext cx="1025670" cy="676736"/>
          </a:xfrm>
          <a:prstGeom prst="curvedConnector3">
            <a:avLst>
              <a:gd name="adj1" fmla="val 100944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ectangle 26">
            <a:extLst>
              <a:ext uri="{FF2B5EF4-FFF2-40B4-BE49-F238E27FC236}">
                <a16:creationId xmlns:a16="http://schemas.microsoft.com/office/drawing/2014/main" id="{48200A65-9586-4274-A41D-5993B385E732}"/>
              </a:ext>
            </a:extLst>
          </p:cNvPr>
          <p:cNvSpPr/>
          <p:nvPr/>
        </p:nvSpPr>
        <p:spPr>
          <a:xfrm>
            <a:off x="1748900" y="1495427"/>
            <a:ext cx="2571869" cy="62550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Different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88E0343-2A35-45FC-93C7-D479F4A5C7ED}"/>
              </a:ext>
            </a:extLst>
          </p:cNvPr>
          <p:cNvSpPr/>
          <p:nvPr/>
        </p:nvSpPr>
        <p:spPr>
          <a:xfrm>
            <a:off x="7686262" y="1000656"/>
            <a:ext cx="3118922" cy="8784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pattern detection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8788E6F1-9F21-4638-846A-674CBD0F73C6}"/>
              </a:ext>
            </a:extLst>
          </p:cNvPr>
          <p:cNvCxnSpPr>
            <a:cxnSpLocks/>
          </p:cNvCxnSpPr>
          <p:nvPr/>
        </p:nvCxnSpPr>
        <p:spPr>
          <a:xfrm flipV="1">
            <a:off x="7443210" y="2036399"/>
            <a:ext cx="1739452" cy="888141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4885AFB1-289F-4D53-8329-634F8290525C}"/>
              </a:ext>
            </a:extLst>
          </p:cNvPr>
          <p:cNvCxnSpPr>
            <a:cxnSpLocks/>
          </p:cNvCxnSpPr>
          <p:nvPr/>
        </p:nvCxnSpPr>
        <p:spPr>
          <a:xfrm flipH="1" flipV="1">
            <a:off x="9198700" y="2024546"/>
            <a:ext cx="1315311" cy="1045397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Rectangle 4">
            <a:extLst>
              <a:ext uri="{FF2B5EF4-FFF2-40B4-BE49-F238E27FC236}">
                <a16:creationId xmlns:a16="http://schemas.microsoft.com/office/drawing/2014/main" id="{EBCF702E-82E7-44B8-8209-4B38A06FCA6F}"/>
              </a:ext>
            </a:extLst>
          </p:cNvPr>
          <p:cNvSpPr/>
          <p:nvPr/>
        </p:nvSpPr>
        <p:spPr>
          <a:xfrm>
            <a:off x="7807368" y="1833382"/>
            <a:ext cx="382475" cy="92333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AU" sz="5400" b="0" cap="none" spc="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?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904B9C52-7514-49C8-85ED-FC01FCAE85FE}"/>
              </a:ext>
            </a:extLst>
          </p:cNvPr>
          <p:cNvSpPr/>
          <p:nvPr/>
        </p:nvSpPr>
        <p:spPr>
          <a:xfrm>
            <a:off x="9848205" y="1826758"/>
            <a:ext cx="382475" cy="92333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AU" sz="5400" b="0" cap="none" spc="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135193191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34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12EE0ACC-B8E9-4231-8A79-68758709B998}"/>
              </a:ext>
            </a:extLst>
          </p:cNvPr>
          <p:cNvCxnSpPr>
            <a:cxnSpLocks/>
          </p:cNvCxnSpPr>
          <p:nvPr/>
        </p:nvCxnSpPr>
        <p:spPr>
          <a:xfrm flipH="1">
            <a:off x="5322011" y="3693922"/>
            <a:ext cx="1122015" cy="0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Rectangle 48">
            <a:extLst>
              <a:ext uri="{FF2B5EF4-FFF2-40B4-BE49-F238E27FC236}">
                <a16:creationId xmlns:a16="http://schemas.microsoft.com/office/drawing/2014/main" id="{4F0289E1-A5D0-40DD-BE8C-2EE6704C0CAF}"/>
              </a:ext>
            </a:extLst>
          </p:cNvPr>
          <p:cNvSpPr/>
          <p:nvPr/>
        </p:nvSpPr>
        <p:spPr>
          <a:xfrm>
            <a:off x="3131140" y="4378745"/>
            <a:ext cx="2455411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muted body</a:t>
            </a:r>
          </a:p>
        </p:txBody>
      </p: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E96D072A-A89D-4EC5-BC92-1486F7111634}"/>
              </a:ext>
            </a:extLst>
          </p:cNvPr>
          <p:cNvCxnSpPr>
            <a:cxnSpLocks/>
          </p:cNvCxnSpPr>
          <p:nvPr/>
        </p:nvCxnSpPr>
        <p:spPr>
          <a:xfrm flipH="1">
            <a:off x="8550669" y="3693922"/>
            <a:ext cx="1122015" cy="0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Rectangle 84">
            <a:extLst>
              <a:ext uri="{FF2B5EF4-FFF2-40B4-BE49-F238E27FC236}">
                <a16:creationId xmlns:a16="http://schemas.microsoft.com/office/drawing/2014/main" id="{53F18983-9979-47DB-8BDD-8E8E8360E98D}"/>
              </a:ext>
            </a:extLst>
          </p:cNvPr>
          <p:cNvSpPr/>
          <p:nvPr/>
        </p:nvSpPr>
        <p:spPr>
          <a:xfrm>
            <a:off x="3208073" y="3345956"/>
            <a:ext cx="2571869" cy="62550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Malware</a:t>
            </a:r>
          </a:p>
        </p:txBody>
      </p:sp>
      <p:sp>
        <p:nvSpPr>
          <p:cNvPr id="25" name="Title 3">
            <a:extLst>
              <a:ext uri="{FF2B5EF4-FFF2-40B4-BE49-F238E27FC236}">
                <a16:creationId xmlns:a16="http://schemas.microsoft.com/office/drawing/2014/main" id="{D172C5C1-26B7-4B2B-A892-24940997C453}"/>
              </a:ext>
            </a:extLst>
          </p:cNvPr>
          <p:cNvSpPr txBox="1">
            <a:spLocks/>
          </p:cNvSpPr>
          <p:nvPr/>
        </p:nvSpPr>
        <p:spPr>
          <a:xfrm>
            <a:off x="2662335" y="-19578"/>
            <a:ext cx="7203232" cy="106420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j-lt"/>
                <a:ea typeface="+mj-ea"/>
                <a:cs typeface="Trebuchet M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AU" dirty="0"/>
              <a:t>Metamorphic Malware</a:t>
            </a:r>
          </a:p>
        </p:txBody>
      </p:sp>
      <p:sp>
        <p:nvSpPr>
          <p:cNvPr id="38" name="Rounded Rectangle 1">
            <a:extLst>
              <a:ext uri="{FF2B5EF4-FFF2-40B4-BE49-F238E27FC236}">
                <a16:creationId xmlns:a16="http://schemas.microsoft.com/office/drawing/2014/main" id="{A0BFC3E9-38A2-4EF0-8810-6001A2B3770C}"/>
              </a:ext>
            </a:extLst>
          </p:cNvPr>
          <p:cNvSpPr/>
          <p:nvPr/>
        </p:nvSpPr>
        <p:spPr>
          <a:xfrm>
            <a:off x="244138" y="2879553"/>
            <a:ext cx="1925963" cy="1639783"/>
          </a:xfrm>
          <a:prstGeom prst="roundRect">
            <a:avLst/>
          </a:prstGeom>
          <a:noFill/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BBA1BAA9-BCB6-4711-A746-CC51EBB07360}"/>
              </a:ext>
            </a:extLst>
          </p:cNvPr>
          <p:cNvSpPr/>
          <p:nvPr/>
        </p:nvSpPr>
        <p:spPr>
          <a:xfrm>
            <a:off x="-132480" y="4358670"/>
            <a:ext cx="2455411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original body</a:t>
            </a: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16BA5EC0-47BB-47A8-A5A8-F312956F7E6F}"/>
              </a:ext>
            </a:extLst>
          </p:cNvPr>
          <p:cNvCxnSpPr>
            <a:cxnSpLocks/>
          </p:cNvCxnSpPr>
          <p:nvPr/>
        </p:nvCxnSpPr>
        <p:spPr>
          <a:xfrm flipH="1">
            <a:off x="2290679" y="3658709"/>
            <a:ext cx="1122015" cy="0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EF382524-B103-4CF8-989C-7910E73B81CE}"/>
              </a:ext>
            </a:extLst>
          </p:cNvPr>
          <p:cNvSpPr/>
          <p:nvPr/>
        </p:nvSpPr>
        <p:spPr>
          <a:xfrm>
            <a:off x="-30570" y="3330875"/>
            <a:ext cx="2571869" cy="62550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Malware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6211B2B2-3BFA-47EB-951E-A1036EEB65A1}"/>
              </a:ext>
            </a:extLst>
          </p:cNvPr>
          <p:cNvSpPr/>
          <p:nvPr/>
        </p:nvSpPr>
        <p:spPr>
          <a:xfrm>
            <a:off x="7686262" y="1000656"/>
            <a:ext cx="3118922" cy="8784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pattern detection</a:t>
            </a: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C845DF49-6BEE-451A-8E40-D2399A53E013}"/>
              </a:ext>
            </a:extLst>
          </p:cNvPr>
          <p:cNvCxnSpPr>
            <a:cxnSpLocks/>
            <a:stCxn id="2" idx="0"/>
          </p:cNvCxnSpPr>
          <p:nvPr/>
        </p:nvCxnSpPr>
        <p:spPr>
          <a:xfrm flipV="1">
            <a:off x="7443210" y="2036399"/>
            <a:ext cx="1739452" cy="888141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Multiplication Sign 45">
            <a:extLst>
              <a:ext uri="{FF2B5EF4-FFF2-40B4-BE49-F238E27FC236}">
                <a16:creationId xmlns:a16="http://schemas.microsoft.com/office/drawing/2014/main" id="{C64AB466-221B-4BFC-9E24-7840FF87E5FF}"/>
              </a:ext>
            </a:extLst>
          </p:cNvPr>
          <p:cNvSpPr/>
          <p:nvPr/>
        </p:nvSpPr>
        <p:spPr>
          <a:xfrm>
            <a:off x="9001451" y="1739325"/>
            <a:ext cx="471847" cy="762000"/>
          </a:xfrm>
          <a:prstGeom prst="mathMultiply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47" name="Connector: Curved 46">
            <a:extLst>
              <a:ext uri="{FF2B5EF4-FFF2-40B4-BE49-F238E27FC236}">
                <a16:creationId xmlns:a16="http://schemas.microsoft.com/office/drawing/2014/main" id="{EE69ECDB-CF2C-4093-A01F-A86ECEA133DB}"/>
              </a:ext>
            </a:extLst>
          </p:cNvPr>
          <p:cNvCxnSpPr>
            <a:cxnSpLocks/>
            <a:stCxn id="38" idx="0"/>
          </p:cNvCxnSpPr>
          <p:nvPr/>
        </p:nvCxnSpPr>
        <p:spPr>
          <a:xfrm rot="5400000" flipH="1" flipV="1">
            <a:off x="1221018" y="1809891"/>
            <a:ext cx="1055765" cy="1083561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Connector: Curved 47">
            <a:extLst>
              <a:ext uri="{FF2B5EF4-FFF2-40B4-BE49-F238E27FC236}">
                <a16:creationId xmlns:a16="http://schemas.microsoft.com/office/drawing/2014/main" id="{92334AAF-0339-471B-94AF-B6BB21428770}"/>
              </a:ext>
            </a:extLst>
          </p:cNvPr>
          <p:cNvCxnSpPr>
            <a:cxnSpLocks/>
          </p:cNvCxnSpPr>
          <p:nvPr/>
        </p:nvCxnSpPr>
        <p:spPr>
          <a:xfrm rot="16200000" flipV="1">
            <a:off x="3557778" y="2017306"/>
            <a:ext cx="1025670" cy="676736"/>
          </a:xfrm>
          <a:prstGeom prst="curvedConnector3">
            <a:avLst>
              <a:gd name="adj1" fmla="val 100944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Rectangle 50">
            <a:extLst>
              <a:ext uri="{FF2B5EF4-FFF2-40B4-BE49-F238E27FC236}">
                <a16:creationId xmlns:a16="http://schemas.microsoft.com/office/drawing/2014/main" id="{EE759D4D-8C06-44A1-9A90-8C27F3A93636}"/>
              </a:ext>
            </a:extLst>
          </p:cNvPr>
          <p:cNvSpPr/>
          <p:nvPr/>
        </p:nvSpPr>
        <p:spPr>
          <a:xfrm>
            <a:off x="1748900" y="1495427"/>
            <a:ext cx="2571869" cy="62550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Different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5DDD39A6-B170-448B-BE9A-66BC839D6A19}"/>
              </a:ext>
            </a:extLst>
          </p:cNvPr>
          <p:cNvSpPr/>
          <p:nvPr/>
        </p:nvSpPr>
        <p:spPr>
          <a:xfrm>
            <a:off x="6481348" y="2924540"/>
            <a:ext cx="1923723" cy="1468338"/>
          </a:xfrm>
          <a:prstGeom prst="ellipse">
            <a:avLst/>
          </a:prstGeom>
          <a:noFill/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4" name="Isosceles Triangle 3">
            <a:extLst>
              <a:ext uri="{FF2B5EF4-FFF2-40B4-BE49-F238E27FC236}">
                <a16:creationId xmlns:a16="http://schemas.microsoft.com/office/drawing/2014/main" id="{8410BDD9-9666-4669-9F43-E34A883EB1D4}"/>
              </a:ext>
            </a:extLst>
          </p:cNvPr>
          <p:cNvSpPr/>
          <p:nvPr/>
        </p:nvSpPr>
        <p:spPr>
          <a:xfrm>
            <a:off x="9455347" y="2924540"/>
            <a:ext cx="2263901" cy="1468338"/>
          </a:xfrm>
          <a:prstGeom prst="triangle">
            <a:avLst>
              <a:gd name="adj" fmla="val 51030"/>
            </a:avLst>
          </a:prstGeom>
          <a:noFill/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6" name="Hexagon 5">
            <a:extLst>
              <a:ext uri="{FF2B5EF4-FFF2-40B4-BE49-F238E27FC236}">
                <a16:creationId xmlns:a16="http://schemas.microsoft.com/office/drawing/2014/main" id="{7E51DC19-B791-4880-B8F0-5B440009C678}"/>
              </a:ext>
            </a:extLst>
          </p:cNvPr>
          <p:cNvSpPr/>
          <p:nvPr/>
        </p:nvSpPr>
        <p:spPr>
          <a:xfrm>
            <a:off x="3533272" y="2879553"/>
            <a:ext cx="1751417" cy="1639785"/>
          </a:xfrm>
          <a:prstGeom prst="hexagon">
            <a:avLst/>
          </a:prstGeom>
          <a:noFill/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6EE76E22-CAC9-4C88-A39C-967C4F89D28C}"/>
              </a:ext>
            </a:extLst>
          </p:cNvPr>
          <p:cNvSpPr/>
          <p:nvPr/>
        </p:nvSpPr>
        <p:spPr>
          <a:xfrm>
            <a:off x="6182074" y="3350961"/>
            <a:ext cx="2571869" cy="62550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Malware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6656793C-B7C8-4118-BAC3-6D270EDC7451}"/>
              </a:ext>
            </a:extLst>
          </p:cNvPr>
          <p:cNvSpPr/>
          <p:nvPr/>
        </p:nvSpPr>
        <p:spPr>
          <a:xfrm>
            <a:off x="9375993" y="3311127"/>
            <a:ext cx="2571869" cy="62550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Malware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452DF12A-C2B3-4BB4-AD56-AD330C18A24C}"/>
              </a:ext>
            </a:extLst>
          </p:cNvPr>
          <p:cNvSpPr/>
          <p:nvPr/>
        </p:nvSpPr>
        <p:spPr>
          <a:xfrm>
            <a:off x="6215503" y="4364055"/>
            <a:ext cx="2455411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muted body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02F393DD-1334-4156-86F3-10C7899BE6BE}"/>
              </a:ext>
            </a:extLst>
          </p:cNvPr>
          <p:cNvSpPr/>
          <p:nvPr/>
        </p:nvSpPr>
        <p:spPr>
          <a:xfrm>
            <a:off x="9408603" y="4338057"/>
            <a:ext cx="2455411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muted body</a:t>
            </a: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5C137BE2-2C4D-4ABD-B05A-717E5EA4FAAF}"/>
              </a:ext>
            </a:extLst>
          </p:cNvPr>
          <p:cNvCxnSpPr>
            <a:cxnSpLocks/>
          </p:cNvCxnSpPr>
          <p:nvPr/>
        </p:nvCxnSpPr>
        <p:spPr>
          <a:xfrm flipH="1" flipV="1">
            <a:off x="9198699" y="2024546"/>
            <a:ext cx="1364893" cy="1045398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Arrow: Right 26">
            <a:extLst>
              <a:ext uri="{FF2B5EF4-FFF2-40B4-BE49-F238E27FC236}">
                <a16:creationId xmlns:a16="http://schemas.microsoft.com/office/drawing/2014/main" id="{20D5776B-520B-48D4-8266-DA2A0ABA78F3}"/>
              </a:ext>
            </a:extLst>
          </p:cNvPr>
          <p:cNvSpPr/>
          <p:nvPr/>
        </p:nvSpPr>
        <p:spPr>
          <a:xfrm>
            <a:off x="2532047" y="5162263"/>
            <a:ext cx="7475310" cy="1042506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Malware replicates itself and infects others</a:t>
            </a:r>
          </a:p>
        </p:txBody>
      </p:sp>
    </p:spTree>
    <p:extLst>
      <p:ext uri="{BB962C8B-B14F-4D97-AF65-F5344CB8AC3E}">
        <p14:creationId xmlns:p14="http://schemas.microsoft.com/office/powerpoint/2010/main" val="347720511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6EAAFD-B1FF-4F0E-8F27-BCFF5AA0AB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1279" y="1333110"/>
            <a:ext cx="11514581" cy="3714749"/>
          </a:xfrm>
        </p:spPr>
        <p:txBody>
          <a:bodyPr/>
          <a:lstStyle/>
          <a:p>
            <a:r>
              <a:rPr lang="en-AU" sz="2800" dirty="0"/>
              <a:t>What can we do to detect metamorphic malware?</a:t>
            </a:r>
          </a:p>
          <a:p>
            <a:pPr lvl="1"/>
            <a:r>
              <a:rPr lang="en-AU" sz="2800" dirty="0"/>
              <a:t>heuristic detection: provide a sandbox environment to execute malware and identify suspicious behaviours at run-time. </a:t>
            </a:r>
          </a:p>
          <a:p>
            <a:pPr lvl="1"/>
            <a:endParaRPr lang="en-AU" sz="2800" dirty="0"/>
          </a:p>
        </p:txBody>
      </p:sp>
      <p:sp>
        <p:nvSpPr>
          <p:cNvPr id="6" name="Title 3">
            <a:extLst>
              <a:ext uri="{FF2B5EF4-FFF2-40B4-BE49-F238E27FC236}">
                <a16:creationId xmlns:a16="http://schemas.microsoft.com/office/drawing/2014/main" id="{1CDC1821-C52F-4375-B698-7B035F106C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4" y="-6451"/>
            <a:ext cx="10353762" cy="975995"/>
          </a:xfrm>
        </p:spPr>
        <p:txBody>
          <a:bodyPr/>
          <a:lstStyle/>
          <a:p>
            <a:r>
              <a:rPr lang="en-AU" dirty="0"/>
              <a:t>Metamorphic Malware</a:t>
            </a:r>
          </a:p>
        </p:txBody>
      </p:sp>
    </p:spTree>
    <p:extLst>
      <p:ext uri="{BB962C8B-B14F-4D97-AF65-F5344CB8AC3E}">
        <p14:creationId xmlns:p14="http://schemas.microsoft.com/office/powerpoint/2010/main" val="76360433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6EAAFD-B1FF-4F0E-8F27-BCFF5AA0AB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1279" y="1333110"/>
            <a:ext cx="11514581" cy="3714749"/>
          </a:xfrm>
        </p:spPr>
        <p:txBody>
          <a:bodyPr/>
          <a:lstStyle/>
          <a:p>
            <a:r>
              <a:rPr lang="en-AU" sz="2800" dirty="0"/>
              <a:t>Summarize the main characteristics of oligomorphic, polymorphic and metamorphic malware</a:t>
            </a:r>
          </a:p>
        </p:txBody>
      </p:sp>
      <p:sp>
        <p:nvSpPr>
          <p:cNvPr id="6" name="Title 3">
            <a:extLst>
              <a:ext uri="{FF2B5EF4-FFF2-40B4-BE49-F238E27FC236}">
                <a16:creationId xmlns:a16="http://schemas.microsoft.com/office/drawing/2014/main" id="{1CDC1821-C52F-4375-B698-7B035F106C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4" y="-6451"/>
            <a:ext cx="10353762" cy="975995"/>
          </a:xfrm>
        </p:spPr>
        <p:txBody>
          <a:bodyPr/>
          <a:lstStyle/>
          <a:p>
            <a:r>
              <a:rPr lang="en-AU" dirty="0"/>
              <a:t>Malware</a:t>
            </a:r>
          </a:p>
        </p:txBody>
      </p:sp>
    </p:spTree>
    <p:extLst>
      <p:ext uri="{BB962C8B-B14F-4D97-AF65-F5344CB8AC3E}">
        <p14:creationId xmlns:p14="http://schemas.microsoft.com/office/powerpoint/2010/main" val="205731116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6EAAFD-B1FF-4F0E-8F27-BCFF5AA0AB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0314" y="1333110"/>
            <a:ext cx="11077242" cy="4629540"/>
          </a:xfrm>
        </p:spPr>
        <p:txBody>
          <a:bodyPr>
            <a:normAutofit/>
          </a:bodyPr>
          <a:lstStyle/>
          <a:p>
            <a:r>
              <a:rPr lang="en-AU" sz="2800" dirty="0"/>
              <a:t>Summarize the main characteristics of oligomorphic, polymorphic and metamorphic malware</a:t>
            </a:r>
          </a:p>
          <a:p>
            <a:pPr lvl="1"/>
            <a:r>
              <a:rPr lang="en-AU" sz="2800" dirty="0"/>
              <a:t>oligomorphic: it decrypts itself with a limited number of </a:t>
            </a:r>
            <a:r>
              <a:rPr lang="en-AU" sz="2800" dirty="0" err="1"/>
              <a:t>decrpytors</a:t>
            </a:r>
            <a:r>
              <a:rPr lang="en-AU" sz="2800" dirty="0"/>
              <a:t> each time it infects others.</a:t>
            </a:r>
          </a:p>
          <a:p>
            <a:pPr lvl="1"/>
            <a:r>
              <a:rPr lang="en-AU" sz="2800" dirty="0"/>
              <a:t>polymorphic: it decrypts itself with an unlimited number of </a:t>
            </a:r>
            <a:r>
              <a:rPr lang="en-AU" sz="2800" dirty="0" err="1"/>
              <a:t>decrpytors</a:t>
            </a:r>
            <a:r>
              <a:rPr lang="en-AU" sz="2800" dirty="0"/>
              <a:t> each time it infects others.</a:t>
            </a:r>
          </a:p>
          <a:p>
            <a:pPr lvl="1"/>
            <a:r>
              <a:rPr lang="en-AU" sz="2800" dirty="0"/>
              <a:t>metamorphic: it mutates itself significantly each time it infects others.</a:t>
            </a:r>
          </a:p>
        </p:txBody>
      </p:sp>
      <p:sp>
        <p:nvSpPr>
          <p:cNvPr id="6" name="Title 3">
            <a:extLst>
              <a:ext uri="{FF2B5EF4-FFF2-40B4-BE49-F238E27FC236}">
                <a16:creationId xmlns:a16="http://schemas.microsoft.com/office/drawing/2014/main" id="{1CDC1821-C52F-4375-B698-7B035F106C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4" y="-6451"/>
            <a:ext cx="10353762" cy="975995"/>
          </a:xfrm>
        </p:spPr>
        <p:txBody>
          <a:bodyPr/>
          <a:lstStyle/>
          <a:p>
            <a:r>
              <a:rPr lang="en-AU" dirty="0"/>
              <a:t>Malware</a:t>
            </a:r>
          </a:p>
        </p:txBody>
      </p:sp>
    </p:spTree>
    <p:extLst>
      <p:ext uri="{BB962C8B-B14F-4D97-AF65-F5344CB8AC3E}">
        <p14:creationId xmlns:p14="http://schemas.microsoft.com/office/powerpoint/2010/main" val="253368993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6EAAFD-B1FF-4F0E-8F27-BCFF5AA0AB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1279" y="1333110"/>
            <a:ext cx="11514581" cy="3714749"/>
          </a:xfrm>
        </p:spPr>
        <p:txBody>
          <a:bodyPr/>
          <a:lstStyle/>
          <a:p>
            <a:r>
              <a:rPr lang="en-AU" sz="2800" dirty="0"/>
              <a:t>What are the benefits of studying evasive malware?</a:t>
            </a:r>
          </a:p>
          <a:p>
            <a:pPr lvl="1"/>
            <a:r>
              <a:rPr lang="en-AU" sz="2800" dirty="0"/>
              <a:t>e.g., the attacker’s perspective/the defender’s perspective</a:t>
            </a:r>
          </a:p>
        </p:txBody>
      </p:sp>
      <p:sp>
        <p:nvSpPr>
          <p:cNvPr id="6" name="Title 3">
            <a:extLst>
              <a:ext uri="{FF2B5EF4-FFF2-40B4-BE49-F238E27FC236}">
                <a16:creationId xmlns:a16="http://schemas.microsoft.com/office/drawing/2014/main" id="{1CDC1821-C52F-4375-B698-7B035F106C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4" y="-6451"/>
            <a:ext cx="10353762" cy="975995"/>
          </a:xfrm>
        </p:spPr>
        <p:txBody>
          <a:bodyPr/>
          <a:lstStyle/>
          <a:p>
            <a:r>
              <a:rPr lang="en-AU" dirty="0"/>
              <a:t>Malware</a:t>
            </a:r>
          </a:p>
        </p:txBody>
      </p:sp>
    </p:spTree>
    <p:extLst>
      <p:ext uri="{BB962C8B-B14F-4D97-AF65-F5344CB8AC3E}">
        <p14:creationId xmlns:p14="http://schemas.microsoft.com/office/powerpoint/2010/main" val="177119305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B87295-CF06-4EF3-BFCA-2F8DAACB6A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81280"/>
            <a:ext cx="10353762" cy="677477"/>
          </a:xfrm>
        </p:spPr>
        <p:txBody>
          <a:bodyPr/>
          <a:lstStyle/>
          <a:p>
            <a:r>
              <a:rPr lang="en-AU" dirty="0"/>
              <a:t>Malware Detection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E8586B-D9A3-4AE1-A171-491E51F2FA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8034" y="758757"/>
            <a:ext cx="11542365" cy="1655657"/>
          </a:xfrm>
        </p:spPr>
        <p:txBody>
          <a:bodyPr>
            <a:noAutofit/>
          </a:bodyPr>
          <a:lstStyle/>
          <a:p>
            <a:r>
              <a:rPr lang="en-AU" sz="2400" dirty="0"/>
              <a:t>Virus Total is a website (</a:t>
            </a:r>
            <a:r>
              <a:rPr lang="en-AU" sz="2400" dirty="0">
                <a:solidFill>
                  <a:srgbClr val="FF0000"/>
                </a:solidFill>
              </a:rPr>
              <a:t>https://www.virustotal.com/gui/home/upload</a:t>
            </a:r>
            <a:r>
              <a:rPr lang="en-AU" sz="2400" dirty="0"/>
              <a:t>) that provides free online malware scanning.</a:t>
            </a:r>
          </a:p>
          <a:p>
            <a:pPr lvl="1"/>
            <a:r>
              <a:rPr lang="en-AU" sz="2400" dirty="0"/>
              <a:t>It uses over </a:t>
            </a:r>
            <a:r>
              <a:rPr lang="en-US" altLang="zh-CN" sz="2400" dirty="0"/>
              <a:t>70 antivirus scanners and URL/domain blocklisting services</a:t>
            </a:r>
            <a:r>
              <a:rPr lang="en-AU" sz="2400" dirty="0"/>
              <a:t>.</a:t>
            </a:r>
          </a:p>
          <a:p>
            <a:pPr lvl="1"/>
            <a:r>
              <a:rPr lang="en-AU" sz="2400" dirty="0"/>
              <a:t>Provides </a:t>
            </a:r>
            <a:r>
              <a:rPr lang="en-US" sz="2400" dirty="0"/>
              <a:t>a comprehensive view of whether a file or website is malicious</a:t>
            </a:r>
            <a:r>
              <a:rPr lang="en-AU" sz="2400" dirty="0"/>
              <a:t>.</a:t>
            </a:r>
          </a:p>
          <a:p>
            <a:pPr marL="450000" lvl="1" indent="0">
              <a:buNone/>
            </a:pPr>
            <a:endParaRPr lang="en-AU" sz="28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6DCE218-D7E4-41CA-B2F0-1257F3BAB9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57213" y="2762654"/>
            <a:ext cx="6061387" cy="38667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395508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40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8" name="Rounded Rectangle 10">
            <a:extLst>
              <a:ext uri="{FF2B5EF4-FFF2-40B4-BE49-F238E27FC236}">
                <a16:creationId xmlns:a16="http://schemas.microsoft.com/office/drawing/2014/main" id="{EFF2A714-4BFE-4265-87E4-34F8FECB8F6F}"/>
              </a:ext>
            </a:extLst>
          </p:cNvPr>
          <p:cNvSpPr/>
          <p:nvPr/>
        </p:nvSpPr>
        <p:spPr>
          <a:xfrm>
            <a:off x="292666" y="986987"/>
            <a:ext cx="8516797" cy="639549"/>
          </a:xfrm>
          <a:prstGeom prst="roundRect">
            <a:avLst/>
          </a:prstGeom>
          <a:noFill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b="1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</a:rPr>
              <a:t>Demo: use our VMs to download malware samples</a:t>
            </a:r>
          </a:p>
        </p:txBody>
      </p:sp>
      <p:sp>
        <p:nvSpPr>
          <p:cNvPr id="7" name="Title 3">
            <a:extLst>
              <a:ext uri="{FF2B5EF4-FFF2-40B4-BE49-F238E27FC236}">
                <a16:creationId xmlns:a16="http://schemas.microsoft.com/office/drawing/2014/main" id="{EBC053A3-DD58-4410-B408-D3593E92DB21}"/>
              </a:ext>
            </a:extLst>
          </p:cNvPr>
          <p:cNvSpPr txBox="1">
            <a:spLocks/>
          </p:cNvSpPr>
          <p:nvPr/>
        </p:nvSpPr>
        <p:spPr>
          <a:xfrm>
            <a:off x="822918" y="5230667"/>
            <a:ext cx="10596964" cy="950381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1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j-lt"/>
                <a:ea typeface="+mj-ea"/>
                <a:cs typeface="Trebuchet M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l"/>
            <a:r>
              <a:rPr lang="en-AU" sz="2800" dirty="0">
                <a:latin typeface="+mn-lt"/>
              </a:rPr>
              <a:t>https://github.com/mstfknn/malware-sample-library</a:t>
            </a:r>
            <a:endParaRPr lang="en-AU" sz="2800" dirty="0">
              <a:solidFill>
                <a:srgbClr val="FF0000"/>
              </a:solidFill>
              <a:latin typeface="+mn-lt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D0A4A63-5354-4BB5-8832-B9DB46F783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81280"/>
            <a:ext cx="10353762" cy="1052094"/>
          </a:xfrm>
        </p:spPr>
        <p:txBody>
          <a:bodyPr/>
          <a:lstStyle/>
          <a:p>
            <a:r>
              <a:rPr lang="en-AU" dirty="0"/>
              <a:t>Malware Detection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5C1B9D2-B6E7-4121-A91D-86AFC42D7B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9119" y="1724978"/>
            <a:ext cx="9600440" cy="35056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095612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41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8" name="Rounded Rectangle 10">
            <a:extLst>
              <a:ext uri="{FF2B5EF4-FFF2-40B4-BE49-F238E27FC236}">
                <a16:creationId xmlns:a16="http://schemas.microsoft.com/office/drawing/2014/main" id="{EFF2A714-4BFE-4265-87E4-34F8FECB8F6F}"/>
              </a:ext>
            </a:extLst>
          </p:cNvPr>
          <p:cNvSpPr/>
          <p:nvPr/>
        </p:nvSpPr>
        <p:spPr>
          <a:xfrm>
            <a:off x="0" y="953894"/>
            <a:ext cx="4220308" cy="639549"/>
          </a:xfrm>
          <a:prstGeom prst="roundRect">
            <a:avLst/>
          </a:prstGeom>
          <a:noFill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b="1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</a:rPr>
              <a:t>How to run the demo </a:t>
            </a:r>
          </a:p>
        </p:txBody>
      </p:sp>
      <p:sp>
        <p:nvSpPr>
          <p:cNvPr id="6" name="Content Placeholder 1">
            <a:extLst>
              <a:ext uri="{FF2B5EF4-FFF2-40B4-BE49-F238E27FC236}">
                <a16:creationId xmlns:a16="http://schemas.microsoft.com/office/drawing/2014/main" id="{BCECF946-B0B0-4030-9A88-08D30D45E5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0823" y="1784195"/>
            <a:ext cx="10353762" cy="4581679"/>
          </a:xfrm>
        </p:spPr>
        <p:txBody>
          <a:bodyPr>
            <a:normAutofit/>
          </a:bodyPr>
          <a:lstStyle/>
          <a:p>
            <a:r>
              <a:rPr lang="en-US" sz="2800" dirty="0">
                <a:effectLst/>
              </a:rPr>
              <a:t>Upload each malware file (can be </a:t>
            </a:r>
            <a:r>
              <a:rPr lang="en-US" sz="2800" dirty="0">
                <a:solidFill>
                  <a:srgbClr val="FF0000"/>
                </a:solidFill>
                <a:effectLst/>
              </a:rPr>
              <a:t>compressed</a:t>
            </a:r>
            <a:r>
              <a:rPr lang="en-US" sz="2800" dirty="0">
                <a:effectLst/>
              </a:rPr>
              <a:t>) onto </a:t>
            </a:r>
            <a:r>
              <a:rPr lang="en-US" sz="2800" dirty="0" err="1">
                <a:effectLst/>
              </a:rPr>
              <a:t>virustotal</a:t>
            </a:r>
            <a:endParaRPr lang="en-US" sz="2800" dirty="0">
              <a:effectLst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5C48366-325C-4AE0-943F-E2B2E1E36E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81280"/>
            <a:ext cx="10353762" cy="1052094"/>
          </a:xfrm>
        </p:spPr>
        <p:txBody>
          <a:bodyPr/>
          <a:lstStyle/>
          <a:p>
            <a:r>
              <a:rPr lang="en-AU" dirty="0"/>
              <a:t>Malware Detection</a:t>
            </a:r>
          </a:p>
        </p:txBody>
      </p:sp>
    </p:spTree>
    <p:extLst>
      <p:ext uri="{BB962C8B-B14F-4D97-AF65-F5344CB8AC3E}">
        <p14:creationId xmlns:p14="http://schemas.microsoft.com/office/powerpoint/2010/main" val="2393183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42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8" name="Rounded Rectangle 10">
            <a:extLst>
              <a:ext uri="{FF2B5EF4-FFF2-40B4-BE49-F238E27FC236}">
                <a16:creationId xmlns:a16="http://schemas.microsoft.com/office/drawing/2014/main" id="{EFF2A714-4BFE-4265-87E4-34F8FECB8F6F}"/>
              </a:ext>
            </a:extLst>
          </p:cNvPr>
          <p:cNvSpPr/>
          <p:nvPr/>
        </p:nvSpPr>
        <p:spPr>
          <a:xfrm>
            <a:off x="0" y="993388"/>
            <a:ext cx="3100039" cy="639549"/>
          </a:xfrm>
          <a:prstGeom prst="roundRect">
            <a:avLst/>
          </a:prstGeom>
          <a:noFill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b="1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</a:rPr>
              <a:t>demo 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5C48366-325C-4AE0-943F-E2B2E1E36E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81280"/>
            <a:ext cx="10353762" cy="1052094"/>
          </a:xfrm>
        </p:spPr>
        <p:txBody>
          <a:bodyPr/>
          <a:lstStyle/>
          <a:p>
            <a:r>
              <a:rPr lang="en-AU" dirty="0"/>
              <a:t>Malware Detection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CB5F6AB2-6DFD-0484-39B0-DCCEF3EAF9A0}"/>
              </a:ext>
            </a:extLst>
          </p:cNvPr>
          <p:cNvSpPr txBox="1"/>
          <p:nvPr/>
        </p:nvSpPr>
        <p:spPr>
          <a:xfrm>
            <a:off x="1776413" y="5495280"/>
            <a:ext cx="61436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1.0.248.27</a:t>
            </a:r>
            <a:r>
              <a:rPr lang="en-US" altLang="zh-CN" dirty="0"/>
              <a:t>; 94.20.141.173</a:t>
            </a:r>
            <a:r>
              <a:rPr lang="zh-CN" altLang="en-US" dirty="0"/>
              <a:t> </a:t>
            </a:r>
            <a:r>
              <a:rPr lang="en-US" altLang="zh-CN" dirty="0"/>
              <a:t>(</a:t>
            </a:r>
            <a:r>
              <a:rPr lang="en-US" altLang="zh-CN" dirty="0">
                <a:solidFill>
                  <a:srgbClr val="FF0000"/>
                </a:solidFill>
              </a:rPr>
              <a:t>Malicious IP address</a:t>
            </a:r>
            <a:r>
              <a:rPr lang="en-US" altLang="zh-CN" dirty="0"/>
              <a:t>)</a:t>
            </a:r>
            <a:endParaRPr lang="zh-CN" altLang="en-US" dirty="0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7474AE6D-400D-7378-9126-73F01F855D7F}"/>
              </a:ext>
            </a:extLst>
          </p:cNvPr>
          <p:cNvSpPr txBox="1"/>
          <p:nvPr/>
        </p:nvSpPr>
        <p:spPr>
          <a:xfrm>
            <a:off x="1776413" y="5996542"/>
            <a:ext cx="61436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https://github.com/sefinek/Malicious-IP-Addresses</a:t>
            </a:r>
          </a:p>
        </p:txBody>
      </p:sp>
    </p:spTree>
    <p:extLst>
      <p:ext uri="{BB962C8B-B14F-4D97-AF65-F5344CB8AC3E}">
        <p14:creationId xmlns:p14="http://schemas.microsoft.com/office/powerpoint/2010/main" val="362130066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B87295-CF06-4EF3-BFCA-2F8DAACB6A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81280"/>
            <a:ext cx="10353762" cy="1257300"/>
          </a:xfrm>
        </p:spPr>
        <p:txBody>
          <a:bodyPr/>
          <a:lstStyle/>
          <a:p>
            <a:r>
              <a:rPr lang="en-AU" dirty="0"/>
              <a:t>Malware Detection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E8586B-D9A3-4AE1-A171-491E51F2FA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8035" y="1362710"/>
            <a:ext cx="10353762" cy="3714749"/>
          </a:xfrm>
        </p:spPr>
        <p:txBody>
          <a:bodyPr>
            <a:noAutofit/>
          </a:bodyPr>
          <a:lstStyle/>
          <a:p>
            <a:r>
              <a:rPr lang="en-US" sz="2800" dirty="0"/>
              <a:t>How does </a:t>
            </a:r>
            <a:r>
              <a:rPr lang="en-US" sz="2800" dirty="0" err="1"/>
              <a:t>VirusTotal</a:t>
            </a:r>
            <a:r>
              <a:rPr lang="en-US" sz="2800" dirty="0"/>
              <a:t> detect malware</a:t>
            </a:r>
            <a:r>
              <a:rPr lang="en-AU" sz="2800" dirty="0"/>
              <a:t>?</a:t>
            </a:r>
          </a:p>
          <a:p>
            <a:r>
              <a:rPr lang="en-US" sz="2800" dirty="0"/>
              <a:t>Can </a:t>
            </a:r>
            <a:r>
              <a:rPr lang="en-US" sz="2800" dirty="0" err="1"/>
              <a:t>VirusTotal</a:t>
            </a:r>
            <a:r>
              <a:rPr lang="en-US" sz="2800" dirty="0"/>
              <a:t> detect all malware? Why or Why not?</a:t>
            </a:r>
            <a:endParaRPr lang="en-AU" sz="2800" dirty="0"/>
          </a:p>
          <a:p>
            <a:pPr lvl="1"/>
            <a:endParaRPr lang="en-AU" sz="2800" dirty="0"/>
          </a:p>
          <a:p>
            <a:pPr marL="450000" lvl="1" indent="0">
              <a:buNone/>
            </a:pPr>
            <a:endParaRPr lang="en-AU" sz="2800" dirty="0"/>
          </a:p>
        </p:txBody>
      </p:sp>
    </p:spTree>
    <p:extLst>
      <p:ext uri="{BB962C8B-B14F-4D97-AF65-F5344CB8AC3E}">
        <p14:creationId xmlns:p14="http://schemas.microsoft.com/office/powerpoint/2010/main" val="419892665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B87295-CF06-4EF3-BFCA-2F8DAACB6A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81280"/>
            <a:ext cx="10353762" cy="1257300"/>
          </a:xfrm>
        </p:spPr>
        <p:txBody>
          <a:bodyPr/>
          <a:lstStyle/>
          <a:p>
            <a:r>
              <a:rPr lang="en-AU" dirty="0"/>
              <a:t>Malware Detection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E8586B-D9A3-4AE1-A171-491E51F2FA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8035" y="1362710"/>
            <a:ext cx="10724846" cy="3714749"/>
          </a:xfrm>
        </p:spPr>
        <p:txBody>
          <a:bodyPr>
            <a:noAutofit/>
          </a:bodyPr>
          <a:lstStyle/>
          <a:p>
            <a:r>
              <a:rPr lang="en-US" sz="2800" dirty="0"/>
              <a:t>How does </a:t>
            </a:r>
            <a:r>
              <a:rPr lang="en-US" sz="2800" dirty="0" err="1"/>
              <a:t>VirusTotal</a:t>
            </a:r>
            <a:r>
              <a:rPr lang="en-US" sz="2800" dirty="0"/>
              <a:t> detect malware</a:t>
            </a:r>
            <a:r>
              <a:rPr lang="en-AU" sz="2800" dirty="0"/>
              <a:t>?</a:t>
            </a:r>
          </a:p>
          <a:p>
            <a:pPr lvl="1"/>
            <a:r>
              <a:rPr lang="en-AU" sz="2800" dirty="0"/>
              <a:t>e.g., it submits a given file or URL to many anti-malware engines, which apply different techniques for scanning. The techniques can be pattern detection, dynamic </a:t>
            </a:r>
            <a:r>
              <a:rPr lang="en-US" sz="2800" dirty="0"/>
              <a:t>decryption</a:t>
            </a:r>
            <a:r>
              <a:rPr lang="en-AU" sz="2800" dirty="0"/>
              <a:t>, </a:t>
            </a:r>
            <a:r>
              <a:rPr lang="en-US" sz="2800" dirty="0"/>
              <a:t>heuristic detection, </a:t>
            </a:r>
            <a:r>
              <a:rPr lang="en-AU" sz="2800" dirty="0"/>
              <a:t>etc.</a:t>
            </a:r>
          </a:p>
          <a:p>
            <a:pPr lvl="1"/>
            <a:endParaRPr lang="en-AU" sz="2800" dirty="0"/>
          </a:p>
          <a:p>
            <a:pPr marL="450000" lvl="1" indent="0">
              <a:buNone/>
            </a:pPr>
            <a:endParaRPr lang="en-AU" sz="2800" dirty="0"/>
          </a:p>
        </p:txBody>
      </p:sp>
    </p:spTree>
    <p:extLst>
      <p:ext uri="{BB962C8B-B14F-4D97-AF65-F5344CB8AC3E}">
        <p14:creationId xmlns:p14="http://schemas.microsoft.com/office/powerpoint/2010/main" val="261719670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B87295-CF06-4EF3-BFCA-2F8DAACB6A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81280"/>
            <a:ext cx="10353762" cy="1257300"/>
          </a:xfrm>
        </p:spPr>
        <p:txBody>
          <a:bodyPr/>
          <a:lstStyle/>
          <a:p>
            <a:r>
              <a:rPr lang="en-AU" dirty="0"/>
              <a:t>Malware Detection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E8586B-D9A3-4AE1-A171-491E51F2FA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8035" y="1362710"/>
            <a:ext cx="10724846" cy="3714749"/>
          </a:xfrm>
        </p:spPr>
        <p:txBody>
          <a:bodyPr>
            <a:noAutofit/>
          </a:bodyPr>
          <a:lstStyle/>
          <a:p>
            <a:r>
              <a:rPr lang="en-US" sz="2800" dirty="0"/>
              <a:t>How does </a:t>
            </a:r>
            <a:r>
              <a:rPr lang="en-US" sz="2800" dirty="0" err="1"/>
              <a:t>VirusTotal</a:t>
            </a:r>
            <a:r>
              <a:rPr lang="en-US" sz="2800" dirty="0"/>
              <a:t> detect malware</a:t>
            </a:r>
            <a:r>
              <a:rPr lang="en-AU" sz="2800" dirty="0"/>
              <a:t>?</a:t>
            </a:r>
          </a:p>
          <a:p>
            <a:pPr lvl="1"/>
            <a:r>
              <a:rPr lang="en-AU" sz="2800" dirty="0"/>
              <a:t>e.g., it submits a given file or URL to many anti-malware engines, which apply different techniques for scanning. The techniques can be pattern detection, dynamic </a:t>
            </a:r>
            <a:r>
              <a:rPr lang="en-US" sz="2800" dirty="0"/>
              <a:t>decryption</a:t>
            </a:r>
            <a:r>
              <a:rPr lang="en-AU" sz="2800" dirty="0"/>
              <a:t>, </a:t>
            </a:r>
            <a:r>
              <a:rPr lang="en-US" sz="2800" dirty="0"/>
              <a:t>heuristic detection, </a:t>
            </a:r>
            <a:r>
              <a:rPr lang="en-AU" sz="2800" dirty="0"/>
              <a:t>etc.</a:t>
            </a:r>
          </a:p>
          <a:p>
            <a:r>
              <a:rPr lang="en-US" sz="2800" dirty="0"/>
              <a:t>Can </a:t>
            </a:r>
            <a:r>
              <a:rPr lang="en-US" sz="2800" dirty="0" err="1"/>
              <a:t>VirusTotal</a:t>
            </a:r>
            <a:r>
              <a:rPr lang="en-US" sz="2800" dirty="0"/>
              <a:t> detect all malware?</a:t>
            </a:r>
            <a:endParaRPr lang="en-AU" sz="2800" dirty="0"/>
          </a:p>
          <a:p>
            <a:pPr lvl="1"/>
            <a:endParaRPr lang="en-AU" sz="2800" dirty="0"/>
          </a:p>
          <a:p>
            <a:pPr lvl="1"/>
            <a:endParaRPr lang="en-AU" sz="2800" dirty="0"/>
          </a:p>
          <a:p>
            <a:pPr lvl="1"/>
            <a:endParaRPr lang="en-AU" sz="2800" dirty="0"/>
          </a:p>
          <a:p>
            <a:pPr marL="450000" lvl="1" indent="0">
              <a:buNone/>
            </a:pPr>
            <a:endParaRPr lang="en-AU" sz="2800" dirty="0"/>
          </a:p>
        </p:txBody>
      </p:sp>
    </p:spTree>
    <p:extLst>
      <p:ext uri="{BB962C8B-B14F-4D97-AF65-F5344CB8AC3E}">
        <p14:creationId xmlns:p14="http://schemas.microsoft.com/office/powerpoint/2010/main" val="282695408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B87295-CF06-4EF3-BFCA-2F8DAACB6A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81280"/>
            <a:ext cx="10353762" cy="1257300"/>
          </a:xfrm>
        </p:spPr>
        <p:txBody>
          <a:bodyPr/>
          <a:lstStyle/>
          <a:p>
            <a:r>
              <a:rPr lang="en-AU" dirty="0"/>
              <a:t>Malware Detection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E8586B-D9A3-4AE1-A171-491E51F2FA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8035" y="1362710"/>
            <a:ext cx="10724846" cy="3714749"/>
          </a:xfrm>
        </p:spPr>
        <p:txBody>
          <a:bodyPr>
            <a:noAutofit/>
          </a:bodyPr>
          <a:lstStyle/>
          <a:p>
            <a:r>
              <a:rPr lang="en-US" sz="2800" dirty="0"/>
              <a:t>How does </a:t>
            </a:r>
            <a:r>
              <a:rPr lang="en-US" sz="2800" dirty="0" err="1"/>
              <a:t>VirusTotal</a:t>
            </a:r>
            <a:r>
              <a:rPr lang="en-US" sz="2800" dirty="0"/>
              <a:t> detect malware</a:t>
            </a:r>
            <a:r>
              <a:rPr lang="en-AU" sz="2800" dirty="0"/>
              <a:t>?</a:t>
            </a:r>
          </a:p>
          <a:p>
            <a:pPr lvl="1"/>
            <a:r>
              <a:rPr lang="en-AU" sz="2800" dirty="0"/>
              <a:t>e.g., it submits a given file or URL to many anti-malware engines, which apply different techniques for scanning. The techniques can be pattern detection, dynamic </a:t>
            </a:r>
            <a:r>
              <a:rPr lang="en-US" sz="2800" dirty="0"/>
              <a:t>decryption</a:t>
            </a:r>
            <a:r>
              <a:rPr lang="en-AU" sz="2800" dirty="0"/>
              <a:t>, </a:t>
            </a:r>
            <a:r>
              <a:rPr lang="en-US" sz="2800" dirty="0"/>
              <a:t>heuristic detection, </a:t>
            </a:r>
            <a:r>
              <a:rPr lang="en-AU" sz="2800" dirty="0"/>
              <a:t>etc.</a:t>
            </a:r>
          </a:p>
          <a:p>
            <a:r>
              <a:rPr lang="en-US" sz="2800" dirty="0"/>
              <a:t>Can </a:t>
            </a:r>
            <a:r>
              <a:rPr lang="en-US" sz="2800" dirty="0" err="1"/>
              <a:t>VirusTotal</a:t>
            </a:r>
            <a:r>
              <a:rPr lang="en-US" sz="2800" dirty="0"/>
              <a:t> detect all malware?</a:t>
            </a:r>
            <a:endParaRPr lang="en-AU" sz="2800" dirty="0"/>
          </a:p>
          <a:p>
            <a:pPr lvl="1"/>
            <a:r>
              <a:rPr lang="en-AU" sz="2800" dirty="0"/>
              <a:t>e.g., mutated/sandbox-aware malware. </a:t>
            </a:r>
          </a:p>
          <a:p>
            <a:pPr lvl="1"/>
            <a:endParaRPr lang="en-AU" sz="2800" dirty="0"/>
          </a:p>
          <a:p>
            <a:pPr lvl="1"/>
            <a:endParaRPr lang="en-AU" sz="2800" dirty="0"/>
          </a:p>
          <a:p>
            <a:pPr marL="450000" lvl="1" indent="0">
              <a:buNone/>
            </a:pPr>
            <a:endParaRPr lang="en-AU" sz="2800" dirty="0"/>
          </a:p>
        </p:txBody>
      </p:sp>
    </p:spTree>
    <p:extLst>
      <p:ext uri="{BB962C8B-B14F-4D97-AF65-F5344CB8AC3E}">
        <p14:creationId xmlns:p14="http://schemas.microsoft.com/office/powerpoint/2010/main" val="361892779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E9C478-AE76-4FD5-8984-90B18062A2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52819"/>
            <a:ext cx="10353762" cy="1257300"/>
          </a:xfrm>
        </p:spPr>
        <p:txBody>
          <a:bodyPr/>
          <a:lstStyle/>
          <a:p>
            <a:r>
              <a:rPr lang="en-AU" dirty="0"/>
              <a:t>Malware Detection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38BB1A-17C7-4CE4-80F8-423DE68396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1594031"/>
            <a:ext cx="10353762" cy="3481977"/>
          </a:xfrm>
        </p:spPr>
        <p:txBody>
          <a:bodyPr>
            <a:normAutofit/>
          </a:bodyPr>
          <a:lstStyle/>
          <a:p>
            <a:r>
              <a:rPr lang="en-AU" sz="2800" dirty="0"/>
              <a:t>Yara is a rule-based signature matching tool.</a:t>
            </a:r>
          </a:p>
          <a:p>
            <a:pPr lvl="1"/>
            <a:r>
              <a:rPr lang="en-AU" sz="2800" dirty="0"/>
              <a:t>It is an open-source project. </a:t>
            </a:r>
          </a:p>
          <a:p>
            <a:pPr lvl="1"/>
            <a:r>
              <a:rPr lang="en-AU" sz="2800" dirty="0"/>
              <a:t>It uses a set of rules to capture a pattern/signature. </a:t>
            </a:r>
          </a:p>
          <a:p>
            <a:pPr lvl="1"/>
            <a:r>
              <a:rPr lang="en-AU" sz="2800" dirty="0"/>
              <a:t>The signature describes </a:t>
            </a:r>
            <a:r>
              <a:rPr lang="en-US" sz="2800" dirty="0"/>
              <a:t>characteristics</a:t>
            </a:r>
            <a:r>
              <a:rPr lang="en-AU" sz="2800" dirty="0"/>
              <a:t> of malware, e.g., file size, file hash, certain strings of code, etc.</a:t>
            </a:r>
          </a:p>
          <a:p>
            <a:pPr marL="36900" indent="0">
              <a:buNone/>
            </a:pPr>
            <a:endParaRPr lang="en-AU" sz="2800" dirty="0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F5F9EF08-E244-082A-8C47-9D4A8D020A6C}"/>
              </a:ext>
            </a:extLst>
          </p:cNvPr>
          <p:cNvSpPr txBox="1"/>
          <p:nvPr/>
        </p:nvSpPr>
        <p:spPr>
          <a:xfrm>
            <a:off x="1038225" y="5801761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https://www.cyberstash.com/an-introduction-to-yara/</a:t>
            </a:r>
          </a:p>
        </p:txBody>
      </p:sp>
    </p:spTree>
    <p:extLst>
      <p:ext uri="{BB962C8B-B14F-4D97-AF65-F5344CB8AC3E}">
        <p14:creationId xmlns:p14="http://schemas.microsoft.com/office/powerpoint/2010/main" val="2809391081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48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8" name="Rounded Rectangle 10">
            <a:extLst>
              <a:ext uri="{FF2B5EF4-FFF2-40B4-BE49-F238E27FC236}">
                <a16:creationId xmlns:a16="http://schemas.microsoft.com/office/drawing/2014/main" id="{EFF2A714-4BFE-4265-87E4-34F8FECB8F6F}"/>
              </a:ext>
            </a:extLst>
          </p:cNvPr>
          <p:cNvSpPr/>
          <p:nvPr/>
        </p:nvSpPr>
        <p:spPr>
          <a:xfrm>
            <a:off x="292667" y="986987"/>
            <a:ext cx="4192247" cy="639549"/>
          </a:xfrm>
          <a:prstGeom prst="roundRect">
            <a:avLst/>
          </a:prstGeom>
          <a:noFill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b="1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</a:rPr>
              <a:t>How to run the demo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D0A4A63-5354-4BB5-8832-B9DB46F783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81280"/>
            <a:ext cx="10353762" cy="1052094"/>
          </a:xfrm>
        </p:spPr>
        <p:txBody>
          <a:bodyPr/>
          <a:lstStyle/>
          <a:p>
            <a:r>
              <a:rPr lang="en-AU" dirty="0"/>
              <a:t>Malware Detection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8869FF1C-52E8-43E9-AF5B-40AA94C39D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7896" y="1709687"/>
            <a:ext cx="10353762" cy="3714749"/>
          </a:xfrm>
        </p:spPr>
        <p:txBody>
          <a:bodyPr>
            <a:noAutofit/>
          </a:bodyPr>
          <a:lstStyle/>
          <a:p>
            <a:r>
              <a:rPr lang="en-US" sz="2800" dirty="0" err="1">
                <a:solidFill>
                  <a:schemeClr val="tx1"/>
                </a:solidFill>
                <a:effectLst/>
              </a:rPr>
              <a:t>sudo</a:t>
            </a:r>
            <a:r>
              <a:rPr lang="en-US" sz="2800" dirty="0">
                <a:solidFill>
                  <a:schemeClr val="tx1"/>
                </a:solidFill>
                <a:effectLst/>
              </a:rPr>
              <a:t> docker run -it --rm </a:t>
            </a:r>
            <a:r>
              <a:rPr lang="en-US" sz="2800" dirty="0" err="1">
                <a:solidFill>
                  <a:schemeClr val="tx1"/>
                </a:solidFill>
                <a:effectLst/>
              </a:rPr>
              <a:t>uwacyber</a:t>
            </a:r>
            <a:r>
              <a:rPr lang="en-US" sz="2800" dirty="0">
                <a:solidFill>
                  <a:schemeClr val="tx1"/>
                </a:solidFill>
                <a:effectLst/>
              </a:rPr>
              <a:t>/cits1003-labs:ai-malware</a:t>
            </a:r>
            <a:endParaRPr lang="en-AU" sz="2800" dirty="0">
              <a:effectLst/>
            </a:endParaRP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77315C6C-9E41-48EA-8536-167F2DEBBE66}"/>
              </a:ext>
            </a:extLst>
          </p:cNvPr>
          <p:cNvSpPr txBox="1">
            <a:spLocks/>
          </p:cNvSpPr>
          <p:nvPr/>
        </p:nvSpPr>
        <p:spPr>
          <a:xfrm>
            <a:off x="727896" y="2501849"/>
            <a:ext cx="10353762" cy="371474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Autofit/>
          </a:bodyPr>
          <a:lstStyle>
            <a:lvl1pPr marL="342900" indent="-306000" algn="l" defTabSz="457200" rtl="0" eaLnBrk="1" latinLnBrk="0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72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9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102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7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8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674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0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r>
              <a:rPr lang="en-AU" sz="2800" dirty="0">
                <a:effectLst/>
              </a:rPr>
              <a:t>Inside the container</a:t>
            </a:r>
          </a:p>
          <a:p>
            <a:pPr lvl="1"/>
            <a:r>
              <a:rPr lang="en-AU" sz="2600" dirty="0">
                <a:effectLst/>
              </a:rPr>
              <a:t>apt-get install </a:t>
            </a:r>
            <a:r>
              <a:rPr lang="en-AU" sz="2600" dirty="0" err="1">
                <a:effectLst/>
              </a:rPr>
              <a:t>yara</a:t>
            </a:r>
            <a:endParaRPr lang="en-AU" sz="2600" dirty="0">
              <a:effectLst/>
            </a:endParaRPr>
          </a:p>
          <a:p>
            <a:pPr lvl="1"/>
            <a:r>
              <a:rPr lang="en-AU" sz="2600" dirty="0">
                <a:effectLst/>
              </a:rPr>
              <a:t>git clone https://github.com/Yara-Rules/rules.git</a:t>
            </a:r>
          </a:p>
          <a:p>
            <a:pPr lvl="1"/>
            <a:endParaRPr lang="en-AU" sz="2800" dirty="0">
              <a:effectLst/>
            </a:endParaRPr>
          </a:p>
          <a:p>
            <a:pPr lvl="1"/>
            <a:endParaRPr lang="en-AU" sz="2800" dirty="0"/>
          </a:p>
          <a:p>
            <a:pPr marL="450000" lvl="1" indent="0">
              <a:buFont typeface="Wingdings 2" charset="2"/>
              <a:buNone/>
            </a:pPr>
            <a:endParaRPr lang="en-AU" sz="2800" dirty="0"/>
          </a:p>
        </p:txBody>
      </p:sp>
    </p:spTree>
    <p:extLst>
      <p:ext uri="{BB962C8B-B14F-4D97-AF65-F5344CB8AC3E}">
        <p14:creationId xmlns:p14="http://schemas.microsoft.com/office/powerpoint/2010/main" val="326374660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49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8" name="Rounded Rectangle 10">
            <a:extLst>
              <a:ext uri="{FF2B5EF4-FFF2-40B4-BE49-F238E27FC236}">
                <a16:creationId xmlns:a16="http://schemas.microsoft.com/office/drawing/2014/main" id="{EFF2A714-4BFE-4265-87E4-34F8FECB8F6F}"/>
              </a:ext>
            </a:extLst>
          </p:cNvPr>
          <p:cNvSpPr/>
          <p:nvPr/>
        </p:nvSpPr>
        <p:spPr>
          <a:xfrm>
            <a:off x="292667" y="986987"/>
            <a:ext cx="4192247" cy="639549"/>
          </a:xfrm>
          <a:prstGeom prst="roundRect">
            <a:avLst/>
          </a:prstGeom>
          <a:noFill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b="1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</a:rPr>
              <a:t>How to run the demo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D0A4A63-5354-4BB5-8832-B9DB46F783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81280"/>
            <a:ext cx="10353762" cy="1052094"/>
          </a:xfrm>
        </p:spPr>
        <p:txBody>
          <a:bodyPr/>
          <a:lstStyle/>
          <a:p>
            <a:r>
              <a:rPr lang="en-AU" dirty="0"/>
              <a:t>Malware Detection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8869FF1C-52E8-43E9-AF5B-40AA94C39D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7896" y="1709687"/>
            <a:ext cx="10353762" cy="3714749"/>
          </a:xfrm>
        </p:spPr>
        <p:txBody>
          <a:bodyPr>
            <a:noAutofit/>
          </a:bodyPr>
          <a:lstStyle/>
          <a:p>
            <a:r>
              <a:rPr lang="en-US" sz="2800" dirty="0" err="1">
                <a:solidFill>
                  <a:schemeClr val="tx1"/>
                </a:solidFill>
                <a:effectLst/>
              </a:rPr>
              <a:t>sudo</a:t>
            </a:r>
            <a:r>
              <a:rPr lang="en-US" sz="2800" dirty="0">
                <a:solidFill>
                  <a:schemeClr val="tx1"/>
                </a:solidFill>
                <a:effectLst/>
              </a:rPr>
              <a:t> docker run -it --rm </a:t>
            </a:r>
            <a:r>
              <a:rPr lang="en-US" sz="2800" dirty="0" err="1">
                <a:solidFill>
                  <a:schemeClr val="tx1"/>
                </a:solidFill>
                <a:effectLst/>
              </a:rPr>
              <a:t>uwacyber</a:t>
            </a:r>
            <a:r>
              <a:rPr lang="en-US" sz="2800" dirty="0">
                <a:solidFill>
                  <a:schemeClr val="tx1"/>
                </a:solidFill>
                <a:effectLst/>
              </a:rPr>
              <a:t>/cits1003-labs:ai-malware</a:t>
            </a:r>
            <a:endParaRPr lang="en-AU" sz="2800" dirty="0">
              <a:effectLst/>
            </a:endParaRP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77315C6C-9E41-48EA-8536-167F2DEBBE66}"/>
              </a:ext>
            </a:extLst>
          </p:cNvPr>
          <p:cNvSpPr txBox="1">
            <a:spLocks/>
          </p:cNvSpPr>
          <p:nvPr/>
        </p:nvSpPr>
        <p:spPr>
          <a:xfrm>
            <a:off x="727896" y="2501849"/>
            <a:ext cx="10353762" cy="371474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Autofit/>
          </a:bodyPr>
          <a:lstStyle>
            <a:lvl1pPr marL="342900" indent="-306000" algn="l" defTabSz="457200" rtl="0" eaLnBrk="1" latinLnBrk="0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72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9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102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7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8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674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0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r>
              <a:rPr lang="en-AU" sz="2800" dirty="0">
                <a:effectLst/>
              </a:rPr>
              <a:t>apt-get install </a:t>
            </a:r>
            <a:r>
              <a:rPr lang="en-AU" sz="2800" dirty="0" err="1">
                <a:effectLst/>
              </a:rPr>
              <a:t>yara</a:t>
            </a:r>
            <a:endParaRPr lang="en-AU" sz="2800" dirty="0">
              <a:effectLst/>
            </a:endParaRPr>
          </a:p>
          <a:p>
            <a:r>
              <a:rPr lang="en-AU" sz="2800" dirty="0">
                <a:effectLst/>
              </a:rPr>
              <a:t>git clone https://github.com/mstfknn/malware-sample-library.git </a:t>
            </a:r>
          </a:p>
          <a:p>
            <a:pPr lvl="1"/>
            <a:endParaRPr lang="en-AU" sz="2800" dirty="0">
              <a:effectLst/>
            </a:endParaRPr>
          </a:p>
          <a:p>
            <a:pPr lvl="1"/>
            <a:endParaRPr lang="en-AU" sz="2800" dirty="0"/>
          </a:p>
          <a:p>
            <a:pPr marL="450000" lvl="1" indent="0">
              <a:buFont typeface="Wingdings 2" charset="2"/>
              <a:buNone/>
            </a:pPr>
            <a:endParaRPr lang="en-AU" sz="28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5514AA8-E40C-444A-AAB1-DF836B3D1A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9119" y="4230715"/>
            <a:ext cx="9276441" cy="14385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8311247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50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8" name="Rounded Rectangle 10">
            <a:extLst>
              <a:ext uri="{FF2B5EF4-FFF2-40B4-BE49-F238E27FC236}">
                <a16:creationId xmlns:a16="http://schemas.microsoft.com/office/drawing/2014/main" id="{EFF2A714-4BFE-4265-87E4-34F8FECB8F6F}"/>
              </a:ext>
            </a:extLst>
          </p:cNvPr>
          <p:cNvSpPr/>
          <p:nvPr/>
        </p:nvSpPr>
        <p:spPr>
          <a:xfrm>
            <a:off x="2313" y="641416"/>
            <a:ext cx="3690801" cy="626513"/>
          </a:xfrm>
          <a:prstGeom prst="roundRect">
            <a:avLst/>
          </a:prstGeom>
          <a:noFill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b="1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</a:rPr>
              <a:t>How to run the demo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D0A4A63-5354-4BB5-8832-B9DB46F783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81280"/>
            <a:ext cx="10353762" cy="745355"/>
          </a:xfrm>
        </p:spPr>
        <p:txBody>
          <a:bodyPr/>
          <a:lstStyle/>
          <a:p>
            <a:r>
              <a:rPr lang="en-AU" dirty="0"/>
              <a:t>Malware Detection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5514AA8-E40C-444A-AAB1-DF836B3D1A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4980" y="1321329"/>
            <a:ext cx="7022533" cy="764642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1143E811-3954-41A3-9D0D-2207B792E3A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4980" y="2261769"/>
            <a:ext cx="11117116" cy="2751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5220214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51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8" name="Rounded Rectangle 10">
            <a:extLst>
              <a:ext uri="{FF2B5EF4-FFF2-40B4-BE49-F238E27FC236}">
                <a16:creationId xmlns:a16="http://schemas.microsoft.com/office/drawing/2014/main" id="{EFF2A714-4BFE-4265-87E4-34F8FECB8F6F}"/>
              </a:ext>
            </a:extLst>
          </p:cNvPr>
          <p:cNvSpPr/>
          <p:nvPr/>
        </p:nvSpPr>
        <p:spPr>
          <a:xfrm>
            <a:off x="2313" y="641416"/>
            <a:ext cx="3690801" cy="626513"/>
          </a:xfrm>
          <a:prstGeom prst="roundRect">
            <a:avLst/>
          </a:prstGeom>
          <a:noFill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b="1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</a:rPr>
              <a:t>How to run the demo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D0A4A63-5354-4BB5-8832-B9DB46F783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81280"/>
            <a:ext cx="10353762" cy="745355"/>
          </a:xfrm>
        </p:spPr>
        <p:txBody>
          <a:bodyPr/>
          <a:lstStyle/>
          <a:p>
            <a:r>
              <a:rPr lang="en-AU" dirty="0"/>
              <a:t>Malware Detection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5514AA8-E40C-444A-AAB1-DF836B3D1A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4980" y="1321329"/>
            <a:ext cx="7022533" cy="764642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BB1F94DE-FFC7-4F0B-9F1E-B5B9BAC0B8E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4980" y="2672327"/>
            <a:ext cx="10240804" cy="371527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1143E811-3954-41A3-9D0D-2207B792E3A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4980" y="2261769"/>
            <a:ext cx="11117116" cy="2751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675896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52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8" name="Rounded Rectangle 10">
            <a:extLst>
              <a:ext uri="{FF2B5EF4-FFF2-40B4-BE49-F238E27FC236}">
                <a16:creationId xmlns:a16="http://schemas.microsoft.com/office/drawing/2014/main" id="{EFF2A714-4BFE-4265-87E4-34F8FECB8F6F}"/>
              </a:ext>
            </a:extLst>
          </p:cNvPr>
          <p:cNvSpPr/>
          <p:nvPr/>
        </p:nvSpPr>
        <p:spPr>
          <a:xfrm>
            <a:off x="2313" y="641416"/>
            <a:ext cx="3690801" cy="626513"/>
          </a:xfrm>
          <a:prstGeom prst="roundRect">
            <a:avLst/>
          </a:prstGeom>
          <a:noFill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b="1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</a:rPr>
              <a:t>How to run the demo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D0A4A63-5354-4BB5-8832-B9DB46F783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81280"/>
            <a:ext cx="10353762" cy="745355"/>
          </a:xfrm>
        </p:spPr>
        <p:txBody>
          <a:bodyPr/>
          <a:lstStyle/>
          <a:p>
            <a:r>
              <a:rPr lang="en-AU" dirty="0"/>
              <a:t>Malware Detection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5514AA8-E40C-444A-AAB1-DF836B3D1A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4980" y="1321329"/>
            <a:ext cx="7022533" cy="764642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BB1F94DE-FFC7-4F0B-9F1E-B5B9BAC0B8E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4980" y="2672327"/>
            <a:ext cx="10240804" cy="371527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1143E811-3954-41A3-9D0D-2207B792E3A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4980" y="2261769"/>
            <a:ext cx="11117116" cy="275176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0F33F889-BE04-4164-A3E7-379D16C3A38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94980" y="3361320"/>
            <a:ext cx="5591955" cy="552527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0AD241A0-D20B-421B-BE89-502708AC060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4980" y="4042739"/>
            <a:ext cx="4667901" cy="5811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0833388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53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8" name="Rounded Rectangle 10">
            <a:extLst>
              <a:ext uri="{FF2B5EF4-FFF2-40B4-BE49-F238E27FC236}">
                <a16:creationId xmlns:a16="http://schemas.microsoft.com/office/drawing/2014/main" id="{EFF2A714-4BFE-4265-87E4-34F8FECB8F6F}"/>
              </a:ext>
            </a:extLst>
          </p:cNvPr>
          <p:cNvSpPr/>
          <p:nvPr/>
        </p:nvSpPr>
        <p:spPr>
          <a:xfrm>
            <a:off x="2313" y="641416"/>
            <a:ext cx="3690801" cy="626513"/>
          </a:xfrm>
          <a:prstGeom prst="roundRect">
            <a:avLst/>
          </a:prstGeom>
          <a:noFill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b="1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</a:rPr>
              <a:t>How to run the demo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D0A4A63-5354-4BB5-8832-B9DB46F783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81280"/>
            <a:ext cx="10353762" cy="745355"/>
          </a:xfrm>
        </p:spPr>
        <p:txBody>
          <a:bodyPr/>
          <a:lstStyle/>
          <a:p>
            <a:r>
              <a:rPr lang="en-AU" dirty="0"/>
              <a:t>Malware Detection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5514AA8-E40C-444A-AAB1-DF836B3D1A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4980" y="1321329"/>
            <a:ext cx="7022533" cy="764642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BB1F94DE-FFC7-4F0B-9F1E-B5B9BAC0B8E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4980" y="2672327"/>
            <a:ext cx="10240804" cy="371527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1143E811-3954-41A3-9D0D-2207B792E3A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4980" y="2261769"/>
            <a:ext cx="11117116" cy="275176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3F4B1488-7010-4F58-A666-F2A73FC7E72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94980" y="3212891"/>
            <a:ext cx="5122715" cy="308214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1BCA2303-2DAF-4998-BB98-CC68048816D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2667" y="3690142"/>
            <a:ext cx="10794898" cy="26561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6602079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54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8" name="Rounded Rectangle 10">
            <a:extLst>
              <a:ext uri="{FF2B5EF4-FFF2-40B4-BE49-F238E27FC236}">
                <a16:creationId xmlns:a16="http://schemas.microsoft.com/office/drawing/2014/main" id="{EFF2A714-4BFE-4265-87E4-34F8FECB8F6F}"/>
              </a:ext>
            </a:extLst>
          </p:cNvPr>
          <p:cNvSpPr/>
          <p:nvPr/>
        </p:nvSpPr>
        <p:spPr>
          <a:xfrm>
            <a:off x="292667" y="986987"/>
            <a:ext cx="1970473" cy="639549"/>
          </a:xfrm>
          <a:prstGeom prst="roundRect">
            <a:avLst/>
          </a:prstGeom>
          <a:noFill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b="1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</a:rPr>
              <a:t>demo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D0A4A63-5354-4BB5-8832-B9DB46F783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81280"/>
            <a:ext cx="10353762" cy="1052094"/>
          </a:xfrm>
        </p:spPr>
        <p:txBody>
          <a:bodyPr/>
          <a:lstStyle/>
          <a:p>
            <a:r>
              <a:rPr lang="en-AU" dirty="0"/>
              <a:t>Malware Detection</a:t>
            </a:r>
          </a:p>
        </p:txBody>
      </p:sp>
    </p:spTree>
    <p:extLst>
      <p:ext uri="{BB962C8B-B14F-4D97-AF65-F5344CB8AC3E}">
        <p14:creationId xmlns:p14="http://schemas.microsoft.com/office/powerpoint/2010/main" val="3399154406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B87295-CF06-4EF3-BFCA-2F8DAACB6A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81280"/>
            <a:ext cx="10353762" cy="1257300"/>
          </a:xfrm>
        </p:spPr>
        <p:txBody>
          <a:bodyPr/>
          <a:lstStyle/>
          <a:p>
            <a:r>
              <a:rPr lang="en-AU" dirty="0"/>
              <a:t>Malware Detection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E8586B-D9A3-4AE1-A171-491E51F2FA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8034" y="1362710"/>
            <a:ext cx="11315719" cy="3714749"/>
          </a:xfrm>
        </p:spPr>
        <p:txBody>
          <a:bodyPr>
            <a:noAutofit/>
          </a:bodyPr>
          <a:lstStyle/>
          <a:p>
            <a:r>
              <a:rPr lang="en-US" sz="2800" dirty="0"/>
              <a:t>List a few practical use-cases of YARA in cybersecurity</a:t>
            </a:r>
          </a:p>
          <a:p>
            <a:pPr marL="36900" indent="0">
              <a:buNone/>
            </a:pPr>
            <a:endParaRPr lang="en-AU" sz="2800" dirty="0"/>
          </a:p>
          <a:p>
            <a:pPr lvl="1"/>
            <a:endParaRPr lang="en-AU" sz="2800" dirty="0"/>
          </a:p>
          <a:p>
            <a:pPr lvl="1"/>
            <a:endParaRPr lang="en-AU" sz="2800" dirty="0"/>
          </a:p>
          <a:p>
            <a:pPr lvl="1"/>
            <a:endParaRPr lang="en-AU" sz="2800" dirty="0"/>
          </a:p>
          <a:p>
            <a:pPr marL="450000" lvl="1" indent="0">
              <a:buNone/>
            </a:pPr>
            <a:endParaRPr lang="en-AU" sz="2800" dirty="0"/>
          </a:p>
        </p:txBody>
      </p:sp>
    </p:spTree>
    <p:extLst>
      <p:ext uri="{BB962C8B-B14F-4D97-AF65-F5344CB8AC3E}">
        <p14:creationId xmlns:p14="http://schemas.microsoft.com/office/powerpoint/2010/main" val="2758315679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B87295-CF06-4EF3-BFCA-2F8DAACB6A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81280"/>
            <a:ext cx="10353762" cy="1257300"/>
          </a:xfrm>
        </p:spPr>
        <p:txBody>
          <a:bodyPr/>
          <a:lstStyle/>
          <a:p>
            <a:r>
              <a:rPr lang="en-AU" dirty="0"/>
              <a:t>Malware Detection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E8586B-D9A3-4AE1-A171-491E51F2FA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8034" y="1362710"/>
            <a:ext cx="11315719" cy="3714749"/>
          </a:xfrm>
        </p:spPr>
        <p:txBody>
          <a:bodyPr>
            <a:noAutofit/>
          </a:bodyPr>
          <a:lstStyle/>
          <a:p>
            <a:r>
              <a:rPr lang="en-US" sz="2800" dirty="0"/>
              <a:t>List a few practical use-cases of YARA in cybersecurity</a:t>
            </a:r>
          </a:p>
          <a:p>
            <a:pPr lvl="1"/>
            <a:r>
              <a:rPr lang="en-US" sz="2800" dirty="0"/>
              <a:t>e.g., </a:t>
            </a:r>
            <a:r>
              <a:rPr lang="en-AU" sz="2800" dirty="0"/>
              <a:t>malware detection/intrusion detection/system monitoring</a:t>
            </a:r>
          </a:p>
          <a:p>
            <a:pPr lvl="2"/>
            <a:r>
              <a:rPr lang="en-AU" altLang="zh-CN" sz="2600" dirty="0"/>
              <a:t>Match known attack payloads or exploit code in captured packets.</a:t>
            </a:r>
          </a:p>
          <a:p>
            <a:pPr lvl="2"/>
            <a:r>
              <a:rPr lang="en-AU" altLang="zh-CN" sz="2600" dirty="0"/>
              <a:t>Identify phishing attachments by signature or suspicious macro content.</a:t>
            </a:r>
          </a:p>
          <a:p>
            <a:pPr lvl="2"/>
            <a:r>
              <a:rPr lang="en-AU" altLang="zh-CN" sz="2600" dirty="0"/>
              <a:t>YARA can be scheduled or triggered to continuously scan systems for suspicious changes.</a:t>
            </a:r>
            <a:endParaRPr lang="en-US" sz="2600" dirty="0"/>
          </a:p>
          <a:p>
            <a:pPr marL="36900" indent="0">
              <a:buNone/>
            </a:pPr>
            <a:endParaRPr lang="en-AU" sz="2800" dirty="0"/>
          </a:p>
          <a:p>
            <a:pPr lvl="1"/>
            <a:endParaRPr lang="en-AU" sz="2800" dirty="0"/>
          </a:p>
          <a:p>
            <a:pPr lvl="1"/>
            <a:endParaRPr lang="en-AU" sz="2800" dirty="0"/>
          </a:p>
          <a:p>
            <a:pPr lvl="1"/>
            <a:endParaRPr lang="en-AU" sz="2800" dirty="0"/>
          </a:p>
          <a:p>
            <a:pPr marL="450000" lvl="1" indent="0">
              <a:buNone/>
            </a:pPr>
            <a:endParaRPr lang="en-AU" sz="2800" dirty="0"/>
          </a:p>
        </p:txBody>
      </p:sp>
    </p:spTree>
    <p:extLst>
      <p:ext uri="{BB962C8B-B14F-4D97-AF65-F5344CB8AC3E}">
        <p14:creationId xmlns:p14="http://schemas.microsoft.com/office/powerpoint/2010/main" val="2761264589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E9C478-AE76-4FD5-8984-90B18062A2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142240"/>
            <a:ext cx="10353762" cy="934720"/>
          </a:xfrm>
        </p:spPr>
        <p:txBody>
          <a:bodyPr/>
          <a:lstStyle/>
          <a:p>
            <a:r>
              <a:rPr lang="en-AU" dirty="0"/>
              <a:t>Malware Detection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38BB1A-17C7-4CE4-80F8-423DE68396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0595" y="1162050"/>
            <a:ext cx="10353762" cy="4913630"/>
          </a:xfrm>
        </p:spPr>
        <p:txBody>
          <a:bodyPr>
            <a:normAutofit/>
          </a:bodyPr>
          <a:lstStyle/>
          <a:p>
            <a:r>
              <a:rPr lang="en-AU" sz="3000" dirty="0"/>
              <a:t>Ember is an AI-based signature detection tool.</a:t>
            </a:r>
          </a:p>
          <a:p>
            <a:pPr lvl="1"/>
            <a:r>
              <a:rPr lang="en-AU" sz="3000" dirty="0"/>
              <a:t>It </a:t>
            </a:r>
            <a:r>
              <a:rPr lang="en-AU" sz="3200" dirty="0"/>
              <a:t>is an open-source project. </a:t>
            </a:r>
            <a:endParaRPr lang="en-AU" sz="3000" dirty="0"/>
          </a:p>
          <a:p>
            <a:pPr lvl="1"/>
            <a:r>
              <a:rPr lang="en-AU" sz="3000" dirty="0"/>
              <a:t>It uses a deep-learning-based model to predict whether a given file is malicious.</a:t>
            </a:r>
          </a:p>
          <a:p>
            <a:pPr lvl="1"/>
            <a:r>
              <a:rPr lang="en-AU" sz="3000" dirty="0"/>
              <a:t>The file type is limited to windows-specific PE (portable executable). </a:t>
            </a:r>
          </a:p>
          <a:p>
            <a:pPr lvl="1"/>
            <a:endParaRPr lang="en-AU" sz="3000" dirty="0"/>
          </a:p>
        </p:txBody>
      </p:sp>
    </p:spTree>
    <p:extLst>
      <p:ext uri="{BB962C8B-B14F-4D97-AF65-F5344CB8AC3E}">
        <p14:creationId xmlns:p14="http://schemas.microsoft.com/office/powerpoint/2010/main" val="835046270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58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8" name="Rounded Rectangle 10">
            <a:extLst>
              <a:ext uri="{FF2B5EF4-FFF2-40B4-BE49-F238E27FC236}">
                <a16:creationId xmlns:a16="http://schemas.microsoft.com/office/drawing/2014/main" id="{EFF2A714-4BFE-4265-87E4-34F8FECB8F6F}"/>
              </a:ext>
            </a:extLst>
          </p:cNvPr>
          <p:cNvSpPr/>
          <p:nvPr/>
        </p:nvSpPr>
        <p:spPr>
          <a:xfrm>
            <a:off x="292667" y="986987"/>
            <a:ext cx="4325053" cy="639549"/>
          </a:xfrm>
          <a:prstGeom prst="roundRect">
            <a:avLst/>
          </a:prstGeom>
          <a:noFill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b="1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</a:rPr>
              <a:t>How to run the demo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D0A4A63-5354-4BB5-8832-B9DB46F783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81280"/>
            <a:ext cx="10353762" cy="1052094"/>
          </a:xfrm>
        </p:spPr>
        <p:txBody>
          <a:bodyPr/>
          <a:lstStyle/>
          <a:p>
            <a:r>
              <a:rPr lang="en-AU" dirty="0"/>
              <a:t>Malware Detection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C35F5975-2C76-4F59-A37E-82C404CDCD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7896" y="1709687"/>
            <a:ext cx="10353762" cy="3714749"/>
          </a:xfrm>
        </p:spPr>
        <p:txBody>
          <a:bodyPr>
            <a:noAutofit/>
          </a:bodyPr>
          <a:lstStyle/>
          <a:p>
            <a:r>
              <a:rPr lang="en-US" sz="2800" dirty="0" err="1">
                <a:solidFill>
                  <a:schemeClr val="tx1"/>
                </a:solidFill>
                <a:effectLst/>
              </a:rPr>
              <a:t>sudo</a:t>
            </a:r>
            <a:r>
              <a:rPr lang="en-US" sz="2800" dirty="0">
                <a:solidFill>
                  <a:schemeClr val="tx1"/>
                </a:solidFill>
                <a:effectLst/>
              </a:rPr>
              <a:t> docker run -it --rm </a:t>
            </a:r>
            <a:r>
              <a:rPr lang="en-US" sz="2800" dirty="0" err="1">
                <a:solidFill>
                  <a:schemeClr val="tx1"/>
                </a:solidFill>
                <a:effectLst/>
              </a:rPr>
              <a:t>uwacyber</a:t>
            </a:r>
            <a:r>
              <a:rPr lang="en-US" sz="2800" dirty="0">
                <a:solidFill>
                  <a:schemeClr val="tx1"/>
                </a:solidFill>
                <a:effectLst/>
              </a:rPr>
              <a:t>/cits1003-labs:ai-malware</a:t>
            </a:r>
          </a:p>
          <a:p>
            <a:r>
              <a:rPr lang="en-AU" sz="2800" dirty="0">
                <a:solidFill>
                  <a:schemeClr val="tx1"/>
                </a:solidFill>
                <a:effectLst/>
              </a:rPr>
              <a:t>Unzip malware.zip (password:: </a:t>
            </a:r>
            <a:r>
              <a:rPr lang="en-AU" sz="2800" dirty="0">
                <a:solidFill>
                  <a:srgbClr val="FF0000"/>
                </a:solidFill>
                <a:effectLst/>
              </a:rPr>
              <a:t>infected</a:t>
            </a:r>
            <a:r>
              <a:rPr lang="en-AU" sz="2800" dirty="0">
                <a:solidFill>
                  <a:schemeClr val="tx1"/>
                </a:solidFill>
                <a:effectLst/>
              </a:rPr>
              <a:t>)</a:t>
            </a:r>
          </a:p>
          <a:p>
            <a:r>
              <a:rPr lang="en-AU" sz="2800" dirty="0">
                <a:solidFill>
                  <a:schemeClr val="tx1"/>
                </a:solidFill>
                <a:effectLst/>
              </a:rPr>
              <a:t>python3 scripts/classify_binaries.py -m ember_model_2018.txt malware</a:t>
            </a:r>
          </a:p>
          <a:p>
            <a:r>
              <a:rPr lang="en-AU" altLang="zh-CN" sz="2800" dirty="0">
                <a:solidFill>
                  <a:schemeClr val="tx1"/>
                </a:solidFill>
                <a:effectLst/>
              </a:rPr>
              <a:t>python3 scripts/classify_binaries.py -m ember_model_2018.txt git.exe</a:t>
            </a:r>
          </a:p>
          <a:p>
            <a:endParaRPr lang="en-AU" sz="2800" dirty="0">
              <a:solidFill>
                <a:schemeClr val="tx1"/>
              </a:solidFill>
              <a:effectLst/>
            </a:endParaRPr>
          </a:p>
          <a:p>
            <a:endParaRPr lang="en-AU" sz="2800" dirty="0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2862420244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59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8" name="Rounded Rectangle 10">
            <a:extLst>
              <a:ext uri="{FF2B5EF4-FFF2-40B4-BE49-F238E27FC236}">
                <a16:creationId xmlns:a16="http://schemas.microsoft.com/office/drawing/2014/main" id="{EFF2A714-4BFE-4265-87E4-34F8FECB8F6F}"/>
              </a:ext>
            </a:extLst>
          </p:cNvPr>
          <p:cNvSpPr/>
          <p:nvPr/>
        </p:nvSpPr>
        <p:spPr>
          <a:xfrm>
            <a:off x="292667" y="986987"/>
            <a:ext cx="1688533" cy="639549"/>
          </a:xfrm>
          <a:prstGeom prst="roundRect">
            <a:avLst/>
          </a:prstGeom>
          <a:noFill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b="1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</a:rPr>
              <a:t>demo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D0A4A63-5354-4BB5-8832-B9DB46F783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81280"/>
            <a:ext cx="10353762" cy="1052094"/>
          </a:xfrm>
        </p:spPr>
        <p:txBody>
          <a:bodyPr/>
          <a:lstStyle/>
          <a:p>
            <a:r>
              <a:rPr lang="en-AU" dirty="0"/>
              <a:t>Malware Detection</a:t>
            </a:r>
          </a:p>
        </p:txBody>
      </p:sp>
    </p:spTree>
    <p:extLst>
      <p:ext uri="{BB962C8B-B14F-4D97-AF65-F5344CB8AC3E}">
        <p14:creationId xmlns:p14="http://schemas.microsoft.com/office/powerpoint/2010/main" val="2038255740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96B3F8-6C7A-45B0-88C1-4B992D33F8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101600"/>
            <a:ext cx="10353762" cy="1257300"/>
          </a:xfrm>
        </p:spPr>
        <p:txBody>
          <a:bodyPr/>
          <a:lstStyle/>
          <a:p>
            <a:r>
              <a:rPr lang="en-AU" dirty="0"/>
              <a:t>Malware Detection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63E825-B27E-43D0-A784-C43512E937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1544320"/>
            <a:ext cx="10353762" cy="4246879"/>
          </a:xfrm>
        </p:spPr>
        <p:txBody>
          <a:bodyPr>
            <a:normAutofit/>
          </a:bodyPr>
          <a:lstStyle/>
          <a:p>
            <a:r>
              <a:rPr lang="en-AU" sz="2800" dirty="0"/>
              <a:t>What is the main difference between Yara and Ember?</a:t>
            </a:r>
          </a:p>
          <a:p>
            <a:r>
              <a:rPr lang="en-AU" sz="2800" dirty="0"/>
              <a:t>What can be done to improve them?</a:t>
            </a:r>
          </a:p>
        </p:txBody>
      </p:sp>
    </p:spTree>
    <p:extLst>
      <p:ext uri="{BB962C8B-B14F-4D97-AF65-F5344CB8AC3E}">
        <p14:creationId xmlns:p14="http://schemas.microsoft.com/office/powerpoint/2010/main" val="3682485318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96B3F8-6C7A-45B0-88C1-4B992D33F8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101600"/>
            <a:ext cx="10353762" cy="1257300"/>
          </a:xfrm>
        </p:spPr>
        <p:txBody>
          <a:bodyPr/>
          <a:lstStyle/>
          <a:p>
            <a:r>
              <a:rPr lang="en-AU" dirty="0"/>
              <a:t>Malware Detection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63E825-B27E-43D0-A784-C43512E937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1544320"/>
            <a:ext cx="10353762" cy="4246879"/>
          </a:xfrm>
        </p:spPr>
        <p:txBody>
          <a:bodyPr>
            <a:normAutofit/>
          </a:bodyPr>
          <a:lstStyle/>
          <a:p>
            <a:r>
              <a:rPr lang="en-AU" sz="2800" dirty="0"/>
              <a:t>What is the main difference between Yara and Ember?</a:t>
            </a:r>
          </a:p>
          <a:p>
            <a:pPr lvl="1"/>
            <a:r>
              <a:rPr lang="en-AU" sz="2600" dirty="0"/>
              <a:t>e.g., Yara is rule-based while Ember is DL-based. </a:t>
            </a:r>
          </a:p>
          <a:p>
            <a:pPr lvl="1"/>
            <a:r>
              <a:rPr lang="en-AU" sz="2600" dirty="0"/>
              <a:t>Yara supports multiple file types while Ember is limited to one type.</a:t>
            </a:r>
          </a:p>
          <a:p>
            <a:pPr lvl="1"/>
            <a:endParaRPr lang="en-AU" sz="2800" dirty="0"/>
          </a:p>
        </p:txBody>
      </p:sp>
    </p:spTree>
    <p:extLst>
      <p:ext uri="{BB962C8B-B14F-4D97-AF65-F5344CB8AC3E}">
        <p14:creationId xmlns:p14="http://schemas.microsoft.com/office/powerpoint/2010/main" val="3121942135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96B3F8-6C7A-45B0-88C1-4B992D33F8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101600"/>
            <a:ext cx="10353762" cy="1257300"/>
          </a:xfrm>
        </p:spPr>
        <p:txBody>
          <a:bodyPr/>
          <a:lstStyle/>
          <a:p>
            <a:r>
              <a:rPr lang="en-AU" dirty="0"/>
              <a:t>Malware Detection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63E825-B27E-43D0-A784-C43512E937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1544320"/>
            <a:ext cx="10353762" cy="4246879"/>
          </a:xfrm>
        </p:spPr>
        <p:txBody>
          <a:bodyPr>
            <a:normAutofit/>
          </a:bodyPr>
          <a:lstStyle/>
          <a:p>
            <a:r>
              <a:rPr lang="en-AU" sz="2800" dirty="0"/>
              <a:t>What is the main difference between Yara and Ember?</a:t>
            </a:r>
          </a:p>
          <a:p>
            <a:pPr lvl="1"/>
            <a:r>
              <a:rPr lang="en-AU" sz="2600" dirty="0"/>
              <a:t>e.g., Yara is rule-based while Ember is DL-based. </a:t>
            </a:r>
          </a:p>
          <a:p>
            <a:pPr lvl="1"/>
            <a:r>
              <a:rPr lang="en-AU" sz="2600" dirty="0"/>
              <a:t>Yara supports multiple file types while Ember is limited to one type.</a:t>
            </a:r>
          </a:p>
          <a:p>
            <a:r>
              <a:rPr lang="en-AU" sz="2800" dirty="0"/>
              <a:t>What can be done to improve them?</a:t>
            </a:r>
          </a:p>
          <a:p>
            <a:pPr lvl="1"/>
            <a:endParaRPr lang="en-AU" sz="2800" dirty="0"/>
          </a:p>
        </p:txBody>
      </p:sp>
    </p:spTree>
    <p:extLst>
      <p:ext uri="{BB962C8B-B14F-4D97-AF65-F5344CB8AC3E}">
        <p14:creationId xmlns:p14="http://schemas.microsoft.com/office/powerpoint/2010/main" val="853962288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96B3F8-6C7A-45B0-88C1-4B992D33F8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101600"/>
            <a:ext cx="10353762" cy="1257300"/>
          </a:xfrm>
        </p:spPr>
        <p:txBody>
          <a:bodyPr/>
          <a:lstStyle/>
          <a:p>
            <a:r>
              <a:rPr lang="en-AU" dirty="0"/>
              <a:t>Malware Detection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63E825-B27E-43D0-A784-C43512E937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2772" y="1363178"/>
            <a:ext cx="11182575" cy="4246879"/>
          </a:xfrm>
        </p:spPr>
        <p:txBody>
          <a:bodyPr>
            <a:normAutofit lnSpcReduction="10000"/>
          </a:bodyPr>
          <a:lstStyle/>
          <a:p>
            <a:r>
              <a:rPr lang="en-AU" sz="2800" dirty="0"/>
              <a:t>What is the main difference between Yara and Ember?</a:t>
            </a:r>
          </a:p>
          <a:p>
            <a:pPr lvl="1"/>
            <a:r>
              <a:rPr lang="en-AU" sz="2600" dirty="0"/>
              <a:t>e.g., Yara is rule-based while Ember is DL-based. </a:t>
            </a:r>
          </a:p>
          <a:p>
            <a:pPr lvl="1"/>
            <a:r>
              <a:rPr lang="en-AU" sz="2600" dirty="0"/>
              <a:t>Yara supports multiple file types while Ember is limited to one type.</a:t>
            </a:r>
          </a:p>
          <a:p>
            <a:r>
              <a:rPr lang="en-AU" sz="2800" dirty="0"/>
              <a:t>What can be done to improve them?</a:t>
            </a:r>
          </a:p>
          <a:p>
            <a:pPr lvl="1"/>
            <a:r>
              <a:rPr lang="en-AU" sz="2600" dirty="0"/>
              <a:t>e.g., Yara’s limitation: rule-based signature matching, which makes it hard to work against advanced mutation techniques. </a:t>
            </a:r>
          </a:p>
          <a:p>
            <a:pPr lvl="1"/>
            <a:r>
              <a:rPr lang="en-AU" sz="2600" dirty="0"/>
              <a:t>Ember’s limitation: its dataset used for DNN </a:t>
            </a:r>
            <a:r>
              <a:rPr lang="en-AU" sz="2600"/>
              <a:t>model training </a:t>
            </a:r>
            <a:r>
              <a:rPr lang="en-AU" sz="2600" dirty="0"/>
              <a:t>is outdated and it supports Windows PE only. </a:t>
            </a:r>
          </a:p>
          <a:p>
            <a:pPr lvl="1"/>
            <a:endParaRPr lang="en-AU" sz="2800" dirty="0"/>
          </a:p>
        </p:txBody>
      </p:sp>
    </p:spTree>
    <p:extLst>
      <p:ext uri="{BB962C8B-B14F-4D97-AF65-F5344CB8AC3E}">
        <p14:creationId xmlns:p14="http://schemas.microsoft.com/office/powerpoint/2010/main" val="1050398790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SlateVTI">
  <a:themeElements>
    <a:clrScheme name="AnalogousFromDarkSeedLeftStep">
      <a:dk1>
        <a:srgbClr val="000000"/>
      </a:dk1>
      <a:lt1>
        <a:srgbClr val="FFFFFF"/>
      </a:lt1>
      <a:dk2>
        <a:srgbClr val="243541"/>
      </a:dk2>
      <a:lt2>
        <a:srgbClr val="E4E8E2"/>
      </a:lt2>
      <a:accent1>
        <a:srgbClr val="A629E7"/>
      </a:accent1>
      <a:accent2>
        <a:srgbClr val="6640DC"/>
      </a:accent2>
      <a:accent3>
        <a:srgbClr val="2F4FE7"/>
      </a:accent3>
      <a:accent4>
        <a:srgbClr val="1787D5"/>
      </a:accent4>
      <a:accent5>
        <a:srgbClr val="20B6B5"/>
      </a:accent5>
      <a:accent6>
        <a:srgbClr val="14B973"/>
      </a:accent6>
      <a:hlink>
        <a:srgbClr val="358E9F"/>
      </a:hlink>
      <a:folHlink>
        <a:srgbClr val="7F7F7F"/>
      </a:folHlink>
    </a:clrScheme>
    <a:fontScheme name="Slate">
      <a:majorFont>
        <a:latin typeface="Georgia Pro Cond Ligh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Speak Pro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late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0000"/>
                <a:lumMod val="90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63500" dist="25400" dir="5400000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76200" dist="38100" dir="5400000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 prst="hardEdge"/>
          </a:sp3d>
        </a:effectStyle>
      </a:effectStyleLst>
      <a:bgFillStyleLst>
        <a:solidFill>
          <a:schemeClr val="phClr"/>
        </a:solidFill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shade val="80000"/>
                <a:lumMod val="80000"/>
              </a:schemeClr>
              <a:schemeClr val="phClr">
                <a:tint val="98000"/>
              </a:schemeClr>
            </a:duotone>
          </a:blip>
          <a:stretch/>
        </a:blipFill>
      </a:bgFillStyleLst>
    </a:fmtScheme>
  </a:themeElements>
  <a:objectDefaults>
    <a:spDef>
      <a:spPr/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SlateVTI" id="{35C4A07C-0176-4A32-9BCB-B016516853F0}" vid="{9B70D35C-BCA8-4715-BB49-8BE54A7FC07C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NoStarch</Template>
  <TotalTime>57494</TotalTime>
  <Words>2408</Words>
  <Application>Microsoft Office PowerPoint</Application>
  <PresentationFormat>Widescreen</PresentationFormat>
  <Paragraphs>459</Paragraphs>
  <Slides>63</Slides>
  <Notes>63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63</vt:i4>
      </vt:variant>
    </vt:vector>
  </HeadingPairs>
  <TitlesOfParts>
    <vt:vector size="68" baseType="lpstr">
      <vt:lpstr>Calibri</vt:lpstr>
      <vt:lpstr>Georgia Pro Cond Light</vt:lpstr>
      <vt:lpstr>Speak Pro</vt:lpstr>
      <vt:lpstr>Wingdings 2</vt:lpstr>
      <vt:lpstr>SlateVTI</vt:lpstr>
      <vt:lpstr>CITS1003 Introduction to Cybersecurity [4] Threats exercise</vt:lpstr>
      <vt:lpstr>PowerPoint Presentation</vt:lpstr>
      <vt:lpstr>PowerPoint Presentation</vt:lpstr>
      <vt:lpstr>Threat Actions</vt:lpstr>
      <vt:lpstr>Phishing</vt:lpstr>
      <vt:lpstr>Malware</vt:lpstr>
      <vt:lpstr>Malware</vt:lpstr>
      <vt:lpstr>Malware</vt:lpstr>
      <vt:lpstr>Malware</vt:lpstr>
      <vt:lpstr>Malware</vt:lpstr>
      <vt:lpstr>Malware</vt:lpstr>
      <vt:lpstr>PowerPoint Presentation</vt:lpstr>
      <vt:lpstr>Malware</vt:lpstr>
      <vt:lpstr>Malware</vt:lpstr>
      <vt:lpstr>Malware</vt:lpstr>
      <vt:lpstr>Malware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Polymorphic Malware</vt:lpstr>
      <vt:lpstr>Polymorphic Malware</vt:lpstr>
      <vt:lpstr>Oligomorphic  and Polymorphic Malware</vt:lpstr>
      <vt:lpstr>PowerPoint Presentation</vt:lpstr>
      <vt:lpstr>PowerPoint Presentation</vt:lpstr>
      <vt:lpstr>PowerPoint Presentation</vt:lpstr>
      <vt:lpstr>PowerPoint Presentation</vt:lpstr>
      <vt:lpstr>Metamorphic Malware</vt:lpstr>
      <vt:lpstr>Malware</vt:lpstr>
      <vt:lpstr>Malware</vt:lpstr>
      <vt:lpstr>Malware</vt:lpstr>
      <vt:lpstr>Malware Detection</vt:lpstr>
      <vt:lpstr>Malware Detection</vt:lpstr>
      <vt:lpstr>Malware Detection</vt:lpstr>
      <vt:lpstr>Malware Detection</vt:lpstr>
      <vt:lpstr>Malware Detection</vt:lpstr>
      <vt:lpstr>Malware Detection</vt:lpstr>
      <vt:lpstr>Malware Detection</vt:lpstr>
      <vt:lpstr>Malware Detection</vt:lpstr>
      <vt:lpstr>Malware Detection</vt:lpstr>
      <vt:lpstr>Malware Detection</vt:lpstr>
      <vt:lpstr>Malware Detection</vt:lpstr>
      <vt:lpstr>Malware Detection</vt:lpstr>
      <vt:lpstr>Malware Detection</vt:lpstr>
      <vt:lpstr>Malware Detection</vt:lpstr>
      <vt:lpstr>Malware Detection</vt:lpstr>
      <vt:lpstr>Malware Detection</vt:lpstr>
      <vt:lpstr>Malware Detection</vt:lpstr>
      <vt:lpstr>Malware Detection</vt:lpstr>
      <vt:lpstr>Malware Detection</vt:lpstr>
      <vt:lpstr>Malware Detection</vt:lpstr>
      <vt:lpstr>Malware Detection</vt:lpstr>
      <vt:lpstr>Malware Detection</vt:lpstr>
      <vt:lpstr>Malware Detection</vt:lpstr>
      <vt:lpstr>Malware Detection</vt:lpstr>
      <vt:lpstr>Malware Detection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CITSXXXX Introduction to Cybersecurity [1] Unit overview</dc:title>
  <dc:creator>David Glance</dc:creator>
  <cp:lastModifiedBy>Garrison Gao</cp:lastModifiedBy>
  <cp:revision>1418</cp:revision>
  <dcterms:created xsi:type="dcterms:W3CDTF">2020-01-13T04:26:47Z</dcterms:created>
  <dcterms:modified xsi:type="dcterms:W3CDTF">2026-08-10T11:33:56Z</dcterms:modified>
</cp:coreProperties>
</file>