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763" r:id="rId1"/>
  </p:sldMasterIdLst>
  <p:notesMasterIdLst>
    <p:notesMasterId r:id="rId68"/>
  </p:notesMasterIdLst>
  <p:sldIdLst>
    <p:sldId id="256" r:id="rId2"/>
    <p:sldId id="257" r:id="rId3"/>
    <p:sldId id="436" r:id="rId4"/>
    <p:sldId id="553" r:id="rId5"/>
    <p:sldId id="474" r:id="rId6"/>
    <p:sldId id="475" r:id="rId7"/>
    <p:sldId id="439" r:id="rId8"/>
    <p:sldId id="479" r:id="rId9"/>
    <p:sldId id="480" r:id="rId10"/>
    <p:sldId id="483" r:id="rId11"/>
    <p:sldId id="549" r:id="rId12"/>
    <p:sldId id="482" r:id="rId13"/>
    <p:sldId id="441" r:id="rId14"/>
    <p:sldId id="539" r:id="rId15"/>
    <p:sldId id="485" r:id="rId16"/>
    <p:sldId id="490" r:id="rId17"/>
    <p:sldId id="491" r:id="rId18"/>
    <p:sldId id="493" r:id="rId19"/>
    <p:sldId id="492" r:id="rId20"/>
    <p:sldId id="540" r:id="rId21"/>
    <p:sldId id="541" r:id="rId22"/>
    <p:sldId id="484" r:id="rId23"/>
    <p:sldId id="495" r:id="rId24"/>
    <p:sldId id="496" r:id="rId25"/>
    <p:sldId id="544" r:id="rId26"/>
    <p:sldId id="498" r:id="rId27"/>
    <p:sldId id="499" r:id="rId28"/>
    <p:sldId id="545" r:id="rId29"/>
    <p:sldId id="501" r:id="rId30"/>
    <p:sldId id="502" r:id="rId31"/>
    <p:sldId id="546" r:id="rId32"/>
    <p:sldId id="503" r:id="rId33"/>
    <p:sldId id="504" r:id="rId34"/>
    <p:sldId id="547" r:id="rId35"/>
    <p:sldId id="476" r:id="rId36"/>
    <p:sldId id="548" r:id="rId37"/>
    <p:sldId id="473" r:id="rId38"/>
    <p:sldId id="542" r:id="rId39"/>
    <p:sldId id="505" r:id="rId40"/>
    <p:sldId id="543" r:id="rId41"/>
    <p:sldId id="507" r:id="rId42"/>
    <p:sldId id="471" r:id="rId43"/>
    <p:sldId id="510" r:id="rId44"/>
    <p:sldId id="517" r:id="rId45"/>
    <p:sldId id="516" r:id="rId46"/>
    <p:sldId id="521" r:id="rId47"/>
    <p:sldId id="519" r:id="rId48"/>
    <p:sldId id="259" r:id="rId49"/>
    <p:sldId id="520" r:id="rId50"/>
    <p:sldId id="260" r:id="rId51"/>
    <p:sldId id="530" r:id="rId52"/>
    <p:sldId id="550" r:id="rId53"/>
    <p:sldId id="551" r:id="rId54"/>
    <p:sldId id="552" r:id="rId55"/>
    <p:sldId id="533" r:id="rId56"/>
    <p:sldId id="535" r:id="rId57"/>
    <p:sldId id="534" r:id="rId58"/>
    <p:sldId id="536" r:id="rId59"/>
    <p:sldId id="537" r:id="rId60"/>
    <p:sldId id="538" r:id="rId61"/>
    <p:sldId id="472" r:id="rId62"/>
    <p:sldId id="511" r:id="rId63"/>
    <p:sldId id="512" r:id="rId64"/>
    <p:sldId id="513" r:id="rId65"/>
    <p:sldId id="515" r:id="rId66"/>
    <p:sldId id="518" r:id="rId67"/>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David Glance" initials="DG" lastIdx="1" clrIdx="0">
    <p:extLst>
      <p:ext uri="{19B8F6BF-5375-455C-9EA6-DF929625EA0E}">
        <p15:presenceInfo xmlns:p15="http://schemas.microsoft.com/office/powerpoint/2012/main" userId="S::00048920@uwa.edu.au::78f19221-0802-4a87-b561-ec50043bdac8"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7E9639D4-E3E2-4D34-9284-5A2195B3D0D7}" styleName="Light Style 2">
    <a:wholeTbl>
      <a:tcTxStyle>
        <a:fontRef idx="minor">
          <a:scrgbClr r="0" g="0" b="0"/>
        </a:fontRef>
        <a:schemeClr val="tx1"/>
      </a:tcTxStyle>
      <a:tcStyle>
        <a:tcBdr>
          <a:left>
            <a:lnRef idx="1">
              <a:schemeClr val="tx1"/>
            </a:lnRef>
          </a:left>
          <a:right>
            <a:lnRef idx="1">
              <a:schemeClr val="tx1"/>
            </a:lnRef>
          </a:right>
          <a:top>
            <a:lnRef idx="1">
              <a:schemeClr val="tx1"/>
            </a:lnRef>
          </a:top>
          <a:bottom>
            <a:lnRef idx="1">
              <a:schemeClr val="tx1"/>
            </a:lnRef>
          </a:bottom>
          <a:insideH>
            <a:ln>
              <a:noFill/>
            </a:ln>
          </a:insideH>
          <a:insideV>
            <a:ln>
              <a:noFill/>
            </a:ln>
          </a:insideV>
        </a:tcBdr>
        <a:fill>
          <a:noFill/>
        </a:fill>
      </a:tcStyle>
    </a:wholeTbl>
    <a:band1H>
      <a:tcStyle>
        <a:tcBdr>
          <a:top>
            <a:lnRef idx="1">
              <a:schemeClr val="tx1"/>
            </a:lnRef>
          </a:top>
          <a:bottom>
            <a:lnRef idx="1">
              <a:schemeClr val="tx1"/>
            </a:lnRef>
          </a:bottom>
        </a:tcBdr>
      </a:tcStyle>
    </a:band1H>
    <a:band1V>
      <a:tcStyle>
        <a:tcBdr>
          <a:left>
            <a:lnRef idx="1">
              <a:schemeClr val="tx1"/>
            </a:lnRef>
          </a:left>
          <a:right>
            <a:lnRef idx="1">
              <a:schemeClr val="tx1"/>
            </a:lnRef>
          </a:right>
        </a:tcBdr>
      </a:tcStyle>
    </a:band1V>
    <a:band2V>
      <a:tcStyle>
        <a:tcBdr>
          <a:left>
            <a:lnRef idx="1">
              <a:schemeClr val="tx1"/>
            </a:lnRef>
          </a:left>
          <a:right>
            <a:lnRef idx="1">
              <a:schemeClr val="tx1"/>
            </a:lnRef>
          </a:right>
        </a:tcBdr>
      </a:tcStyle>
    </a:band2V>
    <a:lastCol>
      <a:tcTxStyle b="on"/>
      <a:tcStyle>
        <a:tcBdr/>
      </a:tcStyle>
    </a:lastCol>
    <a:firstCol>
      <a:tcTxStyle b="on"/>
      <a:tcStyle>
        <a:tcBdr/>
      </a:tcStyle>
    </a:firstCol>
    <a:lastRow>
      <a:tcTxStyle b="on"/>
      <a:tcStyle>
        <a:tcBdr>
          <a:top>
            <a:ln w="50800" cmpd="dbl">
              <a:solidFill>
                <a:schemeClr val="tx1"/>
              </a:solidFill>
            </a:ln>
          </a:top>
        </a:tcBdr>
      </a:tcStyle>
    </a:lastRow>
    <a:firstRow>
      <a:tcTxStyle b="on">
        <a:fontRef idx="minor">
          <a:scrgbClr r="0" g="0" b="0"/>
        </a:fontRef>
        <a:schemeClr val="bg1"/>
      </a:tcTxStyle>
      <a:tcStyle>
        <a:tcBdr/>
        <a:fillRef idx="1">
          <a:schemeClr val="tx1"/>
        </a:fillRef>
      </a:tcStyle>
    </a:firstRow>
  </a:tblStyle>
  <a:tblStyle styleId="{FABFCF23-3B69-468F-B69F-88F6DE6A72F2}" styleName="Medium Style 1 - Accent 5">
    <a:wholeTbl>
      <a:tcTxStyle>
        <a:fontRef idx="minor">
          <a:scrgbClr r="0" g="0" b="0"/>
        </a:fontRef>
        <a:schemeClr val="dk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a:noFill/>
            </a:ln>
          </a:insideV>
        </a:tcBdr>
        <a:fill>
          <a:solidFill>
            <a:schemeClr val="lt1"/>
          </a:solidFill>
        </a:fill>
      </a:tcStyle>
    </a:wholeTbl>
    <a:band1H>
      <a:tcStyle>
        <a:tcBdr/>
        <a:fill>
          <a:solidFill>
            <a:schemeClr val="accent5">
              <a:tint val="20000"/>
            </a:schemeClr>
          </a:solidFill>
        </a:fill>
      </a:tcStyle>
    </a:band1H>
    <a:band1V>
      <a:tcStyle>
        <a:tcBdr/>
        <a:fill>
          <a:solidFill>
            <a:schemeClr val="accent5">
              <a:tint val="20000"/>
            </a:schemeClr>
          </a:solidFill>
        </a:fill>
      </a:tcStyle>
    </a:band1V>
    <a:lastCol>
      <a:tcTxStyle b="on"/>
      <a:tcStyle>
        <a:tcBdr/>
      </a:tcStyle>
    </a:lastCol>
    <a:firstCol>
      <a:tcTxStyle b="on"/>
      <a:tcStyle>
        <a:tcBdr/>
      </a:tcStyle>
    </a:firstCol>
    <a:lastRow>
      <a:tcTxStyle b="on"/>
      <a:tcStyle>
        <a:tcBdr>
          <a:top>
            <a:ln w="50800" cmpd="dbl">
              <a:solidFill>
                <a:schemeClr val="accent5"/>
              </a:solidFill>
            </a:ln>
          </a:top>
        </a:tcBdr>
        <a:fill>
          <a:solidFill>
            <a:schemeClr val="lt1"/>
          </a:solidFill>
        </a:fill>
      </a:tcStyle>
    </a:lastRow>
    <a:firstRow>
      <a:tcTxStyle b="on">
        <a:fontRef idx="minor">
          <a:scrgbClr r="0" g="0" b="0"/>
        </a:fontRef>
        <a:schemeClr val="lt1"/>
      </a:tcTxStyle>
      <a:tcStyle>
        <a:tcBdr/>
        <a:fill>
          <a:solidFill>
            <a:schemeClr val="accent5"/>
          </a:solidFill>
        </a:fill>
      </a:tcStyle>
    </a:firstRow>
  </a:tblStyle>
  <a:tblStyle styleId="{17292A2E-F333-43FB-9621-5CBBE7FDCDCB}" styleName="Light Style 2 - Accent 4">
    <a:wholeTbl>
      <a:tcTxStyle>
        <a:fontRef idx="minor">
          <a:scrgbClr r="0" g="0" b="0"/>
        </a:fontRef>
        <a:schemeClr val="tx1"/>
      </a:tcTxStyle>
      <a:tcStyle>
        <a:tcBdr>
          <a:left>
            <a:lnRef idx="1">
              <a:schemeClr val="accent4"/>
            </a:lnRef>
          </a:left>
          <a:right>
            <a:lnRef idx="1">
              <a:schemeClr val="accent4"/>
            </a:lnRef>
          </a:right>
          <a:top>
            <a:lnRef idx="1">
              <a:schemeClr val="accent4"/>
            </a:lnRef>
          </a:top>
          <a:bottom>
            <a:lnRef idx="1">
              <a:schemeClr val="accent4"/>
            </a:lnRef>
          </a:bottom>
          <a:insideH>
            <a:ln>
              <a:noFill/>
            </a:ln>
          </a:insideH>
          <a:insideV>
            <a:ln>
              <a:noFill/>
            </a:ln>
          </a:insideV>
        </a:tcBdr>
        <a:fill>
          <a:noFill/>
        </a:fill>
      </a:tcStyle>
    </a:wholeTbl>
    <a:band1H>
      <a:tcStyle>
        <a:tcBdr>
          <a:top>
            <a:lnRef idx="1">
              <a:schemeClr val="accent4"/>
            </a:lnRef>
          </a:top>
          <a:bottom>
            <a:lnRef idx="1">
              <a:schemeClr val="accent4"/>
            </a:lnRef>
          </a:bottom>
        </a:tcBdr>
      </a:tcStyle>
    </a:band1H>
    <a:band1V>
      <a:tcStyle>
        <a:tcBdr>
          <a:left>
            <a:lnRef idx="1">
              <a:schemeClr val="accent4"/>
            </a:lnRef>
          </a:left>
          <a:right>
            <a:lnRef idx="1">
              <a:schemeClr val="accent4"/>
            </a:lnRef>
          </a:right>
        </a:tcBdr>
      </a:tcStyle>
    </a:band1V>
    <a:band2V>
      <a:tcStyle>
        <a:tcBdr>
          <a:left>
            <a:lnRef idx="1">
              <a:schemeClr val="accent4"/>
            </a:lnRef>
          </a:left>
          <a:right>
            <a:lnRef idx="1">
              <a:schemeClr val="accent4"/>
            </a:lnRef>
          </a:right>
        </a:tcBdr>
      </a:tcStyle>
    </a:band2V>
    <a:lastCol>
      <a:tcTxStyle b="on"/>
      <a:tcStyle>
        <a:tcBdr/>
      </a:tcStyle>
    </a:lastCol>
    <a:firstCol>
      <a:tcTxStyle b="on"/>
      <a:tcStyle>
        <a:tcBdr/>
      </a:tcStyle>
    </a:firstCol>
    <a:lastRow>
      <a:tcTxStyle b="on"/>
      <a:tcStyle>
        <a:tcBdr>
          <a:top>
            <a:ln w="50800" cmpd="dbl">
              <a:solidFill>
                <a:schemeClr val="accent4"/>
              </a:solidFill>
            </a:ln>
          </a:top>
        </a:tcBdr>
      </a:tcStyle>
    </a:lastRow>
    <a:firstRow>
      <a:tcTxStyle b="on">
        <a:fontRef idx="minor">
          <a:scrgbClr r="0" g="0" b="0"/>
        </a:fontRef>
        <a:schemeClr val="bg1"/>
      </a:tcTxStyle>
      <a:tcStyle>
        <a:tcBdr/>
        <a:fillRef idx="1">
          <a:schemeClr val="accent4"/>
        </a:fillRef>
      </a:tcStyle>
    </a:firstRow>
  </a:tblStyle>
  <a:tblStyle styleId="{5A111915-BE36-4E01-A7E5-04B1672EAD32}" styleName="Light Style 2 - Accent 5">
    <a:wholeTbl>
      <a:tcTxStyle>
        <a:fontRef idx="minor">
          <a:scrgbClr r="0" g="0" b="0"/>
        </a:fontRef>
        <a:schemeClr val="tx1"/>
      </a:tcTxStyle>
      <a:tcStyle>
        <a:tcBdr>
          <a:left>
            <a:lnRef idx="1">
              <a:schemeClr val="accent5"/>
            </a:lnRef>
          </a:left>
          <a:right>
            <a:lnRef idx="1">
              <a:schemeClr val="accent5"/>
            </a:lnRef>
          </a:right>
          <a:top>
            <a:lnRef idx="1">
              <a:schemeClr val="accent5"/>
            </a:lnRef>
          </a:top>
          <a:bottom>
            <a:lnRef idx="1">
              <a:schemeClr val="accent5"/>
            </a:lnRef>
          </a:bottom>
          <a:insideH>
            <a:ln>
              <a:noFill/>
            </a:ln>
          </a:insideH>
          <a:insideV>
            <a:ln>
              <a:noFill/>
            </a:ln>
          </a:insideV>
        </a:tcBdr>
        <a:fill>
          <a:noFill/>
        </a:fill>
      </a:tcStyle>
    </a:wholeTbl>
    <a:band1H>
      <a:tcStyle>
        <a:tcBdr>
          <a:top>
            <a:lnRef idx="1">
              <a:schemeClr val="accent5"/>
            </a:lnRef>
          </a:top>
          <a:bottom>
            <a:lnRef idx="1">
              <a:schemeClr val="accent5"/>
            </a:lnRef>
          </a:bottom>
        </a:tcBdr>
      </a:tcStyle>
    </a:band1H>
    <a:band1V>
      <a:tcStyle>
        <a:tcBdr>
          <a:left>
            <a:lnRef idx="1">
              <a:schemeClr val="accent5"/>
            </a:lnRef>
          </a:left>
          <a:right>
            <a:lnRef idx="1">
              <a:schemeClr val="accent5"/>
            </a:lnRef>
          </a:right>
        </a:tcBdr>
      </a:tcStyle>
    </a:band1V>
    <a:band2V>
      <a:tcStyle>
        <a:tcBdr>
          <a:left>
            <a:lnRef idx="1">
              <a:schemeClr val="accent5"/>
            </a:lnRef>
          </a:left>
          <a:right>
            <a:lnRef idx="1">
              <a:schemeClr val="accent5"/>
            </a:lnRef>
          </a:right>
        </a:tcBdr>
      </a:tcStyle>
    </a:band2V>
    <a:lastCol>
      <a:tcTxStyle b="on"/>
      <a:tcStyle>
        <a:tcBdr/>
      </a:tcStyle>
    </a:lastCol>
    <a:firstCol>
      <a:tcTxStyle b="on"/>
      <a:tcStyle>
        <a:tcBdr/>
      </a:tcStyle>
    </a:firstCol>
    <a:lastRow>
      <a:tcTxStyle b="on"/>
      <a:tcStyle>
        <a:tcBdr>
          <a:top>
            <a:ln w="50800" cmpd="dbl">
              <a:solidFill>
                <a:schemeClr val="accent5"/>
              </a:solidFill>
            </a:ln>
          </a:top>
        </a:tcBdr>
      </a:tcStyle>
    </a:lastRow>
    <a:firstRow>
      <a:tcTxStyle b="on">
        <a:fontRef idx="minor">
          <a:scrgbClr r="0" g="0" b="0"/>
        </a:fontRef>
        <a:schemeClr val="bg1"/>
      </a:tcTxStyle>
      <a:tcStyle>
        <a:tcBdr/>
        <a:fillRef idx="1">
          <a:schemeClr val="accent5"/>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33897" autoAdjust="0"/>
    <p:restoredTop sz="76271" autoAdjust="0"/>
  </p:normalViewPr>
  <p:slideViewPr>
    <p:cSldViewPr snapToGrid="0" snapToObjects="1">
      <p:cViewPr varScale="1">
        <p:scale>
          <a:sx n="81" d="100"/>
          <a:sy n="81" d="100"/>
        </p:scale>
        <p:origin x="630" y="7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slide" Target="slides/slide65.xml"/><Relationship Id="rId74" Type="http://schemas.microsoft.com/office/2016/11/relationships/changesInfo" Target="changesInfos/changesInfo1.xml"/><Relationship Id="rId5" Type="http://schemas.openxmlformats.org/officeDocument/2006/relationships/slide" Target="slides/slide4.xml"/><Relationship Id="rId61" Type="http://schemas.openxmlformats.org/officeDocument/2006/relationships/slide" Target="slides/slide60.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commentAuthors" Target="commentAuthors.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theme" Target="theme/theme1.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 Type="http://schemas.openxmlformats.org/officeDocument/2006/relationships/slide" Target="slides/slide6.xml"/><Relationship Id="rId71" Type="http://schemas.openxmlformats.org/officeDocument/2006/relationships/viewProps" Target="view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张 智" userId="36bdf691fd3510be" providerId="LiveId" clId="{C16D53F5-5400-4B84-B56F-FB7FA5555C34}"/>
    <pc:docChg chg="undo custSel addSld delSld modSld">
      <pc:chgData name="张 智" userId="36bdf691fd3510be" providerId="LiveId" clId="{C16D53F5-5400-4B84-B56F-FB7FA5555C34}" dt="2024-04-08T05:09:00.351" v="7138" actId="20577"/>
      <pc:docMkLst>
        <pc:docMk/>
      </pc:docMkLst>
      <pc:sldChg chg="modNotesTx">
        <pc:chgData name="张 智" userId="36bdf691fd3510be" providerId="LiveId" clId="{C16D53F5-5400-4B84-B56F-FB7FA5555C34}" dt="2024-04-07T13:39:18.567" v="1619" actId="20577"/>
        <pc:sldMkLst>
          <pc:docMk/>
          <pc:sldMk cId="1077586671" sldId="256"/>
        </pc:sldMkLst>
      </pc:sldChg>
      <pc:sldChg chg="modSp mod modNotesTx">
        <pc:chgData name="张 智" userId="36bdf691fd3510be" providerId="LiveId" clId="{C16D53F5-5400-4B84-B56F-FB7FA5555C34}" dt="2024-04-07T13:39:36.593" v="1621" actId="15"/>
        <pc:sldMkLst>
          <pc:docMk/>
          <pc:sldMk cId="2564448380" sldId="257"/>
        </pc:sldMkLst>
        <pc:spChg chg="mod">
          <ac:chgData name="张 智" userId="36bdf691fd3510be" providerId="LiveId" clId="{C16D53F5-5400-4B84-B56F-FB7FA5555C34}" dt="2024-04-07T13:39:36.593" v="1621" actId="15"/>
          <ac:spMkLst>
            <pc:docMk/>
            <pc:sldMk cId="2564448380" sldId="257"/>
            <ac:spMk id="3" creationId="{5643E239-0295-4B17-842D-061C49A8336C}"/>
          </ac:spMkLst>
        </pc:spChg>
      </pc:sldChg>
      <pc:sldChg chg="modNotesTx">
        <pc:chgData name="张 智" userId="36bdf691fd3510be" providerId="LiveId" clId="{C16D53F5-5400-4B84-B56F-FB7FA5555C34}" dt="2024-04-08T01:57:22.538" v="3889" actId="20577"/>
        <pc:sldMkLst>
          <pc:docMk/>
          <pc:sldMk cId="1757069145" sldId="259"/>
        </pc:sldMkLst>
      </pc:sldChg>
      <pc:sldChg chg="modSp mod modNotesTx">
        <pc:chgData name="张 智" userId="36bdf691fd3510be" providerId="LiveId" clId="{C16D53F5-5400-4B84-B56F-FB7FA5555C34}" dt="2024-04-08T02:04:36.311" v="4167" actId="20577"/>
        <pc:sldMkLst>
          <pc:docMk/>
          <pc:sldMk cId="1679662776" sldId="260"/>
        </pc:sldMkLst>
        <pc:spChg chg="mod">
          <ac:chgData name="张 智" userId="36bdf691fd3510be" providerId="LiveId" clId="{C16D53F5-5400-4B84-B56F-FB7FA5555C34}" dt="2024-04-07T13:30:03.789" v="1554" actId="207"/>
          <ac:spMkLst>
            <pc:docMk/>
            <pc:sldMk cId="1679662776" sldId="260"/>
            <ac:spMk id="3" creationId="{A758718E-A4C4-4CB3-AA4B-71F9F2E8EB1B}"/>
          </ac:spMkLst>
        </pc:spChg>
      </pc:sldChg>
      <pc:sldChg chg="modNotesTx">
        <pc:chgData name="张 智" userId="36bdf691fd3510be" providerId="LiveId" clId="{C16D53F5-5400-4B84-B56F-FB7FA5555C34}" dt="2024-04-06T03:14:19.361" v="518" actId="20577"/>
        <pc:sldMkLst>
          <pc:docMk/>
          <pc:sldMk cId="3653602189" sldId="436"/>
        </pc:sldMkLst>
      </pc:sldChg>
      <pc:sldChg chg="modSp mod modNotesTx">
        <pc:chgData name="张 智" userId="36bdf691fd3510be" providerId="LiveId" clId="{C16D53F5-5400-4B84-B56F-FB7FA5555C34}" dt="2024-04-07T13:55:07.500" v="2053" actId="20577"/>
        <pc:sldMkLst>
          <pc:docMk/>
          <pc:sldMk cId="2911388310" sldId="439"/>
        </pc:sldMkLst>
        <pc:spChg chg="mod">
          <ac:chgData name="张 智" userId="36bdf691fd3510be" providerId="LiveId" clId="{C16D53F5-5400-4B84-B56F-FB7FA5555C34}" dt="2024-04-06T06:15:39.396" v="853" actId="20577"/>
          <ac:spMkLst>
            <pc:docMk/>
            <pc:sldMk cId="2911388310" sldId="439"/>
            <ac:spMk id="2" creationId="{00000000-0000-0000-0000-000000000000}"/>
          </ac:spMkLst>
        </pc:spChg>
      </pc:sldChg>
      <pc:sldChg chg="modNotesTx">
        <pc:chgData name="张 智" userId="36bdf691fd3510be" providerId="LiveId" clId="{C16D53F5-5400-4B84-B56F-FB7FA5555C34}" dt="2024-04-07T14:05:34.536" v="2195" actId="20577"/>
        <pc:sldMkLst>
          <pc:docMk/>
          <pc:sldMk cId="3252396026" sldId="441"/>
        </pc:sldMkLst>
      </pc:sldChg>
      <pc:sldChg chg="modNotesTx">
        <pc:chgData name="张 智" userId="36bdf691fd3510be" providerId="LiveId" clId="{C16D53F5-5400-4B84-B56F-FB7FA5555C34}" dt="2024-04-08T02:26:45.948" v="4627" actId="20577"/>
        <pc:sldMkLst>
          <pc:docMk/>
          <pc:sldMk cId="1082933469" sldId="472"/>
        </pc:sldMkLst>
      </pc:sldChg>
      <pc:sldChg chg="addSp modSp mod modNotesTx">
        <pc:chgData name="张 智" userId="36bdf691fd3510be" providerId="LiveId" clId="{C16D53F5-5400-4B84-B56F-FB7FA5555C34}" dt="2024-04-07T13:51:00.121" v="1974" actId="20577"/>
        <pc:sldMkLst>
          <pc:docMk/>
          <pc:sldMk cId="3118675659" sldId="474"/>
        </pc:sldMkLst>
        <pc:spChg chg="mod">
          <ac:chgData name="张 智" userId="36bdf691fd3510be" providerId="LiveId" clId="{C16D53F5-5400-4B84-B56F-FB7FA5555C34}" dt="2024-04-07T13:45:43.770" v="1625" actId="14100"/>
          <ac:spMkLst>
            <pc:docMk/>
            <pc:sldMk cId="3118675659" sldId="474"/>
            <ac:spMk id="2" creationId="{753A7AE6-D4A2-4EC7-AB69-D10FDED6791E}"/>
          </ac:spMkLst>
        </pc:spChg>
        <pc:spChg chg="add mod">
          <ac:chgData name="张 智" userId="36bdf691fd3510be" providerId="LiveId" clId="{C16D53F5-5400-4B84-B56F-FB7FA5555C34}" dt="2024-04-07T13:45:51.360" v="1628" actId="1076"/>
          <ac:spMkLst>
            <pc:docMk/>
            <pc:sldMk cId="3118675659" sldId="474"/>
            <ac:spMk id="5" creationId="{5AC370C6-6AEE-4C6B-A0FF-2DDA8E2619B6}"/>
          </ac:spMkLst>
        </pc:spChg>
        <pc:picChg chg="mod">
          <ac:chgData name="张 智" userId="36bdf691fd3510be" providerId="LiveId" clId="{C16D53F5-5400-4B84-B56F-FB7FA5555C34}" dt="2024-04-07T13:45:46.912" v="1626" actId="1076"/>
          <ac:picMkLst>
            <pc:docMk/>
            <pc:sldMk cId="3118675659" sldId="474"/>
            <ac:picMk id="7" creationId="{4401F1AC-0A8A-4052-865F-656655C9A440}"/>
          </ac:picMkLst>
        </pc:picChg>
      </pc:sldChg>
      <pc:sldChg chg="modSp mod modNotesTx">
        <pc:chgData name="张 智" userId="36bdf691fd3510be" providerId="LiveId" clId="{C16D53F5-5400-4B84-B56F-FB7FA5555C34}" dt="2024-04-07T13:52:17.290" v="1989" actId="20577"/>
        <pc:sldMkLst>
          <pc:docMk/>
          <pc:sldMk cId="1197411453" sldId="475"/>
        </pc:sldMkLst>
        <pc:spChg chg="mod">
          <ac:chgData name="张 智" userId="36bdf691fd3510be" providerId="LiveId" clId="{C16D53F5-5400-4B84-B56F-FB7FA5555C34}" dt="2024-04-07T13:52:17.290" v="1989" actId="20577"/>
          <ac:spMkLst>
            <pc:docMk/>
            <pc:sldMk cId="1197411453" sldId="475"/>
            <ac:spMk id="5" creationId="{7B5CCB9A-CAAC-4278-82F3-30F13CAC3E88}"/>
          </ac:spMkLst>
        </pc:spChg>
      </pc:sldChg>
      <pc:sldChg chg="modNotesTx">
        <pc:chgData name="张 智" userId="36bdf691fd3510be" providerId="LiveId" clId="{C16D53F5-5400-4B84-B56F-FB7FA5555C34}" dt="2024-04-07T13:58:57.550" v="2127" actId="20577"/>
        <pc:sldMkLst>
          <pc:docMk/>
          <pc:sldMk cId="3112736447" sldId="479"/>
        </pc:sldMkLst>
      </pc:sldChg>
      <pc:sldChg chg="modSp mod modNotesTx">
        <pc:chgData name="张 智" userId="36bdf691fd3510be" providerId="LiveId" clId="{C16D53F5-5400-4B84-B56F-FB7FA5555C34}" dt="2024-04-07T14:03:42.997" v="2184" actId="20577"/>
        <pc:sldMkLst>
          <pc:docMk/>
          <pc:sldMk cId="3388787707" sldId="480"/>
        </pc:sldMkLst>
        <pc:spChg chg="mod">
          <ac:chgData name="张 智" userId="36bdf691fd3510be" providerId="LiveId" clId="{C16D53F5-5400-4B84-B56F-FB7FA5555C34}" dt="2024-04-07T14:00:19.509" v="2132" actId="20577"/>
          <ac:spMkLst>
            <pc:docMk/>
            <pc:sldMk cId="3388787707" sldId="480"/>
            <ac:spMk id="2" creationId="{00000000-0000-0000-0000-000000000000}"/>
          </ac:spMkLst>
        </pc:spChg>
      </pc:sldChg>
      <pc:sldChg chg="modNotesTx">
        <pc:chgData name="张 智" userId="36bdf691fd3510be" providerId="LiveId" clId="{C16D53F5-5400-4B84-B56F-FB7FA5555C34}" dt="2024-04-06T06:19:50.395" v="954" actId="20577"/>
        <pc:sldMkLst>
          <pc:docMk/>
          <pc:sldMk cId="1535926744" sldId="482"/>
        </pc:sldMkLst>
      </pc:sldChg>
      <pc:sldChg chg="modNotesTx">
        <pc:chgData name="张 智" userId="36bdf691fd3510be" providerId="LiveId" clId="{C16D53F5-5400-4B84-B56F-FB7FA5555C34}" dt="2024-04-06T06:18:00.349" v="911" actId="20577"/>
        <pc:sldMkLst>
          <pc:docMk/>
          <pc:sldMk cId="1488660452" sldId="483"/>
        </pc:sldMkLst>
      </pc:sldChg>
      <pc:sldChg chg="modNotesTx">
        <pc:chgData name="张 智" userId="36bdf691fd3510be" providerId="LiveId" clId="{C16D53F5-5400-4B84-B56F-FB7FA5555C34}" dt="2024-04-07T14:24:52.268" v="2394" actId="20577"/>
        <pc:sldMkLst>
          <pc:docMk/>
          <pc:sldMk cId="397726450" sldId="484"/>
        </pc:sldMkLst>
      </pc:sldChg>
      <pc:sldChg chg="modSp mod modNotesTx">
        <pc:chgData name="张 智" userId="36bdf691fd3510be" providerId="LiveId" clId="{C16D53F5-5400-4B84-B56F-FB7FA5555C34}" dt="2024-04-07T14:10:25.559" v="2275" actId="20577"/>
        <pc:sldMkLst>
          <pc:docMk/>
          <pc:sldMk cId="2709828072" sldId="485"/>
        </pc:sldMkLst>
        <pc:spChg chg="mod">
          <ac:chgData name="张 智" userId="36bdf691fd3510be" providerId="LiveId" clId="{C16D53F5-5400-4B84-B56F-FB7FA5555C34}" dt="2024-04-06T06:22:14.326" v="958" actId="20577"/>
          <ac:spMkLst>
            <pc:docMk/>
            <pc:sldMk cId="2709828072" sldId="485"/>
            <ac:spMk id="7" creationId="{00000000-0000-0000-0000-000000000000}"/>
          </ac:spMkLst>
        </pc:spChg>
        <pc:spChg chg="mod">
          <ac:chgData name="张 智" userId="36bdf691fd3510be" providerId="LiveId" clId="{C16D53F5-5400-4B84-B56F-FB7FA5555C34}" dt="2024-04-07T14:10:25.559" v="2275" actId="20577"/>
          <ac:spMkLst>
            <pc:docMk/>
            <pc:sldMk cId="2709828072" sldId="485"/>
            <ac:spMk id="8" creationId="{00000000-0000-0000-0000-000000000000}"/>
          </ac:spMkLst>
        </pc:spChg>
        <pc:spChg chg="mod">
          <ac:chgData name="张 智" userId="36bdf691fd3510be" providerId="LiveId" clId="{C16D53F5-5400-4B84-B56F-FB7FA5555C34}" dt="2024-04-07T14:08:29.744" v="2263" actId="20577"/>
          <ac:spMkLst>
            <pc:docMk/>
            <pc:sldMk cId="2709828072" sldId="485"/>
            <ac:spMk id="9" creationId="{00000000-0000-0000-0000-000000000000}"/>
          </ac:spMkLst>
        </pc:spChg>
      </pc:sldChg>
      <pc:sldChg chg="modSp add mod modNotesTx">
        <pc:chgData name="张 智" userId="36bdf691fd3510be" providerId="LiveId" clId="{C16D53F5-5400-4B84-B56F-FB7FA5555C34}" dt="2024-04-07T15:26:49.742" v="3754" actId="20577"/>
        <pc:sldMkLst>
          <pc:docMk/>
          <pc:sldMk cId="2785200676" sldId="488"/>
        </pc:sldMkLst>
        <pc:spChg chg="mod">
          <ac:chgData name="张 智" userId="36bdf691fd3510be" providerId="LiveId" clId="{C16D53F5-5400-4B84-B56F-FB7FA5555C34}" dt="2024-04-07T13:29:44.710" v="1553" actId="207"/>
          <ac:spMkLst>
            <pc:docMk/>
            <pc:sldMk cId="2785200676" sldId="488"/>
            <ac:spMk id="3" creationId="{CCDF3C17-A8CE-4E19-B71C-F1CAEE5B919D}"/>
          </ac:spMkLst>
        </pc:spChg>
      </pc:sldChg>
      <pc:sldChg chg="add del">
        <pc:chgData name="张 智" userId="36bdf691fd3510be" providerId="LiveId" clId="{C16D53F5-5400-4B84-B56F-FB7FA5555C34}" dt="2024-04-07T13:28:19.615" v="1546" actId="2696"/>
        <pc:sldMkLst>
          <pc:docMk/>
          <pc:sldMk cId="520445280" sldId="489"/>
        </pc:sldMkLst>
      </pc:sldChg>
      <pc:sldChg chg="modSp mod modNotesTx">
        <pc:chgData name="张 智" userId="36bdf691fd3510be" providerId="LiveId" clId="{C16D53F5-5400-4B84-B56F-FB7FA5555C34}" dt="2024-04-07T14:11:23.222" v="2284" actId="20577"/>
        <pc:sldMkLst>
          <pc:docMk/>
          <pc:sldMk cId="249893664" sldId="491"/>
        </pc:sldMkLst>
        <pc:spChg chg="mod">
          <ac:chgData name="张 智" userId="36bdf691fd3510be" providerId="LiveId" clId="{C16D53F5-5400-4B84-B56F-FB7FA5555C34}" dt="2024-04-07T14:10:58.306" v="2277" actId="20577"/>
          <ac:spMkLst>
            <pc:docMk/>
            <pc:sldMk cId="249893664" sldId="491"/>
            <ac:spMk id="8" creationId="{00000000-0000-0000-0000-000000000000}"/>
          </ac:spMkLst>
        </pc:spChg>
        <pc:spChg chg="mod">
          <ac:chgData name="张 智" userId="36bdf691fd3510be" providerId="LiveId" clId="{C16D53F5-5400-4B84-B56F-FB7FA5555C34}" dt="2024-04-06T06:24:07.110" v="963" actId="20577"/>
          <ac:spMkLst>
            <pc:docMk/>
            <pc:sldMk cId="249893664" sldId="491"/>
            <ac:spMk id="9" creationId="{00000000-0000-0000-0000-000000000000}"/>
          </ac:spMkLst>
        </pc:spChg>
        <pc:spChg chg="mod">
          <ac:chgData name="张 智" userId="36bdf691fd3510be" providerId="LiveId" clId="{C16D53F5-5400-4B84-B56F-FB7FA5555C34}" dt="2024-04-06T06:24:36.099" v="964" actId="20577"/>
          <ac:spMkLst>
            <pc:docMk/>
            <pc:sldMk cId="249893664" sldId="491"/>
            <ac:spMk id="19" creationId="{D94C59C5-226B-48FA-AC32-E5D4ED75A4C7}"/>
          </ac:spMkLst>
        </pc:spChg>
      </pc:sldChg>
      <pc:sldChg chg="modSp mod modNotesTx">
        <pc:chgData name="张 智" userId="36bdf691fd3510be" providerId="LiveId" clId="{C16D53F5-5400-4B84-B56F-FB7FA5555C34}" dt="2024-04-07T14:13:34.982" v="2310" actId="20577"/>
        <pc:sldMkLst>
          <pc:docMk/>
          <pc:sldMk cId="901253716" sldId="492"/>
        </pc:sldMkLst>
        <pc:spChg chg="mod">
          <ac:chgData name="张 智" userId="36bdf691fd3510be" providerId="LiveId" clId="{C16D53F5-5400-4B84-B56F-FB7FA5555C34}" dt="2024-04-06T06:32:21.551" v="1138" actId="20577"/>
          <ac:spMkLst>
            <pc:docMk/>
            <pc:sldMk cId="901253716" sldId="492"/>
            <ac:spMk id="8" creationId="{00000000-0000-0000-0000-000000000000}"/>
          </ac:spMkLst>
        </pc:spChg>
        <pc:spChg chg="mod">
          <ac:chgData name="张 智" userId="36bdf691fd3510be" providerId="LiveId" clId="{C16D53F5-5400-4B84-B56F-FB7FA5555C34}" dt="2024-04-06T06:32:25.305" v="1140" actId="20577"/>
          <ac:spMkLst>
            <pc:docMk/>
            <pc:sldMk cId="901253716" sldId="492"/>
            <ac:spMk id="9" creationId="{00000000-0000-0000-0000-000000000000}"/>
          </ac:spMkLst>
        </pc:spChg>
        <pc:spChg chg="mod">
          <ac:chgData name="张 智" userId="36bdf691fd3510be" providerId="LiveId" clId="{C16D53F5-5400-4B84-B56F-FB7FA5555C34}" dt="2024-04-06T06:32:28.094" v="1142" actId="20577"/>
          <ac:spMkLst>
            <pc:docMk/>
            <pc:sldMk cId="901253716" sldId="492"/>
            <ac:spMk id="19" creationId="{D94C59C5-226B-48FA-AC32-E5D4ED75A4C7}"/>
          </ac:spMkLst>
        </pc:spChg>
      </pc:sldChg>
      <pc:sldChg chg="modSp mod">
        <pc:chgData name="张 智" userId="36bdf691fd3510be" providerId="LiveId" clId="{C16D53F5-5400-4B84-B56F-FB7FA5555C34}" dt="2024-04-07T14:25:24.726" v="2396" actId="20577"/>
        <pc:sldMkLst>
          <pc:docMk/>
          <pc:sldMk cId="2879308968" sldId="495"/>
        </pc:sldMkLst>
        <pc:spChg chg="mod">
          <ac:chgData name="张 智" userId="36bdf691fd3510be" providerId="LiveId" clId="{C16D53F5-5400-4B84-B56F-FB7FA5555C34}" dt="2024-04-07T14:25:24.726" v="2396" actId="20577"/>
          <ac:spMkLst>
            <pc:docMk/>
            <pc:sldMk cId="2879308968" sldId="495"/>
            <ac:spMk id="8" creationId="{00000000-0000-0000-0000-000000000000}"/>
          </ac:spMkLst>
        </pc:spChg>
        <pc:spChg chg="mod">
          <ac:chgData name="张 智" userId="36bdf691fd3510be" providerId="LiveId" clId="{C16D53F5-5400-4B84-B56F-FB7FA5555C34}" dt="2024-04-06T06:58:06.097" v="1445" actId="20577"/>
          <ac:spMkLst>
            <pc:docMk/>
            <pc:sldMk cId="2879308968" sldId="495"/>
            <ac:spMk id="9" creationId="{00000000-0000-0000-0000-000000000000}"/>
          </ac:spMkLst>
        </pc:spChg>
        <pc:spChg chg="mod">
          <ac:chgData name="张 智" userId="36bdf691fd3510be" providerId="LiveId" clId="{C16D53F5-5400-4B84-B56F-FB7FA5555C34}" dt="2024-04-06T06:58:09.024" v="1447" actId="20577"/>
          <ac:spMkLst>
            <pc:docMk/>
            <pc:sldMk cId="2879308968" sldId="495"/>
            <ac:spMk id="19" creationId="{D94C59C5-226B-48FA-AC32-E5D4ED75A4C7}"/>
          </ac:spMkLst>
        </pc:spChg>
      </pc:sldChg>
      <pc:sldChg chg="modSp mod">
        <pc:chgData name="张 智" userId="36bdf691fd3510be" providerId="LiveId" clId="{C16D53F5-5400-4B84-B56F-FB7FA5555C34}" dt="2024-04-07T14:28:08.448" v="2417" actId="20577"/>
        <pc:sldMkLst>
          <pc:docMk/>
          <pc:sldMk cId="3613314250" sldId="496"/>
        </pc:sldMkLst>
        <pc:spChg chg="mod">
          <ac:chgData name="张 智" userId="36bdf691fd3510be" providerId="LiveId" clId="{C16D53F5-5400-4B84-B56F-FB7FA5555C34}" dt="2024-04-07T14:28:00.560" v="2408" actId="20577"/>
          <ac:spMkLst>
            <pc:docMk/>
            <pc:sldMk cId="3613314250" sldId="496"/>
            <ac:spMk id="8" creationId="{00000000-0000-0000-0000-000000000000}"/>
          </ac:spMkLst>
        </pc:spChg>
        <pc:spChg chg="mod">
          <ac:chgData name="张 智" userId="36bdf691fd3510be" providerId="LiveId" clId="{C16D53F5-5400-4B84-B56F-FB7FA5555C34}" dt="2024-04-07T14:28:08.448" v="2417" actId="20577"/>
          <ac:spMkLst>
            <pc:docMk/>
            <pc:sldMk cId="3613314250" sldId="496"/>
            <ac:spMk id="9" creationId="{00000000-0000-0000-0000-000000000000}"/>
          </ac:spMkLst>
        </pc:spChg>
      </pc:sldChg>
      <pc:sldChg chg="modSp mod">
        <pc:chgData name="张 智" userId="36bdf691fd3510be" providerId="LiveId" clId="{C16D53F5-5400-4B84-B56F-FB7FA5555C34}" dt="2024-04-07T14:28:36.904" v="2420" actId="20577"/>
        <pc:sldMkLst>
          <pc:docMk/>
          <pc:sldMk cId="2381912527" sldId="498"/>
        </pc:sldMkLst>
        <pc:spChg chg="mod">
          <ac:chgData name="张 智" userId="36bdf691fd3510be" providerId="LiveId" clId="{C16D53F5-5400-4B84-B56F-FB7FA5555C34}" dt="2024-04-07T14:28:36.904" v="2420" actId="20577"/>
          <ac:spMkLst>
            <pc:docMk/>
            <pc:sldMk cId="2381912527" sldId="498"/>
            <ac:spMk id="8" creationId="{00000000-0000-0000-0000-000000000000}"/>
          </ac:spMkLst>
        </pc:spChg>
        <pc:spChg chg="mod">
          <ac:chgData name="张 智" userId="36bdf691fd3510be" providerId="LiveId" clId="{C16D53F5-5400-4B84-B56F-FB7FA5555C34}" dt="2024-04-06T06:57:41.080" v="1431" actId="20577"/>
          <ac:spMkLst>
            <pc:docMk/>
            <pc:sldMk cId="2381912527" sldId="498"/>
            <ac:spMk id="9" creationId="{00000000-0000-0000-0000-000000000000}"/>
          </ac:spMkLst>
        </pc:spChg>
        <pc:spChg chg="mod">
          <ac:chgData name="张 智" userId="36bdf691fd3510be" providerId="LiveId" clId="{C16D53F5-5400-4B84-B56F-FB7FA5555C34}" dt="2024-04-06T06:57:43.264" v="1433" actId="20577"/>
          <ac:spMkLst>
            <pc:docMk/>
            <pc:sldMk cId="2381912527" sldId="498"/>
            <ac:spMk id="19" creationId="{D94C59C5-226B-48FA-AC32-E5D4ED75A4C7}"/>
          </ac:spMkLst>
        </pc:spChg>
      </pc:sldChg>
      <pc:sldChg chg="modSp mod modNotesTx">
        <pc:chgData name="张 智" userId="36bdf691fd3510be" providerId="LiveId" clId="{C16D53F5-5400-4B84-B56F-FB7FA5555C34}" dt="2024-04-07T14:29:38.709" v="2426" actId="20577"/>
        <pc:sldMkLst>
          <pc:docMk/>
          <pc:sldMk cId="418734450" sldId="499"/>
        </pc:sldMkLst>
        <pc:spChg chg="mod">
          <ac:chgData name="张 智" userId="36bdf691fd3510be" providerId="LiveId" clId="{C16D53F5-5400-4B84-B56F-FB7FA5555C34}" dt="2024-04-07T14:29:08.649" v="2424" actId="20577"/>
          <ac:spMkLst>
            <pc:docMk/>
            <pc:sldMk cId="418734450" sldId="499"/>
            <ac:spMk id="8" creationId="{00000000-0000-0000-0000-000000000000}"/>
          </ac:spMkLst>
        </pc:spChg>
        <pc:spChg chg="mod">
          <ac:chgData name="张 智" userId="36bdf691fd3510be" providerId="LiveId" clId="{C16D53F5-5400-4B84-B56F-FB7FA5555C34}" dt="2024-04-06T06:57:30.671" v="1425" actId="20577"/>
          <ac:spMkLst>
            <pc:docMk/>
            <pc:sldMk cId="418734450" sldId="499"/>
            <ac:spMk id="9" creationId="{00000000-0000-0000-0000-000000000000}"/>
          </ac:spMkLst>
        </pc:spChg>
        <pc:spChg chg="mod">
          <ac:chgData name="张 智" userId="36bdf691fd3510be" providerId="LiveId" clId="{C16D53F5-5400-4B84-B56F-FB7FA5555C34}" dt="2024-04-06T06:57:32.716" v="1427" actId="20577"/>
          <ac:spMkLst>
            <pc:docMk/>
            <pc:sldMk cId="418734450" sldId="499"/>
            <ac:spMk id="19" creationId="{D94C59C5-226B-48FA-AC32-E5D4ED75A4C7}"/>
          </ac:spMkLst>
        </pc:spChg>
      </pc:sldChg>
      <pc:sldChg chg="modSp mod modNotesTx">
        <pc:chgData name="张 智" userId="36bdf691fd3510be" providerId="LiveId" clId="{C16D53F5-5400-4B84-B56F-FB7FA5555C34}" dt="2024-04-07T14:32:32.327" v="2452" actId="20577"/>
        <pc:sldMkLst>
          <pc:docMk/>
          <pc:sldMk cId="135200445" sldId="501"/>
        </pc:sldMkLst>
        <pc:spChg chg="mod">
          <ac:chgData name="张 智" userId="36bdf691fd3510be" providerId="LiveId" clId="{C16D53F5-5400-4B84-B56F-FB7FA5555C34}" dt="2024-04-06T06:57:01.192" v="1409" actId="20577"/>
          <ac:spMkLst>
            <pc:docMk/>
            <pc:sldMk cId="135200445" sldId="501"/>
            <ac:spMk id="8" creationId="{00000000-0000-0000-0000-000000000000}"/>
          </ac:spMkLst>
        </pc:spChg>
        <pc:spChg chg="mod">
          <ac:chgData name="张 智" userId="36bdf691fd3510be" providerId="LiveId" clId="{C16D53F5-5400-4B84-B56F-FB7FA5555C34}" dt="2024-04-06T06:57:04.586" v="1411" actId="20577"/>
          <ac:spMkLst>
            <pc:docMk/>
            <pc:sldMk cId="135200445" sldId="501"/>
            <ac:spMk id="9" creationId="{00000000-0000-0000-0000-000000000000}"/>
          </ac:spMkLst>
        </pc:spChg>
        <pc:spChg chg="mod">
          <ac:chgData name="张 智" userId="36bdf691fd3510be" providerId="LiveId" clId="{C16D53F5-5400-4B84-B56F-FB7FA5555C34}" dt="2024-04-06T06:57:06.706" v="1413" actId="20577"/>
          <ac:spMkLst>
            <pc:docMk/>
            <pc:sldMk cId="135200445" sldId="501"/>
            <ac:spMk id="19" creationId="{D94C59C5-226B-48FA-AC32-E5D4ED75A4C7}"/>
          </ac:spMkLst>
        </pc:spChg>
      </pc:sldChg>
      <pc:sldChg chg="modSp mod modNotesTx">
        <pc:chgData name="张 智" userId="36bdf691fd3510be" providerId="LiveId" clId="{C16D53F5-5400-4B84-B56F-FB7FA5555C34}" dt="2024-04-06T06:56:54.738" v="1407" actId="20577"/>
        <pc:sldMkLst>
          <pc:docMk/>
          <pc:sldMk cId="1468448164" sldId="502"/>
        </pc:sldMkLst>
        <pc:spChg chg="mod">
          <ac:chgData name="张 智" userId="36bdf691fd3510be" providerId="LiveId" clId="{C16D53F5-5400-4B84-B56F-FB7FA5555C34}" dt="2024-04-06T06:56:48.689" v="1403" actId="20577"/>
          <ac:spMkLst>
            <pc:docMk/>
            <pc:sldMk cId="1468448164" sldId="502"/>
            <ac:spMk id="8" creationId="{00000000-0000-0000-0000-000000000000}"/>
          </ac:spMkLst>
        </pc:spChg>
        <pc:spChg chg="mod">
          <ac:chgData name="张 智" userId="36bdf691fd3510be" providerId="LiveId" clId="{C16D53F5-5400-4B84-B56F-FB7FA5555C34}" dt="2024-04-06T06:56:52.167" v="1405" actId="20577"/>
          <ac:spMkLst>
            <pc:docMk/>
            <pc:sldMk cId="1468448164" sldId="502"/>
            <ac:spMk id="9" creationId="{00000000-0000-0000-0000-000000000000}"/>
          </ac:spMkLst>
        </pc:spChg>
        <pc:spChg chg="mod">
          <ac:chgData name="张 智" userId="36bdf691fd3510be" providerId="LiveId" clId="{C16D53F5-5400-4B84-B56F-FB7FA5555C34}" dt="2024-04-06T06:56:54.738" v="1407" actId="20577"/>
          <ac:spMkLst>
            <pc:docMk/>
            <pc:sldMk cId="1468448164" sldId="502"/>
            <ac:spMk id="19" creationId="{D94C59C5-226B-48FA-AC32-E5D4ED75A4C7}"/>
          </ac:spMkLst>
        </pc:spChg>
      </pc:sldChg>
      <pc:sldChg chg="modSp mod">
        <pc:chgData name="张 智" userId="36bdf691fd3510be" providerId="LiveId" clId="{C16D53F5-5400-4B84-B56F-FB7FA5555C34}" dt="2024-04-07T14:34:59.338" v="2459" actId="20577"/>
        <pc:sldMkLst>
          <pc:docMk/>
          <pc:sldMk cId="1658819727" sldId="503"/>
        </pc:sldMkLst>
        <pc:spChg chg="mod">
          <ac:chgData name="张 智" userId="36bdf691fd3510be" providerId="LiveId" clId="{C16D53F5-5400-4B84-B56F-FB7FA5555C34}" dt="2024-04-07T14:34:59.338" v="2459" actId="20577"/>
          <ac:spMkLst>
            <pc:docMk/>
            <pc:sldMk cId="1658819727" sldId="503"/>
            <ac:spMk id="8" creationId="{00000000-0000-0000-0000-000000000000}"/>
          </ac:spMkLst>
        </pc:spChg>
        <pc:spChg chg="mod">
          <ac:chgData name="张 智" userId="36bdf691fd3510be" providerId="LiveId" clId="{C16D53F5-5400-4B84-B56F-FB7FA5555C34}" dt="2024-04-06T06:56:25.770" v="1393" actId="20577"/>
          <ac:spMkLst>
            <pc:docMk/>
            <pc:sldMk cId="1658819727" sldId="503"/>
            <ac:spMk id="9" creationId="{00000000-0000-0000-0000-000000000000}"/>
          </ac:spMkLst>
        </pc:spChg>
        <pc:spChg chg="mod">
          <ac:chgData name="张 智" userId="36bdf691fd3510be" providerId="LiveId" clId="{C16D53F5-5400-4B84-B56F-FB7FA5555C34}" dt="2024-04-06T06:56:29.408" v="1395" actId="20577"/>
          <ac:spMkLst>
            <pc:docMk/>
            <pc:sldMk cId="1658819727" sldId="503"/>
            <ac:spMk id="19" creationId="{D94C59C5-226B-48FA-AC32-E5D4ED75A4C7}"/>
          </ac:spMkLst>
        </pc:spChg>
      </pc:sldChg>
      <pc:sldChg chg="modSp mod">
        <pc:chgData name="张 智" userId="36bdf691fd3510be" providerId="LiveId" clId="{C16D53F5-5400-4B84-B56F-FB7FA5555C34}" dt="2024-04-07T14:35:15.580" v="2463" actId="20577"/>
        <pc:sldMkLst>
          <pc:docMk/>
          <pc:sldMk cId="2712936894" sldId="504"/>
        </pc:sldMkLst>
        <pc:spChg chg="mod">
          <ac:chgData name="张 智" userId="36bdf691fd3510be" providerId="LiveId" clId="{C16D53F5-5400-4B84-B56F-FB7FA5555C34}" dt="2024-04-07T14:35:15.580" v="2463" actId="20577"/>
          <ac:spMkLst>
            <pc:docMk/>
            <pc:sldMk cId="2712936894" sldId="504"/>
            <ac:spMk id="8" creationId="{00000000-0000-0000-0000-000000000000}"/>
          </ac:spMkLst>
        </pc:spChg>
        <pc:spChg chg="mod">
          <ac:chgData name="张 智" userId="36bdf691fd3510be" providerId="LiveId" clId="{C16D53F5-5400-4B84-B56F-FB7FA5555C34}" dt="2024-04-06T06:56:12.112" v="1387" actId="20577"/>
          <ac:spMkLst>
            <pc:docMk/>
            <pc:sldMk cId="2712936894" sldId="504"/>
            <ac:spMk id="9" creationId="{00000000-0000-0000-0000-000000000000}"/>
          </ac:spMkLst>
        </pc:spChg>
        <pc:spChg chg="mod">
          <ac:chgData name="张 智" userId="36bdf691fd3510be" providerId="LiveId" clId="{C16D53F5-5400-4B84-B56F-FB7FA5555C34}" dt="2024-04-06T06:56:14.990" v="1389" actId="20577"/>
          <ac:spMkLst>
            <pc:docMk/>
            <pc:sldMk cId="2712936894" sldId="504"/>
            <ac:spMk id="19" creationId="{D94C59C5-226B-48FA-AC32-E5D4ED75A4C7}"/>
          </ac:spMkLst>
        </pc:spChg>
      </pc:sldChg>
      <pc:sldChg chg="modNotesTx">
        <pc:chgData name="张 智" userId="36bdf691fd3510be" providerId="LiveId" clId="{C16D53F5-5400-4B84-B56F-FB7FA5555C34}" dt="2024-04-07T14:41:26.981" v="2467" actId="20577"/>
        <pc:sldMkLst>
          <pc:docMk/>
          <pc:sldMk cId="1865645769" sldId="507"/>
        </pc:sldMkLst>
      </pc:sldChg>
      <pc:sldChg chg="modNotesTx">
        <pc:chgData name="张 智" userId="36bdf691fd3510be" providerId="LiveId" clId="{C16D53F5-5400-4B84-B56F-FB7FA5555C34}" dt="2024-04-08T02:24:27.172" v="4400" actId="20577"/>
        <pc:sldMkLst>
          <pc:docMk/>
          <pc:sldMk cId="3084059433" sldId="511"/>
        </pc:sldMkLst>
      </pc:sldChg>
      <pc:sldChg chg="modNotesTx">
        <pc:chgData name="张 智" userId="36bdf691fd3510be" providerId="LiveId" clId="{C16D53F5-5400-4B84-B56F-FB7FA5555C34}" dt="2024-04-08T02:32:20.766" v="4774" actId="20577"/>
        <pc:sldMkLst>
          <pc:docMk/>
          <pc:sldMk cId="492848490" sldId="515"/>
        </pc:sldMkLst>
      </pc:sldChg>
      <pc:sldChg chg="modNotesTx">
        <pc:chgData name="张 智" userId="36bdf691fd3510be" providerId="LiveId" clId="{C16D53F5-5400-4B84-B56F-FB7FA5555C34}" dt="2024-04-08T02:35:25.292" v="4856" actId="20577"/>
        <pc:sldMkLst>
          <pc:docMk/>
          <pc:sldMk cId="2328485486" sldId="518"/>
        </pc:sldMkLst>
      </pc:sldChg>
      <pc:sldChg chg="modSp mod modNotesTx">
        <pc:chgData name="张 智" userId="36bdf691fd3510be" providerId="LiveId" clId="{C16D53F5-5400-4B84-B56F-FB7FA5555C34}" dt="2024-04-07T08:42:48.012" v="1458" actId="20577"/>
        <pc:sldMkLst>
          <pc:docMk/>
          <pc:sldMk cId="825441328" sldId="519"/>
        </pc:sldMkLst>
        <pc:spChg chg="mod">
          <ac:chgData name="张 智" userId="36bdf691fd3510be" providerId="LiveId" clId="{C16D53F5-5400-4B84-B56F-FB7FA5555C34}" dt="2024-04-07T08:42:41.563" v="1456" actId="20577"/>
          <ac:spMkLst>
            <pc:docMk/>
            <pc:sldMk cId="825441328" sldId="519"/>
            <ac:spMk id="6" creationId="{2B6534C2-D8D5-4114-B7B1-2ED1630DD00D}"/>
          </ac:spMkLst>
        </pc:spChg>
      </pc:sldChg>
      <pc:sldChg chg="modNotesTx">
        <pc:chgData name="张 智" userId="36bdf691fd3510be" providerId="LiveId" clId="{C16D53F5-5400-4B84-B56F-FB7FA5555C34}" dt="2024-04-07T08:50:49.363" v="1541" actId="20577"/>
        <pc:sldMkLst>
          <pc:docMk/>
          <pc:sldMk cId="2040014035" sldId="520"/>
        </pc:sldMkLst>
      </pc:sldChg>
      <pc:sldChg chg="modSp mod modNotesTx">
        <pc:chgData name="张 智" userId="36bdf691fd3510be" providerId="LiveId" clId="{C16D53F5-5400-4B84-B56F-FB7FA5555C34}" dt="2024-04-08T01:52:48.124" v="3831" actId="5793"/>
        <pc:sldMkLst>
          <pc:docMk/>
          <pc:sldMk cId="2575269882" sldId="521"/>
        </pc:sldMkLst>
        <pc:spChg chg="mod">
          <ac:chgData name="张 智" userId="36bdf691fd3510be" providerId="LiveId" clId="{C16D53F5-5400-4B84-B56F-FB7FA5555C34}" dt="2024-04-08T01:51:29.403" v="3765" actId="207"/>
          <ac:spMkLst>
            <pc:docMk/>
            <pc:sldMk cId="2575269882" sldId="521"/>
            <ac:spMk id="4" creationId="{B5AA40AF-42A6-4463-90D6-9967B54A557A}"/>
          </ac:spMkLst>
        </pc:spChg>
      </pc:sldChg>
      <pc:sldChg chg="del modNotesTx">
        <pc:chgData name="张 智" userId="36bdf691fd3510be" providerId="LiveId" clId="{C16D53F5-5400-4B84-B56F-FB7FA5555C34}" dt="2024-04-07T08:49:55.253" v="1533" actId="2696"/>
        <pc:sldMkLst>
          <pc:docMk/>
          <pc:sldMk cId="2366253138" sldId="522"/>
        </pc:sldMkLst>
      </pc:sldChg>
      <pc:sldChg chg="del">
        <pc:chgData name="张 智" userId="36bdf691fd3510be" providerId="LiveId" clId="{C16D53F5-5400-4B84-B56F-FB7FA5555C34}" dt="2024-04-07T08:50:02.549" v="1534" actId="2696"/>
        <pc:sldMkLst>
          <pc:docMk/>
          <pc:sldMk cId="2796564476" sldId="523"/>
        </pc:sldMkLst>
      </pc:sldChg>
      <pc:sldChg chg="del">
        <pc:chgData name="张 智" userId="36bdf691fd3510be" providerId="LiveId" clId="{C16D53F5-5400-4B84-B56F-FB7FA5555C34}" dt="2024-04-07T08:49:53.158" v="1532" actId="2696"/>
        <pc:sldMkLst>
          <pc:docMk/>
          <pc:sldMk cId="3349493927" sldId="524"/>
        </pc:sldMkLst>
      </pc:sldChg>
      <pc:sldChg chg="del modNotesTx">
        <pc:chgData name="张 智" userId="36bdf691fd3510be" providerId="LiveId" clId="{C16D53F5-5400-4B84-B56F-FB7FA5555C34}" dt="2024-04-07T08:50:04.285" v="1535" actId="2696"/>
        <pc:sldMkLst>
          <pc:docMk/>
          <pc:sldMk cId="3942224376" sldId="529"/>
        </pc:sldMkLst>
      </pc:sldChg>
      <pc:sldChg chg="modSp mod modNotesTx">
        <pc:chgData name="张 智" userId="36bdf691fd3510be" providerId="LiveId" clId="{C16D53F5-5400-4B84-B56F-FB7FA5555C34}" dt="2024-04-08T02:05:51.334" v="4190" actId="20577"/>
        <pc:sldMkLst>
          <pc:docMk/>
          <pc:sldMk cId="2632475753" sldId="530"/>
        </pc:sldMkLst>
        <pc:spChg chg="mod">
          <ac:chgData name="张 智" userId="36bdf691fd3510be" providerId="LiveId" clId="{C16D53F5-5400-4B84-B56F-FB7FA5555C34}" dt="2024-04-08T02:04:58.637" v="4168" actId="20577"/>
          <ac:spMkLst>
            <pc:docMk/>
            <pc:sldMk cId="2632475753" sldId="530"/>
            <ac:spMk id="5" creationId="{00000000-0000-0000-0000-000000000000}"/>
          </ac:spMkLst>
        </pc:spChg>
      </pc:sldChg>
      <pc:sldChg chg="del">
        <pc:chgData name="张 智" userId="36bdf691fd3510be" providerId="LiveId" clId="{C16D53F5-5400-4B84-B56F-FB7FA5555C34}" dt="2024-04-07T08:50:10.443" v="1536" actId="2696"/>
        <pc:sldMkLst>
          <pc:docMk/>
          <pc:sldMk cId="1538083408" sldId="532"/>
        </pc:sldMkLst>
      </pc:sldChg>
      <pc:sldChg chg="modNotesTx">
        <pc:chgData name="张 智" userId="36bdf691fd3510be" providerId="LiveId" clId="{C16D53F5-5400-4B84-B56F-FB7FA5555C34}" dt="2024-04-08T02:18:09.654" v="4394" actId="20577"/>
        <pc:sldMkLst>
          <pc:docMk/>
          <pc:sldMk cId="2165791438" sldId="533"/>
        </pc:sldMkLst>
      </pc:sldChg>
      <pc:sldChg chg="modNotesTx">
        <pc:chgData name="张 智" userId="36bdf691fd3510be" providerId="LiveId" clId="{C16D53F5-5400-4B84-B56F-FB7FA5555C34}" dt="2024-04-08T02:48:16.451" v="4918" actId="20577"/>
        <pc:sldMkLst>
          <pc:docMk/>
          <pc:sldMk cId="3671373628" sldId="536"/>
        </pc:sldMkLst>
      </pc:sldChg>
      <pc:sldChg chg="modSp mod modNotesTx">
        <pc:chgData name="张 智" userId="36bdf691fd3510be" providerId="LiveId" clId="{C16D53F5-5400-4B84-B56F-FB7FA5555C34}" dt="2024-04-08T02:22:59.816" v="4397" actId="20577"/>
        <pc:sldMkLst>
          <pc:docMk/>
          <pc:sldMk cId="1847060646" sldId="538"/>
        </pc:sldMkLst>
        <pc:spChg chg="mod">
          <ac:chgData name="张 智" userId="36bdf691fd3510be" providerId="LiveId" clId="{C16D53F5-5400-4B84-B56F-FB7FA5555C34}" dt="2024-04-08T02:22:56.250" v="4396" actId="20577"/>
          <ac:spMkLst>
            <pc:docMk/>
            <pc:sldMk cId="1847060646" sldId="538"/>
            <ac:spMk id="5" creationId="{00000000-0000-0000-0000-000000000000}"/>
          </ac:spMkLst>
        </pc:spChg>
      </pc:sldChg>
      <pc:sldChg chg="modNotesTx">
        <pc:chgData name="张 智" userId="36bdf691fd3510be" providerId="LiveId" clId="{C16D53F5-5400-4B84-B56F-FB7FA5555C34}" dt="2024-04-07T14:14:30.783" v="2362" actId="20577"/>
        <pc:sldMkLst>
          <pc:docMk/>
          <pc:sldMk cId="981054511" sldId="540"/>
        </pc:sldMkLst>
      </pc:sldChg>
      <pc:sldChg chg="modNotesTx">
        <pc:chgData name="张 智" userId="36bdf691fd3510be" providerId="LiveId" clId="{C16D53F5-5400-4B84-B56F-FB7FA5555C34}" dt="2024-04-06T06:45:15.870" v="1347" actId="20577"/>
        <pc:sldMkLst>
          <pc:docMk/>
          <pc:sldMk cId="3964631284" sldId="541"/>
        </pc:sldMkLst>
      </pc:sldChg>
      <pc:sldChg chg="modSp mod">
        <pc:chgData name="张 智" userId="36bdf691fd3510be" providerId="LiveId" clId="{C16D53F5-5400-4B84-B56F-FB7FA5555C34}" dt="2024-04-07T14:28:15.345" v="2418" actId="20577"/>
        <pc:sldMkLst>
          <pc:docMk/>
          <pc:sldMk cId="4075044941" sldId="544"/>
        </pc:sldMkLst>
        <pc:spChg chg="mod">
          <ac:chgData name="张 智" userId="36bdf691fd3510be" providerId="LiveId" clId="{C16D53F5-5400-4B84-B56F-FB7FA5555C34}" dt="2024-04-07T14:28:15.345" v="2418" actId="20577"/>
          <ac:spMkLst>
            <pc:docMk/>
            <pc:sldMk cId="4075044941" sldId="544"/>
            <ac:spMk id="8" creationId="{00000000-0000-0000-0000-000000000000}"/>
          </ac:spMkLst>
        </pc:spChg>
        <pc:spChg chg="mod">
          <ac:chgData name="张 智" userId="36bdf691fd3510be" providerId="LiveId" clId="{C16D53F5-5400-4B84-B56F-FB7FA5555C34}" dt="2024-04-06T06:57:52.731" v="1437" actId="20577"/>
          <ac:spMkLst>
            <pc:docMk/>
            <pc:sldMk cId="4075044941" sldId="544"/>
            <ac:spMk id="9" creationId="{00000000-0000-0000-0000-000000000000}"/>
          </ac:spMkLst>
        </pc:spChg>
        <pc:spChg chg="mod">
          <ac:chgData name="张 智" userId="36bdf691fd3510be" providerId="LiveId" clId="{C16D53F5-5400-4B84-B56F-FB7FA5555C34}" dt="2024-04-06T06:57:55.426" v="1439" actId="20577"/>
          <ac:spMkLst>
            <pc:docMk/>
            <pc:sldMk cId="4075044941" sldId="544"/>
            <ac:spMk id="19" creationId="{D94C59C5-226B-48FA-AC32-E5D4ED75A4C7}"/>
          </ac:spMkLst>
        </pc:spChg>
      </pc:sldChg>
      <pc:sldChg chg="modSp mod modNotesTx">
        <pc:chgData name="张 智" userId="36bdf691fd3510be" providerId="LiveId" clId="{C16D53F5-5400-4B84-B56F-FB7FA5555C34}" dt="2024-04-07T14:30:36.447" v="2431" actId="20577"/>
        <pc:sldMkLst>
          <pc:docMk/>
          <pc:sldMk cId="3112697426" sldId="545"/>
        </pc:sldMkLst>
        <pc:spChg chg="mod">
          <ac:chgData name="张 智" userId="36bdf691fd3510be" providerId="LiveId" clId="{C16D53F5-5400-4B84-B56F-FB7FA5555C34}" dt="2024-04-07T14:30:00.260" v="2428" actId="20577"/>
          <ac:spMkLst>
            <pc:docMk/>
            <pc:sldMk cId="3112697426" sldId="545"/>
            <ac:spMk id="8" creationId="{00000000-0000-0000-0000-000000000000}"/>
          </ac:spMkLst>
        </pc:spChg>
        <pc:spChg chg="mod">
          <ac:chgData name="张 智" userId="36bdf691fd3510be" providerId="LiveId" clId="{C16D53F5-5400-4B84-B56F-FB7FA5555C34}" dt="2024-04-06T06:57:16.884" v="1419" actId="20577"/>
          <ac:spMkLst>
            <pc:docMk/>
            <pc:sldMk cId="3112697426" sldId="545"/>
            <ac:spMk id="9" creationId="{00000000-0000-0000-0000-000000000000}"/>
          </ac:spMkLst>
        </pc:spChg>
        <pc:spChg chg="mod">
          <ac:chgData name="张 智" userId="36bdf691fd3510be" providerId="LiveId" clId="{C16D53F5-5400-4B84-B56F-FB7FA5555C34}" dt="2024-04-06T06:57:19.482" v="1421" actId="20577"/>
          <ac:spMkLst>
            <pc:docMk/>
            <pc:sldMk cId="3112697426" sldId="545"/>
            <ac:spMk id="19" creationId="{D94C59C5-226B-48FA-AC32-E5D4ED75A4C7}"/>
          </ac:spMkLst>
        </pc:spChg>
      </pc:sldChg>
      <pc:sldChg chg="modSp mod">
        <pc:chgData name="张 智" userId="36bdf691fd3510be" providerId="LiveId" clId="{C16D53F5-5400-4B84-B56F-FB7FA5555C34}" dt="2024-04-07T14:35:05.555" v="2461" actId="20577"/>
        <pc:sldMkLst>
          <pc:docMk/>
          <pc:sldMk cId="1931951959" sldId="546"/>
        </pc:sldMkLst>
        <pc:spChg chg="mod">
          <ac:chgData name="张 智" userId="36bdf691fd3510be" providerId="LiveId" clId="{C16D53F5-5400-4B84-B56F-FB7FA5555C34}" dt="2024-04-07T14:35:05.555" v="2461" actId="20577"/>
          <ac:spMkLst>
            <pc:docMk/>
            <pc:sldMk cId="1931951959" sldId="546"/>
            <ac:spMk id="8" creationId="{00000000-0000-0000-0000-000000000000}"/>
          </ac:spMkLst>
        </pc:spChg>
        <pc:spChg chg="mod">
          <ac:chgData name="张 智" userId="36bdf691fd3510be" providerId="LiveId" clId="{C16D53F5-5400-4B84-B56F-FB7FA5555C34}" dt="2024-04-06T06:56:39.275" v="1399" actId="20577"/>
          <ac:spMkLst>
            <pc:docMk/>
            <pc:sldMk cId="1931951959" sldId="546"/>
            <ac:spMk id="9" creationId="{00000000-0000-0000-0000-000000000000}"/>
          </ac:spMkLst>
        </pc:spChg>
        <pc:spChg chg="mod">
          <ac:chgData name="张 智" userId="36bdf691fd3510be" providerId="LiveId" clId="{C16D53F5-5400-4B84-B56F-FB7FA5555C34}" dt="2024-04-06T06:56:41.970" v="1401" actId="20577"/>
          <ac:spMkLst>
            <pc:docMk/>
            <pc:sldMk cId="1931951959" sldId="546"/>
            <ac:spMk id="19" creationId="{D94C59C5-226B-48FA-AC32-E5D4ED75A4C7}"/>
          </ac:spMkLst>
        </pc:spChg>
      </pc:sldChg>
      <pc:sldChg chg="modNotesTx">
        <pc:chgData name="张 智" userId="36bdf691fd3510be" providerId="LiveId" clId="{C16D53F5-5400-4B84-B56F-FB7FA5555C34}" dt="2024-04-07T14:37:40.103" v="2464" actId="20577"/>
        <pc:sldMkLst>
          <pc:docMk/>
          <pc:sldMk cId="1258172967" sldId="547"/>
        </pc:sldMkLst>
      </pc:sldChg>
      <pc:sldChg chg="modSp mod">
        <pc:chgData name="张 智" userId="36bdf691fd3510be" providerId="LiveId" clId="{C16D53F5-5400-4B84-B56F-FB7FA5555C34}" dt="2024-04-06T06:18:15.857" v="918" actId="20577"/>
        <pc:sldMkLst>
          <pc:docMk/>
          <pc:sldMk cId="1535630343" sldId="549"/>
        </pc:sldMkLst>
        <pc:spChg chg="mod">
          <ac:chgData name="张 智" userId="36bdf691fd3510be" providerId="LiveId" clId="{C16D53F5-5400-4B84-B56F-FB7FA5555C34}" dt="2024-04-06T06:18:15.857" v="918" actId="20577"/>
          <ac:spMkLst>
            <pc:docMk/>
            <pc:sldMk cId="1535630343" sldId="549"/>
            <ac:spMk id="2" creationId="{00000000-0000-0000-0000-000000000000}"/>
          </ac:spMkLst>
        </pc:spChg>
      </pc:sldChg>
      <pc:sldChg chg="addSp delSp modSp add mod modNotesTx">
        <pc:chgData name="张 智" userId="36bdf691fd3510be" providerId="LiveId" clId="{C16D53F5-5400-4B84-B56F-FB7FA5555C34}" dt="2024-04-08T05:02:04.752" v="6732" actId="20577"/>
        <pc:sldMkLst>
          <pc:docMk/>
          <pc:sldMk cId="1567404981" sldId="550"/>
        </pc:sldMkLst>
        <pc:spChg chg="del">
          <ac:chgData name="张 智" userId="36bdf691fd3510be" providerId="LiveId" clId="{C16D53F5-5400-4B84-B56F-FB7FA5555C34}" dt="2024-04-08T02:56:10.788" v="4919" actId="478"/>
          <ac:spMkLst>
            <pc:docMk/>
            <pc:sldMk cId="1567404981" sldId="550"/>
            <ac:spMk id="2" creationId="{00000000-0000-0000-0000-000000000000}"/>
          </ac:spMkLst>
        </pc:spChg>
        <pc:spChg chg="mod">
          <ac:chgData name="张 智" userId="36bdf691fd3510be" providerId="LiveId" clId="{C16D53F5-5400-4B84-B56F-FB7FA5555C34}" dt="2024-04-08T02:56:30.613" v="4932" actId="14100"/>
          <ac:spMkLst>
            <pc:docMk/>
            <pc:sldMk cId="1567404981" sldId="550"/>
            <ac:spMk id="4" creationId="{00000000-0000-0000-0000-000000000000}"/>
          </ac:spMkLst>
        </pc:spChg>
        <pc:spChg chg="del">
          <ac:chgData name="张 智" userId="36bdf691fd3510be" providerId="LiveId" clId="{C16D53F5-5400-4B84-B56F-FB7FA5555C34}" dt="2024-04-08T02:56:13.657" v="4922" actId="478"/>
          <ac:spMkLst>
            <pc:docMk/>
            <pc:sldMk cId="1567404981" sldId="550"/>
            <ac:spMk id="5" creationId="{00000000-0000-0000-0000-000000000000}"/>
          </ac:spMkLst>
        </pc:spChg>
        <pc:spChg chg="del">
          <ac:chgData name="张 智" userId="36bdf691fd3510be" providerId="LiveId" clId="{C16D53F5-5400-4B84-B56F-FB7FA5555C34}" dt="2024-04-08T02:56:14.939" v="4923" actId="478"/>
          <ac:spMkLst>
            <pc:docMk/>
            <pc:sldMk cId="1567404981" sldId="550"/>
            <ac:spMk id="6" creationId="{6DC2E2B9-3739-46E9-9023-244028B8169E}"/>
          </ac:spMkLst>
        </pc:spChg>
        <pc:spChg chg="add del mod">
          <ac:chgData name="张 智" userId="36bdf691fd3510be" providerId="LiveId" clId="{C16D53F5-5400-4B84-B56F-FB7FA5555C34}" dt="2024-04-08T02:56:12.414" v="4921" actId="478"/>
          <ac:spMkLst>
            <pc:docMk/>
            <pc:sldMk cId="1567404981" sldId="550"/>
            <ac:spMk id="8" creationId="{73607B62-C94B-4591-8C2D-B35676B6C3C2}"/>
          </ac:spMkLst>
        </pc:spChg>
        <pc:picChg chg="add mod">
          <ac:chgData name="张 智" userId="36bdf691fd3510be" providerId="LiveId" clId="{C16D53F5-5400-4B84-B56F-FB7FA5555C34}" dt="2024-04-08T02:56:34.705" v="4934" actId="1076"/>
          <ac:picMkLst>
            <pc:docMk/>
            <pc:sldMk cId="1567404981" sldId="550"/>
            <ac:picMk id="10" creationId="{8669B8C2-9A72-4129-AF7B-2CB33490668B}"/>
          </ac:picMkLst>
        </pc:picChg>
      </pc:sldChg>
      <pc:sldChg chg="add del">
        <pc:chgData name="张 智" userId="36bdf691fd3510be" providerId="LiveId" clId="{C16D53F5-5400-4B84-B56F-FB7FA5555C34}" dt="2024-04-07T13:27:51.392" v="1545" actId="2696"/>
        <pc:sldMkLst>
          <pc:docMk/>
          <pc:sldMk cId="2974150919" sldId="550"/>
        </pc:sldMkLst>
      </pc:sldChg>
      <pc:sldChg chg="addSp delSp modSp add mod modNotesTx">
        <pc:chgData name="张 智" userId="36bdf691fd3510be" providerId="LiveId" clId="{C16D53F5-5400-4B84-B56F-FB7FA5555C34}" dt="2024-04-08T05:09:00.351" v="7138" actId="20577"/>
        <pc:sldMkLst>
          <pc:docMk/>
          <pc:sldMk cId="1607188394" sldId="551"/>
        </pc:sldMkLst>
        <pc:spChg chg="mod">
          <ac:chgData name="张 智" userId="36bdf691fd3510be" providerId="LiveId" clId="{C16D53F5-5400-4B84-B56F-FB7FA5555C34}" dt="2024-04-08T02:58:04.993" v="4942" actId="14100"/>
          <ac:spMkLst>
            <pc:docMk/>
            <pc:sldMk cId="1607188394" sldId="551"/>
            <ac:spMk id="4" creationId="{00000000-0000-0000-0000-000000000000}"/>
          </ac:spMkLst>
        </pc:spChg>
        <pc:picChg chg="add mod">
          <ac:chgData name="张 智" userId="36bdf691fd3510be" providerId="LiveId" clId="{C16D53F5-5400-4B84-B56F-FB7FA5555C34}" dt="2024-04-08T02:58:00.176" v="4939" actId="1076"/>
          <ac:picMkLst>
            <pc:docMk/>
            <pc:sldMk cId="1607188394" sldId="551"/>
            <ac:picMk id="5" creationId="{43BC6A18-4696-4785-ACA4-E7EB8335C68F}"/>
          </ac:picMkLst>
        </pc:picChg>
        <pc:picChg chg="del">
          <ac:chgData name="张 智" userId="36bdf691fd3510be" providerId="LiveId" clId="{C16D53F5-5400-4B84-B56F-FB7FA5555C34}" dt="2024-04-08T02:57:57.506" v="4937" actId="478"/>
          <ac:picMkLst>
            <pc:docMk/>
            <pc:sldMk cId="1607188394" sldId="551"/>
            <ac:picMk id="10" creationId="{8669B8C2-9A72-4129-AF7B-2CB33490668B}"/>
          </ac:picMkLst>
        </pc:picChg>
      </pc:sldChg>
      <pc:sldChg chg="add del">
        <pc:chgData name="张 智" userId="36bdf691fd3510be" providerId="LiveId" clId="{C16D53F5-5400-4B84-B56F-FB7FA5555C34}" dt="2024-04-07T13:23:58.890" v="1544" actId="2696"/>
        <pc:sldMkLst>
          <pc:docMk/>
          <pc:sldMk cId="2315331010" sldId="551"/>
        </pc:sldMkLst>
      </pc:sldChg>
      <pc:sldChg chg="addSp delSp modSp add mod modNotesTx">
        <pc:chgData name="张 智" userId="36bdf691fd3510be" providerId="LiveId" clId="{C16D53F5-5400-4B84-B56F-FB7FA5555C34}" dt="2024-04-08T04:51:39.343" v="5383" actId="20577"/>
        <pc:sldMkLst>
          <pc:docMk/>
          <pc:sldMk cId="1852971035" sldId="552"/>
        </pc:sldMkLst>
        <pc:spChg chg="add mod">
          <ac:chgData name="张 智" userId="36bdf691fd3510be" providerId="LiveId" clId="{C16D53F5-5400-4B84-B56F-FB7FA5555C34}" dt="2024-04-08T02:58:24.624" v="4950" actId="20577"/>
          <ac:spMkLst>
            <pc:docMk/>
            <pc:sldMk cId="1852971035" sldId="552"/>
            <ac:spMk id="6" creationId="{B426C600-6063-4FC0-A6CC-E5A861764C8D}"/>
          </ac:spMkLst>
        </pc:spChg>
        <pc:picChg chg="del">
          <ac:chgData name="张 智" userId="36bdf691fd3510be" providerId="LiveId" clId="{C16D53F5-5400-4B84-B56F-FB7FA5555C34}" dt="2024-04-08T02:58:12.700" v="4944" actId="478"/>
          <ac:picMkLst>
            <pc:docMk/>
            <pc:sldMk cId="1852971035" sldId="552"/>
            <ac:picMk id="5" creationId="{43BC6A18-4696-4785-ACA4-E7EB8335C68F}"/>
          </ac:picMkLst>
        </pc:picChg>
      </pc:sldChg>
    </pc:docChg>
  </pc:docChgLst>
  <pc:docChgLst>
    <pc:chgData name="张 智" userId="36bdf691fd3510be" providerId="LiveId" clId="{FD524A77-AD46-499B-84A9-BB6EF2E9DA02}"/>
    <pc:docChg chg="undo custSel addSld modSld">
      <pc:chgData name="张 智" userId="36bdf691fd3510be" providerId="LiveId" clId="{FD524A77-AD46-499B-84A9-BB6EF2E9DA02}" dt="2023-04-02T15:14:56.320" v="6327" actId="20577"/>
      <pc:docMkLst>
        <pc:docMk/>
      </pc:docMkLst>
      <pc:sldChg chg="modNotesTx">
        <pc:chgData name="张 智" userId="36bdf691fd3510be" providerId="LiveId" clId="{FD524A77-AD46-499B-84A9-BB6EF2E9DA02}" dt="2023-04-02T14:10:32.678" v="1324" actId="20577"/>
        <pc:sldMkLst>
          <pc:docMk/>
          <pc:sldMk cId="1077586671" sldId="256"/>
        </pc:sldMkLst>
      </pc:sldChg>
      <pc:sldChg chg="modNotesTx">
        <pc:chgData name="张 智" userId="36bdf691fd3510be" providerId="LiveId" clId="{FD524A77-AD46-499B-84A9-BB6EF2E9DA02}" dt="2023-04-02T14:12:04.656" v="1384" actId="20577"/>
        <pc:sldMkLst>
          <pc:docMk/>
          <pc:sldMk cId="2564448380" sldId="257"/>
        </pc:sldMkLst>
      </pc:sldChg>
      <pc:sldChg chg="modSp mod">
        <pc:chgData name="张 智" userId="36bdf691fd3510be" providerId="LiveId" clId="{FD524A77-AD46-499B-84A9-BB6EF2E9DA02}" dt="2023-04-02T14:17:07.126" v="1672" actId="207"/>
        <pc:sldMkLst>
          <pc:docMk/>
          <pc:sldMk cId="3653602189" sldId="436"/>
        </pc:sldMkLst>
        <pc:spChg chg="mod">
          <ac:chgData name="张 智" userId="36bdf691fd3510be" providerId="LiveId" clId="{FD524A77-AD46-499B-84A9-BB6EF2E9DA02}" dt="2023-04-02T14:17:07.126" v="1672" actId="207"/>
          <ac:spMkLst>
            <pc:docMk/>
            <pc:sldMk cId="3653602189" sldId="436"/>
            <ac:spMk id="2" creationId="{00000000-0000-0000-0000-000000000000}"/>
          </ac:spMkLst>
        </pc:spChg>
      </pc:sldChg>
      <pc:sldChg chg="delSp mod modNotesTx">
        <pc:chgData name="张 智" userId="36bdf691fd3510be" providerId="LiveId" clId="{FD524A77-AD46-499B-84A9-BB6EF2E9DA02}" dt="2023-04-02T14:21:02.326" v="1741" actId="20577"/>
        <pc:sldMkLst>
          <pc:docMk/>
          <pc:sldMk cId="3252396026" sldId="441"/>
        </pc:sldMkLst>
        <pc:cxnChg chg="del">
          <ac:chgData name="张 智" userId="36bdf691fd3510be" providerId="LiveId" clId="{FD524A77-AD46-499B-84A9-BB6EF2E9DA02}" dt="2023-04-02T14:20:36.153" v="1697" actId="478"/>
          <ac:cxnSpMkLst>
            <pc:docMk/>
            <pc:sldMk cId="3252396026" sldId="441"/>
            <ac:cxnSpMk id="5" creationId="{9AFA49DD-3423-40BF-AE24-1775F9A00881}"/>
          </ac:cxnSpMkLst>
        </pc:cxnChg>
        <pc:cxnChg chg="del">
          <ac:chgData name="张 智" userId="36bdf691fd3510be" providerId="LiveId" clId="{FD524A77-AD46-499B-84A9-BB6EF2E9DA02}" dt="2023-04-02T14:20:35.451" v="1696" actId="478"/>
          <ac:cxnSpMkLst>
            <pc:docMk/>
            <pc:sldMk cId="3252396026" sldId="441"/>
            <ac:cxnSpMk id="8" creationId="{B083DECA-807C-40EF-862A-72F03C22BFF6}"/>
          </ac:cxnSpMkLst>
        </pc:cxnChg>
        <pc:cxnChg chg="del">
          <ac:chgData name="张 智" userId="36bdf691fd3510be" providerId="LiveId" clId="{FD524A77-AD46-499B-84A9-BB6EF2E9DA02}" dt="2023-04-02T14:20:36.756" v="1698" actId="478"/>
          <ac:cxnSpMkLst>
            <pc:docMk/>
            <pc:sldMk cId="3252396026" sldId="441"/>
            <ac:cxnSpMk id="10" creationId="{96AC2B41-31CB-48CB-ACB3-2D80D9DBD671}"/>
          </ac:cxnSpMkLst>
        </pc:cxnChg>
      </pc:sldChg>
      <pc:sldChg chg="modNotesTx">
        <pc:chgData name="张 智" userId="36bdf691fd3510be" providerId="LiveId" clId="{FD524A77-AD46-499B-84A9-BB6EF2E9DA02}" dt="2023-04-02T14:57:46.862" v="4447" actId="20577"/>
        <pc:sldMkLst>
          <pc:docMk/>
          <pc:sldMk cId="2767411519" sldId="470"/>
        </pc:sldMkLst>
      </pc:sldChg>
      <pc:sldChg chg="modNotesTx">
        <pc:chgData name="张 智" userId="36bdf691fd3510be" providerId="LiveId" clId="{FD524A77-AD46-499B-84A9-BB6EF2E9DA02}" dt="2023-04-02T15:03:36.771" v="5050" actId="20577"/>
        <pc:sldMkLst>
          <pc:docMk/>
          <pc:sldMk cId="3220855240" sldId="473"/>
        </pc:sldMkLst>
      </pc:sldChg>
      <pc:sldChg chg="modNotesTx">
        <pc:chgData name="张 智" userId="36bdf691fd3510be" providerId="LiveId" clId="{FD524A77-AD46-499B-84A9-BB6EF2E9DA02}" dt="2023-04-02T14:16:41.343" v="1670" actId="20577"/>
        <pc:sldMkLst>
          <pc:docMk/>
          <pc:sldMk cId="3118675659" sldId="474"/>
        </pc:sldMkLst>
      </pc:sldChg>
      <pc:sldChg chg="modSp mod">
        <pc:chgData name="张 智" userId="36bdf691fd3510be" providerId="LiveId" clId="{FD524A77-AD46-499B-84A9-BB6EF2E9DA02}" dt="2023-04-02T14:17:40.341" v="1673" actId="207"/>
        <pc:sldMkLst>
          <pc:docMk/>
          <pc:sldMk cId="1197411453" sldId="475"/>
        </pc:sldMkLst>
        <pc:spChg chg="mod">
          <ac:chgData name="张 智" userId="36bdf691fd3510be" providerId="LiveId" clId="{FD524A77-AD46-499B-84A9-BB6EF2E9DA02}" dt="2023-04-02T14:17:40.341" v="1673" actId="207"/>
          <ac:spMkLst>
            <pc:docMk/>
            <pc:sldMk cId="1197411453" sldId="475"/>
            <ac:spMk id="5" creationId="{7B5CCB9A-CAAC-4278-82F3-30F13CAC3E88}"/>
          </ac:spMkLst>
        </pc:spChg>
      </pc:sldChg>
      <pc:sldChg chg="addSp modSp mod modNotesTx">
        <pc:chgData name="张 智" userId="36bdf691fd3510be" providerId="LiveId" clId="{FD524A77-AD46-499B-84A9-BB6EF2E9DA02}" dt="2023-04-02T15:02:52.613" v="4982" actId="692"/>
        <pc:sldMkLst>
          <pc:docMk/>
          <pc:sldMk cId="3891815737" sldId="476"/>
        </pc:sldMkLst>
        <pc:spChg chg="mod">
          <ac:chgData name="张 智" userId="36bdf691fd3510be" providerId="LiveId" clId="{FD524A77-AD46-499B-84A9-BB6EF2E9DA02}" dt="2023-04-02T15:02:38.438" v="4976" actId="115"/>
          <ac:spMkLst>
            <pc:docMk/>
            <pc:sldMk cId="3891815737" sldId="476"/>
            <ac:spMk id="5" creationId="{00000000-0000-0000-0000-000000000000}"/>
          </ac:spMkLst>
        </pc:spChg>
        <pc:cxnChg chg="add mod">
          <ac:chgData name="张 智" userId="36bdf691fd3510be" providerId="LiveId" clId="{FD524A77-AD46-499B-84A9-BB6EF2E9DA02}" dt="2023-04-02T15:02:52.613" v="4982" actId="692"/>
          <ac:cxnSpMkLst>
            <pc:docMk/>
            <pc:sldMk cId="3891815737" sldId="476"/>
            <ac:cxnSpMk id="7" creationId="{223DA902-3837-4FAA-8392-526D1DAE8146}"/>
          </ac:cxnSpMkLst>
        </pc:cxnChg>
      </pc:sldChg>
      <pc:sldChg chg="modNotesTx">
        <pc:chgData name="张 智" userId="36bdf691fd3510be" providerId="LiveId" clId="{FD524A77-AD46-499B-84A9-BB6EF2E9DA02}" dt="2023-04-02T14:30:36.272" v="2901" actId="20577"/>
        <pc:sldMkLst>
          <pc:docMk/>
          <pc:sldMk cId="2709828072" sldId="485"/>
        </pc:sldMkLst>
      </pc:sldChg>
      <pc:sldChg chg="modNotesTx">
        <pc:chgData name="张 智" userId="36bdf691fd3510be" providerId="LiveId" clId="{FD524A77-AD46-499B-84A9-BB6EF2E9DA02}" dt="2023-04-02T14:27:09.934" v="2439" actId="20577"/>
        <pc:sldMkLst>
          <pc:docMk/>
          <pc:sldMk cId="1423166072" sldId="490"/>
        </pc:sldMkLst>
      </pc:sldChg>
      <pc:sldChg chg="modNotesTx">
        <pc:chgData name="张 智" userId="36bdf691fd3510be" providerId="LiveId" clId="{FD524A77-AD46-499B-84A9-BB6EF2E9DA02}" dt="2023-04-02T14:35:41.251" v="3519" actId="20577"/>
        <pc:sldMkLst>
          <pc:docMk/>
          <pc:sldMk cId="249893664" sldId="491"/>
        </pc:sldMkLst>
      </pc:sldChg>
      <pc:sldChg chg="modNotesTx">
        <pc:chgData name="张 智" userId="36bdf691fd3510be" providerId="LiveId" clId="{FD524A77-AD46-499B-84A9-BB6EF2E9DA02}" dt="2023-04-02T14:41:14.955" v="4066" actId="20577"/>
        <pc:sldMkLst>
          <pc:docMk/>
          <pc:sldMk cId="901253716" sldId="492"/>
        </pc:sldMkLst>
      </pc:sldChg>
      <pc:sldChg chg="modNotesTx">
        <pc:chgData name="张 智" userId="36bdf691fd3510be" providerId="LiveId" clId="{FD524A77-AD46-499B-84A9-BB6EF2E9DA02}" dt="2023-04-02T14:38:29.500" v="3902" actId="20577"/>
        <pc:sldMkLst>
          <pc:docMk/>
          <pc:sldMk cId="2974817936" sldId="493"/>
        </pc:sldMkLst>
      </pc:sldChg>
      <pc:sldChg chg="modNotesTx">
        <pc:chgData name="张 智" userId="36bdf691fd3510be" providerId="LiveId" clId="{FD524A77-AD46-499B-84A9-BB6EF2E9DA02}" dt="2023-04-02T14:57:00.834" v="4439" actId="20577"/>
        <pc:sldMkLst>
          <pc:docMk/>
          <pc:sldMk cId="3613314250" sldId="496"/>
        </pc:sldMkLst>
      </pc:sldChg>
      <pc:sldChg chg="modNotesTx">
        <pc:chgData name="张 智" userId="36bdf691fd3510be" providerId="LiveId" clId="{FD524A77-AD46-499B-84A9-BB6EF2E9DA02}" dt="2023-04-02T14:57:14.140" v="4440" actId="20577"/>
        <pc:sldMkLst>
          <pc:docMk/>
          <pc:sldMk cId="2381912527" sldId="498"/>
        </pc:sldMkLst>
      </pc:sldChg>
      <pc:sldChg chg="modNotesTx">
        <pc:chgData name="张 智" userId="36bdf691fd3510be" providerId="LiveId" clId="{FD524A77-AD46-499B-84A9-BB6EF2E9DA02}" dt="2023-04-02T14:57:17.798" v="4441" actId="20577"/>
        <pc:sldMkLst>
          <pc:docMk/>
          <pc:sldMk cId="418734450" sldId="499"/>
        </pc:sldMkLst>
      </pc:sldChg>
      <pc:sldChg chg="modNotesTx">
        <pc:chgData name="张 智" userId="36bdf691fd3510be" providerId="LiveId" clId="{FD524A77-AD46-499B-84A9-BB6EF2E9DA02}" dt="2023-04-02T15:08:37.235" v="5478" actId="20577"/>
        <pc:sldMkLst>
          <pc:docMk/>
          <pc:sldMk cId="2744936900" sldId="505"/>
        </pc:sldMkLst>
      </pc:sldChg>
      <pc:sldChg chg="modSp mod modNotesTx">
        <pc:chgData name="张 智" userId="36bdf691fd3510be" providerId="LiveId" clId="{FD524A77-AD46-499B-84A9-BB6EF2E9DA02}" dt="2023-04-02T15:14:56.320" v="6327" actId="20577"/>
        <pc:sldMkLst>
          <pc:docMk/>
          <pc:sldMk cId="1865645769" sldId="507"/>
        </pc:sldMkLst>
        <pc:spChg chg="mod">
          <ac:chgData name="张 智" userId="36bdf691fd3510be" providerId="LiveId" clId="{FD524A77-AD46-499B-84A9-BB6EF2E9DA02}" dt="2023-04-02T15:13:39.073" v="6195" actId="14100"/>
          <ac:spMkLst>
            <pc:docMk/>
            <pc:sldMk cId="1865645769" sldId="507"/>
            <ac:spMk id="27" creationId="{00000000-0000-0000-0000-000000000000}"/>
          </ac:spMkLst>
        </pc:spChg>
        <pc:cxnChg chg="mod">
          <ac:chgData name="张 智" userId="36bdf691fd3510be" providerId="LiveId" clId="{FD524A77-AD46-499B-84A9-BB6EF2E9DA02}" dt="2023-04-02T15:13:39.073" v="6195" actId="14100"/>
          <ac:cxnSpMkLst>
            <pc:docMk/>
            <pc:sldMk cId="1865645769" sldId="507"/>
            <ac:cxnSpMk id="29" creationId="{00000000-0000-0000-0000-000000000000}"/>
          </ac:cxnSpMkLst>
        </pc:cxnChg>
      </pc:sldChg>
      <pc:sldChg chg="add modNotesTx">
        <pc:chgData name="张 智" userId="36bdf691fd3510be" providerId="LiveId" clId="{FD524A77-AD46-499B-84A9-BB6EF2E9DA02}" dt="2023-04-02T14:21:40.592" v="1767" actId="20577"/>
        <pc:sldMkLst>
          <pc:docMk/>
          <pc:sldMk cId="3480051705" sldId="539"/>
        </pc:sldMkLst>
      </pc:sldChg>
      <pc:sldChg chg="addSp delSp modSp add mod modNotesTx">
        <pc:chgData name="张 智" userId="36bdf691fd3510be" providerId="LiveId" clId="{FD524A77-AD46-499B-84A9-BB6EF2E9DA02}" dt="2023-04-02T14:45:26.125" v="4305" actId="20577"/>
        <pc:sldMkLst>
          <pc:docMk/>
          <pc:sldMk cId="981054511" sldId="540"/>
        </pc:sldMkLst>
        <pc:spChg chg="add mod">
          <ac:chgData name="张 智" userId="36bdf691fd3510be" providerId="LiveId" clId="{FD524A77-AD46-499B-84A9-BB6EF2E9DA02}" dt="2023-04-02T14:42:26.276" v="4182" actId="1076"/>
          <ac:spMkLst>
            <pc:docMk/>
            <pc:sldMk cId="981054511" sldId="540"/>
            <ac:spMk id="30" creationId="{209E61C4-83E0-4D91-B824-E3248B7A9EE5}"/>
          </ac:spMkLst>
        </pc:spChg>
        <pc:spChg chg="add del mod">
          <ac:chgData name="张 智" userId="36bdf691fd3510be" providerId="LiveId" clId="{FD524A77-AD46-499B-84A9-BB6EF2E9DA02}" dt="2023-04-02T14:45:06.801" v="4228" actId="478"/>
          <ac:spMkLst>
            <pc:docMk/>
            <pc:sldMk cId="981054511" sldId="540"/>
            <ac:spMk id="31" creationId="{D2D3D7ED-2358-4AC3-A2D5-FE828D806B66}"/>
          </ac:spMkLst>
        </pc:spChg>
        <pc:spChg chg="add del mod">
          <ac:chgData name="张 智" userId="36bdf691fd3510be" providerId="LiveId" clId="{FD524A77-AD46-499B-84A9-BB6EF2E9DA02}" dt="2023-04-02T14:45:06.801" v="4228" actId="478"/>
          <ac:spMkLst>
            <pc:docMk/>
            <pc:sldMk cId="981054511" sldId="540"/>
            <ac:spMk id="34" creationId="{532DCEAC-F351-406B-9B93-736F1EE528DE}"/>
          </ac:spMkLst>
        </pc:spChg>
        <pc:cxnChg chg="add mod">
          <ac:chgData name="张 智" userId="36bdf691fd3510be" providerId="LiveId" clId="{FD524A77-AD46-499B-84A9-BB6EF2E9DA02}" dt="2023-04-02T14:43:51.220" v="4207" actId="692"/>
          <ac:cxnSpMkLst>
            <pc:docMk/>
            <pc:sldMk cId="981054511" sldId="540"/>
            <ac:cxnSpMk id="4" creationId="{6D17A6D9-75CB-4C9B-A139-7214C3A0FF70}"/>
          </ac:cxnSpMkLst>
        </pc:cxnChg>
        <pc:cxnChg chg="add del mod">
          <ac:chgData name="张 智" userId="36bdf691fd3510be" providerId="LiveId" clId="{FD524A77-AD46-499B-84A9-BB6EF2E9DA02}" dt="2023-04-02T14:45:06.801" v="4228" actId="478"/>
          <ac:cxnSpMkLst>
            <pc:docMk/>
            <pc:sldMk cId="981054511" sldId="540"/>
            <ac:cxnSpMk id="32" creationId="{B75EAA5A-DD37-4899-9275-B4AA15D428C6}"/>
          </ac:cxnSpMkLst>
        </pc:cxnChg>
        <pc:cxnChg chg="add del mod">
          <ac:chgData name="张 智" userId="36bdf691fd3510be" providerId="LiveId" clId="{FD524A77-AD46-499B-84A9-BB6EF2E9DA02}" dt="2023-04-02T14:45:06.801" v="4228" actId="478"/>
          <ac:cxnSpMkLst>
            <pc:docMk/>
            <pc:sldMk cId="981054511" sldId="540"/>
            <ac:cxnSpMk id="33" creationId="{6012E8D4-F4F0-40BF-BB2E-8394D45E7962}"/>
          </ac:cxnSpMkLst>
        </pc:cxnChg>
        <pc:cxnChg chg="add del mod">
          <ac:chgData name="张 智" userId="36bdf691fd3510be" providerId="LiveId" clId="{FD524A77-AD46-499B-84A9-BB6EF2E9DA02}" dt="2023-04-02T14:45:06.801" v="4228" actId="478"/>
          <ac:cxnSpMkLst>
            <pc:docMk/>
            <pc:sldMk cId="981054511" sldId="540"/>
            <ac:cxnSpMk id="35" creationId="{831CF0A8-C135-4870-99CA-684F1F9ABE6D}"/>
          </ac:cxnSpMkLst>
        </pc:cxnChg>
        <pc:cxnChg chg="add del mod">
          <ac:chgData name="张 智" userId="36bdf691fd3510be" providerId="LiveId" clId="{FD524A77-AD46-499B-84A9-BB6EF2E9DA02}" dt="2023-04-02T14:45:06.801" v="4228" actId="478"/>
          <ac:cxnSpMkLst>
            <pc:docMk/>
            <pc:sldMk cId="981054511" sldId="540"/>
            <ac:cxnSpMk id="38" creationId="{B8E37089-F267-4C7B-B424-B3DD933CB620}"/>
          </ac:cxnSpMkLst>
        </pc:cxnChg>
        <pc:cxnChg chg="add del mod">
          <ac:chgData name="张 智" userId="36bdf691fd3510be" providerId="LiveId" clId="{FD524A77-AD46-499B-84A9-BB6EF2E9DA02}" dt="2023-04-02T14:45:06.801" v="4228" actId="478"/>
          <ac:cxnSpMkLst>
            <pc:docMk/>
            <pc:sldMk cId="981054511" sldId="540"/>
            <ac:cxnSpMk id="44" creationId="{AD1C1DAB-0EC6-4084-A687-D1DC66F7DCB3}"/>
          </ac:cxnSpMkLst>
        </pc:cxnChg>
      </pc:sldChg>
      <pc:sldChg chg="add modNotesTx">
        <pc:chgData name="张 智" userId="36bdf691fd3510be" providerId="LiveId" clId="{FD524A77-AD46-499B-84A9-BB6EF2E9DA02}" dt="2023-04-02T14:46:28.798" v="4438" actId="20577"/>
        <pc:sldMkLst>
          <pc:docMk/>
          <pc:sldMk cId="3964631284" sldId="541"/>
        </pc:sldMkLst>
      </pc:sldChg>
      <pc:sldChg chg="addSp modSp add mod modNotesTx">
        <pc:chgData name="张 智" userId="36bdf691fd3510be" providerId="LiveId" clId="{FD524A77-AD46-499B-84A9-BB6EF2E9DA02}" dt="2023-04-02T15:07:24.219" v="5292" actId="20577"/>
        <pc:sldMkLst>
          <pc:docMk/>
          <pc:sldMk cId="174302599" sldId="542"/>
        </pc:sldMkLst>
        <pc:cxnChg chg="add mod">
          <ac:chgData name="张 智" userId="36bdf691fd3510be" providerId="LiveId" clId="{FD524A77-AD46-499B-84A9-BB6EF2E9DA02}" dt="2023-04-02T15:04:36.594" v="5062" actId="14100"/>
          <ac:cxnSpMkLst>
            <pc:docMk/>
            <pc:sldMk cId="174302599" sldId="542"/>
            <ac:cxnSpMk id="8" creationId="{6956B416-8B6C-4A4C-B09A-10DC8D4ACE15}"/>
          </ac:cxnSpMkLst>
        </pc:cxnChg>
        <pc:cxnChg chg="add mod">
          <ac:chgData name="张 智" userId="36bdf691fd3510be" providerId="LiveId" clId="{FD524A77-AD46-499B-84A9-BB6EF2E9DA02}" dt="2023-04-02T15:04:44.938" v="5065" actId="14100"/>
          <ac:cxnSpMkLst>
            <pc:docMk/>
            <pc:sldMk cId="174302599" sldId="542"/>
            <ac:cxnSpMk id="11" creationId="{A9B5F184-FF01-4B53-8812-29F05317205A}"/>
          </ac:cxnSpMkLst>
        </pc:cxnChg>
        <pc:cxnChg chg="add mod">
          <ac:chgData name="张 智" userId="36bdf691fd3510be" providerId="LiveId" clId="{FD524A77-AD46-499B-84A9-BB6EF2E9DA02}" dt="2023-04-02T15:05:12.482" v="5069" actId="14100"/>
          <ac:cxnSpMkLst>
            <pc:docMk/>
            <pc:sldMk cId="174302599" sldId="542"/>
            <ac:cxnSpMk id="13" creationId="{66460C83-4EAA-45B8-9C01-74CA806D5730}"/>
          </ac:cxnSpMkLst>
        </pc:cxnChg>
        <pc:cxnChg chg="add mod">
          <ac:chgData name="张 智" userId="36bdf691fd3510be" providerId="LiveId" clId="{FD524A77-AD46-499B-84A9-BB6EF2E9DA02}" dt="2023-04-02T15:05:19.746" v="5072" actId="14100"/>
          <ac:cxnSpMkLst>
            <pc:docMk/>
            <pc:sldMk cId="174302599" sldId="542"/>
            <ac:cxnSpMk id="15" creationId="{017C12F2-3296-4155-A0B4-E54D78EF8C59}"/>
          </ac:cxnSpMkLst>
        </pc:cxnChg>
      </pc:sldChg>
      <pc:sldChg chg="addSp modSp add mod modNotesTx">
        <pc:chgData name="张 智" userId="36bdf691fd3510be" providerId="LiveId" clId="{FD524A77-AD46-499B-84A9-BB6EF2E9DA02}" dt="2023-04-02T15:10:38.743" v="5726" actId="20577"/>
        <pc:sldMkLst>
          <pc:docMk/>
          <pc:sldMk cId="2929790181" sldId="543"/>
        </pc:sldMkLst>
        <pc:cxnChg chg="add mod">
          <ac:chgData name="张 智" userId="36bdf691fd3510be" providerId="LiveId" clId="{FD524A77-AD46-499B-84A9-BB6EF2E9DA02}" dt="2023-04-02T15:08:48.907" v="5481" actId="14100"/>
          <ac:cxnSpMkLst>
            <pc:docMk/>
            <pc:sldMk cId="2929790181" sldId="543"/>
            <ac:cxnSpMk id="12" creationId="{161FB10B-3444-4239-9BAF-A42C204938DA}"/>
          </ac:cxnSpMkLst>
        </pc:cxnChg>
        <pc:cxnChg chg="add mod">
          <ac:chgData name="张 智" userId="36bdf691fd3510be" providerId="LiveId" clId="{FD524A77-AD46-499B-84A9-BB6EF2E9DA02}" dt="2023-04-02T15:08:56.002" v="5484" actId="14100"/>
          <ac:cxnSpMkLst>
            <pc:docMk/>
            <pc:sldMk cId="2929790181" sldId="543"/>
            <ac:cxnSpMk id="14" creationId="{DD8372CF-65D0-4490-A77F-17FEA07CBE22}"/>
          </ac:cxnSpMkLst>
        </pc:cxn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AU"/>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6D6D7260-B7E4-B548-BD1F-84ED14536037}" type="datetimeFigureOut">
              <a:rPr lang="en-AU" smtClean="0"/>
              <a:t>24/08/2026</a:t>
            </a:fld>
            <a:endParaRPr lang="en-AU"/>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AU"/>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AU"/>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AU"/>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DF030C05-EF6C-9847-8923-580D76870F8E}" type="slidenum">
              <a:rPr lang="en-AU" smtClean="0"/>
              <a:t>‹#›</a:t>
            </a:fld>
            <a:endParaRPr lang="en-AU"/>
          </a:p>
        </p:txBody>
      </p:sp>
    </p:spTree>
    <p:extLst>
      <p:ext uri="{BB962C8B-B14F-4D97-AF65-F5344CB8AC3E}">
        <p14:creationId xmlns:p14="http://schemas.microsoft.com/office/powerpoint/2010/main" val="206340922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F030C05-EF6C-9847-8923-580D76870F8E}" type="slidenum">
              <a:rPr lang="en-AU" smtClean="0"/>
              <a:t>1</a:t>
            </a:fld>
            <a:endParaRPr lang="en-AU"/>
          </a:p>
        </p:txBody>
      </p:sp>
    </p:spTree>
    <p:extLst>
      <p:ext uri="{BB962C8B-B14F-4D97-AF65-F5344CB8AC3E}">
        <p14:creationId xmlns:p14="http://schemas.microsoft.com/office/powerpoint/2010/main" val="139468166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F030C05-EF6C-9847-8923-580D76870F8E}" type="slidenum">
              <a:rPr lang="en-AU" smtClean="0"/>
              <a:t>2</a:t>
            </a:fld>
            <a:endParaRPr lang="en-AU"/>
          </a:p>
        </p:txBody>
      </p:sp>
    </p:spTree>
    <p:extLst>
      <p:ext uri="{BB962C8B-B14F-4D97-AF65-F5344CB8AC3E}">
        <p14:creationId xmlns:p14="http://schemas.microsoft.com/office/powerpoint/2010/main" val="189182109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F030C05-EF6C-9847-8923-580D76870F8E}" type="slidenum">
              <a:rPr lang="en-AU" smtClean="0"/>
              <a:t>3</a:t>
            </a:fld>
            <a:endParaRPr lang="en-AU"/>
          </a:p>
        </p:txBody>
      </p:sp>
    </p:spTree>
    <p:extLst>
      <p:ext uri="{BB962C8B-B14F-4D97-AF65-F5344CB8AC3E}">
        <p14:creationId xmlns:p14="http://schemas.microsoft.com/office/powerpoint/2010/main" val="104073304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7CC3FE8-3274-B822-0063-34F95390AB7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F9B9AA7-95BA-1762-BCA5-4CC536E97BF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3120061-5073-575F-3121-F68F84A09C62}"/>
              </a:ext>
            </a:extLst>
          </p:cNvPr>
          <p:cNvSpPr>
            <a:spLocks noGrp="1"/>
          </p:cNvSpPr>
          <p:nvPr>
            <p:ph type="body" idx="1"/>
          </p:nvPr>
        </p:nvSpPr>
        <p:spPr/>
        <p:txBody>
          <a:bodyPr/>
          <a:lstStyle/>
          <a:p>
            <a:endParaRPr lang="en-AU" dirty="0"/>
          </a:p>
        </p:txBody>
      </p:sp>
      <p:sp>
        <p:nvSpPr>
          <p:cNvPr id="4" name="Slide Number Placeholder 3">
            <a:extLst>
              <a:ext uri="{FF2B5EF4-FFF2-40B4-BE49-F238E27FC236}">
                <a16:creationId xmlns:a16="http://schemas.microsoft.com/office/drawing/2014/main" id="{864ABEE0-A998-88C4-0AC9-1DCACF378671}"/>
              </a:ext>
            </a:extLst>
          </p:cNvPr>
          <p:cNvSpPr>
            <a:spLocks noGrp="1"/>
          </p:cNvSpPr>
          <p:nvPr>
            <p:ph type="sldNum" sz="quarter" idx="5"/>
          </p:nvPr>
        </p:nvSpPr>
        <p:spPr/>
        <p:txBody>
          <a:bodyPr/>
          <a:lstStyle/>
          <a:p>
            <a:fld id="{DF030C05-EF6C-9847-8923-580D76870F8E}" type="slidenum">
              <a:rPr lang="en-AU" smtClean="0"/>
              <a:t>4</a:t>
            </a:fld>
            <a:endParaRPr lang="en-AU"/>
          </a:p>
        </p:txBody>
      </p:sp>
    </p:spTree>
    <p:extLst>
      <p:ext uri="{BB962C8B-B14F-4D97-AF65-F5344CB8AC3E}">
        <p14:creationId xmlns:p14="http://schemas.microsoft.com/office/powerpoint/2010/main" val="371378434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F030C05-EF6C-9847-8923-580D76870F8E}" type="slidenum">
              <a:rPr lang="en-AU" smtClean="0"/>
              <a:t>5</a:t>
            </a:fld>
            <a:endParaRPr lang="en-AU"/>
          </a:p>
        </p:txBody>
      </p:sp>
    </p:spTree>
    <p:extLst>
      <p:ext uri="{BB962C8B-B14F-4D97-AF65-F5344CB8AC3E}">
        <p14:creationId xmlns:p14="http://schemas.microsoft.com/office/powerpoint/2010/main" val="266840124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F030C05-EF6C-9847-8923-580D76870F8E}" type="slidenum">
              <a:rPr lang="en-AU" smtClean="0"/>
              <a:t>6</a:t>
            </a:fld>
            <a:endParaRPr lang="en-AU"/>
          </a:p>
        </p:txBody>
      </p:sp>
    </p:spTree>
    <p:extLst>
      <p:ext uri="{BB962C8B-B14F-4D97-AF65-F5344CB8AC3E}">
        <p14:creationId xmlns:p14="http://schemas.microsoft.com/office/powerpoint/2010/main" val="61282680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F030C05-EF6C-9847-8923-580D76870F8E}" type="slidenum">
              <a:rPr lang="en-AU" smtClean="0"/>
              <a:t>7</a:t>
            </a:fld>
            <a:endParaRPr lang="en-AU"/>
          </a:p>
        </p:txBody>
      </p:sp>
    </p:spTree>
    <p:extLst>
      <p:ext uri="{BB962C8B-B14F-4D97-AF65-F5344CB8AC3E}">
        <p14:creationId xmlns:p14="http://schemas.microsoft.com/office/powerpoint/2010/main" val="138287542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F030C05-EF6C-9847-8923-580D76870F8E}" type="slidenum">
              <a:rPr lang="en-AU" smtClean="0"/>
              <a:t>8</a:t>
            </a:fld>
            <a:endParaRPr lang="en-AU"/>
          </a:p>
        </p:txBody>
      </p:sp>
    </p:spTree>
    <p:extLst>
      <p:ext uri="{BB962C8B-B14F-4D97-AF65-F5344CB8AC3E}">
        <p14:creationId xmlns:p14="http://schemas.microsoft.com/office/powerpoint/2010/main" val="351144290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F030C05-EF6C-9847-8923-580D76870F8E}" type="slidenum">
              <a:rPr lang="en-AU" smtClean="0"/>
              <a:t>9</a:t>
            </a:fld>
            <a:endParaRPr lang="en-AU"/>
          </a:p>
        </p:txBody>
      </p:sp>
    </p:spTree>
    <p:extLst>
      <p:ext uri="{BB962C8B-B14F-4D97-AF65-F5344CB8AC3E}">
        <p14:creationId xmlns:p14="http://schemas.microsoft.com/office/powerpoint/2010/main" val="1648178550"/>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F030C05-EF6C-9847-8923-580D76870F8E}" type="slidenum">
              <a:rPr lang="en-AU" smtClean="0"/>
              <a:t>10</a:t>
            </a:fld>
            <a:endParaRPr lang="en-AU"/>
          </a:p>
        </p:txBody>
      </p:sp>
    </p:spTree>
    <p:extLst>
      <p:ext uri="{BB962C8B-B14F-4D97-AF65-F5344CB8AC3E}">
        <p14:creationId xmlns:p14="http://schemas.microsoft.com/office/powerpoint/2010/main" val="350721371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F030C05-EF6C-9847-8923-580D76870F8E}" type="slidenum">
              <a:rPr lang="en-AU" smtClean="0"/>
              <a:t>11</a:t>
            </a:fld>
            <a:endParaRPr lang="en-AU"/>
          </a:p>
        </p:txBody>
      </p:sp>
    </p:spTree>
    <p:extLst>
      <p:ext uri="{BB962C8B-B14F-4D97-AF65-F5344CB8AC3E}">
        <p14:creationId xmlns:p14="http://schemas.microsoft.com/office/powerpoint/2010/main" val="2382036048"/>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F030C05-EF6C-9847-8923-580D76870F8E}" type="slidenum">
              <a:rPr lang="en-AU" smtClean="0"/>
              <a:t>12</a:t>
            </a:fld>
            <a:endParaRPr lang="en-AU"/>
          </a:p>
        </p:txBody>
      </p:sp>
    </p:spTree>
    <p:extLst>
      <p:ext uri="{BB962C8B-B14F-4D97-AF65-F5344CB8AC3E}">
        <p14:creationId xmlns:p14="http://schemas.microsoft.com/office/powerpoint/2010/main" val="3383547090"/>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F030C05-EF6C-9847-8923-580D76870F8E}" type="slidenum">
              <a:rPr lang="en-AU" smtClean="0"/>
              <a:t>13</a:t>
            </a:fld>
            <a:endParaRPr lang="en-AU"/>
          </a:p>
        </p:txBody>
      </p:sp>
    </p:spTree>
    <p:extLst>
      <p:ext uri="{BB962C8B-B14F-4D97-AF65-F5344CB8AC3E}">
        <p14:creationId xmlns:p14="http://schemas.microsoft.com/office/powerpoint/2010/main" val="1457674590"/>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F030C05-EF6C-9847-8923-580D76870F8E}" type="slidenum">
              <a:rPr lang="en-AU" smtClean="0"/>
              <a:t>14</a:t>
            </a:fld>
            <a:endParaRPr lang="en-AU"/>
          </a:p>
        </p:txBody>
      </p:sp>
    </p:spTree>
    <p:extLst>
      <p:ext uri="{BB962C8B-B14F-4D97-AF65-F5344CB8AC3E}">
        <p14:creationId xmlns:p14="http://schemas.microsoft.com/office/powerpoint/2010/main" val="4158531546"/>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F030C05-EF6C-9847-8923-580D76870F8E}" type="slidenum">
              <a:rPr lang="en-AU" smtClean="0"/>
              <a:t>15</a:t>
            </a:fld>
            <a:endParaRPr lang="en-AU"/>
          </a:p>
        </p:txBody>
      </p:sp>
    </p:spTree>
    <p:extLst>
      <p:ext uri="{BB962C8B-B14F-4D97-AF65-F5344CB8AC3E}">
        <p14:creationId xmlns:p14="http://schemas.microsoft.com/office/powerpoint/2010/main" val="3832486470"/>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F030C05-EF6C-9847-8923-580D76870F8E}" type="slidenum">
              <a:rPr lang="en-AU" smtClean="0"/>
              <a:t>16</a:t>
            </a:fld>
            <a:endParaRPr lang="en-AU"/>
          </a:p>
        </p:txBody>
      </p:sp>
    </p:spTree>
    <p:extLst>
      <p:ext uri="{BB962C8B-B14F-4D97-AF65-F5344CB8AC3E}">
        <p14:creationId xmlns:p14="http://schemas.microsoft.com/office/powerpoint/2010/main" val="482453657"/>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F030C05-EF6C-9847-8923-580D76870F8E}" type="slidenum">
              <a:rPr lang="en-AU" smtClean="0"/>
              <a:t>17</a:t>
            </a:fld>
            <a:endParaRPr lang="en-AU"/>
          </a:p>
        </p:txBody>
      </p:sp>
    </p:spTree>
    <p:extLst>
      <p:ext uri="{BB962C8B-B14F-4D97-AF65-F5344CB8AC3E}">
        <p14:creationId xmlns:p14="http://schemas.microsoft.com/office/powerpoint/2010/main" val="2734426428"/>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F030C05-EF6C-9847-8923-580D76870F8E}" type="slidenum">
              <a:rPr lang="en-AU" smtClean="0"/>
              <a:t>18</a:t>
            </a:fld>
            <a:endParaRPr lang="en-AU"/>
          </a:p>
        </p:txBody>
      </p:sp>
    </p:spTree>
    <p:extLst>
      <p:ext uri="{BB962C8B-B14F-4D97-AF65-F5344CB8AC3E}">
        <p14:creationId xmlns:p14="http://schemas.microsoft.com/office/powerpoint/2010/main" val="1053443296"/>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F030C05-EF6C-9847-8923-580D76870F8E}" type="slidenum">
              <a:rPr lang="en-AU" smtClean="0"/>
              <a:t>19</a:t>
            </a:fld>
            <a:endParaRPr lang="en-AU"/>
          </a:p>
        </p:txBody>
      </p:sp>
    </p:spTree>
    <p:extLst>
      <p:ext uri="{BB962C8B-B14F-4D97-AF65-F5344CB8AC3E}">
        <p14:creationId xmlns:p14="http://schemas.microsoft.com/office/powerpoint/2010/main" val="2340639443"/>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F030C05-EF6C-9847-8923-580D76870F8E}" type="slidenum">
              <a:rPr lang="en-AU" smtClean="0"/>
              <a:t>20</a:t>
            </a:fld>
            <a:endParaRPr lang="en-AU"/>
          </a:p>
        </p:txBody>
      </p:sp>
    </p:spTree>
    <p:extLst>
      <p:ext uri="{BB962C8B-B14F-4D97-AF65-F5344CB8AC3E}">
        <p14:creationId xmlns:p14="http://schemas.microsoft.com/office/powerpoint/2010/main" val="1779647555"/>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F030C05-EF6C-9847-8923-580D76870F8E}" type="slidenum">
              <a:rPr lang="en-AU" smtClean="0"/>
              <a:t>21</a:t>
            </a:fld>
            <a:endParaRPr lang="en-AU"/>
          </a:p>
        </p:txBody>
      </p:sp>
    </p:spTree>
    <p:extLst>
      <p:ext uri="{BB962C8B-B14F-4D97-AF65-F5344CB8AC3E}">
        <p14:creationId xmlns:p14="http://schemas.microsoft.com/office/powerpoint/2010/main" val="1303551438"/>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F030C05-EF6C-9847-8923-580D76870F8E}" type="slidenum">
              <a:rPr lang="en-AU" smtClean="0"/>
              <a:t>22</a:t>
            </a:fld>
            <a:endParaRPr lang="en-AU"/>
          </a:p>
        </p:txBody>
      </p:sp>
    </p:spTree>
    <p:extLst>
      <p:ext uri="{BB962C8B-B14F-4D97-AF65-F5344CB8AC3E}">
        <p14:creationId xmlns:p14="http://schemas.microsoft.com/office/powerpoint/2010/main" val="2164419858"/>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F030C05-EF6C-9847-8923-580D76870F8E}" type="slidenum">
              <a:rPr lang="en-AU" smtClean="0"/>
              <a:t>23</a:t>
            </a:fld>
            <a:endParaRPr lang="en-AU"/>
          </a:p>
        </p:txBody>
      </p:sp>
    </p:spTree>
    <p:extLst>
      <p:ext uri="{BB962C8B-B14F-4D97-AF65-F5344CB8AC3E}">
        <p14:creationId xmlns:p14="http://schemas.microsoft.com/office/powerpoint/2010/main" val="3511089117"/>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F030C05-EF6C-9847-8923-580D76870F8E}" type="slidenum">
              <a:rPr lang="en-AU" smtClean="0"/>
              <a:t>24</a:t>
            </a:fld>
            <a:endParaRPr lang="en-AU"/>
          </a:p>
        </p:txBody>
      </p:sp>
    </p:spTree>
    <p:extLst>
      <p:ext uri="{BB962C8B-B14F-4D97-AF65-F5344CB8AC3E}">
        <p14:creationId xmlns:p14="http://schemas.microsoft.com/office/powerpoint/2010/main" val="2898026"/>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F030C05-EF6C-9847-8923-580D76870F8E}" type="slidenum">
              <a:rPr lang="en-AU" smtClean="0"/>
              <a:t>25</a:t>
            </a:fld>
            <a:endParaRPr lang="en-AU"/>
          </a:p>
        </p:txBody>
      </p:sp>
    </p:spTree>
    <p:extLst>
      <p:ext uri="{BB962C8B-B14F-4D97-AF65-F5344CB8AC3E}">
        <p14:creationId xmlns:p14="http://schemas.microsoft.com/office/powerpoint/2010/main" val="3026284324"/>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F030C05-EF6C-9847-8923-580D76870F8E}" type="slidenum">
              <a:rPr lang="en-AU" smtClean="0"/>
              <a:t>26</a:t>
            </a:fld>
            <a:endParaRPr lang="en-AU"/>
          </a:p>
        </p:txBody>
      </p:sp>
    </p:spTree>
    <p:extLst>
      <p:ext uri="{BB962C8B-B14F-4D97-AF65-F5344CB8AC3E}">
        <p14:creationId xmlns:p14="http://schemas.microsoft.com/office/powerpoint/2010/main" val="10948070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F030C05-EF6C-9847-8923-580D76870F8E}" type="slidenum">
              <a:rPr lang="en-AU" smtClean="0"/>
              <a:t>27</a:t>
            </a:fld>
            <a:endParaRPr lang="en-AU"/>
          </a:p>
        </p:txBody>
      </p:sp>
    </p:spTree>
    <p:extLst>
      <p:ext uri="{BB962C8B-B14F-4D97-AF65-F5344CB8AC3E}">
        <p14:creationId xmlns:p14="http://schemas.microsoft.com/office/powerpoint/2010/main" val="4077645647"/>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F030C05-EF6C-9847-8923-580D76870F8E}" type="slidenum">
              <a:rPr lang="en-AU" smtClean="0"/>
              <a:t>28</a:t>
            </a:fld>
            <a:endParaRPr lang="en-AU"/>
          </a:p>
        </p:txBody>
      </p:sp>
    </p:spTree>
    <p:extLst>
      <p:ext uri="{BB962C8B-B14F-4D97-AF65-F5344CB8AC3E}">
        <p14:creationId xmlns:p14="http://schemas.microsoft.com/office/powerpoint/2010/main" val="3750850175"/>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F030C05-EF6C-9847-8923-580D76870F8E}" type="slidenum">
              <a:rPr lang="en-AU" smtClean="0"/>
              <a:t>29</a:t>
            </a:fld>
            <a:endParaRPr lang="en-AU"/>
          </a:p>
        </p:txBody>
      </p:sp>
    </p:spTree>
    <p:extLst>
      <p:ext uri="{BB962C8B-B14F-4D97-AF65-F5344CB8AC3E}">
        <p14:creationId xmlns:p14="http://schemas.microsoft.com/office/powerpoint/2010/main" val="2048357383"/>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F030C05-EF6C-9847-8923-580D76870F8E}" type="slidenum">
              <a:rPr lang="en-AU" smtClean="0"/>
              <a:t>30</a:t>
            </a:fld>
            <a:endParaRPr lang="en-AU"/>
          </a:p>
        </p:txBody>
      </p:sp>
    </p:spTree>
    <p:extLst>
      <p:ext uri="{BB962C8B-B14F-4D97-AF65-F5344CB8AC3E}">
        <p14:creationId xmlns:p14="http://schemas.microsoft.com/office/powerpoint/2010/main" val="913546268"/>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AU" dirty="0"/>
          </a:p>
        </p:txBody>
      </p:sp>
      <p:sp>
        <p:nvSpPr>
          <p:cNvPr id="4" name="Slide Number Placeholder 3"/>
          <p:cNvSpPr>
            <a:spLocks noGrp="1"/>
          </p:cNvSpPr>
          <p:nvPr>
            <p:ph type="sldNum" sz="quarter" idx="5"/>
          </p:nvPr>
        </p:nvSpPr>
        <p:spPr/>
        <p:txBody>
          <a:bodyPr/>
          <a:lstStyle/>
          <a:p>
            <a:fld id="{DF030C05-EF6C-9847-8923-580D76870F8E}" type="slidenum">
              <a:rPr lang="en-AU" smtClean="0"/>
              <a:t>31</a:t>
            </a:fld>
            <a:endParaRPr lang="en-AU"/>
          </a:p>
        </p:txBody>
      </p:sp>
    </p:spTree>
    <p:extLst>
      <p:ext uri="{BB962C8B-B14F-4D97-AF65-F5344CB8AC3E}">
        <p14:creationId xmlns:p14="http://schemas.microsoft.com/office/powerpoint/2010/main" val="627888536"/>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F030C05-EF6C-9847-8923-580D76870F8E}" type="slidenum">
              <a:rPr lang="en-AU" smtClean="0"/>
              <a:t>32</a:t>
            </a:fld>
            <a:endParaRPr lang="en-AU"/>
          </a:p>
        </p:txBody>
      </p:sp>
    </p:spTree>
    <p:extLst>
      <p:ext uri="{BB962C8B-B14F-4D97-AF65-F5344CB8AC3E}">
        <p14:creationId xmlns:p14="http://schemas.microsoft.com/office/powerpoint/2010/main" val="2496466213"/>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AU" dirty="0"/>
          </a:p>
        </p:txBody>
      </p:sp>
      <p:sp>
        <p:nvSpPr>
          <p:cNvPr id="4" name="Slide Number Placeholder 3"/>
          <p:cNvSpPr>
            <a:spLocks noGrp="1"/>
          </p:cNvSpPr>
          <p:nvPr>
            <p:ph type="sldNum" sz="quarter" idx="5"/>
          </p:nvPr>
        </p:nvSpPr>
        <p:spPr/>
        <p:txBody>
          <a:bodyPr/>
          <a:lstStyle/>
          <a:p>
            <a:fld id="{DF030C05-EF6C-9847-8923-580D76870F8E}" type="slidenum">
              <a:rPr lang="en-AU" smtClean="0"/>
              <a:t>33</a:t>
            </a:fld>
            <a:endParaRPr lang="en-AU"/>
          </a:p>
        </p:txBody>
      </p:sp>
    </p:spTree>
    <p:extLst>
      <p:ext uri="{BB962C8B-B14F-4D97-AF65-F5344CB8AC3E}">
        <p14:creationId xmlns:p14="http://schemas.microsoft.com/office/powerpoint/2010/main" val="3763730382"/>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AU" dirty="0"/>
          </a:p>
        </p:txBody>
      </p:sp>
      <p:sp>
        <p:nvSpPr>
          <p:cNvPr id="4" name="Slide Number Placeholder 3"/>
          <p:cNvSpPr>
            <a:spLocks noGrp="1"/>
          </p:cNvSpPr>
          <p:nvPr>
            <p:ph type="sldNum" sz="quarter" idx="5"/>
          </p:nvPr>
        </p:nvSpPr>
        <p:spPr/>
        <p:txBody>
          <a:bodyPr/>
          <a:lstStyle/>
          <a:p>
            <a:fld id="{DF030C05-EF6C-9847-8923-580D76870F8E}" type="slidenum">
              <a:rPr lang="en-AU" smtClean="0"/>
              <a:t>34</a:t>
            </a:fld>
            <a:endParaRPr lang="en-AU"/>
          </a:p>
        </p:txBody>
      </p:sp>
    </p:spTree>
    <p:extLst>
      <p:ext uri="{BB962C8B-B14F-4D97-AF65-F5344CB8AC3E}">
        <p14:creationId xmlns:p14="http://schemas.microsoft.com/office/powerpoint/2010/main" val="677940305"/>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AU" dirty="0"/>
          </a:p>
        </p:txBody>
      </p:sp>
      <p:sp>
        <p:nvSpPr>
          <p:cNvPr id="4" name="Slide Number Placeholder 3"/>
          <p:cNvSpPr>
            <a:spLocks noGrp="1"/>
          </p:cNvSpPr>
          <p:nvPr>
            <p:ph type="sldNum" sz="quarter" idx="5"/>
          </p:nvPr>
        </p:nvSpPr>
        <p:spPr/>
        <p:txBody>
          <a:bodyPr/>
          <a:lstStyle/>
          <a:p>
            <a:fld id="{DF030C05-EF6C-9847-8923-580D76870F8E}" type="slidenum">
              <a:rPr lang="en-AU" smtClean="0"/>
              <a:t>35</a:t>
            </a:fld>
            <a:endParaRPr lang="en-AU"/>
          </a:p>
        </p:txBody>
      </p:sp>
    </p:spTree>
    <p:extLst>
      <p:ext uri="{BB962C8B-B14F-4D97-AF65-F5344CB8AC3E}">
        <p14:creationId xmlns:p14="http://schemas.microsoft.com/office/powerpoint/2010/main" val="3876821609"/>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F030C05-EF6C-9847-8923-580D76870F8E}" type="slidenum">
              <a:rPr lang="en-AU" smtClean="0"/>
              <a:t>36</a:t>
            </a:fld>
            <a:endParaRPr lang="en-AU"/>
          </a:p>
        </p:txBody>
      </p:sp>
    </p:spTree>
    <p:extLst>
      <p:ext uri="{BB962C8B-B14F-4D97-AF65-F5344CB8AC3E}">
        <p14:creationId xmlns:p14="http://schemas.microsoft.com/office/powerpoint/2010/main" val="1990045408"/>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F030C05-EF6C-9847-8923-580D76870F8E}" type="slidenum">
              <a:rPr lang="en-AU" smtClean="0"/>
              <a:t>37</a:t>
            </a:fld>
            <a:endParaRPr lang="en-AU"/>
          </a:p>
        </p:txBody>
      </p:sp>
    </p:spTree>
    <p:extLst>
      <p:ext uri="{BB962C8B-B14F-4D97-AF65-F5344CB8AC3E}">
        <p14:creationId xmlns:p14="http://schemas.microsoft.com/office/powerpoint/2010/main" val="558230839"/>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F030C05-EF6C-9847-8923-580D76870F8E}" type="slidenum">
              <a:rPr lang="en-AU" smtClean="0"/>
              <a:t>38</a:t>
            </a:fld>
            <a:endParaRPr lang="en-AU"/>
          </a:p>
        </p:txBody>
      </p:sp>
    </p:spTree>
    <p:extLst>
      <p:ext uri="{BB962C8B-B14F-4D97-AF65-F5344CB8AC3E}">
        <p14:creationId xmlns:p14="http://schemas.microsoft.com/office/powerpoint/2010/main" val="2571735848"/>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F030C05-EF6C-9847-8923-580D76870F8E}" type="slidenum">
              <a:rPr lang="en-AU" smtClean="0"/>
              <a:t>39</a:t>
            </a:fld>
            <a:endParaRPr lang="en-AU"/>
          </a:p>
        </p:txBody>
      </p:sp>
    </p:spTree>
    <p:extLst>
      <p:ext uri="{BB962C8B-B14F-4D97-AF65-F5344CB8AC3E}">
        <p14:creationId xmlns:p14="http://schemas.microsoft.com/office/powerpoint/2010/main" val="3028189447"/>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F030C05-EF6C-9847-8923-580D76870F8E}" type="slidenum">
              <a:rPr lang="en-AU" smtClean="0"/>
              <a:t>40</a:t>
            </a:fld>
            <a:endParaRPr lang="en-AU"/>
          </a:p>
        </p:txBody>
      </p:sp>
    </p:spTree>
    <p:extLst>
      <p:ext uri="{BB962C8B-B14F-4D97-AF65-F5344CB8AC3E}">
        <p14:creationId xmlns:p14="http://schemas.microsoft.com/office/powerpoint/2010/main" val="1427739277"/>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F030C05-EF6C-9847-8923-580D76870F8E}" type="slidenum">
              <a:rPr lang="en-AU" smtClean="0"/>
              <a:t>41</a:t>
            </a:fld>
            <a:endParaRPr lang="en-AU"/>
          </a:p>
        </p:txBody>
      </p:sp>
    </p:spTree>
    <p:extLst>
      <p:ext uri="{BB962C8B-B14F-4D97-AF65-F5344CB8AC3E}">
        <p14:creationId xmlns:p14="http://schemas.microsoft.com/office/powerpoint/2010/main" val="3680579398"/>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F030C05-EF6C-9847-8923-580D76870F8E}" type="slidenum">
              <a:rPr lang="en-AU" smtClean="0"/>
              <a:t>42</a:t>
            </a:fld>
            <a:endParaRPr lang="en-AU"/>
          </a:p>
        </p:txBody>
      </p:sp>
    </p:spTree>
    <p:extLst>
      <p:ext uri="{BB962C8B-B14F-4D97-AF65-F5344CB8AC3E}">
        <p14:creationId xmlns:p14="http://schemas.microsoft.com/office/powerpoint/2010/main" val="243351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F030C05-EF6C-9847-8923-580D76870F8E}" type="slidenum">
              <a:rPr lang="en-AU" smtClean="0"/>
              <a:t>43</a:t>
            </a:fld>
            <a:endParaRPr lang="en-AU"/>
          </a:p>
        </p:txBody>
      </p:sp>
    </p:spTree>
    <p:extLst>
      <p:ext uri="{BB962C8B-B14F-4D97-AF65-F5344CB8AC3E}">
        <p14:creationId xmlns:p14="http://schemas.microsoft.com/office/powerpoint/2010/main" val="3227152068"/>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F030C05-EF6C-9847-8923-580D76870F8E}" type="slidenum">
              <a:rPr lang="en-AU" smtClean="0"/>
              <a:t>44</a:t>
            </a:fld>
            <a:endParaRPr lang="en-AU"/>
          </a:p>
        </p:txBody>
      </p:sp>
    </p:spTree>
    <p:extLst>
      <p:ext uri="{BB962C8B-B14F-4D97-AF65-F5344CB8AC3E}">
        <p14:creationId xmlns:p14="http://schemas.microsoft.com/office/powerpoint/2010/main" val="1209842724"/>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F030C05-EF6C-9847-8923-580D76870F8E}" type="slidenum">
              <a:rPr lang="en-AU" smtClean="0"/>
              <a:t>45</a:t>
            </a:fld>
            <a:endParaRPr lang="en-AU"/>
          </a:p>
        </p:txBody>
      </p:sp>
    </p:spTree>
    <p:extLst>
      <p:ext uri="{BB962C8B-B14F-4D97-AF65-F5344CB8AC3E}">
        <p14:creationId xmlns:p14="http://schemas.microsoft.com/office/powerpoint/2010/main" val="74213606"/>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F030C05-EF6C-9847-8923-580D76870F8E}" type="slidenum">
              <a:rPr lang="en-AU" smtClean="0"/>
              <a:t>46</a:t>
            </a:fld>
            <a:endParaRPr lang="en-AU"/>
          </a:p>
        </p:txBody>
      </p:sp>
    </p:spTree>
    <p:extLst>
      <p:ext uri="{BB962C8B-B14F-4D97-AF65-F5344CB8AC3E}">
        <p14:creationId xmlns:p14="http://schemas.microsoft.com/office/powerpoint/2010/main" val="125564982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F030C05-EF6C-9847-8923-580D76870F8E}" type="slidenum">
              <a:rPr lang="en-AU" smtClean="0"/>
              <a:t>47</a:t>
            </a:fld>
            <a:endParaRPr lang="en-AU"/>
          </a:p>
        </p:txBody>
      </p:sp>
    </p:spTree>
    <p:extLst>
      <p:ext uri="{BB962C8B-B14F-4D97-AF65-F5344CB8AC3E}">
        <p14:creationId xmlns:p14="http://schemas.microsoft.com/office/powerpoint/2010/main" val="1224444873"/>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F030C05-EF6C-9847-8923-580D76870F8E}" type="slidenum">
              <a:rPr lang="en-AU" smtClean="0"/>
              <a:t>48</a:t>
            </a:fld>
            <a:endParaRPr lang="en-AU"/>
          </a:p>
        </p:txBody>
      </p:sp>
    </p:spTree>
    <p:extLst>
      <p:ext uri="{BB962C8B-B14F-4D97-AF65-F5344CB8AC3E}">
        <p14:creationId xmlns:p14="http://schemas.microsoft.com/office/powerpoint/2010/main" val="2112780213"/>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F030C05-EF6C-9847-8923-580D76870F8E}" type="slidenum">
              <a:rPr lang="en-AU" smtClean="0"/>
              <a:t>49</a:t>
            </a:fld>
            <a:endParaRPr lang="en-AU"/>
          </a:p>
        </p:txBody>
      </p:sp>
    </p:spTree>
    <p:extLst>
      <p:ext uri="{BB962C8B-B14F-4D97-AF65-F5344CB8AC3E}">
        <p14:creationId xmlns:p14="http://schemas.microsoft.com/office/powerpoint/2010/main" val="2033870957"/>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F030C05-EF6C-9847-8923-580D76870F8E}" type="slidenum">
              <a:rPr lang="en-AU" smtClean="0"/>
              <a:t>50</a:t>
            </a:fld>
            <a:endParaRPr lang="en-AU"/>
          </a:p>
        </p:txBody>
      </p:sp>
    </p:spTree>
    <p:extLst>
      <p:ext uri="{BB962C8B-B14F-4D97-AF65-F5344CB8AC3E}">
        <p14:creationId xmlns:p14="http://schemas.microsoft.com/office/powerpoint/2010/main" val="291986898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F030C05-EF6C-9847-8923-580D76870F8E}" type="slidenum">
              <a:rPr lang="en-AU" smtClean="0"/>
              <a:t>51</a:t>
            </a:fld>
            <a:endParaRPr lang="en-AU"/>
          </a:p>
        </p:txBody>
      </p:sp>
    </p:spTree>
    <p:extLst>
      <p:ext uri="{BB962C8B-B14F-4D97-AF65-F5344CB8AC3E}">
        <p14:creationId xmlns:p14="http://schemas.microsoft.com/office/powerpoint/2010/main" val="3056191423"/>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AU" dirty="0"/>
          </a:p>
        </p:txBody>
      </p:sp>
      <p:sp>
        <p:nvSpPr>
          <p:cNvPr id="4" name="Slide Number Placeholder 3"/>
          <p:cNvSpPr>
            <a:spLocks noGrp="1"/>
          </p:cNvSpPr>
          <p:nvPr>
            <p:ph type="sldNum" sz="quarter" idx="5"/>
          </p:nvPr>
        </p:nvSpPr>
        <p:spPr/>
        <p:txBody>
          <a:bodyPr/>
          <a:lstStyle/>
          <a:p>
            <a:fld id="{DF030C05-EF6C-9847-8923-580D76870F8E}" type="slidenum">
              <a:rPr lang="en-AU" smtClean="0"/>
              <a:t>52</a:t>
            </a:fld>
            <a:endParaRPr lang="en-AU"/>
          </a:p>
        </p:txBody>
      </p:sp>
    </p:spTree>
    <p:extLst>
      <p:ext uri="{BB962C8B-B14F-4D97-AF65-F5344CB8AC3E}">
        <p14:creationId xmlns:p14="http://schemas.microsoft.com/office/powerpoint/2010/main" val="86227458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AU" dirty="0"/>
          </a:p>
        </p:txBody>
      </p:sp>
      <p:sp>
        <p:nvSpPr>
          <p:cNvPr id="4" name="Slide Number Placeholder 3"/>
          <p:cNvSpPr>
            <a:spLocks noGrp="1"/>
          </p:cNvSpPr>
          <p:nvPr>
            <p:ph type="sldNum" sz="quarter" idx="5"/>
          </p:nvPr>
        </p:nvSpPr>
        <p:spPr/>
        <p:txBody>
          <a:bodyPr/>
          <a:lstStyle/>
          <a:p>
            <a:fld id="{DF030C05-EF6C-9847-8923-580D76870F8E}" type="slidenum">
              <a:rPr lang="en-AU" smtClean="0"/>
              <a:t>53</a:t>
            </a:fld>
            <a:endParaRPr lang="en-AU"/>
          </a:p>
        </p:txBody>
      </p:sp>
    </p:spTree>
    <p:extLst>
      <p:ext uri="{BB962C8B-B14F-4D97-AF65-F5344CB8AC3E}">
        <p14:creationId xmlns:p14="http://schemas.microsoft.com/office/powerpoint/2010/main" val="2207880125"/>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AU" dirty="0"/>
          </a:p>
        </p:txBody>
      </p:sp>
      <p:sp>
        <p:nvSpPr>
          <p:cNvPr id="4" name="Slide Number Placeholder 3"/>
          <p:cNvSpPr>
            <a:spLocks noGrp="1"/>
          </p:cNvSpPr>
          <p:nvPr>
            <p:ph type="sldNum" sz="quarter" idx="5"/>
          </p:nvPr>
        </p:nvSpPr>
        <p:spPr/>
        <p:txBody>
          <a:bodyPr/>
          <a:lstStyle/>
          <a:p>
            <a:fld id="{DF030C05-EF6C-9847-8923-580D76870F8E}" type="slidenum">
              <a:rPr lang="en-AU" smtClean="0"/>
              <a:t>54</a:t>
            </a:fld>
            <a:endParaRPr lang="en-AU"/>
          </a:p>
        </p:txBody>
      </p:sp>
    </p:spTree>
    <p:extLst>
      <p:ext uri="{BB962C8B-B14F-4D97-AF65-F5344CB8AC3E}">
        <p14:creationId xmlns:p14="http://schemas.microsoft.com/office/powerpoint/2010/main" val="2150222102"/>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F030C05-EF6C-9847-8923-580D76870F8E}" type="slidenum">
              <a:rPr lang="en-AU" smtClean="0"/>
              <a:t>55</a:t>
            </a:fld>
            <a:endParaRPr lang="en-AU"/>
          </a:p>
        </p:txBody>
      </p:sp>
    </p:spTree>
    <p:extLst>
      <p:ext uri="{BB962C8B-B14F-4D97-AF65-F5344CB8AC3E}">
        <p14:creationId xmlns:p14="http://schemas.microsoft.com/office/powerpoint/2010/main" val="1978940438"/>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F030C05-EF6C-9847-8923-580D76870F8E}" type="slidenum">
              <a:rPr lang="en-AU" smtClean="0"/>
              <a:t>56</a:t>
            </a:fld>
            <a:endParaRPr lang="en-AU"/>
          </a:p>
        </p:txBody>
      </p:sp>
    </p:spTree>
    <p:extLst>
      <p:ext uri="{BB962C8B-B14F-4D97-AF65-F5344CB8AC3E}">
        <p14:creationId xmlns:p14="http://schemas.microsoft.com/office/powerpoint/2010/main" val="1101332277"/>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F030C05-EF6C-9847-8923-580D76870F8E}" type="slidenum">
              <a:rPr lang="en-AU" smtClean="0"/>
              <a:t>57</a:t>
            </a:fld>
            <a:endParaRPr lang="en-AU"/>
          </a:p>
        </p:txBody>
      </p:sp>
    </p:spTree>
    <p:extLst>
      <p:ext uri="{BB962C8B-B14F-4D97-AF65-F5344CB8AC3E}">
        <p14:creationId xmlns:p14="http://schemas.microsoft.com/office/powerpoint/2010/main" val="1676683516"/>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F030C05-EF6C-9847-8923-580D76870F8E}" type="slidenum">
              <a:rPr lang="en-AU" smtClean="0"/>
              <a:t>58</a:t>
            </a:fld>
            <a:endParaRPr lang="en-AU"/>
          </a:p>
        </p:txBody>
      </p:sp>
    </p:spTree>
    <p:extLst>
      <p:ext uri="{BB962C8B-B14F-4D97-AF65-F5344CB8AC3E}">
        <p14:creationId xmlns:p14="http://schemas.microsoft.com/office/powerpoint/2010/main" val="3542335727"/>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F030C05-EF6C-9847-8923-580D76870F8E}" type="slidenum">
              <a:rPr lang="en-AU" smtClean="0"/>
              <a:t>59</a:t>
            </a:fld>
            <a:endParaRPr lang="en-AU"/>
          </a:p>
        </p:txBody>
      </p:sp>
    </p:spTree>
    <p:extLst>
      <p:ext uri="{BB962C8B-B14F-4D97-AF65-F5344CB8AC3E}">
        <p14:creationId xmlns:p14="http://schemas.microsoft.com/office/powerpoint/2010/main" val="4093186069"/>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F030C05-EF6C-9847-8923-580D76870F8E}" type="slidenum">
              <a:rPr lang="en-AU" smtClean="0"/>
              <a:t>60</a:t>
            </a:fld>
            <a:endParaRPr lang="en-AU"/>
          </a:p>
        </p:txBody>
      </p:sp>
    </p:spTree>
    <p:extLst>
      <p:ext uri="{BB962C8B-B14F-4D97-AF65-F5344CB8AC3E}">
        <p14:creationId xmlns:p14="http://schemas.microsoft.com/office/powerpoint/2010/main" val="2432837237"/>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F030C05-EF6C-9847-8923-580D76870F8E}" type="slidenum">
              <a:rPr lang="en-AU" smtClean="0"/>
              <a:t>61</a:t>
            </a:fld>
            <a:endParaRPr lang="en-AU"/>
          </a:p>
        </p:txBody>
      </p:sp>
    </p:spTree>
    <p:extLst>
      <p:ext uri="{BB962C8B-B14F-4D97-AF65-F5344CB8AC3E}">
        <p14:creationId xmlns:p14="http://schemas.microsoft.com/office/powerpoint/2010/main" val="2935349029"/>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F030C05-EF6C-9847-8923-580D76870F8E}" type="slidenum">
              <a:rPr lang="en-AU" smtClean="0"/>
              <a:t>62</a:t>
            </a:fld>
            <a:endParaRPr lang="en-AU"/>
          </a:p>
        </p:txBody>
      </p:sp>
    </p:spTree>
    <p:extLst>
      <p:ext uri="{BB962C8B-B14F-4D97-AF65-F5344CB8AC3E}">
        <p14:creationId xmlns:p14="http://schemas.microsoft.com/office/powerpoint/2010/main" val="4122844808"/>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F030C05-EF6C-9847-8923-580D76870F8E}" type="slidenum">
              <a:rPr lang="en-AU" smtClean="0"/>
              <a:t>63</a:t>
            </a:fld>
            <a:endParaRPr lang="en-AU"/>
          </a:p>
        </p:txBody>
      </p:sp>
    </p:spTree>
    <p:extLst>
      <p:ext uri="{BB962C8B-B14F-4D97-AF65-F5344CB8AC3E}">
        <p14:creationId xmlns:p14="http://schemas.microsoft.com/office/powerpoint/2010/main" val="2859751429"/>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F030C05-EF6C-9847-8923-580D76870F8E}" type="slidenum">
              <a:rPr lang="en-AU" smtClean="0"/>
              <a:t>65</a:t>
            </a:fld>
            <a:endParaRPr lang="en-AU"/>
          </a:p>
        </p:txBody>
      </p:sp>
    </p:spTree>
    <p:extLst>
      <p:ext uri="{BB962C8B-B14F-4D97-AF65-F5344CB8AC3E}">
        <p14:creationId xmlns:p14="http://schemas.microsoft.com/office/powerpoint/2010/main" val="162026970"/>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F030C05-EF6C-9847-8923-580D76870F8E}" type="slidenum">
              <a:rPr lang="en-AU" smtClean="0"/>
              <a:t>66</a:t>
            </a:fld>
            <a:endParaRPr lang="en-AU"/>
          </a:p>
        </p:txBody>
      </p:sp>
    </p:spTree>
    <p:extLst>
      <p:ext uri="{BB962C8B-B14F-4D97-AF65-F5344CB8AC3E}">
        <p14:creationId xmlns:p14="http://schemas.microsoft.com/office/powerpoint/2010/main" val="145124945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370693" y="1769540"/>
            <a:ext cx="9440034" cy="1828801"/>
          </a:xfrm>
        </p:spPr>
        <p:txBody>
          <a:bodyPr anchor="b">
            <a:normAutofit/>
          </a:bodyPr>
          <a:lstStyle>
            <a:lvl1pPr algn="ctr">
              <a:defRPr sz="5400"/>
            </a:lvl1pPr>
          </a:lstStyle>
          <a:p>
            <a:r>
              <a:rPr lang="en-US"/>
              <a:t>Click to edit Master title style</a:t>
            </a:r>
            <a:endParaRPr lang="en-US" dirty="0"/>
          </a:p>
        </p:txBody>
      </p:sp>
      <p:sp>
        <p:nvSpPr>
          <p:cNvPr id="3" name="Subtitle 2"/>
          <p:cNvSpPr>
            <a:spLocks noGrp="1"/>
          </p:cNvSpPr>
          <p:nvPr>
            <p:ph type="subTitle" idx="1"/>
          </p:nvPr>
        </p:nvSpPr>
        <p:spPr>
          <a:xfrm>
            <a:off x="1370693" y="3773489"/>
            <a:ext cx="9440034" cy="1049867"/>
          </a:xfrm>
        </p:spPr>
        <p:txBody>
          <a:bodyPr anchor="t"/>
          <a:lstStyle>
            <a:lvl1pPr marL="0" indent="0" algn="ctr">
              <a:buNone/>
              <a:defRPr>
                <a:solidFill>
                  <a:schemeClr val="tx1"/>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88D38747-4367-4BD2-8D51-C97E202738E2}" type="datetime1">
              <a:rPr lang="en-US" smtClean="0"/>
              <a:t>8/24/2026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3A98EE3D-8CD1-4C3F-BD1C-C98C9596463C}" type="slidenum">
              <a:rPr lang="en-US" smtClean="0"/>
              <a:pPr/>
              <a:t>‹#›</a:t>
            </a:fld>
            <a:endParaRPr lang="en-US" dirty="0"/>
          </a:p>
        </p:txBody>
      </p:sp>
    </p:spTree>
    <p:extLst>
      <p:ext uri="{BB962C8B-B14F-4D97-AF65-F5344CB8AC3E}">
        <p14:creationId xmlns:p14="http://schemas.microsoft.com/office/powerpoint/2010/main" val="253509064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73C55A3C-5767-4844-A0A3-83778C2E5409}" type="datetime1">
              <a:rPr lang="en-US" smtClean="0"/>
              <a:t>8/24/2026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346911858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1295401" y="1761067"/>
            <a:ext cx="9590550" cy="1828813"/>
          </a:xfrm>
        </p:spPr>
        <p:txBody>
          <a:bodyPr anchor="b"/>
          <a:lstStyle>
            <a:lvl1pPr algn="ctr">
              <a:defRPr sz="4000" b="0" cap="none"/>
            </a:lvl1pPr>
          </a:lstStyle>
          <a:p>
            <a:r>
              <a:rPr lang="en-US"/>
              <a:t>Click to edit Master title style</a:t>
            </a:r>
            <a:endParaRPr lang="en-US" dirty="0"/>
          </a:p>
        </p:txBody>
      </p:sp>
      <p:sp>
        <p:nvSpPr>
          <p:cNvPr id="3" name="Text Placeholder 2"/>
          <p:cNvSpPr>
            <a:spLocks noGrp="1"/>
          </p:cNvSpPr>
          <p:nvPr>
            <p:ph type="body" idx="1"/>
          </p:nvPr>
        </p:nvSpPr>
        <p:spPr>
          <a:xfrm>
            <a:off x="1295401" y="3763439"/>
            <a:ext cx="9590550" cy="1333494"/>
          </a:xfrm>
        </p:spPr>
        <p:txBody>
          <a:bodyPr anchor="t"/>
          <a:lstStyle>
            <a:lvl1pPr marL="0" indent="0" algn="ctr">
              <a:buNone/>
              <a:defRPr sz="20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CAE507A8-A5CF-4D38-AB86-7EDDA87A85D4}" type="datetime1">
              <a:rPr lang="en-US" smtClean="0"/>
              <a:t>8/24/2026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3A98EE3D-8CD1-4C3F-BD1C-C98C9596463C}" type="slidenum">
              <a:rPr lang="en-US" smtClean="0"/>
              <a:pPr/>
              <a:t>‹#›</a:t>
            </a:fld>
            <a:endParaRPr lang="en-US" dirty="0"/>
          </a:p>
        </p:txBody>
      </p:sp>
    </p:spTree>
    <p:extLst>
      <p:ext uri="{BB962C8B-B14F-4D97-AF65-F5344CB8AC3E}">
        <p14:creationId xmlns:p14="http://schemas.microsoft.com/office/powerpoint/2010/main" val="355989486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913795" y="609600"/>
            <a:ext cx="10353762" cy="1261872"/>
          </a:xfrm>
        </p:spPr>
        <p:txBody>
          <a:bodyPr/>
          <a:lstStyle/>
          <a:p>
            <a:r>
              <a:rPr lang="en-US"/>
              <a:t>Click to edit Master title style</a:t>
            </a:r>
            <a:endParaRPr lang="en-US" dirty="0"/>
          </a:p>
        </p:txBody>
      </p:sp>
      <p:sp>
        <p:nvSpPr>
          <p:cNvPr id="3" name="Content Placeholder 2"/>
          <p:cNvSpPr>
            <a:spLocks noGrp="1"/>
          </p:cNvSpPr>
          <p:nvPr>
            <p:ph sz="half" idx="1"/>
          </p:nvPr>
        </p:nvSpPr>
        <p:spPr>
          <a:xfrm>
            <a:off x="913795" y="2076450"/>
            <a:ext cx="4856841" cy="3622671"/>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410716" y="2076451"/>
            <a:ext cx="4856841" cy="3622672"/>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BDFCD27C-8599-43EF-BA1D-14DDC1946E06}" type="datetime1">
              <a:rPr lang="en-US" smtClean="0"/>
              <a:t>8/24/2026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152298893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pic>
        <p:nvPicPr>
          <p:cNvPr id="20" name="Picture 19" descr="Slate-V2-HD-compPhotoInset.png">
            <a:extLst>
              <a:ext uri="{FF2B5EF4-FFF2-40B4-BE49-F238E27FC236}">
                <a16:creationId xmlns:a16="http://schemas.microsoft.com/office/drawing/2014/main" id="{37B721FF-D609-4D98-9D19-CF75AA8A54F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13795" y="1734506"/>
            <a:ext cx="5029200" cy="4099959"/>
          </a:xfrm>
          <a:prstGeom prst="rect">
            <a:avLst/>
          </a:prstGeom>
        </p:spPr>
      </p:pic>
      <p:pic>
        <p:nvPicPr>
          <p:cNvPr id="21" name="Picture 20" descr="Slate-V2-HD-compPhotoInset.png">
            <a:extLst>
              <a:ext uri="{FF2B5EF4-FFF2-40B4-BE49-F238E27FC236}">
                <a16:creationId xmlns:a16="http://schemas.microsoft.com/office/drawing/2014/main" id="{073936BD-C868-433F-8E84-D6DD8E640E3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238357" y="1734506"/>
            <a:ext cx="5029200" cy="4099959"/>
          </a:xfrm>
          <a:prstGeom prst="rect">
            <a:avLst/>
          </a:prstGeom>
        </p:spPr>
      </p:pic>
      <p:sp>
        <p:nvSpPr>
          <p:cNvPr id="2" name="Title 1"/>
          <p:cNvSpPr>
            <a:spLocks noGrp="1"/>
          </p:cNvSpPr>
          <p:nvPr>
            <p:ph type="title"/>
          </p:nvPr>
        </p:nvSpPr>
        <p:spPr>
          <a:xfrm>
            <a:off x="913795" y="609600"/>
            <a:ext cx="10353762" cy="970450"/>
          </a:xfrm>
        </p:spPr>
        <p:txBody>
          <a:bodyPr/>
          <a:lstStyle>
            <a:lvl1pPr>
              <a:defRPr/>
            </a:lvl1pPr>
          </a:lstStyle>
          <a:p>
            <a:r>
              <a:rPr lang="en-US"/>
              <a:t>Click to edit Master title style</a:t>
            </a:r>
            <a:endParaRPr lang="en-US" dirty="0"/>
          </a:p>
        </p:txBody>
      </p:sp>
      <p:sp>
        <p:nvSpPr>
          <p:cNvPr id="3" name="Text Placeholder 2"/>
          <p:cNvSpPr>
            <a:spLocks noGrp="1"/>
          </p:cNvSpPr>
          <p:nvPr>
            <p:ph type="body" idx="1"/>
          </p:nvPr>
        </p:nvSpPr>
        <p:spPr>
          <a:xfrm>
            <a:off x="1046013" y="1855153"/>
            <a:ext cx="4764764" cy="692494"/>
          </a:xfrm>
        </p:spPr>
        <p:txBody>
          <a:bodyPr anchor="b">
            <a:noAutofit/>
          </a:bodyPr>
          <a:lstStyle>
            <a:lvl1pPr marL="0" indent="0" algn="ctr">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4" name="Content Placeholder 3"/>
          <p:cNvSpPr>
            <a:spLocks noGrp="1"/>
          </p:cNvSpPr>
          <p:nvPr>
            <p:ph sz="half" idx="2"/>
          </p:nvPr>
        </p:nvSpPr>
        <p:spPr>
          <a:xfrm>
            <a:off x="1046013" y="2702103"/>
            <a:ext cx="4764764" cy="3043533"/>
          </a:xfrm>
        </p:spPr>
        <p:txBody>
          <a:bodyPr anchor="t">
            <a:normAutofit/>
          </a:bodyPr>
          <a:lstStyle>
            <a:lvl1pPr>
              <a:defRPr sz="1800"/>
            </a:lvl1pPr>
            <a:lvl2pPr>
              <a:defRPr sz="1600"/>
            </a:lvl2pPr>
            <a:lvl3pPr>
              <a:defRPr sz="1400"/>
            </a:lvl3pPr>
            <a:lvl4pPr>
              <a:defRPr sz="1200"/>
            </a:lvl4pPr>
            <a:lvl5pPr>
              <a:defRPr sz="12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6363166" y="1855152"/>
            <a:ext cx="4779582" cy="692495"/>
          </a:xfrm>
        </p:spPr>
        <p:txBody>
          <a:bodyPr anchor="b">
            <a:noAutofit/>
          </a:bodyPr>
          <a:lstStyle>
            <a:lvl1pPr marL="0" indent="0" algn="ctr">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6" name="Content Placeholder 5"/>
          <p:cNvSpPr>
            <a:spLocks noGrp="1"/>
          </p:cNvSpPr>
          <p:nvPr>
            <p:ph sz="quarter" idx="4"/>
          </p:nvPr>
        </p:nvSpPr>
        <p:spPr>
          <a:xfrm>
            <a:off x="6363167" y="2702103"/>
            <a:ext cx="4779581" cy="3043533"/>
          </a:xfrm>
        </p:spPr>
        <p:txBody>
          <a:bodyPr anchor="t">
            <a:normAutofit/>
          </a:bodyPr>
          <a:lstStyle>
            <a:lvl1pPr>
              <a:defRPr sz="1800"/>
            </a:lvl1pPr>
            <a:lvl2pPr>
              <a:defRPr sz="1600"/>
            </a:lvl2pPr>
            <a:lvl3pPr>
              <a:defRPr sz="1400"/>
            </a:lvl3pPr>
            <a:lvl4pPr>
              <a:defRPr sz="1200"/>
            </a:lvl4pPr>
            <a:lvl5pPr>
              <a:defRPr sz="12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49343D99-809A-49C0-96E5-4250D0B498EE}" type="datetime1">
              <a:rPr lang="en-US" smtClean="0"/>
              <a:t>8/24/2026</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279155348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A143DE9B-B678-4EFB-BB7D-A4370204A0B0}" type="datetime1">
              <a:rPr lang="en-US" smtClean="0"/>
              <a:t>8/24/2026</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39329658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E68812DA-F765-4142-A6A3-A8ED7235E082}" type="datetime1">
              <a:rPr lang="en-US" smtClean="0"/>
              <a:t>8/24/2026</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349898612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913795" y="609600"/>
            <a:ext cx="3706889" cy="1821918"/>
          </a:xfrm>
        </p:spPr>
        <p:txBody>
          <a:bodyPr anchor="b">
            <a:normAutofit/>
          </a:bodyPr>
          <a:lstStyle>
            <a:lvl1pPr algn="ctr">
              <a:defRPr sz="2800" b="0"/>
            </a:lvl1pPr>
          </a:lstStyle>
          <a:p>
            <a:r>
              <a:rPr lang="en-US"/>
              <a:t>Click to edit Master title style</a:t>
            </a:r>
            <a:endParaRPr lang="en-US" dirty="0"/>
          </a:p>
        </p:txBody>
      </p:sp>
      <p:sp>
        <p:nvSpPr>
          <p:cNvPr id="3" name="Content Placeholder 2"/>
          <p:cNvSpPr>
            <a:spLocks noGrp="1"/>
          </p:cNvSpPr>
          <p:nvPr>
            <p:ph idx="1"/>
          </p:nvPr>
        </p:nvSpPr>
        <p:spPr>
          <a:xfrm>
            <a:off x="4855633" y="609600"/>
            <a:ext cx="6411924" cy="5080001"/>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913795" y="2673351"/>
            <a:ext cx="3706889" cy="3016250"/>
          </a:xfrm>
        </p:spPr>
        <p:txBody>
          <a:bodyPr anchor="t">
            <a:normAutofit/>
          </a:bodyPr>
          <a:lstStyle>
            <a:lvl1pPr marL="0" indent="0" algn="ctr">
              <a:buNone/>
              <a:defRPr sz="16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3E0277FD-7DE6-41D4-930D-AC99F5AFE54E}" type="datetime1">
              <a:rPr lang="en-US" smtClean="0"/>
              <a:t>8/24/2026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3A98EE3D-8CD1-4C3F-BD1C-C98C9596463C}" type="slidenum">
              <a:rPr lang="en-US" smtClean="0"/>
              <a:pPr/>
              <a:t>‹#›</a:t>
            </a:fld>
            <a:endParaRPr lang="en-US" dirty="0"/>
          </a:p>
        </p:txBody>
      </p:sp>
    </p:spTree>
    <p:extLst>
      <p:ext uri="{BB962C8B-B14F-4D97-AF65-F5344CB8AC3E}">
        <p14:creationId xmlns:p14="http://schemas.microsoft.com/office/powerpoint/2010/main" val="343458687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pic>
        <p:nvPicPr>
          <p:cNvPr id="22" name="Picture 21" descr="Slate-V2-HD-vertPhotoInset.png">
            <a:extLst>
              <a:ext uri="{FF2B5EF4-FFF2-40B4-BE49-F238E27FC236}">
                <a16:creationId xmlns:a16="http://schemas.microsoft.com/office/drawing/2014/main" id="{4D06E496-ACBA-4063-B4A1-C5C484EE5A77}"/>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293665" y="609600"/>
            <a:ext cx="3584166" cy="5204832"/>
          </a:xfrm>
          <a:prstGeom prst="rect">
            <a:avLst/>
          </a:prstGeom>
        </p:spPr>
      </p:pic>
      <p:sp>
        <p:nvSpPr>
          <p:cNvPr id="2" name="Title 1"/>
          <p:cNvSpPr>
            <a:spLocks noGrp="1"/>
          </p:cNvSpPr>
          <p:nvPr>
            <p:ph type="title"/>
          </p:nvPr>
        </p:nvSpPr>
        <p:spPr>
          <a:xfrm>
            <a:off x="913795" y="763701"/>
            <a:ext cx="5707899" cy="1675559"/>
          </a:xfrm>
        </p:spPr>
        <p:txBody>
          <a:bodyPr anchor="b">
            <a:noAutofit/>
          </a:bodyPr>
          <a:lstStyle>
            <a:lvl1pPr algn="ctr">
              <a:defRPr sz="3200" b="0"/>
            </a:lvl1pPr>
          </a:lstStyle>
          <a:p>
            <a:r>
              <a:rPr lang="en-US"/>
              <a:t>Click to edit Master title style</a:t>
            </a:r>
            <a:endParaRPr lang="en-US" dirty="0"/>
          </a:p>
        </p:txBody>
      </p:sp>
      <p:sp>
        <p:nvSpPr>
          <p:cNvPr id="3" name="Picture Placeholder 2"/>
          <p:cNvSpPr>
            <a:spLocks noGrp="1" noChangeAspect="1"/>
          </p:cNvSpPr>
          <p:nvPr>
            <p:ph type="pic" idx="1"/>
          </p:nvPr>
        </p:nvSpPr>
        <p:spPr>
          <a:xfrm>
            <a:off x="7442551" y="763702"/>
            <a:ext cx="3275751" cy="4912822"/>
          </a:xfrm>
          <a:effectLst>
            <a:outerShdw blurRad="38100" dist="25400" dir="4440000">
              <a:srgbClr val="000000">
                <a:alpha val="36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4" name="Text Placeholder 3"/>
          <p:cNvSpPr>
            <a:spLocks noGrp="1"/>
          </p:cNvSpPr>
          <p:nvPr>
            <p:ph type="body" sz="half" idx="2"/>
          </p:nvPr>
        </p:nvSpPr>
        <p:spPr>
          <a:xfrm>
            <a:off x="1473698" y="2679699"/>
            <a:ext cx="4588094" cy="3135695"/>
          </a:xfrm>
        </p:spPr>
        <p:txBody>
          <a:bodyPr anchor="t">
            <a:normAutofit/>
          </a:bodyPr>
          <a:lstStyle>
            <a:lvl1pPr marL="0" indent="0" algn="ctr">
              <a:buNone/>
              <a:defRPr sz="16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9EA15526-7079-4B7B-987C-1B5FAE11A0FF}" type="datetime1">
              <a:rPr lang="en-US" smtClean="0"/>
              <a:t>8/24/2026</a:t>
            </a:fld>
            <a:endParaRPr lang="en-US" dirty="0"/>
          </a:p>
        </p:txBody>
      </p:sp>
      <p:sp>
        <p:nvSpPr>
          <p:cNvPr id="6" name="Footer Placeholder 5"/>
          <p:cNvSpPr>
            <a:spLocks noGrp="1"/>
          </p:cNvSpPr>
          <p:nvPr>
            <p:ph type="ftr" sz="quarter" idx="11"/>
          </p:nvPr>
        </p:nvSpPr>
        <p:spPr/>
        <p:txBody>
          <a:bodyPr/>
          <a:lstStyle/>
          <a:p>
            <a:pPr algn="l"/>
            <a:endParaRPr lang="en-US" dirty="0"/>
          </a:p>
        </p:txBody>
      </p:sp>
      <p:sp>
        <p:nvSpPr>
          <p:cNvPr id="7" name="Slide Number Placeholder 6"/>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181779371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Panoramic Picture with Caption">
    <p:spTree>
      <p:nvGrpSpPr>
        <p:cNvPr id="1" name=""/>
        <p:cNvGrpSpPr/>
        <p:nvPr/>
      </p:nvGrpSpPr>
      <p:grpSpPr>
        <a:xfrm>
          <a:off x="0" y="0"/>
          <a:ext cx="0" cy="0"/>
          <a:chOff x="0" y="0"/>
          <a:chExt cx="0" cy="0"/>
        </a:xfrm>
      </p:grpSpPr>
      <p:pic>
        <p:nvPicPr>
          <p:cNvPr id="16" name="Picture 15" descr="Slate-V2-HD-panoPhotoInset.png">
            <a:extLst>
              <a:ext uri="{FF2B5EF4-FFF2-40B4-BE49-F238E27FC236}">
                <a16:creationId xmlns:a16="http://schemas.microsoft.com/office/drawing/2014/main" id="{CE39118B-B3AD-4BD4-BA22-DEFF4E76CE9A}"/>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13883" y="547807"/>
            <a:ext cx="10141799" cy="3816806"/>
          </a:xfrm>
          <a:prstGeom prst="rect">
            <a:avLst/>
          </a:prstGeom>
        </p:spPr>
      </p:pic>
      <p:sp>
        <p:nvSpPr>
          <p:cNvPr id="2" name="Title 1"/>
          <p:cNvSpPr>
            <a:spLocks noGrp="1"/>
          </p:cNvSpPr>
          <p:nvPr>
            <p:ph type="title"/>
          </p:nvPr>
        </p:nvSpPr>
        <p:spPr>
          <a:xfrm>
            <a:off x="913806" y="4565255"/>
            <a:ext cx="10355326" cy="543472"/>
          </a:xfrm>
        </p:spPr>
        <p:txBody>
          <a:bodyPr anchor="b">
            <a:normAutofit/>
          </a:bodyPr>
          <a:lstStyle>
            <a:lvl1pPr algn="ctr">
              <a:defRPr sz="2800"/>
            </a:lvl1pPr>
          </a:lstStyle>
          <a:p>
            <a:r>
              <a:rPr lang="en-US"/>
              <a:t>Click to edit Master title style</a:t>
            </a:r>
            <a:endParaRPr lang="en-US" dirty="0"/>
          </a:p>
        </p:txBody>
      </p:sp>
      <p:sp>
        <p:nvSpPr>
          <p:cNvPr id="3" name="Picture Placeholder 2"/>
          <p:cNvSpPr>
            <a:spLocks noGrp="1" noChangeAspect="1"/>
          </p:cNvSpPr>
          <p:nvPr>
            <p:ph type="pic" idx="1"/>
          </p:nvPr>
        </p:nvSpPr>
        <p:spPr>
          <a:xfrm>
            <a:off x="1169349" y="695009"/>
            <a:ext cx="9845346" cy="3525671"/>
          </a:xfrm>
          <a:effectLst>
            <a:outerShdw blurRad="38100" dist="25400" dir="4440000">
              <a:srgbClr val="000000">
                <a:alpha val="36000"/>
              </a:srgbClr>
            </a:outerShdw>
          </a:effectLst>
        </p:spPr>
        <p:txBody>
          <a:bodyPr anchor="t">
            <a:normAutofit/>
          </a:bodyPr>
          <a:lstStyle>
            <a:lvl1pPr marL="0" indent="0" algn="ctr">
              <a:buNone/>
              <a:defRPr sz="2000"/>
            </a:lvl1pPr>
            <a:lvl2pPr marL="457200" indent="0">
              <a:buNone/>
              <a:defRPr sz="2000"/>
            </a:lvl2pPr>
            <a:lvl3pPr marL="914400" indent="0">
              <a:buNone/>
              <a:defRPr sz="20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913795" y="5247728"/>
            <a:ext cx="10353762" cy="543472"/>
          </a:xfrm>
        </p:spPr>
        <p:txBody>
          <a:bodyPr anchor="t"/>
          <a:lstStyle>
            <a:lvl1pPr marL="0" indent="0" algn="ctr">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11F1B079-7EF0-44EE-B798-BCC497C9F3B2}" type="datetime1">
              <a:rPr lang="en-US" smtClean="0"/>
              <a:t>8/24/2026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180517153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913795" y="608437"/>
            <a:ext cx="10353762" cy="3534344"/>
          </a:xfrm>
        </p:spPr>
        <p:txBody>
          <a:bodyPr anchor="ctr">
            <a:normAutofit/>
          </a:bodyPr>
          <a:lstStyle>
            <a:lvl1pPr>
              <a:defRPr sz="4000"/>
            </a:lvl1pPr>
          </a:lstStyle>
          <a:p>
            <a:r>
              <a:rPr lang="en-US"/>
              <a:t>Click to edit Master title style</a:t>
            </a:r>
            <a:endParaRPr lang="en-US" dirty="0"/>
          </a:p>
        </p:txBody>
      </p:sp>
      <p:sp>
        <p:nvSpPr>
          <p:cNvPr id="4" name="Text Placeholder 3"/>
          <p:cNvSpPr>
            <a:spLocks noGrp="1"/>
          </p:cNvSpPr>
          <p:nvPr>
            <p:ph type="body" sz="half" idx="2"/>
          </p:nvPr>
        </p:nvSpPr>
        <p:spPr>
          <a:xfrm>
            <a:off x="913794" y="4295180"/>
            <a:ext cx="10353763" cy="1501826"/>
          </a:xfrm>
        </p:spPr>
        <p:txBody>
          <a:bodyPr anchor="ctr"/>
          <a:lstStyle>
            <a:lvl1pPr marL="0" indent="0" algn="ctr">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28FF70A8-1D13-4657-95F0-A9EA54967B8D}" type="datetime1">
              <a:rPr lang="en-US" smtClean="0"/>
              <a:t>8/24/2026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19235470"/>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446212" y="609600"/>
            <a:ext cx="9302752" cy="2992904"/>
          </a:xfrm>
        </p:spPr>
        <p:txBody>
          <a:bodyPr anchor="ctr">
            <a:normAutofit/>
          </a:bodyPr>
          <a:lstStyle>
            <a:lvl1pPr>
              <a:defRPr sz="3600"/>
            </a:lvl1pPr>
          </a:lstStyle>
          <a:p>
            <a:r>
              <a:rPr lang="en-US"/>
              <a:t>Click to edit Master title style</a:t>
            </a:r>
            <a:endParaRPr lang="en-US" dirty="0"/>
          </a:p>
        </p:txBody>
      </p:sp>
      <p:sp>
        <p:nvSpPr>
          <p:cNvPr id="12" name="Text Placeholder 3"/>
          <p:cNvSpPr>
            <a:spLocks noGrp="1"/>
          </p:cNvSpPr>
          <p:nvPr>
            <p:ph type="body" sz="half" idx="13"/>
          </p:nvPr>
        </p:nvSpPr>
        <p:spPr>
          <a:xfrm>
            <a:off x="1720644" y="3610032"/>
            <a:ext cx="8752299" cy="532749"/>
          </a:xfrm>
        </p:spPr>
        <p:txBody>
          <a:bodyPr anchor="t">
            <a:normAutofit/>
          </a:bodyPr>
          <a:lstStyle>
            <a:lvl1pPr marL="0" indent="0" algn="r">
              <a:buNone/>
              <a:defRPr sz="14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4" name="Text Placeholder 3"/>
          <p:cNvSpPr>
            <a:spLocks noGrp="1"/>
          </p:cNvSpPr>
          <p:nvPr>
            <p:ph type="body" sz="half" idx="2"/>
          </p:nvPr>
        </p:nvSpPr>
        <p:spPr>
          <a:xfrm>
            <a:off x="913794" y="4304353"/>
            <a:ext cx="10353763" cy="1489496"/>
          </a:xfrm>
        </p:spPr>
        <p:txBody>
          <a:bodyPr anchor="ctr">
            <a:normAutofit/>
          </a:bodyPr>
          <a:lstStyle>
            <a:lvl1pPr marL="0" indent="0" algn="ctr">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21EB90AC-71BD-4C7F-8ACA-7B3F18292E63}" type="datetime1">
              <a:rPr lang="en-US" smtClean="0"/>
              <a:t>8/24/2026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3A98EE3D-8CD1-4C3F-BD1C-C98C9596463C}" type="slidenum">
              <a:rPr lang="en-US" smtClean="0"/>
              <a:t>‹#›</a:t>
            </a:fld>
            <a:endParaRPr lang="en-US" dirty="0"/>
          </a:p>
        </p:txBody>
      </p:sp>
      <p:sp>
        <p:nvSpPr>
          <p:cNvPr id="11" name="TextBox 10">
            <a:extLst>
              <a:ext uri="{FF2B5EF4-FFF2-40B4-BE49-F238E27FC236}">
                <a16:creationId xmlns:a16="http://schemas.microsoft.com/office/drawing/2014/main" id="{223F0D53-0705-41B7-8554-09D21E7807F9}"/>
              </a:ext>
            </a:extLst>
          </p:cNvPr>
          <p:cNvSpPr txBox="1"/>
          <p:nvPr/>
        </p:nvSpPr>
        <p:spPr>
          <a:xfrm>
            <a:off x="990600" y="884796"/>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r>
              <a:rPr lang="en-US" sz="8000" dirty="0">
                <a:solidFill>
                  <a:schemeClr val="tx1"/>
                </a:solidFill>
                <a:effectLst/>
              </a:rPr>
              <a:t>“</a:t>
            </a:r>
          </a:p>
        </p:txBody>
      </p:sp>
      <p:sp>
        <p:nvSpPr>
          <p:cNvPr id="13" name="TextBox 12">
            <a:extLst>
              <a:ext uri="{FF2B5EF4-FFF2-40B4-BE49-F238E27FC236}">
                <a16:creationId xmlns:a16="http://schemas.microsoft.com/office/drawing/2014/main" id="{C7F647CD-0F1A-4BB3-89E0-A74F1E1B098D}"/>
              </a:ext>
            </a:extLst>
          </p:cNvPr>
          <p:cNvSpPr txBox="1"/>
          <p:nvPr/>
        </p:nvSpPr>
        <p:spPr>
          <a:xfrm>
            <a:off x="10504716" y="2928258"/>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8000" dirty="0">
                <a:solidFill>
                  <a:schemeClr val="tx1"/>
                </a:solidFill>
                <a:effectLst/>
              </a:rPr>
              <a:t>”</a:t>
            </a:r>
          </a:p>
        </p:txBody>
      </p:sp>
    </p:spTree>
    <p:extLst>
      <p:ext uri="{BB962C8B-B14F-4D97-AF65-F5344CB8AC3E}">
        <p14:creationId xmlns:p14="http://schemas.microsoft.com/office/powerpoint/2010/main" val="437229180"/>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913794" y="2126942"/>
            <a:ext cx="10353763" cy="2511835"/>
          </a:xfrm>
        </p:spPr>
        <p:txBody>
          <a:bodyPr anchor="b"/>
          <a:lstStyle>
            <a:lvl1pPr>
              <a:defRPr sz="3200"/>
            </a:lvl1pPr>
          </a:lstStyle>
          <a:p>
            <a:r>
              <a:rPr lang="en-US"/>
              <a:t>Click to edit Master title style</a:t>
            </a:r>
            <a:endParaRPr lang="en-US" dirty="0"/>
          </a:p>
        </p:txBody>
      </p:sp>
      <p:sp>
        <p:nvSpPr>
          <p:cNvPr id="4" name="Text Placeholder 3"/>
          <p:cNvSpPr>
            <a:spLocks noGrp="1"/>
          </p:cNvSpPr>
          <p:nvPr>
            <p:ph type="body" sz="half" idx="2"/>
          </p:nvPr>
        </p:nvSpPr>
        <p:spPr>
          <a:xfrm>
            <a:off x="913784" y="4650556"/>
            <a:ext cx="10352199" cy="1140644"/>
          </a:xfrm>
        </p:spPr>
        <p:txBody>
          <a:bodyPr anchor="t"/>
          <a:lstStyle>
            <a:lvl1pPr marL="0" indent="0" algn="ctr">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4E6EFC2C-8905-46F0-B443-CE905B76BA01}" type="datetime1">
              <a:rPr lang="en-US" smtClean="0"/>
              <a:t>8/24/2026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3753464834"/>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3 Column">
    <p:spTree>
      <p:nvGrpSpPr>
        <p:cNvPr id="1" name=""/>
        <p:cNvGrpSpPr/>
        <p:nvPr/>
      </p:nvGrpSpPr>
      <p:grpSpPr>
        <a:xfrm>
          <a:off x="0" y="0"/>
          <a:ext cx="0" cy="0"/>
          <a:chOff x="0" y="0"/>
          <a:chExt cx="0" cy="0"/>
        </a:xfrm>
      </p:grpSpPr>
      <p:sp>
        <p:nvSpPr>
          <p:cNvPr id="15" name="Title 1"/>
          <p:cNvSpPr>
            <a:spLocks noGrp="1"/>
          </p:cNvSpPr>
          <p:nvPr>
            <p:ph type="title"/>
          </p:nvPr>
        </p:nvSpPr>
        <p:spPr>
          <a:xfrm>
            <a:off x="913795" y="609600"/>
            <a:ext cx="10353762" cy="970450"/>
          </a:xfrm>
        </p:spPr>
        <p:txBody>
          <a:bodyPr/>
          <a:lstStyle/>
          <a:p>
            <a:r>
              <a:rPr lang="en-US"/>
              <a:t>Click to edit Master title style</a:t>
            </a:r>
            <a:endParaRPr lang="en-US" dirty="0"/>
          </a:p>
        </p:txBody>
      </p:sp>
      <p:sp>
        <p:nvSpPr>
          <p:cNvPr id="7" name="Text Placeholder 2"/>
          <p:cNvSpPr>
            <a:spLocks noGrp="1"/>
          </p:cNvSpPr>
          <p:nvPr>
            <p:ph type="body" idx="1"/>
          </p:nvPr>
        </p:nvSpPr>
        <p:spPr>
          <a:xfrm>
            <a:off x="913795" y="1885950"/>
            <a:ext cx="3300984" cy="764782"/>
          </a:xfrm>
        </p:spPr>
        <p:txBody>
          <a:bodyPr anchor="b">
            <a:noAutofit/>
          </a:bodyPr>
          <a:lstStyle>
            <a:lvl1pPr marL="0" indent="0" algn="ctr">
              <a:buNone/>
              <a:defRPr sz="22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8" name="Text Placeholder 3"/>
          <p:cNvSpPr>
            <a:spLocks noGrp="1"/>
          </p:cNvSpPr>
          <p:nvPr>
            <p:ph type="body" sz="half" idx="15"/>
          </p:nvPr>
        </p:nvSpPr>
        <p:spPr>
          <a:xfrm>
            <a:off x="913795" y="2768112"/>
            <a:ext cx="3300984" cy="3023088"/>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9" name="Text Placeholder 4"/>
          <p:cNvSpPr>
            <a:spLocks noGrp="1"/>
          </p:cNvSpPr>
          <p:nvPr>
            <p:ph type="body" sz="quarter" idx="3"/>
          </p:nvPr>
        </p:nvSpPr>
        <p:spPr>
          <a:xfrm>
            <a:off x="4446711" y="1885949"/>
            <a:ext cx="3300984" cy="764783"/>
          </a:xfrm>
        </p:spPr>
        <p:txBody>
          <a:bodyPr anchor="b">
            <a:noAutofit/>
          </a:bodyPr>
          <a:lstStyle>
            <a:lvl1pPr marL="0" indent="0" algn="ctr">
              <a:buNone/>
              <a:defRPr sz="22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10" name="Text Placeholder 3"/>
          <p:cNvSpPr>
            <a:spLocks noGrp="1"/>
          </p:cNvSpPr>
          <p:nvPr>
            <p:ph type="body" sz="half" idx="16"/>
          </p:nvPr>
        </p:nvSpPr>
        <p:spPr>
          <a:xfrm>
            <a:off x="4441435" y="2768112"/>
            <a:ext cx="3300984" cy="3023088"/>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dirty="0"/>
              <a:t>Click to edit Master text styles</a:t>
            </a:r>
          </a:p>
        </p:txBody>
      </p:sp>
      <p:sp>
        <p:nvSpPr>
          <p:cNvPr id="11" name="Text Placeholder 4"/>
          <p:cNvSpPr>
            <a:spLocks noGrp="1"/>
          </p:cNvSpPr>
          <p:nvPr>
            <p:ph type="body" sz="quarter" idx="13"/>
          </p:nvPr>
        </p:nvSpPr>
        <p:spPr>
          <a:xfrm>
            <a:off x="7966572" y="1885950"/>
            <a:ext cx="3300984" cy="764782"/>
          </a:xfrm>
        </p:spPr>
        <p:txBody>
          <a:bodyPr anchor="b">
            <a:noAutofit/>
          </a:bodyPr>
          <a:lstStyle>
            <a:lvl1pPr marL="0" indent="0" algn="ctr">
              <a:buNone/>
              <a:defRPr sz="22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12" name="Text Placeholder 3"/>
          <p:cNvSpPr>
            <a:spLocks noGrp="1"/>
          </p:cNvSpPr>
          <p:nvPr>
            <p:ph type="body" sz="half" idx="17"/>
          </p:nvPr>
        </p:nvSpPr>
        <p:spPr>
          <a:xfrm>
            <a:off x="7966572" y="2768110"/>
            <a:ext cx="3300984" cy="3023089"/>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3" name="Date Placeholder 2"/>
          <p:cNvSpPr>
            <a:spLocks noGrp="1"/>
          </p:cNvSpPr>
          <p:nvPr>
            <p:ph type="dt" sz="half" idx="10"/>
          </p:nvPr>
        </p:nvSpPr>
        <p:spPr/>
        <p:txBody>
          <a:bodyPr/>
          <a:lstStyle/>
          <a:p>
            <a:fld id="{D9079DC3-C9B5-499E-9140-0DC28B7074E2}" type="datetime1">
              <a:rPr lang="en-US" smtClean="0"/>
              <a:t>8/24/2026</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2159530208"/>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3 Picture Column">
    <p:spTree>
      <p:nvGrpSpPr>
        <p:cNvPr id="1" name=""/>
        <p:cNvGrpSpPr/>
        <p:nvPr/>
      </p:nvGrpSpPr>
      <p:grpSpPr>
        <a:xfrm>
          <a:off x="0" y="0"/>
          <a:ext cx="0" cy="0"/>
          <a:chOff x="0" y="0"/>
          <a:chExt cx="0" cy="0"/>
        </a:xfrm>
      </p:grpSpPr>
      <p:pic>
        <p:nvPicPr>
          <p:cNvPr id="2" name="Picture 1" descr="Slate-V2-HD-3colPhotoInset.png">
            <a:extLst>
              <a:ext uri="{FF2B5EF4-FFF2-40B4-BE49-F238E27FC236}">
                <a16:creationId xmlns:a16="http://schemas.microsoft.com/office/drawing/2014/main" id="{7E87C569-D426-4615-ADA7-B370EA98340A}"/>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897962" y="1818214"/>
            <a:ext cx="3339972" cy="1847851"/>
          </a:xfrm>
          <a:prstGeom prst="rect">
            <a:avLst/>
          </a:prstGeom>
        </p:spPr>
      </p:pic>
      <p:pic>
        <p:nvPicPr>
          <p:cNvPr id="36" name="Picture 35" descr="Slate-V2-HD-3colPhotoInset.png">
            <a:extLst>
              <a:ext uri="{FF2B5EF4-FFF2-40B4-BE49-F238E27FC236}">
                <a16:creationId xmlns:a16="http://schemas.microsoft.com/office/drawing/2014/main" id="{7B353ED4-7AD0-46C9-88ED-1A16B1433AF7}"/>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403800" y="1818214"/>
            <a:ext cx="3339972" cy="1847851"/>
          </a:xfrm>
          <a:prstGeom prst="rect">
            <a:avLst/>
          </a:prstGeom>
        </p:spPr>
      </p:pic>
      <p:pic>
        <p:nvPicPr>
          <p:cNvPr id="37" name="Picture 36" descr="Slate-V2-HD-3colPhotoInset.png">
            <a:extLst>
              <a:ext uri="{FF2B5EF4-FFF2-40B4-BE49-F238E27FC236}">
                <a16:creationId xmlns:a16="http://schemas.microsoft.com/office/drawing/2014/main" id="{F561D985-AD57-459A-B3A6-EBF296039766}"/>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936051" y="1818214"/>
            <a:ext cx="3339972" cy="1847851"/>
          </a:xfrm>
          <a:prstGeom prst="rect">
            <a:avLst/>
          </a:prstGeom>
        </p:spPr>
      </p:pic>
      <p:sp>
        <p:nvSpPr>
          <p:cNvPr id="30" name="Title 1"/>
          <p:cNvSpPr>
            <a:spLocks noGrp="1"/>
          </p:cNvSpPr>
          <p:nvPr>
            <p:ph type="title"/>
          </p:nvPr>
        </p:nvSpPr>
        <p:spPr>
          <a:xfrm>
            <a:off x="913794" y="609600"/>
            <a:ext cx="10353763" cy="970450"/>
          </a:xfrm>
        </p:spPr>
        <p:txBody>
          <a:bodyPr/>
          <a:lstStyle/>
          <a:p>
            <a:r>
              <a:rPr lang="en-US"/>
              <a:t>Click to edit Master title style</a:t>
            </a:r>
            <a:endParaRPr lang="en-US" dirty="0"/>
          </a:p>
        </p:txBody>
      </p:sp>
      <p:sp>
        <p:nvSpPr>
          <p:cNvPr id="19" name="Text Placeholder 2"/>
          <p:cNvSpPr>
            <a:spLocks noGrp="1"/>
          </p:cNvSpPr>
          <p:nvPr>
            <p:ph type="body" idx="1"/>
          </p:nvPr>
        </p:nvSpPr>
        <p:spPr>
          <a:xfrm>
            <a:off x="913795" y="3904106"/>
            <a:ext cx="3300984" cy="576262"/>
          </a:xfrm>
        </p:spPr>
        <p:txBody>
          <a:bodyPr anchor="b">
            <a:noAutofit/>
          </a:bodyPr>
          <a:lstStyle>
            <a:lvl1pPr marL="0" indent="0" algn="ctr">
              <a:buNone/>
              <a:defRPr sz="20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20" name="Picture Placeholder 2"/>
          <p:cNvSpPr>
            <a:spLocks noGrp="1" noChangeAspect="1"/>
          </p:cNvSpPr>
          <p:nvPr>
            <p:ph type="pic" idx="15"/>
          </p:nvPr>
        </p:nvSpPr>
        <p:spPr>
          <a:xfrm>
            <a:off x="1018102" y="1938918"/>
            <a:ext cx="3092368" cy="1602954"/>
          </a:xfrm>
          <a:prstGeom prst="roundRect">
            <a:avLst>
              <a:gd name="adj" fmla="val 1858"/>
            </a:avLst>
          </a:prstGeom>
          <a:effectLst>
            <a:outerShdw blurRad="38100" dist="25400" dir="4440000">
              <a:srgbClr val="000000">
                <a:alpha val="36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21" name="Text Placeholder 3"/>
          <p:cNvSpPr>
            <a:spLocks noGrp="1"/>
          </p:cNvSpPr>
          <p:nvPr>
            <p:ph type="body" sz="half" idx="18"/>
          </p:nvPr>
        </p:nvSpPr>
        <p:spPr>
          <a:xfrm>
            <a:off x="913795" y="4572443"/>
            <a:ext cx="3300984" cy="1218758"/>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22" name="Text Placeholder 4"/>
          <p:cNvSpPr>
            <a:spLocks noGrp="1"/>
          </p:cNvSpPr>
          <p:nvPr>
            <p:ph type="body" sz="quarter" idx="3"/>
          </p:nvPr>
        </p:nvSpPr>
        <p:spPr>
          <a:xfrm>
            <a:off x="4442788" y="3904106"/>
            <a:ext cx="3300984" cy="576262"/>
          </a:xfrm>
        </p:spPr>
        <p:txBody>
          <a:bodyPr anchor="b">
            <a:noAutofit/>
          </a:bodyPr>
          <a:lstStyle>
            <a:lvl1pPr marL="0" indent="0" algn="ctr">
              <a:buNone/>
              <a:defRPr sz="20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23" name="Picture Placeholder 2"/>
          <p:cNvSpPr>
            <a:spLocks noGrp="1" noChangeAspect="1"/>
          </p:cNvSpPr>
          <p:nvPr>
            <p:ph type="pic" idx="21"/>
          </p:nvPr>
        </p:nvSpPr>
        <p:spPr>
          <a:xfrm>
            <a:off x="4545743" y="1939094"/>
            <a:ext cx="3092368" cy="1608164"/>
          </a:xfrm>
          <a:prstGeom prst="roundRect">
            <a:avLst>
              <a:gd name="adj" fmla="val 1858"/>
            </a:avLst>
          </a:prstGeom>
          <a:effectLst>
            <a:outerShdw blurRad="38100" dist="25400" dir="4440000">
              <a:srgbClr val="000000">
                <a:alpha val="36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24" name="Text Placeholder 3"/>
          <p:cNvSpPr>
            <a:spLocks noGrp="1"/>
          </p:cNvSpPr>
          <p:nvPr>
            <p:ph type="body" sz="half" idx="19"/>
          </p:nvPr>
        </p:nvSpPr>
        <p:spPr>
          <a:xfrm>
            <a:off x="4441435" y="4572442"/>
            <a:ext cx="3300984" cy="1218758"/>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25" name="Text Placeholder 4"/>
          <p:cNvSpPr>
            <a:spLocks noGrp="1"/>
          </p:cNvSpPr>
          <p:nvPr>
            <p:ph type="body" sz="quarter" idx="13"/>
          </p:nvPr>
        </p:nvSpPr>
        <p:spPr>
          <a:xfrm>
            <a:off x="7966697" y="3904106"/>
            <a:ext cx="3300984" cy="576262"/>
          </a:xfrm>
        </p:spPr>
        <p:txBody>
          <a:bodyPr anchor="b">
            <a:noAutofit/>
          </a:bodyPr>
          <a:lstStyle>
            <a:lvl1pPr marL="0" indent="0" algn="ctr">
              <a:buNone/>
              <a:defRPr sz="20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26" name="Picture Placeholder 2"/>
          <p:cNvSpPr>
            <a:spLocks noGrp="1" noChangeAspect="1"/>
          </p:cNvSpPr>
          <p:nvPr>
            <p:ph type="pic" idx="22"/>
          </p:nvPr>
        </p:nvSpPr>
        <p:spPr>
          <a:xfrm>
            <a:off x="8075698" y="1934432"/>
            <a:ext cx="3092368" cy="1607294"/>
          </a:xfrm>
          <a:prstGeom prst="roundRect">
            <a:avLst>
              <a:gd name="adj" fmla="val 1858"/>
            </a:avLst>
          </a:prstGeom>
          <a:effectLst>
            <a:outerShdw blurRad="38100" dist="25400" dir="4440000">
              <a:srgbClr val="000000">
                <a:alpha val="36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27" name="Text Placeholder 3"/>
          <p:cNvSpPr>
            <a:spLocks noGrp="1"/>
          </p:cNvSpPr>
          <p:nvPr>
            <p:ph type="body" sz="half" idx="20"/>
          </p:nvPr>
        </p:nvSpPr>
        <p:spPr>
          <a:xfrm>
            <a:off x="7966572" y="4572442"/>
            <a:ext cx="3300984" cy="1218758"/>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3" name="Date Placeholder 2"/>
          <p:cNvSpPr>
            <a:spLocks noGrp="1"/>
          </p:cNvSpPr>
          <p:nvPr>
            <p:ph type="dt" sz="half" idx="10"/>
          </p:nvPr>
        </p:nvSpPr>
        <p:spPr/>
        <p:txBody>
          <a:bodyPr/>
          <a:lstStyle/>
          <a:p>
            <a:fld id="{30BB33EA-E472-4D22-9C03-A9C14AA21CED}" type="datetime1">
              <a:rPr lang="en-US" smtClean="0"/>
              <a:t>8/24/2026</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2101571105"/>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217E833E-1B6D-415F-AD29-75AE8C43BD0D}" type="datetime1">
              <a:rPr lang="en-US" smtClean="0"/>
              <a:t>8/24/2026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2418596705"/>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983068" y="609599"/>
            <a:ext cx="2284487" cy="5181601"/>
          </a:xfrm>
        </p:spPr>
        <p:txBody>
          <a:bodyPr vert="eaVert"/>
          <a:lstStyle>
            <a:lvl1pPr algn="l">
              <a:defRPr/>
            </a:lvl1pPr>
          </a:lstStyle>
          <a:p>
            <a:r>
              <a:rPr lang="en-US"/>
              <a:t>Click to edit Master title style</a:t>
            </a:r>
            <a:endParaRPr lang="en-US" dirty="0"/>
          </a:p>
        </p:txBody>
      </p:sp>
      <p:sp>
        <p:nvSpPr>
          <p:cNvPr id="3" name="Vertical Text Placeholder 2"/>
          <p:cNvSpPr>
            <a:spLocks noGrp="1"/>
          </p:cNvSpPr>
          <p:nvPr>
            <p:ph type="body" orient="vert" idx="1"/>
          </p:nvPr>
        </p:nvSpPr>
        <p:spPr>
          <a:xfrm>
            <a:off x="913796" y="609599"/>
            <a:ext cx="7916872" cy="5181601"/>
          </a:xfrm>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8452596F-08A7-4B70-989A-F2B1CF31E66B}" type="datetime1">
              <a:rPr lang="en-US" smtClean="0"/>
              <a:t>8/24/2026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82699263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913795" y="609600"/>
            <a:ext cx="10353762" cy="1257300"/>
          </a:xfrm>
          <a:prstGeom prst="rect">
            <a:avLst/>
          </a:prstGeom>
          <a:effectLst>
            <a:outerShdw blurRad="25400" dir="17880000">
              <a:srgbClr val="000000">
                <a:alpha val="46000"/>
              </a:srgbClr>
            </a:outerShdw>
          </a:effectLst>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913795" y="2076450"/>
            <a:ext cx="10353762" cy="3714749"/>
          </a:xfrm>
          <a:prstGeom prst="rect">
            <a:avLst/>
          </a:prstGeom>
          <a:effectLst>
            <a:outerShdw blurRad="25400" dir="17880000">
              <a:srgbClr val="000000">
                <a:alpha val="46000"/>
              </a:srgbClr>
            </a:outerShdw>
          </a:effectLst>
        </p:spPr>
        <p:txBody>
          <a:bodyPr vert="horz" lIns="91440" tIns="45720" rIns="91440" bIns="45720" rtlCol="0"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7678736" y="6000749"/>
            <a:ext cx="2743200" cy="365125"/>
          </a:xfrm>
          <a:prstGeom prst="rect">
            <a:avLst/>
          </a:prstGeom>
        </p:spPr>
        <p:txBody>
          <a:bodyPr vert="horz" lIns="91440" tIns="45720" rIns="91440" bIns="45720" rtlCol="0" anchor="ctr"/>
          <a:lstStyle>
            <a:lvl1pPr algn="r">
              <a:defRPr sz="1100">
                <a:solidFill>
                  <a:schemeClr val="tx1">
                    <a:lumMod val="95000"/>
                  </a:schemeClr>
                </a:solidFill>
                <a:effectLst>
                  <a:outerShdw blurRad="50800" dist="38100" dir="2700000" algn="tl" rotWithShape="0">
                    <a:schemeClr val="bg1">
                      <a:alpha val="43000"/>
                    </a:schemeClr>
                  </a:outerShdw>
                </a:effectLst>
              </a:defRPr>
            </a:lvl1pPr>
          </a:lstStyle>
          <a:p>
            <a:fld id="{073ED0CC-082F-4160-86E5-0D6041F12778}" type="datetime1">
              <a:rPr lang="en-US" smtClean="0"/>
              <a:t>8/24/2026</a:t>
            </a:fld>
            <a:endParaRPr lang="en-US" dirty="0"/>
          </a:p>
        </p:txBody>
      </p:sp>
      <p:sp>
        <p:nvSpPr>
          <p:cNvPr id="5" name="Footer Placeholder 4"/>
          <p:cNvSpPr>
            <a:spLocks noGrp="1"/>
          </p:cNvSpPr>
          <p:nvPr>
            <p:ph type="ftr" sz="quarter" idx="3"/>
          </p:nvPr>
        </p:nvSpPr>
        <p:spPr>
          <a:xfrm>
            <a:off x="913795" y="6000749"/>
            <a:ext cx="6672865" cy="365125"/>
          </a:xfrm>
          <a:prstGeom prst="rect">
            <a:avLst/>
          </a:prstGeom>
        </p:spPr>
        <p:txBody>
          <a:bodyPr vert="horz" lIns="91440" tIns="45720" rIns="91440" bIns="45720" rtlCol="0" anchor="ctr"/>
          <a:lstStyle>
            <a:lvl1pPr algn="l">
              <a:defRPr sz="1100">
                <a:solidFill>
                  <a:schemeClr val="tx1">
                    <a:lumMod val="95000"/>
                  </a:schemeClr>
                </a:solidFill>
                <a:effectLst>
                  <a:outerShdw blurRad="50800" dist="38100" dir="2700000" algn="tl" rotWithShape="0">
                    <a:schemeClr val="bg1">
                      <a:alpha val="43000"/>
                    </a:schemeClr>
                  </a:outerShdw>
                </a:effectLst>
              </a:defRPr>
            </a:lvl1pPr>
          </a:lstStyle>
          <a:p>
            <a:endParaRPr lang="en-US" dirty="0"/>
          </a:p>
        </p:txBody>
      </p:sp>
      <p:sp>
        <p:nvSpPr>
          <p:cNvPr id="6" name="Slide Number Placeholder 5"/>
          <p:cNvSpPr>
            <a:spLocks noGrp="1"/>
          </p:cNvSpPr>
          <p:nvPr>
            <p:ph type="sldNum" sz="quarter" idx="4"/>
          </p:nvPr>
        </p:nvSpPr>
        <p:spPr>
          <a:xfrm>
            <a:off x="10514011" y="6000749"/>
            <a:ext cx="753545" cy="365125"/>
          </a:xfrm>
          <a:prstGeom prst="rect">
            <a:avLst/>
          </a:prstGeom>
        </p:spPr>
        <p:txBody>
          <a:bodyPr vert="horz" lIns="91440" tIns="45720" rIns="91440" bIns="45720" rtlCol="0" anchor="ctr"/>
          <a:lstStyle>
            <a:lvl1pPr algn="r">
              <a:defRPr sz="1100">
                <a:solidFill>
                  <a:schemeClr val="tx1">
                    <a:lumMod val="95000"/>
                  </a:schemeClr>
                </a:solidFill>
                <a:effectLst>
                  <a:outerShdw blurRad="50800" dist="38100" dir="2700000" algn="tl" rotWithShape="0">
                    <a:schemeClr val="bg1">
                      <a:alpha val="43000"/>
                    </a:schemeClr>
                  </a:outerShdw>
                </a:effectLst>
              </a:defRPr>
            </a:lvl1pPr>
          </a:lstStyle>
          <a:p>
            <a:fld id="{3A98EE3D-8CD1-4C3F-BD1C-C98C9596463C}" type="slidenum">
              <a:rPr lang="en-US" smtClean="0"/>
              <a:t>‹#›</a:t>
            </a:fld>
            <a:endParaRPr lang="en-US" dirty="0"/>
          </a:p>
        </p:txBody>
      </p:sp>
    </p:spTree>
    <p:extLst>
      <p:ext uri="{BB962C8B-B14F-4D97-AF65-F5344CB8AC3E}">
        <p14:creationId xmlns:p14="http://schemas.microsoft.com/office/powerpoint/2010/main" val="3586398981"/>
      </p:ext>
    </p:extLst>
  </p:cSld>
  <p:clrMap bg1="dk1" tx1="lt1" bg2="dk2" tx2="lt2" accent1="accent1" accent2="accent2" accent3="accent3" accent4="accent4" accent5="accent5" accent6="accent6" hlink="hlink" folHlink="folHlink"/>
  <p:sldLayoutIdLst>
    <p:sldLayoutId id="2147483760" r:id="rId1"/>
    <p:sldLayoutId id="2147483761" r:id="rId2"/>
    <p:sldLayoutId id="2147483762" r:id="rId3"/>
    <p:sldLayoutId id="2147483746" r:id="rId4"/>
    <p:sldLayoutId id="2147483747" r:id="rId5"/>
    <p:sldLayoutId id="2147483748" r:id="rId6"/>
    <p:sldLayoutId id="2147483749" r:id="rId7"/>
    <p:sldLayoutId id="2147483750" r:id="rId8"/>
    <p:sldLayoutId id="2147483751" r:id="rId9"/>
    <p:sldLayoutId id="2147483752" r:id="rId10"/>
    <p:sldLayoutId id="2147483759" r:id="rId11"/>
    <p:sldLayoutId id="2147483753" r:id="rId12"/>
    <p:sldLayoutId id="2147483754" r:id="rId13"/>
    <p:sldLayoutId id="2147483755" r:id="rId14"/>
    <p:sldLayoutId id="2147483756" r:id="rId15"/>
    <p:sldLayoutId id="2147483757" r:id="rId16"/>
    <p:sldLayoutId id="2147483758" r:id="rId17"/>
  </p:sldLayoutIdLst>
  <p:hf sldNum="0" hdr="0" ftr="0" dt="0"/>
  <p:txStyles>
    <p:titleStyle>
      <a:lvl1pPr algn="ctr" defTabSz="457200" rtl="0" eaLnBrk="1" latinLnBrk="0" hangingPunct="1">
        <a:lnSpc>
          <a:spcPct val="90000"/>
        </a:lnSpc>
        <a:spcBef>
          <a:spcPct val="0"/>
        </a:spcBef>
        <a:buNone/>
        <a:defRPr sz="40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j-lt"/>
          <a:ea typeface="+mj-ea"/>
          <a:cs typeface="Trebuchet M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42900" indent="-306000" algn="l" defTabSz="457200" rtl="0" eaLnBrk="1" latinLnBrk="0" hangingPunct="1">
        <a:lnSpc>
          <a:spcPct val="110000"/>
        </a:lnSpc>
        <a:spcBef>
          <a:spcPct val="20000"/>
        </a:spcBef>
        <a:spcAft>
          <a:spcPts val="600"/>
        </a:spcAft>
        <a:buClr>
          <a:schemeClr val="tx2"/>
        </a:buClr>
        <a:buSzPct val="70000"/>
        <a:buFont typeface="Wingdings 2" charset="2"/>
        <a:buChar char=""/>
        <a:defRPr sz="21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1pPr>
      <a:lvl2pPr marL="720000" indent="-270000" algn="l" defTabSz="457200" rtl="0" eaLnBrk="1" latinLnBrk="0" hangingPunct="1">
        <a:spcBef>
          <a:spcPct val="20000"/>
        </a:spcBef>
        <a:spcAft>
          <a:spcPts val="600"/>
        </a:spcAft>
        <a:buClr>
          <a:schemeClr val="tx2"/>
        </a:buClr>
        <a:buSzPct val="70000"/>
        <a:buFont typeface="Wingdings 2" charset="2"/>
        <a:buChar char=""/>
        <a:defRPr sz="19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2pPr>
      <a:lvl3pPr marL="1026000" indent="-216000" algn="l" defTabSz="457200" rtl="0" eaLnBrk="1" latinLnBrk="0" hangingPunct="1">
        <a:spcBef>
          <a:spcPct val="20000"/>
        </a:spcBef>
        <a:spcAft>
          <a:spcPts val="600"/>
        </a:spcAft>
        <a:buClr>
          <a:schemeClr val="tx2"/>
        </a:buClr>
        <a:buSzPct val="70000"/>
        <a:buFont typeface="Wingdings 2" charset="2"/>
        <a:buChar char=""/>
        <a:defRPr sz="17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3pPr>
      <a:lvl4pPr marL="1386000" indent="-216000" algn="l" defTabSz="457200" rtl="0" eaLnBrk="1" latinLnBrk="0" hangingPunct="1">
        <a:spcBef>
          <a:spcPct val="20000"/>
        </a:spcBef>
        <a:spcAft>
          <a:spcPts val="600"/>
        </a:spcAft>
        <a:buClr>
          <a:schemeClr val="tx2"/>
        </a:buClr>
        <a:buSzPct val="70000"/>
        <a:buFont typeface="Wingdings 2" charset="2"/>
        <a:buChar char=""/>
        <a:defRPr sz="15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4pPr>
      <a:lvl5pPr marL="1674000" indent="-216000" algn="l" defTabSz="457200" rtl="0" eaLnBrk="1" latinLnBrk="0" hangingPunct="1">
        <a:spcBef>
          <a:spcPct val="20000"/>
        </a:spcBef>
        <a:spcAft>
          <a:spcPts val="600"/>
        </a:spcAft>
        <a:buClr>
          <a:schemeClr val="tx2"/>
        </a:buClr>
        <a:buSzPct val="70000"/>
        <a:buFont typeface="Wingdings 2" charset="2"/>
        <a:buChar char=""/>
        <a:defRPr sz="15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5pPr>
      <a:lvl6pPr marL="20146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6pPr>
      <a:lvl7pPr marL="24018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7pPr>
      <a:lvl8pPr marL="27890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8pPr>
      <a:lvl9pPr marL="31062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6.jpe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7.jpeg"/></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8.jpe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50.xml"/><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52.xml"/><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53.xml"/><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55.xml"/><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56.xml"/><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57.xml"/><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58.xml"/><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59.xml"/><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2" Type="http://schemas.openxmlformats.org/officeDocument/2006/relationships/notesSlide" Target="../notesSlides/notesSlide61.xml"/><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2" Type="http://schemas.openxmlformats.org/officeDocument/2006/relationships/notesSlide" Target="../notesSlides/notesSlide63.xml"/><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2" Type="http://schemas.openxmlformats.org/officeDocument/2006/relationships/notesSlide" Target="../notesSlides/notesSlide64.xml"/><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2" Type="http://schemas.openxmlformats.org/officeDocument/2006/relationships/notesSlide" Target="../notesSlides/notesSlide65.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blipFill rotWithShape="1">
          <a:blip r:embed="rId3">
            <a:duotone>
              <a:schemeClr val="bg1">
                <a:shade val="80000"/>
                <a:lumMod val="80000"/>
              </a:schemeClr>
              <a:schemeClr val="bg1">
                <a:tint val="98000"/>
              </a:schemeClr>
            </a:duotone>
          </a:blip>
          <a:stretch/>
        </a:blipFill>
        <a:effectLst/>
      </p:bgPr>
    </p:bg>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808E16CA-BF32-4E68-AAAF-189A3408C6C8}"/>
              </a:ext>
            </a:extLst>
          </p:cNvPr>
          <p:cNvPicPr>
            <a:picLocks noChangeAspect="1"/>
          </p:cNvPicPr>
          <p:nvPr/>
        </p:nvPicPr>
        <p:blipFill rotWithShape="1">
          <a:blip r:embed="rId4"/>
          <a:srcRect t="13986" b="1744"/>
          <a:stretch/>
        </p:blipFill>
        <p:spPr>
          <a:xfrm>
            <a:off x="0" y="10"/>
            <a:ext cx="12191980" cy="6857990"/>
          </a:xfrm>
          <a:prstGeom prst="rect">
            <a:avLst/>
          </a:prstGeom>
        </p:spPr>
      </p:pic>
      <p:sp useBgFill="1">
        <p:nvSpPr>
          <p:cNvPr id="14" name="Freeform 5">
            <a:extLst>
              <a:ext uri="{FF2B5EF4-FFF2-40B4-BE49-F238E27FC236}">
                <a16:creationId xmlns:a16="http://schemas.microsoft.com/office/drawing/2014/main" id="{608EAA06-5488-416B-B2B2-E5521301101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auto">
          <a:xfrm>
            <a:off x="2271651" y="1762886"/>
            <a:ext cx="7656919" cy="3332229"/>
          </a:xfrm>
          <a:custGeom>
            <a:avLst/>
            <a:gdLst>
              <a:gd name="T0" fmla="*/ 1577 w 1601"/>
              <a:gd name="T1" fmla="*/ 0 h 696"/>
              <a:gd name="T2" fmla="*/ 833 w 1601"/>
              <a:gd name="T3" fmla="*/ 0 h 696"/>
              <a:gd name="T4" fmla="*/ 768 w 1601"/>
              <a:gd name="T5" fmla="*/ 0 h 696"/>
              <a:gd name="T6" fmla="*/ 24 w 1601"/>
              <a:gd name="T7" fmla="*/ 0 h 696"/>
              <a:gd name="T8" fmla="*/ 0 w 1601"/>
              <a:gd name="T9" fmla="*/ 27 h 696"/>
              <a:gd name="T10" fmla="*/ 0 w 1601"/>
              <a:gd name="T11" fmla="*/ 669 h 696"/>
              <a:gd name="T12" fmla="*/ 24 w 1601"/>
              <a:gd name="T13" fmla="*/ 696 h 696"/>
              <a:gd name="T14" fmla="*/ 768 w 1601"/>
              <a:gd name="T15" fmla="*/ 696 h 696"/>
              <a:gd name="T16" fmla="*/ 833 w 1601"/>
              <a:gd name="T17" fmla="*/ 696 h 696"/>
              <a:gd name="T18" fmla="*/ 1577 w 1601"/>
              <a:gd name="T19" fmla="*/ 696 h 696"/>
              <a:gd name="T20" fmla="*/ 1601 w 1601"/>
              <a:gd name="T21" fmla="*/ 669 h 696"/>
              <a:gd name="T22" fmla="*/ 1601 w 1601"/>
              <a:gd name="T23" fmla="*/ 27 h 696"/>
              <a:gd name="T24" fmla="*/ 1577 w 1601"/>
              <a:gd name="T25" fmla="*/ 0 h 6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601" h="696">
                <a:moveTo>
                  <a:pt x="1577" y="0"/>
                </a:moveTo>
                <a:cubicBezTo>
                  <a:pt x="833" y="0"/>
                  <a:pt x="833" y="0"/>
                  <a:pt x="833" y="0"/>
                </a:cubicBezTo>
                <a:cubicBezTo>
                  <a:pt x="768" y="0"/>
                  <a:pt x="768" y="0"/>
                  <a:pt x="768" y="0"/>
                </a:cubicBezTo>
                <a:cubicBezTo>
                  <a:pt x="24" y="0"/>
                  <a:pt x="24" y="0"/>
                  <a:pt x="24" y="0"/>
                </a:cubicBezTo>
                <a:cubicBezTo>
                  <a:pt x="11" y="0"/>
                  <a:pt x="0" y="12"/>
                  <a:pt x="0" y="27"/>
                </a:cubicBezTo>
                <a:cubicBezTo>
                  <a:pt x="0" y="669"/>
                  <a:pt x="0" y="669"/>
                  <a:pt x="0" y="669"/>
                </a:cubicBezTo>
                <a:cubicBezTo>
                  <a:pt x="0" y="684"/>
                  <a:pt x="11" y="696"/>
                  <a:pt x="24" y="696"/>
                </a:cubicBezTo>
                <a:cubicBezTo>
                  <a:pt x="768" y="696"/>
                  <a:pt x="768" y="696"/>
                  <a:pt x="768" y="696"/>
                </a:cubicBezTo>
                <a:cubicBezTo>
                  <a:pt x="833" y="696"/>
                  <a:pt x="833" y="696"/>
                  <a:pt x="833" y="696"/>
                </a:cubicBezTo>
                <a:cubicBezTo>
                  <a:pt x="1577" y="696"/>
                  <a:pt x="1577" y="696"/>
                  <a:pt x="1577" y="696"/>
                </a:cubicBezTo>
                <a:cubicBezTo>
                  <a:pt x="1590" y="696"/>
                  <a:pt x="1601" y="684"/>
                  <a:pt x="1601" y="669"/>
                </a:cubicBezTo>
                <a:cubicBezTo>
                  <a:pt x="1601" y="27"/>
                  <a:pt x="1601" y="27"/>
                  <a:pt x="1601" y="27"/>
                </a:cubicBezTo>
                <a:cubicBezTo>
                  <a:pt x="1601" y="12"/>
                  <a:pt x="1590" y="0"/>
                  <a:pt x="1577" y="0"/>
                </a:cubicBezTo>
                <a:close/>
              </a:path>
            </a:pathLst>
          </a:custGeom>
          <a:ln>
            <a:noFill/>
          </a:ln>
          <a:effectLst>
            <a:outerShdw blurRad="50800" dist="38100" dir="5400000" algn="tl" rotWithShape="0">
              <a:srgbClr val="000000">
                <a:alpha val="43000"/>
              </a:srgbClr>
            </a:outerShdw>
          </a:effectLst>
          <a:extLst>
            <a:ext uri="{91240B29-F687-4f45-9708-019B960494DF}">
              <a14:hiddenLine xmlns="" xmlns:a14="http://schemas.microsoft.com/office/drawing/2010/main" xmlns:p14="http://schemas.microsoft.com/office/powerpoint/2010/main" xmlns:a16="http://schemas.microsoft.com/office/drawing/2014/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2" name="Title 1">
            <a:extLst>
              <a:ext uri="{FF2B5EF4-FFF2-40B4-BE49-F238E27FC236}">
                <a16:creationId xmlns:a16="http://schemas.microsoft.com/office/drawing/2014/main" id="{A7F2B5DE-6445-CC49-9F8E-7C9072991AF6}"/>
              </a:ext>
            </a:extLst>
          </p:cNvPr>
          <p:cNvSpPr>
            <a:spLocks noGrp="1"/>
          </p:cNvSpPr>
          <p:nvPr>
            <p:ph type="ctrTitle"/>
          </p:nvPr>
        </p:nvSpPr>
        <p:spPr>
          <a:xfrm>
            <a:off x="2480733" y="2560114"/>
            <a:ext cx="7219954" cy="1828801"/>
          </a:xfrm>
        </p:spPr>
        <p:txBody>
          <a:bodyPr>
            <a:normAutofit fontScale="90000"/>
          </a:bodyPr>
          <a:lstStyle/>
          <a:p>
            <a:r>
              <a:rPr lang="en-US" sz="4800" dirty="0"/>
              <a:t>CITS1003 Introduction to Cybersecurity</a:t>
            </a:r>
            <a:br>
              <a:rPr lang="en-US" sz="4800" dirty="0"/>
            </a:br>
            <a:r>
              <a:rPr lang="en-US" sz="4800" dirty="0"/>
              <a:t>[6] Security Assessment</a:t>
            </a:r>
            <a:br>
              <a:rPr lang="en-US" sz="4800" dirty="0"/>
            </a:br>
            <a:r>
              <a:rPr lang="en-US" sz="4800" dirty="0"/>
              <a:t> exercises</a:t>
            </a:r>
          </a:p>
        </p:txBody>
      </p:sp>
      <p:sp>
        <p:nvSpPr>
          <p:cNvPr id="3" name="Subtitle 2">
            <a:extLst>
              <a:ext uri="{FF2B5EF4-FFF2-40B4-BE49-F238E27FC236}">
                <a16:creationId xmlns:a16="http://schemas.microsoft.com/office/drawing/2014/main" id="{1804B053-88E2-6F47-B5CB-F0B21DD687A8}"/>
              </a:ext>
            </a:extLst>
          </p:cNvPr>
          <p:cNvSpPr>
            <a:spLocks noGrp="1"/>
          </p:cNvSpPr>
          <p:nvPr>
            <p:ph type="subTitle" idx="1"/>
          </p:nvPr>
        </p:nvSpPr>
        <p:spPr>
          <a:xfrm>
            <a:off x="2480733" y="4388913"/>
            <a:ext cx="7219954" cy="1049867"/>
          </a:xfrm>
        </p:spPr>
        <p:txBody>
          <a:bodyPr>
            <a:normAutofit/>
          </a:bodyPr>
          <a:lstStyle/>
          <a:p>
            <a:r>
              <a:rPr lang="en-US" dirty="0">
                <a:solidFill>
                  <a:srgbClr val="20D1FF"/>
                </a:solidFill>
              </a:rPr>
              <a:t>Dr Garrison Gao</a:t>
            </a:r>
          </a:p>
        </p:txBody>
      </p:sp>
    </p:spTree>
    <p:extLst>
      <p:ext uri="{BB962C8B-B14F-4D97-AF65-F5344CB8AC3E}">
        <p14:creationId xmlns:p14="http://schemas.microsoft.com/office/powerpoint/2010/main" val="107758667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5643E239-0295-4B17-842D-061C49A8336C}"/>
              </a:ext>
            </a:extLst>
          </p:cNvPr>
          <p:cNvSpPr>
            <a:spLocks noGrp="1"/>
          </p:cNvSpPr>
          <p:nvPr>
            <p:ph idx="1"/>
          </p:nvPr>
        </p:nvSpPr>
        <p:spPr>
          <a:xfrm>
            <a:off x="913795" y="1020160"/>
            <a:ext cx="10353762" cy="3714749"/>
          </a:xfrm>
        </p:spPr>
        <p:txBody>
          <a:bodyPr>
            <a:normAutofit/>
          </a:bodyPr>
          <a:lstStyle/>
          <a:p>
            <a:r>
              <a:rPr lang="en-AU" sz="2800" dirty="0">
                <a:effectLst/>
              </a:rPr>
              <a:t>Security Assessment</a:t>
            </a:r>
          </a:p>
          <a:p>
            <a:pPr lvl="1"/>
            <a:r>
              <a:rPr lang="en-AU" sz="2600" dirty="0">
                <a:effectLst/>
              </a:rPr>
              <a:t>Attack Tree</a:t>
            </a:r>
          </a:p>
          <a:p>
            <a:pPr lvl="1"/>
            <a:r>
              <a:rPr lang="en-AU" sz="2600" dirty="0">
                <a:effectLst/>
              </a:rPr>
              <a:t>Threat Modelling</a:t>
            </a:r>
          </a:p>
          <a:p>
            <a:pPr lvl="2"/>
            <a:r>
              <a:rPr lang="en-AU" sz="2400" dirty="0">
                <a:effectLst/>
              </a:rPr>
              <a:t>Demo (MS Threat Modelling Tool)</a:t>
            </a:r>
          </a:p>
          <a:p>
            <a:r>
              <a:rPr lang="en-AU" sz="2800" dirty="0">
                <a:effectLst/>
              </a:rPr>
              <a:t>Project Overview</a:t>
            </a:r>
          </a:p>
        </p:txBody>
      </p:sp>
    </p:spTree>
    <p:extLst>
      <p:ext uri="{BB962C8B-B14F-4D97-AF65-F5344CB8AC3E}">
        <p14:creationId xmlns:p14="http://schemas.microsoft.com/office/powerpoint/2010/main" val="256444838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a:xfrm>
            <a:off x="472479" y="599294"/>
            <a:ext cx="11497847" cy="4704521"/>
          </a:xfrm>
        </p:spPr>
        <p:txBody>
          <a:bodyPr>
            <a:normAutofit/>
          </a:bodyPr>
          <a:lstStyle/>
          <a:p>
            <a:r>
              <a:rPr lang="en-AU" sz="3200" dirty="0">
                <a:effectLst/>
              </a:rPr>
              <a:t>What is security assessment:</a:t>
            </a:r>
          </a:p>
          <a:p>
            <a:pPr lvl="1"/>
            <a:r>
              <a:rPr lang="en-US" sz="3000" dirty="0">
                <a:effectLst/>
              </a:rPr>
              <a:t>It is a process of evaluating the </a:t>
            </a:r>
            <a:r>
              <a:rPr lang="en-US" sz="3000" dirty="0">
                <a:solidFill>
                  <a:srgbClr val="FF0000"/>
                </a:solidFill>
                <a:effectLst/>
              </a:rPr>
              <a:t>information-security posture </a:t>
            </a:r>
            <a:r>
              <a:rPr lang="en-US" sz="3000" dirty="0">
                <a:effectLst/>
              </a:rPr>
              <a:t>of an organization’s information systems</a:t>
            </a:r>
            <a:endParaRPr lang="en-US" sz="3000" dirty="0">
              <a:solidFill>
                <a:srgbClr val="FF0000"/>
              </a:solidFill>
              <a:effectLst/>
            </a:endParaRPr>
          </a:p>
          <a:p>
            <a:pPr lvl="1"/>
            <a:r>
              <a:rPr lang="en-US" sz="3000" dirty="0">
                <a:effectLst/>
              </a:rPr>
              <a:t>Its objective is to </a:t>
            </a:r>
            <a:r>
              <a:rPr lang="en-US" sz="3000" dirty="0">
                <a:solidFill>
                  <a:srgbClr val="FF0000"/>
                </a:solidFill>
                <a:effectLst/>
              </a:rPr>
              <a:t>identify weaknesses </a:t>
            </a:r>
            <a:r>
              <a:rPr lang="en-US" sz="3000" dirty="0">
                <a:effectLst/>
              </a:rPr>
              <a:t>that can be addressed and thus enhance the overall security</a:t>
            </a:r>
          </a:p>
          <a:p>
            <a:pPr lvl="2"/>
            <a:r>
              <a:rPr lang="en-US" sz="2800" dirty="0">
                <a:effectLst/>
              </a:rPr>
              <a:t>e.g., </a:t>
            </a:r>
            <a:r>
              <a:rPr lang="en-AU" sz="2800" dirty="0">
                <a:effectLst/>
              </a:rPr>
              <a:t>Network Security Assessment including firewall configuration, email channels, intrusion detection deployment </a:t>
            </a:r>
          </a:p>
          <a:p>
            <a:pPr lvl="1"/>
            <a:endParaRPr lang="en-AU" sz="3000" dirty="0">
              <a:effectLst/>
            </a:endParaRPr>
          </a:p>
        </p:txBody>
      </p:sp>
      <p:sp>
        <p:nvSpPr>
          <p:cNvPr id="3" name="Slide Number Placeholder 2"/>
          <p:cNvSpPr>
            <a:spLocks noGrp="1"/>
          </p:cNvSpPr>
          <p:nvPr>
            <p:ph type="sldNum" sz="quarter" idx="12"/>
          </p:nvPr>
        </p:nvSpPr>
        <p:spPr/>
        <p:txBody>
          <a:bodyPr/>
          <a:lstStyle/>
          <a:p>
            <a:fld id="{55670E94-029C-4BA8-8D44-FBB339E4924F}" type="slidenum">
              <a:rPr lang="en-AU" smtClean="0">
                <a:solidFill>
                  <a:prstClr val="black">
                    <a:tint val="75000"/>
                  </a:prstClr>
                </a:solidFill>
              </a:rPr>
              <a:pPr/>
              <a:t>3</a:t>
            </a:fld>
            <a:endParaRPr lang="en-AU" dirty="0">
              <a:solidFill>
                <a:prstClr val="black">
                  <a:tint val="75000"/>
                </a:prstClr>
              </a:solidFill>
            </a:endParaRPr>
          </a:p>
        </p:txBody>
      </p:sp>
    </p:spTree>
    <p:extLst>
      <p:ext uri="{BB962C8B-B14F-4D97-AF65-F5344CB8AC3E}">
        <p14:creationId xmlns:p14="http://schemas.microsoft.com/office/powerpoint/2010/main" val="365360218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0D8267-9CCE-67FB-81A8-871433DCFD7E}"/>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2FB4906C-F983-E1DC-CDB0-09536FBF7A14}"/>
              </a:ext>
            </a:extLst>
          </p:cNvPr>
          <p:cNvSpPr>
            <a:spLocks noGrp="1"/>
          </p:cNvSpPr>
          <p:nvPr>
            <p:ph idx="1"/>
          </p:nvPr>
        </p:nvSpPr>
        <p:spPr>
          <a:xfrm>
            <a:off x="472479" y="599294"/>
            <a:ext cx="11497847" cy="6141140"/>
          </a:xfrm>
        </p:spPr>
        <p:txBody>
          <a:bodyPr>
            <a:normAutofit fontScale="92500"/>
          </a:bodyPr>
          <a:lstStyle/>
          <a:p>
            <a:r>
              <a:rPr lang="en-US" sz="3000" b="1" dirty="0">
                <a:effectLst/>
              </a:rPr>
              <a:t>Threat</a:t>
            </a:r>
            <a:r>
              <a:rPr lang="en-US" sz="3000" dirty="0">
                <a:effectLst/>
              </a:rPr>
              <a:t> Vs </a:t>
            </a:r>
            <a:r>
              <a:rPr lang="en-US" sz="3000" b="1" dirty="0">
                <a:effectLst/>
              </a:rPr>
              <a:t>Vulnerability</a:t>
            </a:r>
            <a:r>
              <a:rPr lang="en-US" sz="3000" dirty="0">
                <a:effectLst/>
              </a:rPr>
              <a:t> Vs </a:t>
            </a:r>
            <a:r>
              <a:rPr lang="en-US" sz="3000" b="1" dirty="0">
                <a:effectLst/>
              </a:rPr>
              <a:t>Risk</a:t>
            </a:r>
            <a:r>
              <a:rPr lang="en-US" sz="3000" dirty="0">
                <a:effectLst/>
              </a:rPr>
              <a:t> Vs </a:t>
            </a:r>
            <a:r>
              <a:rPr lang="en-US" sz="3000" b="1" dirty="0">
                <a:effectLst/>
              </a:rPr>
              <a:t>Incident</a:t>
            </a:r>
            <a:r>
              <a:rPr lang="en-US" sz="3000" dirty="0">
                <a:effectLst/>
              </a:rPr>
              <a:t> Vs </a:t>
            </a:r>
            <a:r>
              <a:rPr lang="en-US" sz="3000" b="1" dirty="0">
                <a:effectLst/>
              </a:rPr>
              <a:t>Security Assessment</a:t>
            </a:r>
            <a:r>
              <a:rPr lang="en-US" sz="3000" dirty="0">
                <a:effectLst/>
              </a:rPr>
              <a:t>.</a:t>
            </a:r>
            <a:endParaRPr lang="en-US" sz="3000" dirty="0">
              <a:solidFill>
                <a:srgbClr val="FF0000"/>
              </a:solidFill>
              <a:effectLst/>
            </a:endParaRPr>
          </a:p>
          <a:p>
            <a:pPr lvl="2"/>
            <a:r>
              <a:rPr lang="zh-CN" altLang="zh-CN" sz="2800" dirty="0">
                <a:effectLst/>
              </a:rPr>
              <a:t>A </a:t>
            </a:r>
            <a:r>
              <a:rPr lang="zh-CN" altLang="zh-CN" sz="2800" dirty="0">
                <a:solidFill>
                  <a:srgbClr val="FF0000"/>
                </a:solidFill>
                <a:effectLst/>
              </a:rPr>
              <a:t>threat </a:t>
            </a:r>
            <a:r>
              <a:rPr lang="zh-CN" altLang="zh-CN" sz="2800" dirty="0">
                <a:effectLst/>
              </a:rPr>
              <a:t>creates the potential for harm; </a:t>
            </a:r>
            <a:r>
              <a:rPr lang="zh-CN" altLang="zh-CN" sz="2800" dirty="0">
                <a:solidFill>
                  <a:srgbClr val="FF0000"/>
                </a:solidFill>
                <a:effectLst/>
              </a:rPr>
              <a:t>risk </a:t>
            </a:r>
            <a:r>
              <a:rPr lang="zh-CN" altLang="zh-CN" sz="2800" dirty="0">
                <a:effectLst/>
              </a:rPr>
              <a:t>measures that potential; an </a:t>
            </a:r>
            <a:r>
              <a:rPr lang="zh-CN" altLang="zh-CN" sz="2800" dirty="0">
                <a:solidFill>
                  <a:srgbClr val="FF0000"/>
                </a:solidFill>
                <a:effectLst/>
              </a:rPr>
              <a:t>incident</a:t>
            </a:r>
            <a:r>
              <a:rPr lang="zh-CN" altLang="zh-CN" sz="2800" dirty="0">
                <a:effectLst/>
              </a:rPr>
              <a:t> is when a security-relevant event actually happens; and a </a:t>
            </a:r>
            <a:r>
              <a:rPr lang="zh-CN" altLang="zh-CN" sz="2800" dirty="0">
                <a:solidFill>
                  <a:srgbClr val="FF0000"/>
                </a:solidFill>
                <a:effectLst/>
              </a:rPr>
              <a:t>security assessment </a:t>
            </a:r>
            <a:r>
              <a:rPr lang="zh-CN" altLang="zh-CN" sz="2800" dirty="0">
                <a:effectLst/>
              </a:rPr>
              <a:t>is the process used to examine the overall security situation.</a:t>
            </a:r>
            <a:endParaRPr lang="en-US" altLang="zh-CN" sz="2800" dirty="0">
              <a:effectLst/>
            </a:endParaRPr>
          </a:p>
          <a:p>
            <a:pPr lvl="2"/>
            <a:r>
              <a:rPr lang="en-US" altLang="zh-CN" sz="2800" dirty="0">
                <a:effectLst/>
              </a:rPr>
              <a:t>Example</a:t>
            </a:r>
          </a:p>
          <a:p>
            <a:pPr lvl="3"/>
            <a:r>
              <a:rPr lang="zh-CN" altLang="zh-CN" sz="2600" dirty="0">
                <a:solidFill>
                  <a:srgbClr val="FF0000"/>
                </a:solidFill>
                <a:effectLst/>
              </a:rPr>
              <a:t>Threat</a:t>
            </a:r>
            <a:r>
              <a:rPr lang="zh-CN" altLang="zh-CN" sz="2600" dirty="0">
                <a:effectLst/>
              </a:rPr>
              <a:t>: A criminal sends phishing emails. </a:t>
            </a:r>
          </a:p>
          <a:p>
            <a:pPr lvl="3"/>
            <a:r>
              <a:rPr lang="zh-CN" altLang="zh-CN" sz="2600" dirty="0">
                <a:solidFill>
                  <a:srgbClr val="FF0000"/>
                </a:solidFill>
                <a:effectLst/>
              </a:rPr>
              <a:t>Vulnerability</a:t>
            </a:r>
            <a:r>
              <a:rPr lang="zh-CN" altLang="zh-CN" sz="2600" dirty="0">
                <a:effectLst/>
              </a:rPr>
              <a:t>: Employees lack phishing training and accounts lack MFA. </a:t>
            </a:r>
          </a:p>
          <a:p>
            <a:pPr lvl="3"/>
            <a:r>
              <a:rPr lang="zh-CN" altLang="zh-CN" sz="2600" dirty="0">
                <a:solidFill>
                  <a:srgbClr val="FF0000"/>
                </a:solidFill>
                <a:effectLst/>
              </a:rPr>
              <a:t>Risk</a:t>
            </a:r>
            <a:r>
              <a:rPr lang="zh-CN" altLang="zh-CN" sz="2600" dirty="0">
                <a:effectLst/>
              </a:rPr>
              <a:t>: There is a high likelihood of account takeover, with potentially severe financial impact. </a:t>
            </a:r>
          </a:p>
          <a:p>
            <a:pPr lvl="3"/>
            <a:r>
              <a:rPr lang="zh-CN" altLang="zh-CN" sz="2600" dirty="0">
                <a:solidFill>
                  <a:srgbClr val="FF0000"/>
                </a:solidFill>
                <a:effectLst/>
              </a:rPr>
              <a:t>Incident</a:t>
            </a:r>
            <a:r>
              <a:rPr lang="zh-CN" altLang="zh-CN" sz="2600" dirty="0">
                <a:effectLst/>
              </a:rPr>
              <a:t>: An employee enters credentials into the phishing site and the attacker accesses company email. </a:t>
            </a:r>
          </a:p>
          <a:p>
            <a:pPr lvl="3"/>
            <a:r>
              <a:rPr lang="zh-CN" altLang="zh-CN" sz="2600" dirty="0">
                <a:solidFill>
                  <a:srgbClr val="FF0000"/>
                </a:solidFill>
                <a:effectLst/>
              </a:rPr>
              <a:t>Security assessment</a:t>
            </a:r>
            <a:r>
              <a:rPr lang="zh-CN" altLang="zh-CN" sz="2600" dirty="0">
                <a:effectLst/>
              </a:rPr>
              <a:t>: Reviewers examine email protections, MFA adoption, training, vulnerabilities, relevant threats, and the resulting risks.</a:t>
            </a:r>
          </a:p>
        </p:txBody>
      </p:sp>
      <p:sp>
        <p:nvSpPr>
          <p:cNvPr id="3" name="Slide Number Placeholder 2">
            <a:extLst>
              <a:ext uri="{FF2B5EF4-FFF2-40B4-BE49-F238E27FC236}">
                <a16:creationId xmlns:a16="http://schemas.microsoft.com/office/drawing/2014/main" id="{B04D16D6-A982-FCED-991C-A43D81E0E5FF}"/>
              </a:ext>
            </a:extLst>
          </p:cNvPr>
          <p:cNvSpPr>
            <a:spLocks noGrp="1"/>
          </p:cNvSpPr>
          <p:nvPr>
            <p:ph type="sldNum" sz="quarter" idx="12"/>
          </p:nvPr>
        </p:nvSpPr>
        <p:spPr/>
        <p:txBody>
          <a:bodyPr/>
          <a:lstStyle/>
          <a:p>
            <a:fld id="{55670E94-029C-4BA8-8D44-FBB339E4924F}" type="slidenum">
              <a:rPr lang="en-AU" smtClean="0">
                <a:solidFill>
                  <a:prstClr val="black">
                    <a:tint val="75000"/>
                  </a:prstClr>
                </a:solidFill>
              </a:rPr>
              <a:pPr/>
              <a:t>4</a:t>
            </a:fld>
            <a:endParaRPr lang="en-AU" dirty="0">
              <a:solidFill>
                <a:prstClr val="black">
                  <a:tint val="75000"/>
                </a:prstClr>
              </a:solidFill>
            </a:endParaRPr>
          </a:p>
        </p:txBody>
      </p:sp>
    </p:spTree>
    <p:extLst>
      <p:ext uri="{BB962C8B-B14F-4D97-AF65-F5344CB8AC3E}">
        <p14:creationId xmlns:p14="http://schemas.microsoft.com/office/powerpoint/2010/main" val="195778214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53A7AE6-D4A2-4EC7-AB69-D10FDED6791E}"/>
              </a:ext>
            </a:extLst>
          </p:cNvPr>
          <p:cNvSpPr>
            <a:spLocks noGrp="1"/>
          </p:cNvSpPr>
          <p:nvPr>
            <p:ph type="title"/>
          </p:nvPr>
        </p:nvSpPr>
        <p:spPr>
          <a:xfrm>
            <a:off x="919119" y="94592"/>
            <a:ext cx="9177381" cy="935421"/>
          </a:xfrm>
        </p:spPr>
        <p:txBody>
          <a:bodyPr/>
          <a:lstStyle/>
          <a:p>
            <a:r>
              <a:rPr lang="en-AU" dirty="0"/>
              <a:t>Attack Tree</a:t>
            </a:r>
          </a:p>
        </p:txBody>
      </p:sp>
      <p:pic>
        <p:nvPicPr>
          <p:cNvPr id="7" name="Picture 2" descr="TREES ATTACK YOU When You CHOP THEM! (Minecraft) - YouTube">
            <a:extLst>
              <a:ext uri="{FF2B5EF4-FFF2-40B4-BE49-F238E27FC236}">
                <a16:creationId xmlns:a16="http://schemas.microsoft.com/office/drawing/2014/main" id="{4401F1AC-0A8A-4052-865F-656655C9A440}"/>
              </a:ext>
            </a:extLst>
          </p:cNvPr>
          <p:cNvPicPr>
            <a:picLocks noGrp="1" noChangeAspect="1" noChangeArrowheads="1"/>
          </p:cNvPicPr>
          <p:nvPr>
            <p:ph idx="1"/>
          </p:nvPr>
        </p:nvPicPr>
        <p:blipFill rotWithShape="1">
          <a:blip r:embed="rId3">
            <a:extLst>
              <a:ext uri="{28A0092B-C50C-407E-A947-70E740481C1C}">
                <a14:useLocalDpi xmlns:a14="http://schemas.microsoft.com/office/drawing/2010/main" val="0"/>
              </a:ext>
            </a:extLst>
          </a:blip>
          <a:srcRect l="33594" t="12639" r="33828" b="3334"/>
          <a:stretch/>
        </p:blipFill>
        <p:spPr bwMode="auto">
          <a:xfrm>
            <a:off x="3094258" y="1030013"/>
            <a:ext cx="5241483" cy="5018690"/>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5AC370C6-6AEE-4C6B-A0FF-2DDA8E2619B6}"/>
              </a:ext>
            </a:extLst>
          </p:cNvPr>
          <p:cNvSpPr txBox="1"/>
          <p:nvPr/>
        </p:nvSpPr>
        <p:spPr>
          <a:xfrm>
            <a:off x="7562850" y="6394001"/>
            <a:ext cx="4629150" cy="369332"/>
          </a:xfrm>
          <a:prstGeom prst="rect">
            <a:avLst/>
          </a:prstGeom>
          <a:noFill/>
        </p:spPr>
        <p:txBody>
          <a:bodyPr wrap="square">
            <a:spAutoFit/>
          </a:bodyPr>
          <a:lstStyle/>
          <a:p>
            <a:r>
              <a:rPr lang="en-AU" dirty="0"/>
              <a:t>https://www.youtube.com/watch?v=rGljOEqLrjQ</a:t>
            </a:r>
          </a:p>
        </p:txBody>
      </p:sp>
    </p:spTree>
    <p:extLst>
      <p:ext uri="{BB962C8B-B14F-4D97-AF65-F5344CB8AC3E}">
        <p14:creationId xmlns:p14="http://schemas.microsoft.com/office/powerpoint/2010/main" val="311867565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53A7AE6-D4A2-4EC7-AB69-D10FDED6791E}"/>
              </a:ext>
            </a:extLst>
          </p:cNvPr>
          <p:cNvSpPr>
            <a:spLocks noGrp="1"/>
          </p:cNvSpPr>
          <p:nvPr>
            <p:ph type="title"/>
          </p:nvPr>
        </p:nvSpPr>
        <p:spPr>
          <a:xfrm>
            <a:off x="919119" y="94592"/>
            <a:ext cx="10353762" cy="935421"/>
          </a:xfrm>
        </p:spPr>
        <p:txBody>
          <a:bodyPr/>
          <a:lstStyle/>
          <a:p>
            <a:r>
              <a:rPr lang="en-AU" dirty="0"/>
              <a:t>Attack Tree</a:t>
            </a:r>
          </a:p>
        </p:txBody>
      </p:sp>
      <p:sp>
        <p:nvSpPr>
          <p:cNvPr id="5" name="Content Placeholder 2">
            <a:extLst>
              <a:ext uri="{FF2B5EF4-FFF2-40B4-BE49-F238E27FC236}">
                <a16:creationId xmlns:a16="http://schemas.microsoft.com/office/drawing/2014/main" id="{7B5CCB9A-CAAC-4278-82F3-30F13CAC3E88}"/>
              </a:ext>
            </a:extLst>
          </p:cNvPr>
          <p:cNvSpPr>
            <a:spLocks noGrp="1"/>
          </p:cNvSpPr>
          <p:nvPr>
            <p:ph idx="1"/>
          </p:nvPr>
        </p:nvSpPr>
        <p:spPr>
          <a:xfrm>
            <a:off x="635498" y="1306167"/>
            <a:ext cx="11411722" cy="3714749"/>
          </a:xfrm>
        </p:spPr>
        <p:txBody>
          <a:bodyPr>
            <a:normAutofit/>
          </a:bodyPr>
          <a:lstStyle/>
          <a:p>
            <a:r>
              <a:rPr lang="en-AU" sz="2800" dirty="0"/>
              <a:t>What is </a:t>
            </a:r>
            <a:r>
              <a:rPr lang="en-US" sz="2800" dirty="0"/>
              <a:t>an attack tree?</a:t>
            </a:r>
          </a:p>
          <a:p>
            <a:pPr lvl="1"/>
            <a:r>
              <a:rPr lang="en-US" sz="2800" dirty="0"/>
              <a:t>It is a </a:t>
            </a:r>
            <a:r>
              <a:rPr lang="en-US" sz="2800" dirty="0">
                <a:solidFill>
                  <a:srgbClr val="FF0000"/>
                </a:solidFill>
              </a:rPr>
              <a:t>graphical</a:t>
            </a:r>
            <a:r>
              <a:rPr lang="en-US" sz="2800" dirty="0"/>
              <a:t> structure of different paths that an attacker can take to achieve </a:t>
            </a:r>
            <a:r>
              <a:rPr lang="en-US" sz="2800" dirty="0">
                <a:solidFill>
                  <a:srgbClr val="FF0000"/>
                </a:solidFill>
              </a:rPr>
              <a:t>a specific attack goal</a:t>
            </a:r>
            <a:r>
              <a:rPr lang="en-US" sz="2800" dirty="0"/>
              <a:t>. </a:t>
            </a:r>
          </a:p>
          <a:p>
            <a:pPr lvl="1"/>
            <a:r>
              <a:rPr lang="en-US" sz="2800" dirty="0"/>
              <a:t>It is used to </a:t>
            </a:r>
            <a:r>
              <a:rPr lang="en-US" sz="2800" dirty="0">
                <a:solidFill>
                  <a:srgbClr val="FF0000"/>
                </a:solidFill>
              </a:rPr>
              <a:t>identify potential weaknesses </a:t>
            </a:r>
            <a:r>
              <a:rPr lang="en-US" sz="2800" dirty="0"/>
              <a:t>within a system and </a:t>
            </a:r>
            <a:r>
              <a:rPr lang="en-US" sz="2800" dirty="0">
                <a:solidFill>
                  <a:srgbClr val="FF0000"/>
                </a:solidFill>
              </a:rPr>
              <a:t>develop strategies</a:t>
            </a:r>
            <a:r>
              <a:rPr lang="en-US" sz="2800" dirty="0"/>
              <a:t> to mitigate those weaknesses.</a:t>
            </a:r>
          </a:p>
          <a:p>
            <a:pPr marL="450000" lvl="1" indent="0">
              <a:buNone/>
            </a:pPr>
            <a:endParaRPr lang="en-US" sz="2800" dirty="0"/>
          </a:p>
          <a:p>
            <a:endParaRPr lang="en-AU" dirty="0"/>
          </a:p>
        </p:txBody>
      </p:sp>
      <p:sp>
        <p:nvSpPr>
          <p:cNvPr id="7" name="文本框 6">
            <a:extLst>
              <a:ext uri="{FF2B5EF4-FFF2-40B4-BE49-F238E27FC236}">
                <a16:creationId xmlns:a16="http://schemas.microsoft.com/office/drawing/2014/main" id="{22342811-A634-2B75-9902-505C38EF2710}"/>
              </a:ext>
            </a:extLst>
          </p:cNvPr>
          <p:cNvSpPr txBox="1"/>
          <p:nvPr/>
        </p:nvSpPr>
        <p:spPr>
          <a:xfrm>
            <a:off x="635498" y="5551833"/>
            <a:ext cx="11411722" cy="954107"/>
          </a:xfrm>
          <a:prstGeom prst="rect">
            <a:avLst/>
          </a:prstGeom>
          <a:noFill/>
        </p:spPr>
        <p:txBody>
          <a:bodyPr wrap="square">
            <a:spAutoFit/>
          </a:bodyPr>
          <a:lstStyle/>
          <a:p>
            <a:r>
              <a:rPr lang="en-AU" altLang="zh-CN" sz="28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The conceptual ‘attack tree’ diagrams help to represent and understand cyber security risk.</a:t>
            </a:r>
            <a:endParaRPr lang="zh-CN" altLang="en-US" sz="28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endParaRPr>
          </a:p>
        </p:txBody>
      </p:sp>
    </p:spTree>
    <p:extLst>
      <p:ext uri="{BB962C8B-B14F-4D97-AF65-F5344CB8AC3E}">
        <p14:creationId xmlns:p14="http://schemas.microsoft.com/office/powerpoint/2010/main" val="119741145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a:xfrm>
            <a:off x="538774" y="1196976"/>
            <a:ext cx="11343051" cy="4924656"/>
          </a:xfrm>
        </p:spPr>
        <p:txBody>
          <a:bodyPr>
            <a:normAutofit/>
          </a:bodyPr>
          <a:lstStyle/>
          <a:p>
            <a:r>
              <a:rPr lang="en-AU" sz="2800" dirty="0"/>
              <a:t>An attack tree has: </a:t>
            </a:r>
          </a:p>
          <a:p>
            <a:pPr lvl="1"/>
            <a:r>
              <a:rPr lang="en-AU" sz="2800" dirty="0">
                <a:solidFill>
                  <a:srgbClr val="FF0000"/>
                </a:solidFill>
              </a:rPr>
              <a:t>root node </a:t>
            </a:r>
            <a:r>
              <a:rPr lang="en-AU" sz="2800" dirty="0"/>
              <a:t>describes the goal of an attack</a:t>
            </a:r>
          </a:p>
          <a:p>
            <a:pPr lvl="1"/>
            <a:r>
              <a:rPr lang="en-AU" sz="2800" dirty="0">
                <a:solidFill>
                  <a:srgbClr val="FF0000"/>
                </a:solidFill>
              </a:rPr>
              <a:t>child node </a:t>
            </a:r>
            <a:r>
              <a:rPr lang="en-AU" sz="2800" dirty="0"/>
              <a:t>represents a sub-goal or an attack step for the overall goal</a:t>
            </a:r>
          </a:p>
          <a:p>
            <a:pPr lvl="1"/>
            <a:r>
              <a:rPr lang="en-AU" sz="2800" dirty="0">
                <a:solidFill>
                  <a:srgbClr val="FF0000"/>
                </a:solidFill>
              </a:rPr>
              <a:t>leaf node </a:t>
            </a:r>
            <a:r>
              <a:rPr lang="en-AU" sz="2800" dirty="0"/>
              <a:t>refers to an attack step and has no child node</a:t>
            </a:r>
          </a:p>
        </p:txBody>
      </p:sp>
      <p:sp>
        <p:nvSpPr>
          <p:cNvPr id="3" name="Slide Number Placeholder 2"/>
          <p:cNvSpPr>
            <a:spLocks noGrp="1"/>
          </p:cNvSpPr>
          <p:nvPr>
            <p:ph type="sldNum" sz="quarter" idx="12"/>
          </p:nvPr>
        </p:nvSpPr>
        <p:spPr/>
        <p:txBody>
          <a:bodyPr/>
          <a:lstStyle/>
          <a:p>
            <a:fld id="{55670E94-029C-4BA8-8D44-FBB339E4924F}" type="slidenum">
              <a:rPr lang="en-AU" smtClean="0">
                <a:solidFill>
                  <a:prstClr val="black">
                    <a:tint val="75000"/>
                  </a:prstClr>
                </a:solidFill>
              </a:rPr>
              <a:pPr/>
              <a:t>7</a:t>
            </a:fld>
            <a:endParaRPr lang="en-AU" dirty="0">
              <a:solidFill>
                <a:prstClr val="black">
                  <a:tint val="75000"/>
                </a:prstClr>
              </a:solidFill>
            </a:endParaRPr>
          </a:p>
        </p:txBody>
      </p:sp>
      <p:sp>
        <p:nvSpPr>
          <p:cNvPr id="4" name="Title 3"/>
          <p:cNvSpPr>
            <a:spLocks noGrp="1"/>
          </p:cNvSpPr>
          <p:nvPr>
            <p:ph type="title"/>
          </p:nvPr>
        </p:nvSpPr>
        <p:spPr>
          <a:xfrm>
            <a:off x="2457450" y="0"/>
            <a:ext cx="7505700" cy="1257300"/>
          </a:xfrm>
        </p:spPr>
        <p:txBody>
          <a:bodyPr/>
          <a:lstStyle/>
          <a:p>
            <a:r>
              <a:rPr lang="en-AU" dirty="0"/>
              <a:t>Attack Tree</a:t>
            </a:r>
          </a:p>
        </p:txBody>
      </p:sp>
    </p:spTree>
    <p:extLst>
      <p:ext uri="{BB962C8B-B14F-4D97-AF65-F5344CB8AC3E}">
        <p14:creationId xmlns:p14="http://schemas.microsoft.com/office/powerpoint/2010/main" val="291138831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p:cNvSpPr>
            <a:spLocks noGrp="1"/>
          </p:cNvSpPr>
          <p:nvPr>
            <p:ph type="sldNum" sz="quarter" idx="12"/>
          </p:nvPr>
        </p:nvSpPr>
        <p:spPr/>
        <p:txBody>
          <a:bodyPr/>
          <a:lstStyle/>
          <a:p>
            <a:fld id="{55670E94-029C-4BA8-8D44-FBB339E4924F}" type="slidenum">
              <a:rPr lang="en-AU" smtClean="0">
                <a:solidFill>
                  <a:schemeClr val="tx1"/>
                </a:solidFill>
              </a:rPr>
              <a:pPr/>
              <a:t>8</a:t>
            </a:fld>
            <a:endParaRPr lang="en-AU" dirty="0">
              <a:solidFill>
                <a:schemeClr val="tx1"/>
              </a:solidFill>
            </a:endParaRPr>
          </a:p>
        </p:txBody>
      </p:sp>
      <p:sp>
        <p:nvSpPr>
          <p:cNvPr id="4" name="Title 3"/>
          <p:cNvSpPr>
            <a:spLocks noGrp="1"/>
          </p:cNvSpPr>
          <p:nvPr>
            <p:ph type="title"/>
          </p:nvPr>
        </p:nvSpPr>
        <p:spPr>
          <a:xfrm>
            <a:off x="996192" y="131497"/>
            <a:ext cx="10353762" cy="768084"/>
          </a:xfrm>
        </p:spPr>
        <p:txBody>
          <a:bodyPr/>
          <a:lstStyle/>
          <a:p>
            <a:r>
              <a:rPr lang="en-AU" dirty="0"/>
              <a:t>Attack Tree</a:t>
            </a:r>
          </a:p>
        </p:txBody>
      </p:sp>
      <p:sp>
        <p:nvSpPr>
          <p:cNvPr id="5" name="Rectangle 4"/>
          <p:cNvSpPr/>
          <p:nvPr/>
        </p:nvSpPr>
        <p:spPr>
          <a:xfrm>
            <a:off x="2758848" y="1068847"/>
            <a:ext cx="6329168" cy="768084"/>
          </a:xfrm>
          <a:prstGeom prst="rect">
            <a:avLst/>
          </a:prstGeom>
          <a:solidFill>
            <a:schemeClr val="bg1"/>
          </a:solid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NZ" sz="2400" dirty="0">
                <a:solidFill>
                  <a:schemeClr val="tx1"/>
                </a:solidFill>
              </a:rPr>
              <a:t>1 </a:t>
            </a:r>
            <a:r>
              <a:rPr lang="en-US" sz="2400" dirty="0">
                <a:solidFill>
                  <a:schemeClr val="tx1"/>
                </a:solidFill>
              </a:rPr>
              <a:t>disable a web server</a:t>
            </a:r>
            <a:endParaRPr lang="en-NZ" sz="2400" dirty="0">
              <a:solidFill>
                <a:schemeClr val="tx1"/>
              </a:solidFill>
            </a:endParaRPr>
          </a:p>
        </p:txBody>
      </p:sp>
      <p:sp>
        <p:nvSpPr>
          <p:cNvPr id="8" name="Rounded Rectangle 7"/>
          <p:cNvSpPr/>
          <p:nvPr/>
        </p:nvSpPr>
        <p:spPr>
          <a:xfrm>
            <a:off x="1315747" y="2585803"/>
            <a:ext cx="3645555" cy="943267"/>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NZ" sz="2400" dirty="0">
                <a:solidFill>
                  <a:schemeClr val="tx1"/>
                </a:solidFill>
              </a:rPr>
              <a:t>1.1 conduct a DDoS attack against the server</a:t>
            </a:r>
          </a:p>
        </p:txBody>
      </p:sp>
      <p:sp>
        <p:nvSpPr>
          <p:cNvPr id="9" name="Rounded Rectangle 8"/>
          <p:cNvSpPr/>
          <p:nvPr/>
        </p:nvSpPr>
        <p:spPr>
          <a:xfrm>
            <a:off x="7433189" y="2585803"/>
            <a:ext cx="3645555" cy="943267"/>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NZ" sz="2400" dirty="0">
                <a:solidFill>
                  <a:schemeClr val="tx1"/>
                </a:solidFill>
              </a:rPr>
              <a:t>1.2 remotely shutdown the server </a:t>
            </a:r>
          </a:p>
        </p:txBody>
      </p:sp>
      <p:cxnSp>
        <p:nvCxnSpPr>
          <p:cNvPr id="17" name="Straight Connector 16"/>
          <p:cNvCxnSpPr>
            <a:cxnSpLocks/>
            <a:stCxn id="5" idx="2"/>
            <a:endCxn id="8" idx="0"/>
          </p:cNvCxnSpPr>
          <p:nvPr/>
        </p:nvCxnSpPr>
        <p:spPr>
          <a:xfrm flipH="1">
            <a:off x="3138525" y="1836931"/>
            <a:ext cx="2784907" cy="74887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8" name="Straight Connector 17"/>
          <p:cNvCxnSpPr>
            <a:cxnSpLocks/>
            <a:stCxn id="5" idx="2"/>
            <a:endCxn id="9" idx="0"/>
          </p:cNvCxnSpPr>
          <p:nvPr/>
        </p:nvCxnSpPr>
        <p:spPr>
          <a:xfrm>
            <a:off x="5923432" y="1836931"/>
            <a:ext cx="3332535" cy="74887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65" name="Rounded Rectangle 13">
            <a:extLst>
              <a:ext uri="{FF2B5EF4-FFF2-40B4-BE49-F238E27FC236}">
                <a16:creationId xmlns:a16="http://schemas.microsoft.com/office/drawing/2014/main" id="{E9541046-7311-4C3D-978A-A0AEB4D1B575}"/>
              </a:ext>
            </a:extLst>
          </p:cNvPr>
          <p:cNvSpPr/>
          <p:nvPr/>
        </p:nvSpPr>
        <p:spPr>
          <a:xfrm>
            <a:off x="7337991" y="4271938"/>
            <a:ext cx="3835950" cy="1528336"/>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a:solidFill>
                  <a:schemeClr val="tx1"/>
                </a:solidFill>
              </a:rPr>
              <a:t>1.2.1 brute force the server's login credentials to gain an unauthorized access</a:t>
            </a:r>
          </a:p>
        </p:txBody>
      </p:sp>
      <p:cxnSp>
        <p:nvCxnSpPr>
          <p:cNvPr id="96" name="Straight Connector 95">
            <a:extLst>
              <a:ext uri="{FF2B5EF4-FFF2-40B4-BE49-F238E27FC236}">
                <a16:creationId xmlns:a16="http://schemas.microsoft.com/office/drawing/2014/main" id="{402F6C4F-D6A5-486E-89A3-0B296ED2F0DF}"/>
              </a:ext>
            </a:extLst>
          </p:cNvPr>
          <p:cNvCxnSpPr>
            <a:cxnSpLocks/>
            <a:stCxn id="9" idx="2"/>
            <a:endCxn id="65" idx="0"/>
          </p:cNvCxnSpPr>
          <p:nvPr/>
        </p:nvCxnSpPr>
        <p:spPr>
          <a:xfrm flipH="1">
            <a:off x="9255966" y="3529070"/>
            <a:ext cx="1" cy="74286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11273644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a:xfrm>
            <a:off x="538774" y="1196976"/>
            <a:ext cx="11343051" cy="4924656"/>
          </a:xfrm>
        </p:spPr>
        <p:txBody>
          <a:bodyPr>
            <a:normAutofit lnSpcReduction="10000"/>
          </a:bodyPr>
          <a:lstStyle/>
          <a:p>
            <a:r>
              <a:rPr lang="en-AU" sz="2800" dirty="0"/>
              <a:t>An attack tree has:</a:t>
            </a:r>
          </a:p>
          <a:p>
            <a:pPr lvl="1"/>
            <a:r>
              <a:rPr lang="en-AU" sz="2800" dirty="0"/>
              <a:t>root node is the overall goal of the attack</a:t>
            </a:r>
          </a:p>
          <a:p>
            <a:pPr lvl="1"/>
            <a:r>
              <a:rPr lang="en-AU" sz="2800" dirty="0"/>
              <a:t>child node represents a sub-goal or an attack step for the overall goal</a:t>
            </a:r>
          </a:p>
          <a:p>
            <a:pPr lvl="1"/>
            <a:r>
              <a:rPr lang="en-AU" sz="2800" dirty="0"/>
              <a:t>leaf node refers to an attack step and has no child node</a:t>
            </a:r>
          </a:p>
          <a:p>
            <a:pPr lvl="1"/>
            <a:endParaRPr lang="en-AU" sz="2800" dirty="0"/>
          </a:p>
          <a:p>
            <a:pPr lvl="1"/>
            <a:r>
              <a:rPr lang="en-AU" sz="2800" dirty="0">
                <a:solidFill>
                  <a:srgbClr val="FF0000"/>
                </a:solidFill>
              </a:rPr>
              <a:t>logical gate </a:t>
            </a:r>
            <a:r>
              <a:rPr lang="en-AU" sz="2800" dirty="0"/>
              <a:t>denotes the relationship among child nodes</a:t>
            </a:r>
          </a:p>
          <a:p>
            <a:pPr lvl="2"/>
            <a:r>
              <a:rPr lang="en-AU" sz="2800" dirty="0">
                <a:solidFill>
                  <a:srgbClr val="FF0000"/>
                </a:solidFill>
              </a:rPr>
              <a:t>OR gates: </a:t>
            </a:r>
            <a:r>
              <a:rPr lang="en-AU" sz="2800" dirty="0"/>
              <a:t>completing </a:t>
            </a:r>
            <a:r>
              <a:rPr lang="en-US" sz="2800" dirty="0"/>
              <a:t>only one child node can lead to the completion of a parent node</a:t>
            </a:r>
          </a:p>
          <a:p>
            <a:pPr lvl="2"/>
            <a:r>
              <a:rPr lang="en-AU" sz="2800" dirty="0">
                <a:solidFill>
                  <a:srgbClr val="FF0000"/>
                </a:solidFill>
              </a:rPr>
              <a:t>AND gates:</a:t>
            </a:r>
            <a:endParaRPr lang="en-AU" sz="2800" dirty="0"/>
          </a:p>
        </p:txBody>
      </p:sp>
      <p:sp>
        <p:nvSpPr>
          <p:cNvPr id="3" name="Slide Number Placeholder 2"/>
          <p:cNvSpPr>
            <a:spLocks noGrp="1"/>
          </p:cNvSpPr>
          <p:nvPr>
            <p:ph type="sldNum" sz="quarter" idx="12"/>
          </p:nvPr>
        </p:nvSpPr>
        <p:spPr/>
        <p:txBody>
          <a:bodyPr/>
          <a:lstStyle/>
          <a:p>
            <a:fld id="{55670E94-029C-4BA8-8D44-FBB339E4924F}" type="slidenum">
              <a:rPr lang="en-AU" smtClean="0">
                <a:solidFill>
                  <a:prstClr val="black">
                    <a:tint val="75000"/>
                  </a:prstClr>
                </a:solidFill>
              </a:rPr>
              <a:pPr/>
              <a:t>9</a:t>
            </a:fld>
            <a:endParaRPr lang="en-AU" dirty="0">
              <a:solidFill>
                <a:prstClr val="black">
                  <a:tint val="75000"/>
                </a:prstClr>
              </a:solidFill>
            </a:endParaRPr>
          </a:p>
        </p:txBody>
      </p:sp>
      <p:sp>
        <p:nvSpPr>
          <p:cNvPr id="4" name="Title 3"/>
          <p:cNvSpPr>
            <a:spLocks noGrp="1"/>
          </p:cNvSpPr>
          <p:nvPr>
            <p:ph type="title"/>
          </p:nvPr>
        </p:nvSpPr>
        <p:spPr>
          <a:xfrm>
            <a:off x="2457450" y="0"/>
            <a:ext cx="7505700" cy="1257300"/>
          </a:xfrm>
        </p:spPr>
        <p:txBody>
          <a:bodyPr/>
          <a:lstStyle/>
          <a:p>
            <a:r>
              <a:rPr lang="en-AU" dirty="0"/>
              <a:t>Attack Tree</a:t>
            </a:r>
          </a:p>
        </p:txBody>
      </p:sp>
    </p:spTree>
    <p:extLst>
      <p:ext uri="{BB962C8B-B14F-4D97-AF65-F5344CB8AC3E}">
        <p14:creationId xmlns:p14="http://schemas.microsoft.com/office/powerpoint/2010/main" val="338878770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p:cNvSpPr>
            <a:spLocks noGrp="1"/>
          </p:cNvSpPr>
          <p:nvPr>
            <p:ph type="sldNum" sz="quarter" idx="12"/>
          </p:nvPr>
        </p:nvSpPr>
        <p:spPr/>
        <p:txBody>
          <a:bodyPr/>
          <a:lstStyle/>
          <a:p>
            <a:fld id="{55670E94-029C-4BA8-8D44-FBB339E4924F}" type="slidenum">
              <a:rPr lang="en-AU" smtClean="0">
                <a:solidFill>
                  <a:schemeClr val="tx1"/>
                </a:solidFill>
              </a:rPr>
              <a:pPr/>
              <a:t>10</a:t>
            </a:fld>
            <a:endParaRPr lang="en-AU" dirty="0">
              <a:solidFill>
                <a:schemeClr val="tx1"/>
              </a:solidFill>
            </a:endParaRPr>
          </a:p>
        </p:txBody>
      </p:sp>
      <p:sp>
        <p:nvSpPr>
          <p:cNvPr id="4" name="Title 3"/>
          <p:cNvSpPr>
            <a:spLocks noGrp="1"/>
          </p:cNvSpPr>
          <p:nvPr>
            <p:ph type="title"/>
          </p:nvPr>
        </p:nvSpPr>
        <p:spPr>
          <a:xfrm>
            <a:off x="996192" y="131497"/>
            <a:ext cx="10353762" cy="768084"/>
          </a:xfrm>
        </p:spPr>
        <p:txBody>
          <a:bodyPr/>
          <a:lstStyle/>
          <a:p>
            <a:r>
              <a:rPr lang="en-AU" dirty="0"/>
              <a:t>Attack Tree</a:t>
            </a:r>
          </a:p>
        </p:txBody>
      </p:sp>
      <p:sp>
        <p:nvSpPr>
          <p:cNvPr id="5" name="Rectangle 4"/>
          <p:cNvSpPr/>
          <p:nvPr/>
        </p:nvSpPr>
        <p:spPr>
          <a:xfrm>
            <a:off x="3338091" y="1104405"/>
            <a:ext cx="4984815" cy="1516957"/>
          </a:xfrm>
          <a:prstGeom prst="rect">
            <a:avLst/>
          </a:prstGeom>
          <a:solidFill>
            <a:schemeClr val="bg1"/>
          </a:solid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NZ" sz="2800" dirty="0">
                <a:solidFill>
                  <a:schemeClr val="tx1"/>
                </a:solidFill>
              </a:rPr>
              <a:t>1 </a:t>
            </a:r>
            <a:r>
              <a:rPr lang="en-US" sz="28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steal valuable items from a jewelry store</a:t>
            </a:r>
            <a:endParaRPr lang="en-NZ" sz="28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endParaRPr>
          </a:p>
        </p:txBody>
      </p:sp>
      <p:sp>
        <p:nvSpPr>
          <p:cNvPr id="8" name="Rounded Rectangle 7"/>
          <p:cNvSpPr/>
          <p:nvPr/>
        </p:nvSpPr>
        <p:spPr>
          <a:xfrm>
            <a:off x="1113255" y="3761922"/>
            <a:ext cx="3645557" cy="1425898"/>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NZ" sz="2800" dirty="0">
                <a:solidFill>
                  <a:schemeClr val="tx1"/>
                </a:solidFill>
              </a:rPr>
              <a:t>1.1 </a:t>
            </a:r>
            <a:r>
              <a:rPr lang="en-US" sz="28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smash the display case and grab items</a:t>
            </a:r>
            <a:endParaRPr lang="en-NZ" sz="28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endParaRPr>
          </a:p>
        </p:txBody>
      </p:sp>
      <p:sp>
        <p:nvSpPr>
          <p:cNvPr id="9" name="Rounded Rectangle 8"/>
          <p:cNvSpPr/>
          <p:nvPr/>
        </p:nvSpPr>
        <p:spPr>
          <a:xfrm>
            <a:off x="6581591" y="3743260"/>
            <a:ext cx="4497154" cy="1425897"/>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NZ" sz="2800" dirty="0">
                <a:solidFill>
                  <a:schemeClr val="tx1"/>
                </a:solidFill>
              </a:rPr>
              <a:t>1.2 </a:t>
            </a:r>
            <a:r>
              <a:rPr lang="en-US" sz="28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force a store employee to open the display case</a:t>
            </a:r>
            <a:endParaRPr lang="en-NZ" sz="28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endParaRPr>
          </a:p>
        </p:txBody>
      </p:sp>
      <p:cxnSp>
        <p:nvCxnSpPr>
          <p:cNvPr id="17" name="Straight Connector 16"/>
          <p:cNvCxnSpPr>
            <a:cxnSpLocks/>
            <a:stCxn id="5" idx="2"/>
            <a:endCxn id="8" idx="0"/>
          </p:cNvCxnSpPr>
          <p:nvPr/>
        </p:nvCxnSpPr>
        <p:spPr>
          <a:xfrm flipH="1">
            <a:off x="2936034" y="2621362"/>
            <a:ext cx="2894465" cy="114056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8" name="Straight Connector 17"/>
          <p:cNvCxnSpPr>
            <a:cxnSpLocks/>
            <a:stCxn id="5" idx="2"/>
            <a:endCxn id="9" idx="0"/>
          </p:cNvCxnSpPr>
          <p:nvPr/>
        </p:nvCxnSpPr>
        <p:spPr>
          <a:xfrm>
            <a:off x="5830499" y="2621362"/>
            <a:ext cx="2999669" cy="112189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48866045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a:xfrm>
            <a:off x="729890" y="1085537"/>
            <a:ext cx="10658546" cy="4924656"/>
          </a:xfrm>
        </p:spPr>
        <p:txBody>
          <a:bodyPr>
            <a:normAutofit fontScale="92500" lnSpcReduction="10000"/>
          </a:bodyPr>
          <a:lstStyle/>
          <a:p>
            <a:r>
              <a:rPr lang="en-AU" sz="2800" dirty="0"/>
              <a:t>An attack tree has:</a:t>
            </a:r>
          </a:p>
          <a:p>
            <a:pPr lvl="1"/>
            <a:r>
              <a:rPr lang="en-AU" sz="2800" dirty="0">
                <a:solidFill>
                  <a:srgbClr val="FF0000"/>
                </a:solidFill>
              </a:rPr>
              <a:t>root node </a:t>
            </a:r>
            <a:r>
              <a:rPr lang="en-AU" sz="2800" dirty="0"/>
              <a:t>is the overall goal of the attack</a:t>
            </a:r>
          </a:p>
          <a:p>
            <a:pPr lvl="1"/>
            <a:r>
              <a:rPr lang="en-AU" sz="2800" dirty="0">
                <a:solidFill>
                  <a:srgbClr val="FF0000"/>
                </a:solidFill>
              </a:rPr>
              <a:t>child node </a:t>
            </a:r>
            <a:r>
              <a:rPr lang="en-AU" sz="2800" dirty="0"/>
              <a:t>represents a sub-goal or an attack step for the overall goal </a:t>
            </a:r>
          </a:p>
          <a:p>
            <a:pPr lvl="1"/>
            <a:r>
              <a:rPr lang="en-AU" sz="2800" dirty="0">
                <a:solidFill>
                  <a:srgbClr val="FF0000"/>
                </a:solidFill>
              </a:rPr>
              <a:t>leaf node </a:t>
            </a:r>
            <a:r>
              <a:rPr lang="en-AU" sz="2800" dirty="0"/>
              <a:t>refers to an attack step and has no child node</a:t>
            </a:r>
          </a:p>
          <a:p>
            <a:pPr lvl="1"/>
            <a:endParaRPr lang="en-AU" sz="2800" dirty="0"/>
          </a:p>
          <a:p>
            <a:pPr lvl="1"/>
            <a:r>
              <a:rPr lang="en-AU" sz="2800" dirty="0">
                <a:solidFill>
                  <a:srgbClr val="FF0000"/>
                </a:solidFill>
              </a:rPr>
              <a:t>logical gate </a:t>
            </a:r>
            <a:r>
              <a:rPr lang="en-AU" sz="2800" dirty="0"/>
              <a:t>denotes the relationship among different nodes</a:t>
            </a:r>
          </a:p>
          <a:p>
            <a:pPr lvl="2"/>
            <a:r>
              <a:rPr lang="en-AU" sz="2800" dirty="0">
                <a:solidFill>
                  <a:srgbClr val="FF0000"/>
                </a:solidFill>
              </a:rPr>
              <a:t>OR gates: </a:t>
            </a:r>
            <a:r>
              <a:rPr lang="en-AU" sz="2800" dirty="0"/>
              <a:t>completing </a:t>
            </a:r>
            <a:r>
              <a:rPr lang="en-US" sz="2800" dirty="0"/>
              <a:t>only one child node can lead to the completion of a parent node</a:t>
            </a:r>
            <a:endParaRPr lang="en-AU" sz="2800" dirty="0"/>
          </a:p>
          <a:p>
            <a:pPr lvl="2"/>
            <a:r>
              <a:rPr lang="en-AU" sz="2800" dirty="0">
                <a:solidFill>
                  <a:srgbClr val="FF0000"/>
                </a:solidFill>
              </a:rPr>
              <a:t>AND gates: </a:t>
            </a:r>
            <a:r>
              <a:rPr lang="en-AU" sz="2800" dirty="0"/>
              <a:t>completing all</a:t>
            </a:r>
            <a:r>
              <a:rPr lang="en-US" sz="2800" dirty="0"/>
              <a:t> child nodes so that a parent node can succeed</a:t>
            </a:r>
            <a:endParaRPr lang="en-AU" sz="2800" dirty="0"/>
          </a:p>
        </p:txBody>
      </p:sp>
      <p:sp>
        <p:nvSpPr>
          <p:cNvPr id="3" name="Slide Number Placeholder 2"/>
          <p:cNvSpPr>
            <a:spLocks noGrp="1"/>
          </p:cNvSpPr>
          <p:nvPr>
            <p:ph type="sldNum" sz="quarter" idx="12"/>
          </p:nvPr>
        </p:nvSpPr>
        <p:spPr/>
        <p:txBody>
          <a:bodyPr/>
          <a:lstStyle/>
          <a:p>
            <a:fld id="{55670E94-029C-4BA8-8D44-FBB339E4924F}" type="slidenum">
              <a:rPr lang="en-AU" smtClean="0">
                <a:solidFill>
                  <a:prstClr val="black">
                    <a:tint val="75000"/>
                  </a:prstClr>
                </a:solidFill>
              </a:rPr>
              <a:pPr/>
              <a:t>11</a:t>
            </a:fld>
            <a:endParaRPr lang="en-AU" dirty="0">
              <a:solidFill>
                <a:prstClr val="black">
                  <a:tint val="75000"/>
                </a:prstClr>
              </a:solidFill>
            </a:endParaRPr>
          </a:p>
        </p:txBody>
      </p:sp>
      <p:sp>
        <p:nvSpPr>
          <p:cNvPr id="4" name="Title 3"/>
          <p:cNvSpPr>
            <a:spLocks noGrp="1"/>
          </p:cNvSpPr>
          <p:nvPr>
            <p:ph type="title"/>
          </p:nvPr>
        </p:nvSpPr>
        <p:spPr>
          <a:xfrm>
            <a:off x="2457450" y="0"/>
            <a:ext cx="7505700" cy="1257300"/>
          </a:xfrm>
        </p:spPr>
        <p:txBody>
          <a:bodyPr/>
          <a:lstStyle/>
          <a:p>
            <a:r>
              <a:rPr lang="en-AU" dirty="0"/>
              <a:t>Attack Tree</a:t>
            </a:r>
          </a:p>
        </p:txBody>
      </p:sp>
    </p:spTree>
    <p:extLst>
      <p:ext uri="{BB962C8B-B14F-4D97-AF65-F5344CB8AC3E}">
        <p14:creationId xmlns:p14="http://schemas.microsoft.com/office/powerpoint/2010/main" val="153563034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p:cNvSpPr>
            <a:spLocks noGrp="1"/>
          </p:cNvSpPr>
          <p:nvPr>
            <p:ph type="sldNum" sz="quarter" idx="12"/>
          </p:nvPr>
        </p:nvSpPr>
        <p:spPr/>
        <p:txBody>
          <a:bodyPr/>
          <a:lstStyle/>
          <a:p>
            <a:fld id="{55670E94-029C-4BA8-8D44-FBB339E4924F}" type="slidenum">
              <a:rPr lang="en-AU" smtClean="0">
                <a:solidFill>
                  <a:schemeClr val="tx1"/>
                </a:solidFill>
              </a:rPr>
              <a:pPr/>
              <a:t>12</a:t>
            </a:fld>
            <a:endParaRPr lang="en-AU" dirty="0">
              <a:solidFill>
                <a:schemeClr val="tx1"/>
              </a:solidFill>
            </a:endParaRPr>
          </a:p>
        </p:txBody>
      </p:sp>
      <p:sp>
        <p:nvSpPr>
          <p:cNvPr id="4" name="Title 3"/>
          <p:cNvSpPr>
            <a:spLocks noGrp="1"/>
          </p:cNvSpPr>
          <p:nvPr>
            <p:ph type="title"/>
          </p:nvPr>
        </p:nvSpPr>
        <p:spPr>
          <a:xfrm>
            <a:off x="996192" y="131497"/>
            <a:ext cx="10353762" cy="768084"/>
          </a:xfrm>
        </p:spPr>
        <p:txBody>
          <a:bodyPr/>
          <a:lstStyle/>
          <a:p>
            <a:r>
              <a:rPr lang="en-AU" dirty="0"/>
              <a:t>Attack Tree</a:t>
            </a:r>
          </a:p>
        </p:txBody>
      </p:sp>
      <p:sp>
        <p:nvSpPr>
          <p:cNvPr id="5" name="Rectangle 4"/>
          <p:cNvSpPr/>
          <p:nvPr/>
        </p:nvSpPr>
        <p:spPr>
          <a:xfrm>
            <a:off x="3338091" y="1104405"/>
            <a:ext cx="4984815" cy="1516957"/>
          </a:xfrm>
          <a:prstGeom prst="rect">
            <a:avLst/>
          </a:prstGeom>
          <a:solidFill>
            <a:schemeClr val="bg1"/>
          </a:solid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NZ" sz="2800" dirty="0">
                <a:solidFill>
                  <a:schemeClr val="tx1"/>
                </a:solidFill>
              </a:rPr>
              <a:t>1 </a:t>
            </a:r>
            <a:r>
              <a:rPr lang="en-US" sz="2800" dirty="0">
                <a:solidFill>
                  <a:schemeClr val="tx1"/>
                </a:solidFill>
              </a:rPr>
              <a:t>gain an unauthorized access to a secure building</a:t>
            </a:r>
            <a:endParaRPr lang="en-NZ" sz="2800" dirty="0">
              <a:solidFill>
                <a:schemeClr val="tx1"/>
              </a:solidFill>
            </a:endParaRPr>
          </a:p>
        </p:txBody>
      </p:sp>
      <p:sp>
        <p:nvSpPr>
          <p:cNvPr id="8" name="Rounded Rectangle 7"/>
          <p:cNvSpPr/>
          <p:nvPr/>
        </p:nvSpPr>
        <p:spPr>
          <a:xfrm>
            <a:off x="1113255" y="3761922"/>
            <a:ext cx="3645557" cy="1425898"/>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NZ" sz="2800" dirty="0">
                <a:solidFill>
                  <a:schemeClr val="tx1"/>
                </a:solidFill>
              </a:rPr>
              <a:t>1.1 </a:t>
            </a:r>
            <a:r>
              <a:rPr lang="en-US" sz="2800" dirty="0">
                <a:solidFill>
                  <a:schemeClr val="tx1"/>
                </a:solidFill>
              </a:rPr>
              <a:t>obtain a valid access card</a:t>
            </a:r>
            <a:endParaRPr lang="en-NZ" sz="2800" dirty="0">
              <a:solidFill>
                <a:schemeClr val="tx1"/>
              </a:solidFill>
            </a:endParaRPr>
          </a:p>
        </p:txBody>
      </p:sp>
      <p:sp>
        <p:nvSpPr>
          <p:cNvPr id="9" name="Rounded Rectangle 8"/>
          <p:cNvSpPr/>
          <p:nvPr/>
        </p:nvSpPr>
        <p:spPr>
          <a:xfrm>
            <a:off x="6581590" y="3743260"/>
            <a:ext cx="4685965" cy="1425897"/>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NZ" sz="2800" dirty="0">
                <a:solidFill>
                  <a:schemeClr val="tx1"/>
                </a:solidFill>
              </a:rPr>
              <a:t>1.2 </a:t>
            </a:r>
            <a:r>
              <a:rPr lang="en-US" sz="2800" dirty="0">
                <a:solidFill>
                  <a:schemeClr val="tx1"/>
                </a:solidFill>
              </a:rPr>
              <a:t>steal the door passcode</a:t>
            </a:r>
            <a:endParaRPr lang="en-NZ" sz="2800" dirty="0">
              <a:solidFill>
                <a:schemeClr val="tx1"/>
              </a:solidFill>
            </a:endParaRPr>
          </a:p>
        </p:txBody>
      </p:sp>
      <p:cxnSp>
        <p:nvCxnSpPr>
          <p:cNvPr id="17" name="Straight Connector 16"/>
          <p:cNvCxnSpPr>
            <a:cxnSpLocks/>
            <a:stCxn id="5" idx="2"/>
            <a:endCxn id="8" idx="0"/>
          </p:cNvCxnSpPr>
          <p:nvPr/>
        </p:nvCxnSpPr>
        <p:spPr>
          <a:xfrm flipH="1">
            <a:off x="2936034" y="2621362"/>
            <a:ext cx="2894465" cy="114056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8" name="Straight Connector 17"/>
          <p:cNvCxnSpPr>
            <a:cxnSpLocks/>
            <a:stCxn id="5" idx="2"/>
            <a:endCxn id="9" idx="0"/>
          </p:cNvCxnSpPr>
          <p:nvPr/>
        </p:nvCxnSpPr>
        <p:spPr>
          <a:xfrm>
            <a:off x="5830499" y="2621362"/>
            <a:ext cx="3094074" cy="112189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33" name="Freeform 30">
            <a:extLst>
              <a:ext uri="{FF2B5EF4-FFF2-40B4-BE49-F238E27FC236}">
                <a16:creationId xmlns:a16="http://schemas.microsoft.com/office/drawing/2014/main" id="{86BA0FFC-FA9E-448C-9A58-D706FAC2A265}"/>
              </a:ext>
            </a:extLst>
          </p:cNvPr>
          <p:cNvSpPr/>
          <p:nvPr/>
        </p:nvSpPr>
        <p:spPr>
          <a:xfrm>
            <a:off x="5322692" y="2826186"/>
            <a:ext cx="1015612" cy="269892"/>
          </a:xfrm>
          <a:custGeom>
            <a:avLst/>
            <a:gdLst>
              <a:gd name="connsiteX0" fmla="*/ 0 w 476250"/>
              <a:gd name="connsiteY0" fmla="*/ 0 h 142944"/>
              <a:gd name="connsiteX1" fmla="*/ 228600 w 476250"/>
              <a:gd name="connsiteY1" fmla="*/ 142875 h 142944"/>
              <a:gd name="connsiteX2" fmla="*/ 476250 w 476250"/>
              <a:gd name="connsiteY2" fmla="*/ 19050 h 142944"/>
              <a:gd name="connsiteX0" fmla="*/ 0 w 476250"/>
              <a:gd name="connsiteY0" fmla="*/ 0 h 142978"/>
              <a:gd name="connsiteX1" fmla="*/ 228600 w 476250"/>
              <a:gd name="connsiteY1" fmla="*/ 142875 h 142978"/>
              <a:gd name="connsiteX2" fmla="*/ 476250 w 476250"/>
              <a:gd name="connsiteY2" fmla="*/ 19050 h 142978"/>
              <a:gd name="connsiteX0" fmla="*/ 0 w 476250"/>
              <a:gd name="connsiteY0" fmla="*/ 0 h 147735"/>
              <a:gd name="connsiteX1" fmla="*/ 247650 w 476250"/>
              <a:gd name="connsiteY1" fmla="*/ 147638 h 147735"/>
              <a:gd name="connsiteX2" fmla="*/ 476250 w 476250"/>
              <a:gd name="connsiteY2" fmla="*/ 19050 h 147735"/>
              <a:gd name="connsiteX0" fmla="*/ 0 w 476250"/>
              <a:gd name="connsiteY0" fmla="*/ 0 h 147661"/>
              <a:gd name="connsiteX1" fmla="*/ 247650 w 476250"/>
              <a:gd name="connsiteY1" fmla="*/ 147638 h 147661"/>
              <a:gd name="connsiteX2" fmla="*/ 476250 w 476250"/>
              <a:gd name="connsiteY2" fmla="*/ 19050 h 147661"/>
              <a:gd name="connsiteX0" fmla="*/ 0 w 464344"/>
              <a:gd name="connsiteY0" fmla="*/ 0 h 147690"/>
              <a:gd name="connsiteX1" fmla="*/ 247650 w 464344"/>
              <a:gd name="connsiteY1" fmla="*/ 147638 h 147690"/>
              <a:gd name="connsiteX2" fmla="*/ 464344 w 464344"/>
              <a:gd name="connsiteY2" fmla="*/ 14288 h 147690"/>
              <a:gd name="connsiteX0" fmla="*/ 0 w 464344"/>
              <a:gd name="connsiteY0" fmla="*/ 0 h 147701"/>
              <a:gd name="connsiteX1" fmla="*/ 247650 w 464344"/>
              <a:gd name="connsiteY1" fmla="*/ 147638 h 147701"/>
              <a:gd name="connsiteX2" fmla="*/ 464344 w 464344"/>
              <a:gd name="connsiteY2" fmla="*/ 14288 h 147701"/>
              <a:gd name="connsiteX0" fmla="*/ 0 w 464344"/>
              <a:gd name="connsiteY0" fmla="*/ 0 h 147701"/>
              <a:gd name="connsiteX1" fmla="*/ 247650 w 464344"/>
              <a:gd name="connsiteY1" fmla="*/ 147638 h 147701"/>
              <a:gd name="connsiteX2" fmla="*/ 464344 w 464344"/>
              <a:gd name="connsiteY2" fmla="*/ 14288 h 147701"/>
              <a:gd name="connsiteX0" fmla="*/ 0 w 464344"/>
              <a:gd name="connsiteY0" fmla="*/ 0 h 147701"/>
              <a:gd name="connsiteX1" fmla="*/ 247650 w 464344"/>
              <a:gd name="connsiteY1" fmla="*/ 147638 h 147701"/>
              <a:gd name="connsiteX2" fmla="*/ 464344 w 464344"/>
              <a:gd name="connsiteY2" fmla="*/ 14288 h 147701"/>
              <a:gd name="connsiteX0" fmla="*/ 0 w 464344"/>
              <a:gd name="connsiteY0" fmla="*/ 0 h 150080"/>
              <a:gd name="connsiteX1" fmla="*/ 204788 w 464344"/>
              <a:gd name="connsiteY1" fmla="*/ 150019 h 150080"/>
              <a:gd name="connsiteX2" fmla="*/ 464344 w 464344"/>
              <a:gd name="connsiteY2" fmla="*/ 14288 h 150080"/>
            </a:gdLst>
            <a:ahLst/>
            <a:cxnLst>
              <a:cxn ang="0">
                <a:pos x="connsiteX0" y="connsiteY0"/>
              </a:cxn>
              <a:cxn ang="0">
                <a:pos x="connsiteX1" y="connsiteY1"/>
              </a:cxn>
              <a:cxn ang="0">
                <a:pos x="connsiteX2" y="connsiteY2"/>
              </a:cxn>
            </a:cxnLst>
            <a:rect l="l" t="t" r="r" b="b"/>
            <a:pathLst>
              <a:path w="464344" h="150080">
                <a:moveTo>
                  <a:pt x="0" y="0"/>
                </a:moveTo>
                <a:cubicBezTo>
                  <a:pt x="67468" y="100806"/>
                  <a:pt x="127397" y="147638"/>
                  <a:pt x="204788" y="150019"/>
                </a:cubicBezTo>
                <a:cubicBezTo>
                  <a:pt x="282179" y="152400"/>
                  <a:pt x="407989" y="84932"/>
                  <a:pt x="464344" y="14288"/>
                </a:cubicBezTo>
              </a:path>
            </a:pathLst>
          </a:cu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Z" sz="1867">
              <a:solidFill>
                <a:schemeClr val="tx1"/>
              </a:solidFill>
            </a:endParaRPr>
          </a:p>
        </p:txBody>
      </p:sp>
    </p:spTree>
    <p:extLst>
      <p:ext uri="{BB962C8B-B14F-4D97-AF65-F5344CB8AC3E}">
        <p14:creationId xmlns:p14="http://schemas.microsoft.com/office/powerpoint/2010/main" val="153592674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p:cNvSpPr>
            <a:spLocks noGrp="1"/>
          </p:cNvSpPr>
          <p:nvPr>
            <p:ph type="sldNum" sz="quarter" idx="12"/>
          </p:nvPr>
        </p:nvSpPr>
        <p:spPr/>
        <p:txBody>
          <a:bodyPr/>
          <a:lstStyle/>
          <a:p>
            <a:fld id="{55670E94-029C-4BA8-8D44-FBB339E4924F}" type="slidenum">
              <a:rPr lang="en-AU" smtClean="0">
                <a:solidFill>
                  <a:prstClr val="black">
                    <a:tint val="75000"/>
                  </a:prstClr>
                </a:solidFill>
              </a:rPr>
              <a:pPr/>
              <a:t>13</a:t>
            </a:fld>
            <a:endParaRPr lang="en-AU" dirty="0">
              <a:solidFill>
                <a:prstClr val="black">
                  <a:tint val="75000"/>
                </a:prstClr>
              </a:solidFill>
            </a:endParaRPr>
          </a:p>
        </p:txBody>
      </p:sp>
      <p:sp>
        <p:nvSpPr>
          <p:cNvPr id="4" name="Title 3"/>
          <p:cNvSpPr>
            <a:spLocks noGrp="1"/>
          </p:cNvSpPr>
          <p:nvPr>
            <p:ph type="title"/>
          </p:nvPr>
        </p:nvSpPr>
        <p:spPr>
          <a:xfrm>
            <a:off x="781999" y="15960"/>
            <a:ext cx="10353762" cy="1101640"/>
          </a:xfrm>
        </p:spPr>
        <p:txBody>
          <a:bodyPr/>
          <a:lstStyle/>
          <a:p>
            <a:r>
              <a:rPr lang="en-AU" dirty="0"/>
              <a:t>Exercise</a:t>
            </a:r>
          </a:p>
        </p:txBody>
      </p:sp>
      <p:sp>
        <p:nvSpPr>
          <p:cNvPr id="2" name="Rectangle 1"/>
          <p:cNvSpPr/>
          <p:nvPr/>
        </p:nvSpPr>
        <p:spPr>
          <a:xfrm>
            <a:off x="727892" y="1117600"/>
            <a:ext cx="11247040" cy="4801314"/>
          </a:xfrm>
          <a:prstGeom prst="rect">
            <a:avLst/>
          </a:prstGeom>
        </p:spPr>
        <p:txBody>
          <a:bodyPr wrap="square">
            <a:spAutoFit/>
          </a:bodyPr>
          <a:lstStyle/>
          <a:p>
            <a:pPr hangingPunct="0">
              <a:tabLst>
                <a:tab pos="731976" algn="l"/>
                <a:tab pos="1951146" algn="l"/>
                <a:tab pos="3170315" algn="l"/>
                <a:tab pos="4389485" algn="l"/>
                <a:tab pos="5608654" algn="l"/>
                <a:tab pos="6827824" algn="l"/>
                <a:tab pos="8046993" algn="l"/>
                <a:tab pos="9266163" algn="l"/>
                <a:tab pos="10485333" algn="l"/>
                <a:tab pos="11704502" algn="l"/>
                <a:tab pos="12923672" algn="l"/>
              </a:tabLst>
            </a:pPr>
            <a:r>
              <a:rPr lang="en-NZ" sz="28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1. </a:t>
            </a:r>
            <a:r>
              <a:rPr lang="en-NZ" sz="2800" dirty="0">
                <a:ln>
                  <a:solidFill>
                    <a:schemeClr val="bg1">
                      <a:lumMod val="75000"/>
                      <a:lumOff val="25000"/>
                      <a:alpha val="10000"/>
                    </a:schemeClr>
                  </a:solidFill>
                </a:ln>
                <a:solidFill>
                  <a:schemeClr val="tx2"/>
                </a:solidFill>
              </a:rPr>
              <a:t>gain an access to a target user’s private information</a:t>
            </a:r>
          </a:p>
          <a:p>
            <a:pPr hangingPunct="0">
              <a:tabLst>
                <a:tab pos="731976" algn="l"/>
                <a:tab pos="1951146" algn="l"/>
                <a:tab pos="3170315" algn="l"/>
                <a:tab pos="4389485" algn="l"/>
                <a:tab pos="5608654" algn="l"/>
                <a:tab pos="6827824" algn="l"/>
                <a:tab pos="8046993" algn="l"/>
                <a:tab pos="9266163" algn="l"/>
                <a:tab pos="10485333" algn="l"/>
                <a:tab pos="11704502" algn="l"/>
                <a:tab pos="12923672" algn="l"/>
              </a:tabLst>
            </a:pPr>
            <a:r>
              <a:rPr lang="en-NZ" sz="2800" dirty="0">
                <a:ln>
                  <a:solidFill>
                    <a:schemeClr val="bg1">
                      <a:lumMod val="75000"/>
                      <a:lumOff val="25000"/>
                      <a:alpha val="10000"/>
                    </a:schemeClr>
                  </a:solidFill>
                </a:ln>
                <a:solidFill>
                  <a:schemeClr val="tx2"/>
                </a:solidFill>
              </a:rPr>
              <a:t>	1.1 gain an access to a target user database</a:t>
            </a:r>
          </a:p>
          <a:p>
            <a:pPr marL="1219170" lvl="2" hangingPunct="0">
              <a:tabLst>
                <a:tab pos="731976" algn="l"/>
                <a:tab pos="1951146" algn="l"/>
                <a:tab pos="3170315" algn="l"/>
                <a:tab pos="4389485" algn="l"/>
                <a:tab pos="5608654" algn="l"/>
                <a:tab pos="6827824" algn="l"/>
                <a:tab pos="8046993" algn="l"/>
                <a:tab pos="9266163" algn="l"/>
                <a:tab pos="10485333" algn="l"/>
                <a:tab pos="11704502" algn="l"/>
                <a:tab pos="12923672" algn="l"/>
              </a:tabLst>
            </a:pPr>
            <a:r>
              <a:rPr lang="en-NZ" sz="2800" dirty="0">
                <a:ln>
                  <a:solidFill>
                    <a:schemeClr val="bg1">
                      <a:lumMod val="75000"/>
                      <a:lumOff val="25000"/>
                      <a:alpha val="10000"/>
                    </a:schemeClr>
                  </a:solidFill>
                </a:ln>
                <a:solidFill>
                  <a:schemeClr val="tx2"/>
                </a:solidFill>
              </a:rPr>
              <a:t>	1.1.1 exploit a software vulnerability in the system</a:t>
            </a:r>
          </a:p>
          <a:p>
            <a:pPr hangingPunct="0">
              <a:tabLst>
                <a:tab pos="731976" algn="l"/>
                <a:tab pos="1951146" algn="l"/>
                <a:tab pos="3170315" algn="l"/>
                <a:tab pos="4389485" algn="l"/>
                <a:tab pos="5608654" algn="l"/>
                <a:tab pos="6827824" algn="l"/>
                <a:tab pos="8046993" algn="l"/>
                <a:tab pos="9266163" algn="l"/>
                <a:tab pos="10485333" algn="l"/>
                <a:tab pos="11704502" algn="l"/>
                <a:tab pos="12923672" algn="l"/>
              </a:tabLst>
            </a:pPr>
            <a:r>
              <a:rPr lang="en-NZ" sz="2800" dirty="0">
                <a:ln>
                  <a:solidFill>
                    <a:schemeClr val="bg1">
                      <a:lumMod val="75000"/>
                      <a:lumOff val="25000"/>
                      <a:alpha val="10000"/>
                    </a:schemeClr>
                  </a:solidFill>
                </a:ln>
                <a:solidFill>
                  <a:schemeClr val="tx2"/>
                </a:solidFill>
              </a:rPr>
              <a:t>	1.2 log in as a target user</a:t>
            </a:r>
          </a:p>
          <a:p>
            <a:pPr hangingPunct="0">
              <a:tabLst>
                <a:tab pos="731976" algn="l"/>
                <a:tab pos="1951146" algn="l"/>
                <a:tab pos="3170315" algn="l"/>
                <a:tab pos="4389485" algn="l"/>
                <a:tab pos="5608654" algn="l"/>
                <a:tab pos="6827824" algn="l"/>
                <a:tab pos="8046993" algn="l"/>
                <a:tab pos="9266163" algn="l"/>
                <a:tab pos="10485333" algn="l"/>
                <a:tab pos="11704502" algn="l"/>
                <a:tab pos="12923672" algn="l"/>
              </a:tabLst>
            </a:pPr>
            <a:r>
              <a:rPr lang="en-NZ" sz="2800" dirty="0">
                <a:ln>
                  <a:solidFill>
                    <a:schemeClr val="bg1">
                      <a:lumMod val="75000"/>
                      <a:lumOff val="25000"/>
                      <a:alpha val="10000"/>
                    </a:schemeClr>
                  </a:solidFill>
                </a:ln>
                <a:solidFill>
                  <a:schemeClr val="tx2"/>
                </a:solidFill>
              </a:rPr>
              <a:t>	 	1.2.1 brute-force login</a:t>
            </a:r>
          </a:p>
          <a:p>
            <a:pPr marL="609585" lvl="1" hangingPunct="0">
              <a:tabLst>
                <a:tab pos="731976" algn="l"/>
                <a:tab pos="1951146" algn="l"/>
                <a:tab pos="3170315" algn="l"/>
                <a:tab pos="4389485" algn="l"/>
                <a:tab pos="5608654" algn="l"/>
                <a:tab pos="6827824" algn="l"/>
                <a:tab pos="8046993" algn="l"/>
                <a:tab pos="9266163" algn="l"/>
                <a:tab pos="10485333" algn="l"/>
                <a:tab pos="11704502" algn="l"/>
                <a:tab pos="12923672" algn="l"/>
              </a:tabLst>
            </a:pPr>
            <a:r>
              <a:rPr lang="en-NZ" sz="2800" dirty="0">
                <a:ln>
                  <a:solidFill>
                    <a:schemeClr val="bg1">
                      <a:lumMod val="75000"/>
                      <a:lumOff val="25000"/>
                      <a:alpha val="10000"/>
                    </a:schemeClr>
                  </a:solidFill>
                </a:ln>
                <a:solidFill>
                  <a:schemeClr val="tx2"/>
                </a:solidFill>
              </a:rPr>
              <a:t>		   	1.2.1.1 search a target username</a:t>
            </a:r>
          </a:p>
          <a:p>
            <a:pPr marL="609585" lvl="1" hangingPunct="0">
              <a:tabLst>
                <a:tab pos="731976" algn="l"/>
                <a:tab pos="1951146" algn="l"/>
                <a:tab pos="3170315" algn="l"/>
                <a:tab pos="4389485" algn="l"/>
                <a:tab pos="5608654" algn="l"/>
                <a:tab pos="6827824" algn="l"/>
                <a:tab pos="8046993" algn="l"/>
                <a:tab pos="9266163" algn="l"/>
                <a:tab pos="10485333" algn="l"/>
                <a:tab pos="11704502" algn="l"/>
                <a:tab pos="12923672" algn="l"/>
              </a:tabLst>
            </a:pPr>
            <a:r>
              <a:rPr lang="en-NZ" sz="2800" dirty="0">
                <a:ln>
                  <a:solidFill>
                    <a:schemeClr val="bg1">
                      <a:lumMod val="75000"/>
                      <a:lumOff val="25000"/>
                      <a:alpha val="10000"/>
                    </a:schemeClr>
                  </a:solidFill>
                </a:ln>
                <a:solidFill>
                  <a:schemeClr val="tx2"/>
                </a:solidFill>
              </a:rPr>
              <a:t>            	1.2.1.2 search a target user password</a:t>
            </a:r>
          </a:p>
          <a:p>
            <a:pPr hangingPunct="0">
              <a:tabLst>
                <a:tab pos="731976" algn="l"/>
                <a:tab pos="1951146" algn="l"/>
                <a:tab pos="3170315" algn="l"/>
                <a:tab pos="4389485" algn="l"/>
                <a:tab pos="5608654" algn="l"/>
                <a:tab pos="6827824" algn="l"/>
                <a:tab pos="8046993" algn="l"/>
                <a:tab pos="9266163" algn="l"/>
                <a:tab pos="10485333" algn="l"/>
                <a:tab pos="11704502" algn="l"/>
                <a:tab pos="12923672" algn="l"/>
              </a:tabLst>
            </a:pPr>
            <a:r>
              <a:rPr lang="en-NZ" sz="2800" dirty="0">
                <a:ln>
                  <a:solidFill>
                    <a:schemeClr val="bg1">
                      <a:lumMod val="75000"/>
                      <a:lumOff val="25000"/>
                      <a:alpha val="10000"/>
                    </a:schemeClr>
                  </a:solidFill>
                </a:ln>
                <a:solidFill>
                  <a:schemeClr val="tx2"/>
                </a:solidFill>
              </a:rPr>
              <a:t>		1.2.2 steal user private credentials</a:t>
            </a:r>
          </a:p>
          <a:p>
            <a:pPr hangingPunct="0">
              <a:tabLst>
                <a:tab pos="731976" algn="l"/>
                <a:tab pos="1951146" algn="l"/>
                <a:tab pos="3170315" algn="l"/>
                <a:tab pos="4389485" algn="l"/>
                <a:tab pos="5608654" algn="l"/>
                <a:tab pos="6827824" algn="l"/>
                <a:tab pos="8046993" algn="l"/>
                <a:tab pos="9266163" algn="l"/>
                <a:tab pos="10485333" algn="l"/>
                <a:tab pos="11704502" algn="l"/>
                <a:tab pos="12923672" algn="l"/>
              </a:tabLst>
            </a:pPr>
            <a:r>
              <a:rPr lang="en-NZ" sz="2800" dirty="0">
                <a:ln>
                  <a:solidFill>
                    <a:schemeClr val="bg1">
                      <a:lumMod val="75000"/>
                      <a:lumOff val="25000"/>
                      <a:alpha val="10000"/>
                    </a:schemeClr>
                  </a:solidFill>
                </a:ln>
                <a:solidFill>
                  <a:schemeClr val="tx2"/>
                </a:solidFill>
              </a:rPr>
              <a:t>	1.3 hijack user session</a:t>
            </a:r>
          </a:p>
          <a:p>
            <a:pPr hangingPunct="0">
              <a:tabLst>
                <a:tab pos="731976" algn="l"/>
                <a:tab pos="1951146" algn="l"/>
                <a:tab pos="3170315" algn="l"/>
                <a:tab pos="4389485" algn="l"/>
                <a:tab pos="5608654" algn="l"/>
                <a:tab pos="6827824" algn="l"/>
                <a:tab pos="8046993" algn="l"/>
                <a:tab pos="9266163" algn="l"/>
                <a:tab pos="10485333" algn="l"/>
                <a:tab pos="11704502" algn="l"/>
                <a:tab pos="12923672" algn="l"/>
              </a:tabLst>
            </a:pPr>
            <a:r>
              <a:rPr lang="en-NZ" sz="2800" dirty="0">
                <a:ln>
                  <a:solidFill>
                    <a:schemeClr val="bg1">
                      <a:lumMod val="75000"/>
                      <a:lumOff val="25000"/>
                      <a:alpha val="10000"/>
                    </a:schemeClr>
                  </a:solidFill>
                </a:ln>
                <a:solidFill>
                  <a:schemeClr val="tx2"/>
                </a:solidFill>
              </a:rPr>
              <a:t>		1.3.1 steal user session cookie</a:t>
            </a:r>
          </a:p>
          <a:p>
            <a:pPr hangingPunct="0">
              <a:tabLst>
                <a:tab pos="731976" algn="l"/>
                <a:tab pos="1951146" algn="l"/>
                <a:tab pos="3170315" algn="l"/>
                <a:tab pos="4389485" algn="l"/>
                <a:tab pos="5608654" algn="l"/>
                <a:tab pos="6827824" algn="l"/>
                <a:tab pos="8046993" algn="l"/>
                <a:tab pos="9266163" algn="l"/>
                <a:tab pos="10485333" algn="l"/>
                <a:tab pos="11704502" algn="l"/>
                <a:tab pos="12923672" algn="l"/>
              </a:tabLst>
            </a:pPr>
            <a:r>
              <a:rPr lang="en-NZ" sz="2600" dirty="0">
                <a:ln>
                  <a:solidFill>
                    <a:schemeClr val="bg1">
                      <a:lumMod val="75000"/>
                      <a:lumOff val="25000"/>
                      <a:alpha val="10000"/>
                    </a:schemeClr>
                  </a:solidFill>
                </a:ln>
                <a:solidFill>
                  <a:schemeClr val="tx2"/>
                </a:solidFill>
              </a:rPr>
              <a:t>	</a:t>
            </a:r>
          </a:p>
        </p:txBody>
      </p:sp>
      <p:sp>
        <p:nvSpPr>
          <p:cNvPr id="9" name="Rectangle 8">
            <a:extLst>
              <a:ext uri="{FF2B5EF4-FFF2-40B4-BE49-F238E27FC236}">
                <a16:creationId xmlns:a16="http://schemas.microsoft.com/office/drawing/2014/main" id="{92BF3EED-D3B4-49D2-A6C8-D7907D6E686F}"/>
              </a:ext>
            </a:extLst>
          </p:cNvPr>
          <p:cNvSpPr/>
          <p:nvPr/>
        </p:nvSpPr>
        <p:spPr>
          <a:xfrm>
            <a:off x="660401" y="3422479"/>
            <a:ext cx="745066" cy="643467"/>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2600" dirty="0"/>
              <a:t>OR</a:t>
            </a:r>
          </a:p>
        </p:txBody>
      </p:sp>
      <p:sp>
        <p:nvSpPr>
          <p:cNvPr id="17" name="Rectangle 16">
            <a:extLst>
              <a:ext uri="{FF2B5EF4-FFF2-40B4-BE49-F238E27FC236}">
                <a16:creationId xmlns:a16="http://schemas.microsoft.com/office/drawing/2014/main" id="{1C4CBA98-41AF-41BF-87EC-E666818F45F8}"/>
              </a:ext>
            </a:extLst>
          </p:cNvPr>
          <p:cNvSpPr/>
          <p:nvPr/>
        </p:nvSpPr>
        <p:spPr>
          <a:xfrm>
            <a:off x="1405467" y="3422479"/>
            <a:ext cx="745066" cy="643467"/>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2600" dirty="0"/>
              <a:t>OR</a:t>
            </a:r>
          </a:p>
        </p:txBody>
      </p:sp>
      <p:sp>
        <p:nvSpPr>
          <p:cNvPr id="33" name="Rectangle 32">
            <a:extLst>
              <a:ext uri="{FF2B5EF4-FFF2-40B4-BE49-F238E27FC236}">
                <a16:creationId xmlns:a16="http://schemas.microsoft.com/office/drawing/2014/main" id="{F1A78012-7420-4BFE-9810-477A4BA43464}"/>
              </a:ext>
            </a:extLst>
          </p:cNvPr>
          <p:cNvSpPr/>
          <p:nvPr/>
        </p:nvSpPr>
        <p:spPr>
          <a:xfrm>
            <a:off x="2606144" y="3429000"/>
            <a:ext cx="949855" cy="643467"/>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2600" dirty="0"/>
              <a:t>AND</a:t>
            </a:r>
          </a:p>
        </p:txBody>
      </p:sp>
    </p:spTree>
    <p:extLst>
      <p:ext uri="{BB962C8B-B14F-4D97-AF65-F5344CB8AC3E}">
        <p14:creationId xmlns:p14="http://schemas.microsoft.com/office/powerpoint/2010/main" val="325239602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p:cNvSpPr>
            <a:spLocks noGrp="1"/>
          </p:cNvSpPr>
          <p:nvPr>
            <p:ph type="sldNum" sz="quarter" idx="12"/>
          </p:nvPr>
        </p:nvSpPr>
        <p:spPr/>
        <p:txBody>
          <a:bodyPr/>
          <a:lstStyle/>
          <a:p>
            <a:fld id="{55670E94-029C-4BA8-8D44-FBB339E4924F}" type="slidenum">
              <a:rPr lang="en-AU" smtClean="0">
                <a:solidFill>
                  <a:prstClr val="black">
                    <a:tint val="75000"/>
                  </a:prstClr>
                </a:solidFill>
              </a:rPr>
              <a:pPr/>
              <a:t>14</a:t>
            </a:fld>
            <a:endParaRPr lang="en-AU" dirty="0">
              <a:solidFill>
                <a:prstClr val="black">
                  <a:tint val="75000"/>
                </a:prstClr>
              </a:solidFill>
            </a:endParaRPr>
          </a:p>
        </p:txBody>
      </p:sp>
      <p:sp>
        <p:nvSpPr>
          <p:cNvPr id="4" name="Title 3"/>
          <p:cNvSpPr>
            <a:spLocks noGrp="1"/>
          </p:cNvSpPr>
          <p:nvPr>
            <p:ph type="title"/>
          </p:nvPr>
        </p:nvSpPr>
        <p:spPr>
          <a:xfrm>
            <a:off x="781999" y="15960"/>
            <a:ext cx="10353762" cy="1101640"/>
          </a:xfrm>
        </p:spPr>
        <p:txBody>
          <a:bodyPr/>
          <a:lstStyle/>
          <a:p>
            <a:r>
              <a:rPr lang="en-AU" dirty="0"/>
              <a:t>Exercise</a:t>
            </a:r>
          </a:p>
        </p:txBody>
      </p:sp>
      <p:sp>
        <p:nvSpPr>
          <p:cNvPr id="2" name="Rectangle 1"/>
          <p:cNvSpPr/>
          <p:nvPr/>
        </p:nvSpPr>
        <p:spPr>
          <a:xfrm>
            <a:off x="727892" y="1117600"/>
            <a:ext cx="11247040" cy="4801314"/>
          </a:xfrm>
          <a:prstGeom prst="rect">
            <a:avLst/>
          </a:prstGeom>
        </p:spPr>
        <p:txBody>
          <a:bodyPr wrap="square">
            <a:spAutoFit/>
          </a:bodyPr>
          <a:lstStyle/>
          <a:p>
            <a:pPr hangingPunct="0">
              <a:tabLst>
                <a:tab pos="731976" algn="l"/>
                <a:tab pos="1951146" algn="l"/>
                <a:tab pos="3170315" algn="l"/>
                <a:tab pos="4389485" algn="l"/>
                <a:tab pos="5608654" algn="l"/>
                <a:tab pos="6827824" algn="l"/>
                <a:tab pos="8046993" algn="l"/>
                <a:tab pos="9266163" algn="l"/>
                <a:tab pos="10485333" algn="l"/>
                <a:tab pos="11704502" algn="l"/>
                <a:tab pos="12923672" algn="l"/>
              </a:tabLst>
            </a:pPr>
            <a:r>
              <a:rPr lang="en-NZ" sz="28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1. </a:t>
            </a:r>
            <a:r>
              <a:rPr lang="en-NZ" sz="2800" dirty="0">
                <a:ln>
                  <a:solidFill>
                    <a:schemeClr val="bg1">
                      <a:lumMod val="75000"/>
                      <a:lumOff val="25000"/>
                      <a:alpha val="10000"/>
                    </a:schemeClr>
                  </a:solidFill>
                </a:ln>
                <a:solidFill>
                  <a:schemeClr val="tx2"/>
                </a:solidFill>
              </a:rPr>
              <a:t>gain an access to a target user’s private information</a:t>
            </a:r>
          </a:p>
          <a:p>
            <a:pPr hangingPunct="0">
              <a:tabLst>
                <a:tab pos="731976" algn="l"/>
                <a:tab pos="1951146" algn="l"/>
                <a:tab pos="3170315" algn="l"/>
                <a:tab pos="4389485" algn="l"/>
                <a:tab pos="5608654" algn="l"/>
                <a:tab pos="6827824" algn="l"/>
                <a:tab pos="8046993" algn="l"/>
                <a:tab pos="9266163" algn="l"/>
                <a:tab pos="10485333" algn="l"/>
                <a:tab pos="11704502" algn="l"/>
                <a:tab pos="12923672" algn="l"/>
              </a:tabLst>
            </a:pPr>
            <a:r>
              <a:rPr lang="en-NZ" sz="2800" dirty="0">
                <a:ln>
                  <a:solidFill>
                    <a:schemeClr val="bg1">
                      <a:lumMod val="75000"/>
                      <a:lumOff val="25000"/>
                      <a:alpha val="10000"/>
                    </a:schemeClr>
                  </a:solidFill>
                </a:ln>
                <a:solidFill>
                  <a:schemeClr val="tx2"/>
                </a:solidFill>
              </a:rPr>
              <a:t>	1.1 gain an access to a target user database</a:t>
            </a:r>
          </a:p>
          <a:p>
            <a:pPr marL="1219170" lvl="2" hangingPunct="0">
              <a:tabLst>
                <a:tab pos="731976" algn="l"/>
                <a:tab pos="1951146" algn="l"/>
                <a:tab pos="3170315" algn="l"/>
                <a:tab pos="4389485" algn="l"/>
                <a:tab pos="5608654" algn="l"/>
                <a:tab pos="6827824" algn="l"/>
                <a:tab pos="8046993" algn="l"/>
                <a:tab pos="9266163" algn="l"/>
                <a:tab pos="10485333" algn="l"/>
                <a:tab pos="11704502" algn="l"/>
                <a:tab pos="12923672" algn="l"/>
              </a:tabLst>
            </a:pPr>
            <a:r>
              <a:rPr lang="en-NZ" sz="2800" dirty="0">
                <a:ln>
                  <a:solidFill>
                    <a:schemeClr val="bg1">
                      <a:lumMod val="75000"/>
                      <a:lumOff val="25000"/>
                      <a:alpha val="10000"/>
                    </a:schemeClr>
                  </a:solidFill>
                </a:ln>
                <a:solidFill>
                  <a:schemeClr val="tx2"/>
                </a:solidFill>
              </a:rPr>
              <a:t>	1.1.1 exploit a software vulnerability in the system</a:t>
            </a:r>
          </a:p>
          <a:p>
            <a:pPr hangingPunct="0">
              <a:tabLst>
                <a:tab pos="731976" algn="l"/>
                <a:tab pos="1951146" algn="l"/>
                <a:tab pos="3170315" algn="l"/>
                <a:tab pos="4389485" algn="l"/>
                <a:tab pos="5608654" algn="l"/>
                <a:tab pos="6827824" algn="l"/>
                <a:tab pos="8046993" algn="l"/>
                <a:tab pos="9266163" algn="l"/>
                <a:tab pos="10485333" algn="l"/>
                <a:tab pos="11704502" algn="l"/>
                <a:tab pos="12923672" algn="l"/>
              </a:tabLst>
            </a:pPr>
            <a:r>
              <a:rPr lang="en-NZ" sz="2800" dirty="0">
                <a:ln>
                  <a:solidFill>
                    <a:schemeClr val="bg1">
                      <a:lumMod val="75000"/>
                      <a:lumOff val="25000"/>
                      <a:alpha val="10000"/>
                    </a:schemeClr>
                  </a:solidFill>
                </a:ln>
                <a:solidFill>
                  <a:schemeClr val="tx2"/>
                </a:solidFill>
              </a:rPr>
              <a:t>	1.2 log in as a target user</a:t>
            </a:r>
          </a:p>
          <a:p>
            <a:pPr hangingPunct="0">
              <a:tabLst>
                <a:tab pos="731976" algn="l"/>
                <a:tab pos="1951146" algn="l"/>
                <a:tab pos="3170315" algn="l"/>
                <a:tab pos="4389485" algn="l"/>
                <a:tab pos="5608654" algn="l"/>
                <a:tab pos="6827824" algn="l"/>
                <a:tab pos="8046993" algn="l"/>
                <a:tab pos="9266163" algn="l"/>
                <a:tab pos="10485333" algn="l"/>
                <a:tab pos="11704502" algn="l"/>
                <a:tab pos="12923672" algn="l"/>
              </a:tabLst>
            </a:pPr>
            <a:r>
              <a:rPr lang="en-NZ" sz="2800" dirty="0">
                <a:ln>
                  <a:solidFill>
                    <a:schemeClr val="bg1">
                      <a:lumMod val="75000"/>
                      <a:lumOff val="25000"/>
                      <a:alpha val="10000"/>
                    </a:schemeClr>
                  </a:solidFill>
                </a:ln>
                <a:solidFill>
                  <a:schemeClr val="tx2"/>
                </a:solidFill>
              </a:rPr>
              <a:t>	 	1.2.1 brute-force login</a:t>
            </a:r>
          </a:p>
          <a:p>
            <a:pPr marL="609585" lvl="1" hangingPunct="0">
              <a:tabLst>
                <a:tab pos="731976" algn="l"/>
                <a:tab pos="1951146" algn="l"/>
                <a:tab pos="3170315" algn="l"/>
                <a:tab pos="4389485" algn="l"/>
                <a:tab pos="5608654" algn="l"/>
                <a:tab pos="6827824" algn="l"/>
                <a:tab pos="8046993" algn="l"/>
                <a:tab pos="9266163" algn="l"/>
                <a:tab pos="10485333" algn="l"/>
                <a:tab pos="11704502" algn="l"/>
                <a:tab pos="12923672" algn="l"/>
              </a:tabLst>
            </a:pPr>
            <a:r>
              <a:rPr lang="en-NZ" sz="2800" dirty="0">
                <a:ln>
                  <a:solidFill>
                    <a:schemeClr val="bg1">
                      <a:lumMod val="75000"/>
                      <a:lumOff val="25000"/>
                      <a:alpha val="10000"/>
                    </a:schemeClr>
                  </a:solidFill>
                </a:ln>
                <a:solidFill>
                  <a:schemeClr val="tx2"/>
                </a:solidFill>
              </a:rPr>
              <a:t>		   	1.2.1.1 search a target username</a:t>
            </a:r>
          </a:p>
          <a:p>
            <a:pPr marL="609585" lvl="1" hangingPunct="0">
              <a:tabLst>
                <a:tab pos="731976" algn="l"/>
                <a:tab pos="1951146" algn="l"/>
                <a:tab pos="3170315" algn="l"/>
                <a:tab pos="4389485" algn="l"/>
                <a:tab pos="5608654" algn="l"/>
                <a:tab pos="6827824" algn="l"/>
                <a:tab pos="8046993" algn="l"/>
                <a:tab pos="9266163" algn="l"/>
                <a:tab pos="10485333" algn="l"/>
                <a:tab pos="11704502" algn="l"/>
                <a:tab pos="12923672" algn="l"/>
              </a:tabLst>
            </a:pPr>
            <a:r>
              <a:rPr lang="en-NZ" sz="2800" dirty="0">
                <a:ln>
                  <a:solidFill>
                    <a:schemeClr val="bg1">
                      <a:lumMod val="75000"/>
                      <a:lumOff val="25000"/>
                      <a:alpha val="10000"/>
                    </a:schemeClr>
                  </a:solidFill>
                </a:ln>
                <a:solidFill>
                  <a:schemeClr val="tx2"/>
                </a:solidFill>
              </a:rPr>
              <a:t>            	1.2.1.2 search a target user password</a:t>
            </a:r>
          </a:p>
          <a:p>
            <a:pPr hangingPunct="0">
              <a:tabLst>
                <a:tab pos="731976" algn="l"/>
                <a:tab pos="1951146" algn="l"/>
                <a:tab pos="3170315" algn="l"/>
                <a:tab pos="4389485" algn="l"/>
                <a:tab pos="5608654" algn="l"/>
                <a:tab pos="6827824" algn="l"/>
                <a:tab pos="8046993" algn="l"/>
                <a:tab pos="9266163" algn="l"/>
                <a:tab pos="10485333" algn="l"/>
                <a:tab pos="11704502" algn="l"/>
                <a:tab pos="12923672" algn="l"/>
              </a:tabLst>
            </a:pPr>
            <a:r>
              <a:rPr lang="en-NZ" sz="2800" dirty="0">
                <a:ln>
                  <a:solidFill>
                    <a:schemeClr val="bg1">
                      <a:lumMod val="75000"/>
                      <a:lumOff val="25000"/>
                      <a:alpha val="10000"/>
                    </a:schemeClr>
                  </a:solidFill>
                </a:ln>
                <a:solidFill>
                  <a:schemeClr val="tx2"/>
                </a:solidFill>
              </a:rPr>
              <a:t>		1.2.2 steal user private credentials</a:t>
            </a:r>
          </a:p>
          <a:p>
            <a:pPr hangingPunct="0">
              <a:tabLst>
                <a:tab pos="731976" algn="l"/>
                <a:tab pos="1951146" algn="l"/>
                <a:tab pos="3170315" algn="l"/>
                <a:tab pos="4389485" algn="l"/>
                <a:tab pos="5608654" algn="l"/>
                <a:tab pos="6827824" algn="l"/>
                <a:tab pos="8046993" algn="l"/>
                <a:tab pos="9266163" algn="l"/>
                <a:tab pos="10485333" algn="l"/>
                <a:tab pos="11704502" algn="l"/>
                <a:tab pos="12923672" algn="l"/>
              </a:tabLst>
            </a:pPr>
            <a:r>
              <a:rPr lang="en-NZ" sz="2800" dirty="0">
                <a:ln>
                  <a:solidFill>
                    <a:schemeClr val="bg1">
                      <a:lumMod val="75000"/>
                      <a:lumOff val="25000"/>
                      <a:alpha val="10000"/>
                    </a:schemeClr>
                  </a:solidFill>
                </a:ln>
                <a:solidFill>
                  <a:schemeClr val="tx2"/>
                </a:solidFill>
              </a:rPr>
              <a:t>	1.3 hijack user session</a:t>
            </a:r>
          </a:p>
          <a:p>
            <a:pPr hangingPunct="0">
              <a:tabLst>
                <a:tab pos="731976" algn="l"/>
                <a:tab pos="1951146" algn="l"/>
                <a:tab pos="3170315" algn="l"/>
                <a:tab pos="4389485" algn="l"/>
                <a:tab pos="5608654" algn="l"/>
                <a:tab pos="6827824" algn="l"/>
                <a:tab pos="8046993" algn="l"/>
                <a:tab pos="9266163" algn="l"/>
                <a:tab pos="10485333" algn="l"/>
                <a:tab pos="11704502" algn="l"/>
                <a:tab pos="12923672" algn="l"/>
              </a:tabLst>
            </a:pPr>
            <a:r>
              <a:rPr lang="en-NZ" sz="2800" dirty="0">
                <a:ln>
                  <a:solidFill>
                    <a:schemeClr val="bg1">
                      <a:lumMod val="75000"/>
                      <a:lumOff val="25000"/>
                      <a:alpha val="10000"/>
                    </a:schemeClr>
                  </a:solidFill>
                </a:ln>
                <a:solidFill>
                  <a:schemeClr val="tx2"/>
                </a:solidFill>
              </a:rPr>
              <a:t>		1.3.1 steal user session cookie</a:t>
            </a:r>
          </a:p>
          <a:p>
            <a:pPr hangingPunct="0">
              <a:tabLst>
                <a:tab pos="731976" algn="l"/>
                <a:tab pos="1951146" algn="l"/>
                <a:tab pos="3170315" algn="l"/>
                <a:tab pos="4389485" algn="l"/>
                <a:tab pos="5608654" algn="l"/>
                <a:tab pos="6827824" algn="l"/>
                <a:tab pos="8046993" algn="l"/>
                <a:tab pos="9266163" algn="l"/>
                <a:tab pos="10485333" algn="l"/>
                <a:tab pos="11704502" algn="l"/>
                <a:tab pos="12923672" algn="l"/>
              </a:tabLst>
            </a:pPr>
            <a:r>
              <a:rPr lang="en-NZ" sz="2600" dirty="0">
                <a:ln>
                  <a:solidFill>
                    <a:schemeClr val="bg1">
                      <a:lumMod val="75000"/>
                      <a:lumOff val="25000"/>
                      <a:alpha val="10000"/>
                    </a:schemeClr>
                  </a:solidFill>
                </a:ln>
                <a:solidFill>
                  <a:schemeClr val="tx2"/>
                </a:solidFill>
              </a:rPr>
              <a:t>	</a:t>
            </a:r>
          </a:p>
        </p:txBody>
      </p:sp>
      <p:cxnSp>
        <p:nvCxnSpPr>
          <p:cNvPr id="5" name="Straight Connector 4">
            <a:extLst>
              <a:ext uri="{FF2B5EF4-FFF2-40B4-BE49-F238E27FC236}">
                <a16:creationId xmlns:a16="http://schemas.microsoft.com/office/drawing/2014/main" id="{9AFA49DD-3423-40BF-AE24-1775F9A00881}"/>
              </a:ext>
            </a:extLst>
          </p:cNvPr>
          <p:cNvCxnSpPr>
            <a:cxnSpLocks/>
          </p:cNvCxnSpPr>
          <p:nvPr/>
        </p:nvCxnSpPr>
        <p:spPr>
          <a:xfrm flipH="1">
            <a:off x="1269938" y="2794000"/>
            <a:ext cx="474077" cy="950212"/>
          </a:xfrm>
          <a:prstGeom prst="line">
            <a:avLst/>
          </a:prstGeom>
          <a:ln w="19050">
            <a:solidFill>
              <a:srgbClr val="FF0000"/>
            </a:solidFill>
            <a:headEnd type="triangle"/>
            <a:tailEnd type="none"/>
          </a:ln>
        </p:spPr>
        <p:style>
          <a:lnRef idx="1">
            <a:schemeClr val="accent1"/>
          </a:lnRef>
          <a:fillRef idx="0">
            <a:schemeClr val="accent1"/>
          </a:fillRef>
          <a:effectRef idx="0">
            <a:schemeClr val="accent1"/>
          </a:effectRef>
          <a:fontRef idx="minor">
            <a:schemeClr val="tx1"/>
          </a:fontRef>
        </p:style>
      </p:cxnSp>
      <p:cxnSp>
        <p:nvCxnSpPr>
          <p:cNvPr id="8" name="Straight Connector 7">
            <a:extLst>
              <a:ext uri="{FF2B5EF4-FFF2-40B4-BE49-F238E27FC236}">
                <a16:creationId xmlns:a16="http://schemas.microsoft.com/office/drawing/2014/main" id="{B083DECA-807C-40EF-862A-72F03C22BFF6}"/>
              </a:ext>
            </a:extLst>
          </p:cNvPr>
          <p:cNvCxnSpPr>
            <a:cxnSpLocks/>
          </p:cNvCxnSpPr>
          <p:nvPr/>
        </p:nvCxnSpPr>
        <p:spPr>
          <a:xfrm flipH="1">
            <a:off x="1269938" y="1794933"/>
            <a:ext cx="287930" cy="1949279"/>
          </a:xfrm>
          <a:prstGeom prst="line">
            <a:avLst/>
          </a:prstGeom>
          <a:ln w="19050">
            <a:solidFill>
              <a:srgbClr val="FF0000"/>
            </a:solidFill>
            <a:headEnd type="triangle"/>
            <a:tailEnd type="none"/>
          </a:ln>
        </p:spPr>
        <p:style>
          <a:lnRef idx="1">
            <a:schemeClr val="accent1"/>
          </a:lnRef>
          <a:fillRef idx="0">
            <a:schemeClr val="accent1"/>
          </a:fillRef>
          <a:effectRef idx="0">
            <a:schemeClr val="accent1"/>
          </a:effectRef>
          <a:fontRef idx="minor">
            <a:schemeClr val="tx1"/>
          </a:fontRef>
        </p:style>
      </p:cxnSp>
      <p:sp>
        <p:nvSpPr>
          <p:cNvPr id="9" name="Rectangle 8">
            <a:extLst>
              <a:ext uri="{FF2B5EF4-FFF2-40B4-BE49-F238E27FC236}">
                <a16:creationId xmlns:a16="http://schemas.microsoft.com/office/drawing/2014/main" id="{92BF3EED-D3B4-49D2-A6C8-D7907D6E686F}"/>
              </a:ext>
            </a:extLst>
          </p:cNvPr>
          <p:cNvSpPr/>
          <p:nvPr/>
        </p:nvSpPr>
        <p:spPr>
          <a:xfrm>
            <a:off x="660401" y="3422479"/>
            <a:ext cx="745066" cy="643467"/>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2600" dirty="0"/>
              <a:t>OR</a:t>
            </a:r>
          </a:p>
        </p:txBody>
      </p:sp>
      <p:cxnSp>
        <p:nvCxnSpPr>
          <p:cNvPr id="10" name="Straight Connector 9">
            <a:extLst>
              <a:ext uri="{FF2B5EF4-FFF2-40B4-BE49-F238E27FC236}">
                <a16:creationId xmlns:a16="http://schemas.microsoft.com/office/drawing/2014/main" id="{96AC2B41-31CB-48CB-ACB3-2D80D9DBD671}"/>
              </a:ext>
            </a:extLst>
          </p:cNvPr>
          <p:cNvCxnSpPr>
            <a:cxnSpLocks/>
          </p:cNvCxnSpPr>
          <p:nvPr/>
        </p:nvCxnSpPr>
        <p:spPr>
          <a:xfrm flipH="1" flipV="1">
            <a:off x="1269938" y="3781684"/>
            <a:ext cx="440572" cy="858049"/>
          </a:xfrm>
          <a:prstGeom prst="line">
            <a:avLst/>
          </a:prstGeom>
          <a:ln w="19050">
            <a:solidFill>
              <a:srgbClr val="FF0000"/>
            </a:solidFill>
            <a:headEnd type="triangle"/>
            <a:tailEnd type="none"/>
          </a:ln>
        </p:spPr>
        <p:style>
          <a:lnRef idx="1">
            <a:schemeClr val="accent1"/>
          </a:lnRef>
          <a:fillRef idx="0">
            <a:schemeClr val="accent1"/>
          </a:fillRef>
          <a:effectRef idx="0">
            <a:schemeClr val="accent1"/>
          </a:effectRef>
          <a:fontRef idx="minor">
            <a:schemeClr val="tx1"/>
          </a:fontRef>
        </p:style>
      </p:cxnSp>
      <p:sp>
        <p:nvSpPr>
          <p:cNvPr id="17" name="Rectangle 16">
            <a:extLst>
              <a:ext uri="{FF2B5EF4-FFF2-40B4-BE49-F238E27FC236}">
                <a16:creationId xmlns:a16="http://schemas.microsoft.com/office/drawing/2014/main" id="{1C4CBA98-41AF-41BF-87EC-E666818F45F8}"/>
              </a:ext>
            </a:extLst>
          </p:cNvPr>
          <p:cNvSpPr/>
          <p:nvPr/>
        </p:nvSpPr>
        <p:spPr>
          <a:xfrm>
            <a:off x="1405467" y="3422479"/>
            <a:ext cx="745066" cy="643467"/>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2600" dirty="0"/>
              <a:t>OR</a:t>
            </a:r>
          </a:p>
        </p:txBody>
      </p:sp>
      <p:sp>
        <p:nvSpPr>
          <p:cNvPr id="33" name="Rectangle 32">
            <a:extLst>
              <a:ext uri="{FF2B5EF4-FFF2-40B4-BE49-F238E27FC236}">
                <a16:creationId xmlns:a16="http://schemas.microsoft.com/office/drawing/2014/main" id="{F1A78012-7420-4BFE-9810-477A4BA43464}"/>
              </a:ext>
            </a:extLst>
          </p:cNvPr>
          <p:cNvSpPr/>
          <p:nvPr/>
        </p:nvSpPr>
        <p:spPr>
          <a:xfrm>
            <a:off x="2606144" y="3429000"/>
            <a:ext cx="949855" cy="643467"/>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2600" dirty="0"/>
              <a:t>AND</a:t>
            </a:r>
          </a:p>
        </p:txBody>
      </p:sp>
    </p:spTree>
    <p:extLst>
      <p:ext uri="{BB962C8B-B14F-4D97-AF65-F5344CB8AC3E}">
        <p14:creationId xmlns:p14="http://schemas.microsoft.com/office/powerpoint/2010/main" val="348005170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p:cNvSpPr>
            <a:spLocks noGrp="1"/>
          </p:cNvSpPr>
          <p:nvPr>
            <p:ph type="sldNum" sz="quarter" idx="12"/>
          </p:nvPr>
        </p:nvSpPr>
        <p:spPr/>
        <p:txBody>
          <a:bodyPr/>
          <a:lstStyle/>
          <a:p>
            <a:fld id="{55670E94-029C-4BA8-8D44-FBB339E4924F}" type="slidenum">
              <a:rPr lang="en-AU" smtClean="0">
                <a:solidFill>
                  <a:schemeClr val="tx1"/>
                </a:solidFill>
              </a:rPr>
              <a:pPr/>
              <a:t>15</a:t>
            </a:fld>
            <a:endParaRPr lang="en-AU" dirty="0">
              <a:solidFill>
                <a:schemeClr val="tx1"/>
              </a:solidFill>
            </a:endParaRPr>
          </a:p>
        </p:txBody>
      </p:sp>
      <p:sp>
        <p:nvSpPr>
          <p:cNvPr id="5" name="Rectangle 4"/>
          <p:cNvSpPr/>
          <p:nvPr/>
        </p:nvSpPr>
        <p:spPr>
          <a:xfrm>
            <a:off x="3764156" y="384043"/>
            <a:ext cx="3928041" cy="999066"/>
          </a:xfrm>
          <a:prstGeom prst="rect">
            <a:avLst/>
          </a:prstGeom>
          <a:solidFill>
            <a:schemeClr val="bg1"/>
          </a:solid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NZ" sz="2200" dirty="0">
                <a:solidFill>
                  <a:schemeClr val="tx1"/>
                </a:solidFill>
              </a:rPr>
              <a:t>1 gain an access to a user’s private information</a:t>
            </a:r>
          </a:p>
        </p:txBody>
      </p:sp>
      <p:cxnSp>
        <p:nvCxnSpPr>
          <p:cNvPr id="6" name="Straight Connector 5"/>
          <p:cNvCxnSpPr>
            <a:cxnSpLocks/>
            <a:stCxn id="5" idx="2"/>
            <a:endCxn id="7" idx="0"/>
          </p:cNvCxnSpPr>
          <p:nvPr/>
        </p:nvCxnSpPr>
        <p:spPr>
          <a:xfrm flipH="1">
            <a:off x="2718224" y="1383109"/>
            <a:ext cx="3009953" cy="829007"/>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7" name="Rounded Rectangle 6"/>
          <p:cNvSpPr/>
          <p:nvPr/>
        </p:nvSpPr>
        <p:spPr>
          <a:xfrm>
            <a:off x="1278791" y="2212116"/>
            <a:ext cx="2878865" cy="999067"/>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NZ" sz="2200" dirty="0">
                <a:solidFill>
                  <a:schemeClr val="tx1"/>
                </a:solidFill>
              </a:rPr>
              <a:t>1.1 gain direct access to the database</a:t>
            </a:r>
          </a:p>
        </p:txBody>
      </p:sp>
      <p:sp>
        <p:nvSpPr>
          <p:cNvPr id="8" name="Rounded Rectangle 7"/>
          <p:cNvSpPr/>
          <p:nvPr/>
        </p:nvSpPr>
        <p:spPr>
          <a:xfrm>
            <a:off x="4394553" y="2212117"/>
            <a:ext cx="2667247" cy="999066"/>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NZ" sz="2200" dirty="0">
                <a:solidFill>
                  <a:schemeClr val="tx1"/>
                </a:solidFill>
              </a:rPr>
              <a:t>1.2 login as a target user</a:t>
            </a:r>
          </a:p>
        </p:txBody>
      </p:sp>
      <p:sp>
        <p:nvSpPr>
          <p:cNvPr id="9" name="Rounded Rectangle 8"/>
          <p:cNvSpPr/>
          <p:nvPr/>
        </p:nvSpPr>
        <p:spPr>
          <a:xfrm>
            <a:off x="7298697" y="2212117"/>
            <a:ext cx="2667247" cy="999066"/>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NZ" sz="2200" dirty="0">
                <a:solidFill>
                  <a:schemeClr val="tx1"/>
                </a:solidFill>
              </a:rPr>
              <a:t>1.3 hijack user session</a:t>
            </a:r>
          </a:p>
        </p:txBody>
      </p:sp>
      <p:cxnSp>
        <p:nvCxnSpPr>
          <p:cNvPr id="17" name="Straight Connector 16"/>
          <p:cNvCxnSpPr>
            <a:cxnSpLocks/>
            <a:stCxn id="5" idx="2"/>
            <a:endCxn id="8" idx="0"/>
          </p:cNvCxnSpPr>
          <p:nvPr/>
        </p:nvCxnSpPr>
        <p:spPr>
          <a:xfrm>
            <a:off x="5728177" y="1383109"/>
            <a:ext cx="0" cy="82900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8" name="Straight Connector 17"/>
          <p:cNvCxnSpPr>
            <a:cxnSpLocks/>
            <a:stCxn id="5" idx="2"/>
            <a:endCxn id="9" idx="0"/>
          </p:cNvCxnSpPr>
          <p:nvPr/>
        </p:nvCxnSpPr>
        <p:spPr>
          <a:xfrm>
            <a:off x="5728177" y="1383109"/>
            <a:ext cx="2904144" cy="82900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70982807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p:cNvSpPr>
            <a:spLocks noGrp="1"/>
          </p:cNvSpPr>
          <p:nvPr>
            <p:ph type="sldNum" sz="quarter" idx="12"/>
          </p:nvPr>
        </p:nvSpPr>
        <p:spPr/>
        <p:txBody>
          <a:bodyPr/>
          <a:lstStyle/>
          <a:p>
            <a:fld id="{55670E94-029C-4BA8-8D44-FBB339E4924F}" type="slidenum">
              <a:rPr lang="en-AU" smtClean="0">
                <a:solidFill>
                  <a:prstClr val="black">
                    <a:tint val="75000"/>
                  </a:prstClr>
                </a:solidFill>
              </a:rPr>
              <a:pPr/>
              <a:t>16</a:t>
            </a:fld>
            <a:endParaRPr lang="en-AU" dirty="0">
              <a:solidFill>
                <a:prstClr val="black">
                  <a:tint val="75000"/>
                </a:prstClr>
              </a:solidFill>
            </a:endParaRPr>
          </a:p>
        </p:txBody>
      </p:sp>
      <p:sp>
        <p:nvSpPr>
          <p:cNvPr id="4" name="Title 3"/>
          <p:cNvSpPr>
            <a:spLocks noGrp="1"/>
          </p:cNvSpPr>
          <p:nvPr>
            <p:ph type="title"/>
          </p:nvPr>
        </p:nvSpPr>
        <p:spPr>
          <a:xfrm>
            <a:off x="781999" y="15960"/>
            <a:ext cx="10353762" cy="1101640"/>
          </a:xfrm>
        </p:spPr>
        <p:txBody>
          <a:bodyPr/>
          <a:lstStyle/>
          <a:p>
            <a:r>
              <a:rPr lang="en-AU" dirty="0"/>
              <a:t>Exercise</a:t>
            </a:r>
          </a:p>
        </p:txBody>
      </p:sp>
      <p:sp>
        <p:nvSpPr>
          <p:cNvPr id="2" name="Rectangle 1"/>
          <p:cNvSpPr/>
          <p:nvPr/>
        </p:nvSpPr>
        <p:spPr>
          <a:xfrm>
            <a:off x="727892" y="1117600"/>
            <a:ext cx="11247040" cy="4801314"/>
          </a:xfrm>
          <a:prstGeom prst="rect">
            <a:avLst/>
          </a:prstGeom>
        </p:spPr>
        <p:txBody>
          <a:bodyPr wrap="square">
            <a:spAutoFit/>
          </a:bodyPr>
          <a:lstStyle/>
          <a:p>
            <a:pPr hangingPunct="0">
              <a:tabLst>
                <a:tab pos="731976" algn="l"/>
                <a:tab pos="1951146" algn="l"/>
                <a:tab pos="3170315" algn="l"/>
                <a:tab pos="4389485" algn="l"/>
                <a:tab pos="5608654" algn="l"/>
                <a:tab pos="6827824" algn="l"/>
                <a:tab pos="8046993" algn="l"/>
                <a:tab pos="9266163" algn="l"/>
                <a:tab pos="10485333" algn="l"/>
                <a:tab pos="11704502" algn="l"/>
                <a:tab pos="12923672" algn="l"/>
              </a:tabLst>
            </a:pPr>
            <a:r>
              <a:rPr lang="en-NZ" sz="28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1. </a:t>
            </a:r>
            <a:r>
              <a:rPr lang="en-NZ" sz="2800" dirty="0">
                <a:ln>
                  <a:solidFill>
                    <a:schemeClr val="bg1">
                      <a:lumMod val="75000"/>
                      <a:lumOff val="25000"/>
                      <a:alpha val="10000"/>
                    </a:schemeClr>
                  </a:solidFill>
                </a:ln>
                <a:solidFill>
                  <a:schemeClr val="tx2"/>
                </a:solidFill>
              </a:rPr>
              <a:t>gain an access to a target user’s private information</a:t>
            </a:r>
          </a:p>
          <a:p>
            <a:pPr hangingPunct="0">
              <a:tabLst>
                <a:tab pos="731976" algn="l"/>
                <a:tab pos="1951146" algn="l"/>
                <a:tab pos="3170315" algn="l"/>
                <a:tab pos="4389485" algn="l"/>
                <a:tab pos="5608654" algn="l"/>
                <a:tab pos="6827824" algn="l"/>
                <a:tab pos="8046993" algn="l"/>
                <a:tab pos="9266163" algn="l"/>
                <a:tab pos="10485333" algn="l"/>
                <a:tab pos="11704502" algn="l"/>
                <a:tab pos="12923672" algn="l"/>
              </a:tabLst>
            </a:pPr>
            <a:r>
              <a:rPr lang="en-NZ" sz="2800" dirty="0">
                <a:ln>
                  <a:solidFill>
                    <a:schemeClr val="bg1">
                      <a:lumMod val="75000"/>
                      <a:lumOff val="25000"/>
                      <a:alpha val="10000"/>
                    </a:schemeClr>
                  </a:solidFill>
                </a:ln>
                <a:solidFill>
                  <a:schemeClr val="tx2"/>
                </a:solidFill>
              </a:rPr>
              <a:t>	1.1 gain an access to a target user database</a:t>
            </a:r>
          </a:p>
          <a:p>
            <a:pPr marL="1219170" lvl="2" hangingPunct="0">
              <a:tabLst>
                <a:tab pos="731976" algn="l"/>
                <a:tab pos="1951146" algn="l"/>
                <a:tab pos="3170315" algn="l"/>
                <a:tab pos="4389485" algn="l"/>
                <a:tab pos="5608654" algn="l"/>
                <a:tab pos="6827824" algn="l"/>
                <a:tab pos="8046993" algn="l"/>
                <a:tab pos="9266163" algn="l"/>
                <a:tab pos="10485333" algn="l"/>
                <a:tab pos="11704502" algn="l"/>
                <a:tab pos="12923672" algn="l"/>
              </a:tabLst>
            </a:pPr>
            <a:r>
              <a:rPr lang="en-NZ" sz="2800" dirty="0">
                <a:ln>
                  <a:solidFill>
                    <a:schemeClr val="bg1">
                      <a:lumMod val="75000"/>
                      <a:lumOff val="25000"/>
                      <a:alpha val="10000"/>
                    </a:schemeClr>
                  </a:solidFill>
                </a:ln>
                <a:solidFill>
                  <a:schemeClr val="tx2"/>
                </a:solidFill>
              </a:rPr>
              <a:t>	1.1.1 exploit a software vulnerability in the system</a:t>
            </a:r>
          </a:p>
          <a:p>
            <a:pPr hangingPunct="0">
              <a:tabLst>
                <a:tab pos="731976" algn="l"/>
                <a:tab pos="1951146" algn="l"/>
                <a:tab pos="3170315" algn="l"/>
                <a:tab pos="4389485" algn="l"/>
                <a:tab pos="5608654" algn="l"/>
                <a:tab pos="6827824" algn="l"/>
                <a:tab pos="8046993" algn="l"/>
                <a:tab pos="9266163" algn="l"/>
                <a:tab pos="10485333" algn="l"/>
                <a:tab pos="11704502" algn="l"/>
                <a:tab pos="12923672" algn="l"/>
              </a:tabLst>
            </a:pPr>
            <a:r>
              <a:rPr lang="en-NZ" sz="2800" dirty="0">
                <a:ln>
                  <a:solidFill>
                    <a:schemeClr val="bg1">
                      <a:lumMod val="75000"/>
                      <a:lumOff val="25000"/>
                      <a:alpha val="10000"/>
                    </a:schemeClr>
                  </a:solidFill>
                </a:ln>
                <a:solidFill>
                  <a:schemeClr val="tx2"/>
                </a:solidFill>
              </a:rPr>
              <a:t>	1.2 log in as a target user</a:t>
            </a:r>
          </a:p>
          <a:p>
            <a:pPr hangingPunct="0">
              <a:tabLst>
                <a:tab pos="731976" algn="l"/>
                <a:tab pos="1951146" algn="l"/>
                <a:tab pos="3170315" algn="l"/>
                <a:tab pos="4389485" algn="l"/>
                <a:tab pos="5608654" algn="l"/>
                <a:tab pos="6827824" algn="l"/>
                <a:tab pos="8046993" algn="l"/>
                <a:tab pos="9266163" algn="l"/>
                <a:tab pos="10485333" algn="l"/>
                <a:tab pos="11704502" algn="l"/>
                <a:tab pos="12923672" algn="l"/>
              </a:tabLst>
            </a:pPr>
            <a:r>
              <a:rPr lang="en-NZ" sz="2800" dirty="0">
                <a:ln>
                  <a:solidFill>
                    <a:schemeClr val="bg1">
                      <a:lumMod val="75000"/>
                      <a:lumOff val="25000"/>
                      <a:alpha val="10000"/>
                    </a:schemeClr>
                  </a:solidFill>
                </a:ln>
                <a:solidFill>
                  <a:schemeClr val="tx2"/>
                </a:solidFill>
              </a:rPr>
              <a:t>	 	1.2.1 brute-force login</a:t>
            </a:r>
          </a:p>
          <a:p>
            <a:pPr marL="609585" lvl="1" hangingPunct="0">
              <a:tabLst>
                <a:tab pos="731976" algn="l"/>
                <a:tab pos="1951146" algn="l"/>
                <a:tab pos="3170315" algn="l"/>
                <a:tab pos="4389485" algn="l"/>
                <a:tab pos="5608654" algn="l"/>
                <a:tab pos="6827824" algn="l"/>
                <a:tab pos="8046993" algn="l"/>
                <a:tab pos="9266163" algn="l"/>
                <a:tab pos="10485333" algn="l"/>
                <a:tab pos="11704502" algn="l"/>
                <a:tab pos="12923672" algn="l"/>
              </a:tabLst>
            </a:pPr>
            <a:r>
              <a:rPr lang="en-NZ" sz="2800" dirty="0">
                <a:ln>
                  <a:solidFill>
                    <a:schemeClr val="bg1">
                      <a:lumMod val="75000"/>
                      <a:lumOff val="25000"/>
                      <a:alpha val="10000"/>
                    </a:schemeClr>
                  </a:solidFill>
                </a:ln>
                <a:solidFill>
                  <a:schemeClr val="tx2"/>
                </a:solidFill>
              </a:rPr>
              <a:t>		   	1.2.1.1 identify a target username</a:t>
            </a:r>
          </a:p>
          <a:p>
            <a:pPr marL="609585" lvl="1" hangingPunct="0">
              <a:tabLst>
                <a:tab pos="731976" algn="l"/>
                <a:tab pos="1951146" algn="l"/>
                <a:tab pos="3170315" algn="l"/>
                <a:tab pos="4389485" algn="l"/>
                <a:tab pos="5608654" algn="l"/>
                <a:tab pos="6827824" algn="l"/>
                <a:tab pos="8046993" algn="l"/>
                <a:tab pos="9266163" algn="l"/>
                <a:tab pos="10485333" algn="l"/>
                <a:tab pos="11704502" algn="l"/>
                <a:tab pos="12923672" algn="l"/>
              </a:tabLst>
            </a:pPr>
            <a:r>
              <a:rPr lang="en-NZ" sz="2800" dirty="0">
                <a:ln>
                  <a:solidFill>
                    <a:schemeClr val="bg1">
                      <a:lumMod val="75000"/>
                      <a:lumOff val="25000"/>
                      <a:alpha val="10000"/>
                    </a:schemeClr>
                  </a:solidFill>
                </a:ln>
                <a:solidFill>
                  <a:schemeClr val="tx2"/>
                </a:solidFill>
              </a:rPr>
              <a:t>            	1.2.1.2 identify a target user password</a:t>
            </a:r>
          </a:p>
          <a:p>
            <a:pPr hangingPunct="0">
              <a:tabLst>
                <a:tab pos="731976" algn="l"/>
                <a:tab pos="1951146" algn="l"/>
                <a:tab pos="3170315" algn="l"/>
                <a:tab pos="4389485" algn="l"/>
                <a:tab pos="5608654" algn="l"/>
                <a:tab pos="6827824" algn="l"/>
                <a:tab pos="8046993" algn="l"/>
                <a:tab pos="9266163" algn="l"/>
                <a:tab pos="10485333" algn="l"/>
                <a:tab pos="11704502" algn="l"/>
                <a:tab pos="12923672" algn="l"/>
              </a:tabLst>
            </a:pPr>
            <a:r>
              <a:rPr lang="en-NZ" sz="2800" dirty="0">
                <a:ln>
                  <a:solidFill>
                    <a:schemeClr val="bg1">
                      <a:lumMod val="75000"/>
                      <a:lumOff val="25000"/>
                      <a:alpha val="10000"/>
                    </a:schemeClr>
                  </a:solidFill>
                </a:ln>
                <a:solidFill>
                  <a:schemeClr val="tx2"/>
                </a:solidFill>
              </a:rPr>
              <a:t>		1.2.2 steal user private credentials</a:t>
            </a:r>
          </a:p>
          <a:p>
            <a:pPr hangingPunct="0">
              <a:tabLst>
                <a:tab pos="731976" algn="l"/>
                <a:tab pos="1951146" algn="l"/>
                <a:tab pos="3170315" algn="l"/>
                <a:tab pos="4389485" algn="l"/>
                <a:tab pos="5608654" algn="l"/>
                <a:tab pos="6827824" algn="l"/>
                <a:tab pos="8046993" algn="l"/>
                <a:tab pos="9266163" algn="l"/>
                <a:tab pos="10485333" algn="l"/>
                <a:tab pos="11704502" algn="l"/>
                <a:tab pos="12923672" algn="l"/>
              </a:tabLst>
            </a:pPr>
            <a:r>
              <a:rPr lang="en-NZ" sz="2800" dirty="0">
                <a:ln>
                  <a:solidFill>
                    <a:schemeClr val="bg1">
                      <a:lumMod val="75000"/>
                      <a:lumOff val="25000"/>
                      <a:alpha val="10000"/>
                    </a:schemeClr>
                  </a:solidFill>
                </a:ln>
                <a:solidFill>
                  <a:schemeClr val="tx2"/>
                </a:solidFill>
              </a:rPr>
              <a:t>	1.3 hijack user session</a:t>
            </a:r>
          </a:p>
          <a:p>
            <a:pPr hangingPunct="0">
              <a:tabLst>
                <a:tab pos="731976" algn="l"/>
                <a:tab pos="1951146" algn="l"/>
                <a:tab pos="3170315" algn="l"/>
                <a:tab pos="4389485" algn="l"/>
                <a:tab pos="5608654" algn="l"/>
                <a:tab pos="6827824" algn="l"/>
                <a:tab pos="8046993" algn="l"/>
                <a:tab pos="9266163" algn="l"/>
                <a:tab pos="10485333" algn="l"/>
                <a:tab pos="11704502" algn="l"/>
                <a:tab pos="12923672" algn="l"/>
              </a:tabLst>
            </a:pPr>
            <a:r>
              <a:rPr lang="en-NZ" sz="2800" dirty="0">
                <a:ln>
                  <a:solidFill>
                    <a:schemeClr val="bg1">
                      <a:lumMod val="75000"/>
                      <a:lumOff val="25000"/>
                      <a:alpha val="10000"/>
                    </a:schemeClr>
                  </a:solidFill>
                </a:ln>
                <a:solidFill>
                  <a:schemeClr val="tx2"/>
                </a:solidFill>
              </a:rPr>
              <a:t>		1.3.1 steal user session cookie</a:t>
            </a:r>
          </a:p>
          <a:p>
            <a:pPr hangingPunct="0">
              <a:tabLst>
                <a:tab pos="731976" algn="l"/>
                <a:tab pos="1951146" algn="l"/>
                <a:tab pos="3170315" algn="l"/>
                <a:tab pos="4389485" algn="l"/>
                <a:tab pos="5608654" algn="l"/>
                <a:tab pos="6827824" algn="l"/>
                <a:tab pos="8046993" algn="l"/>
                <a:tab pos="9266163" algn="l"/>
                <a:tab pos="10485333" algn="l"/>
                <a:tab pos="11704502" algn="l"/>
                <a:tab pos="12923672" algn="l"/>
              </a:tabLst>
            </a:pPr>
            <a:r>
              <a:rPr lang="en-NZ" sz="2600" dirty="0">
                <a:ln>
                  <a:solidFill>
                    <a:schemeClr val="bg1">
                      <a:lumMod val="75000"/>
                      <a:lumOff val="25000"/>
                      <a:alpha val="10000"/>
                    </a:schemeClr>
                  </a:solidFill>
                </a:ln>
                <a:solidFill>
                  <a:schemeClr val="tx2"/>
                </a:solidFill>
              </a:rPr>
              <a:t>	</a:t>
            </a:r>
          </a:p>
        </p:txBody>
      </p:sp>
      <p:cxnSp>
        <p:nvCxnSpPr>
          <p:cNvPr id="5" name="Straight Connector 4">
            <a:extLst>
              <a:ext uri="{FF2B5EF4-FFF2-40B4-BE49-F238E27FC236}">
                <a16:creationId xmlns:a16="http://schemas.microsoft.com/office/drawing/2014/main" id="{9AFA49DD-3423-40BF-AE24-1775F9A00881}"/>
              </a:ext>
            </a:extLst>
          </p:cNvPr>
          <p:cNvCxnSpPr>
            <a:cxnSpLocks/>
          </p:cNvCxnSpPr>
          <p:nvPr/>
        </p:nvCxnSpPr>
        <p:spPr>
          <a:xfrm flipH="1">
            <a:off x="2047345" y="3043151"/>
            <a:ext cx="780764" cy="633235"/>
          </a:xfrm>
          <a:prstGeom prst="line">
            <a:avLst/>
          </a:prstGeom>
          <a:ln w="19050">
            <a:solidFill>
              <a:srgbClr val="FF0000"/>
            </a:solidFill>
            <a:headEnd type="triangle"/>
            <a:tailEnd type="none"/>
          </a:ln>
        </p:spPr>
        <p:style>
          <a:lnRef idx="1">
            <a:schemeClr val="accent1"/>
          </a:lnRef>
          <a:fillRef idx="0">
            <a:schemeClr val="accent1"/>
          </a:fillRef>
          <a:effectRef idx="0">
            <a:schemeClr val="accent1"/>
          </a:effectRef>
          <a:fontRef idx="minor">
            <a:schemeClr val="tx1"/>
          </a:fontRef>
        </p:style>
      </p:cxnSp>
      <p:sp>
        <p:nvSpPr>
          <p:cNvPr id="9" name="Rectangle 8">
            <a:extLst>
              <a:ext uri="{FF2B5EF4-FFF2-40B4-BE49-F238E27FC236}">
                <a16:creationId xmlns:a16="http://schemas.microsoft.com/office/drawing/2014/main" id="{92BF3EED-D3B4-49D2-A6C8-D7907D6E686F}"/>
              </a:ext>
            </a:extLst>
          </p:cNvPr>
          <p:cNvSpPr/>
          <p:nvPr/>
        </p:nvSpPr>
        <p:spPr>
          <a:xfrm>
            <a:off x="660401" y="3422479"/>
            <a:ext cx="745066" cy="643467"/>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2600" dirty="0"/>
              <a:t>OR</a:t>
            </a:r>
          </a:p>
        </p:txBody>
      </p:sp>
      <p:cxnSp>
        <p:nvCxnSpPr>
          <p:cNvPr id="10" name="Straight Connector 9">
            <a:extLst>
              <a:ext uri="{FF2B5EF4-FFF2-40B4-BE49-F238E27FC236}">
                <a16:creationId xmlns:a16="http://schemas.microsoft.com/office/drawing/2014/main" id="{96AC2B41-31CB-48CB-ACB3-2D80D9DBD671}"/>
              </a:ext>
            </a:extLst>
          </p:cNvPr>
          <p:cNvCxnSpPr>
            <a:cxnSpLocks/>
          </p:cNvCxnSpPr>
          <p:nvPr/>
        </p:nvCxnSpPr>
        <p:spPr>
          <a:xfrm flipH="1" flipV="1">
            <a:off x="2047345" y="3676386"/>
            <a:ext cx="780763" cy="639590"/>
          </a:xfrm>
          <a:prstGeom prst="line">
            <a:avLst/>
          </a:prstGeom>
          <a:ln w="19050">
            <a:solidFill>
              <a:srgbClr val="FF0000"/>
            </a:solidFill>
            <a:headEnd type="triangle"/>
            <a:tailEnd type="none"/>
          </a:ln>
        </p:spPr>
        <p:style>
          <a:lnRef idx="1">
            <a:schemeClr val="accent1"/>
          </a:lnRef>
          <a:fillRef idx="0">
            <a:schemeClr val="accent1"/>
          </a:fillRef>
          <a:effectRef idx="0">
            <a:schemeClr val="accent1"/>
          </a:effectRef>
          <a:fontRef idx="minor">
            <a:schemeClr val="tx1"/>
          </a:fontRef>
        </p:style>
      </p:cxnSp>
      <p:sp>
        <p:nvSpPr>
          <p:cNvPr id="17" name="Rectangle 16">
            <a:extLst>
              <a:ext uri="{FF2B5EF4-FFF2-40B4-BE49-F238E27FC236}">
                <a16:creationId xmlns:a16="http://schemas.microsoft.com/office/drawing/2014/main" id="{1C4CBA98-41AF-41BF-87EC-E666818F45F8}"/>
              </a:ext>
            </a:extLst>
          </p:cNvPr>
          <p:cNvSpPr/>
          <p:nvPr/>
        </p:nvSpPr>
        <p:spPr>
          <a:xfrm>
            <a:off x="1405467" y="3422479"/>
            <a:ext cx="745066" cy="643467"/>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2600" dirty="0"/>
              <a:t>OR</a:t>
            </a:r>
          </a:p>
        </p:txBody>
      </p:sp>
      <p:sp>
        <p:nvSpPr>
          <p:cNvPr id="33" name="Rectangle 32">
            <a:extLst>
              <a:ext uri="{FF2B5EF4-FFF2-40B4-BE49-F238E27FC236}">
                <a16:creationId xmlns:a16="http://schemas.microsoft.com/office/drawing/2014/main" id="{F1A78012-7420-4BFE-9810-477A4BA43464}"/>
              </a:ext>
            </a:extLst>
          </p:cNvPr>
          <p:cNvSpPr/>
          <p:nvPr/>
        </p:nvSpPr>
        <p:spPr>
          <a:xfrm>
            <a:off x="2606144" y="3429000"/>
            <a:ext cx="949855" cy="643467"/>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2600" dirty="0"/>
              <a:t>AND</a:t>
            </a:r>
          </a:p>
        </p:txBody>
      </p:sp>
    </p:spTree>
    <p:extLst>
      <p:ext uri="{BB962C8B-B14F-4D97-AF65-F5344CB8AC3E}">
        <p14:creationId xmlns:p14="http://schemas.microsoft.com/office/powerpoint/2010/main" val="142316607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p:cNvSpPr>
            <a:spLocks noGrp="1"/>
          </p:cNvSpPr>
          <p:nvPr>
            <p:ph type="sldNum" sz="quarter" idx="12"/>
          </p:nvPr>
        </p:nvSpPr>
        <p:spPr/>
        <p:txBody>
          <a:bodyPr/>
          <a:lstStyle/>
          <a:p>
            <a:fld id="{55670E94-029C-4BA8-8D44-FBB339E4924F}" type="slidenum">
              <a:rPr lang="en-AU" smtClean="0">
                <a:solidFill>
                  <a:schemeClr val="tx1"/>
                </a:solidFill>
              </a:rPr>
              <a:pPr/>
              <a:t>17</a:t>
            </a:fld>
            <a:endParaRPr lang="en-AU" dirty="0">
              <a:solidFill>
                <a:schemeClr val="tx1"/>
              </a:solidFill>
            </a:endParaRPr>
          </a:p>
        </p:txBody>
      </p:sp>
      <p:sp>
        <p:nvSpPr>
          <p:cNvPr id="5" name="Rectangle 4"/>
          <p:cNvSpPr/>
          <p:nvPr/>
        </p:nvSpPr>
        <p:spPr>
          <a:xfrm>
            <a:off x="3764156" y="384043"/>
            <a:ext cx="3928041" cy="999066"/>
          </a:xfrm>
          <a:prstGeom prst="rect">
            <a:avLst/>
          </a:prstGeom>
          <a:solidFill>
            <a:schemeClr val="bg1"/>
          </a:solid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NZ" sz="2200" dirty="0">
                <a:solidFill>
                  <a:schemeClr val="tx1"/>
                </a:solidFill>
              </a:rPr>
              <a:t>1 gain an access to a user’s private information</a:t>
            </a:r>
          </a:p>
        </p:txBody>
      </p:sp>
      <p:cxnSp>
        <p:nvCxnSpPr>
          <p:cNvPr id="6" name="Straight Connector 5"/>
          <p:cNvCxnSpPr>
            <a:cxnSpLocks/>
            <a:stCxn id="5" idx="2"/>
            <a:endCxn id="7" idx="0"/>
          </p:cNvCxnSpPr>
          <p:nvPr/>
        </p:nvCxnSpPr>
        <p:spPr>
          <a:xfrm flipH="1">
            <a:off x="2718224" y="1383109"/>
            <a:ext cx="3009953" cy="829007"/>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7" name="Rounded Rectangle 6"/>
          <p:cNvSpPr/>
          <p:nvPr/>
        </p:nvSpPr>
        <p:spPr>
          <a:xfrm>
            <a:off x="1278791" y="2212116"/>
            <a:ext cx="2878865" cy="999067"/>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NZ" sz="2200" dirty="0">
                <a:solidFill>
                  <a:schemeClr val="tx1"/>
                </a:solidFill>
              </a:rPr>
              <a:t>1.1 gain direct access to the database</a:t>
            </a:r>
          </a:p>
        </p:txBody>
      </p:sp>
      <p:sp>
        <p:nvSpPr>
          <p:cNvPr id="8" name="Rounded Rectangle 7"/>
          <p:cNvSpPr/>
          <p:nvPr/>
        </p:nvSpPr>
        <p:spPr>
          <a:xfrm>
            <a:off x="4394553" y="2212117"/>
            <a:ext cx="2667247" cy="999066"/>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NZ" sz="2200" dirty="0">
                <a:solidFill>
                  <a:schemeClr val="tx1"/>
                </a:solidFill>
              </a:rPr>
              <a:t>1.2 login as a target user</a:t>
            </a:r>
          </a:p>
        </p:txBody>
      </p:sp>
      <p:sp>
        <p:nvSpPr>
          <p:cNvPr id="9" name="Rounded Rectangle 8"/>
          <p:cNvSpPr/>
          <p:nvPr/>
        </p:nvSpPr>
        <p:spPr>
          <a:xfrm>
            <a:off x="7298697" y="2212117"/>
            <a:ext cx="2667247" cy="999066"/>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NZ" sz="2200" dirty="0">
                <a:solidFill>
                  <a:schemeClr val="tx1"/>
                </a:solidFill>
              </a:rPr>
              <a:t>1.3 hijack user session</a:t>
            </a:r>
          </a:p>
        </p:txBody>
      </p:sp>
      <p:cxnSp>
        <p:nvCxnSpPr>
          <p:cNvPr id="17" name="Straight Connector 16"/>
          <p:cNvCxnSpPr>
            <a:cxnSpLocks/>
            <a:stCxn id="5" idx="2"/>
            <a:endCxn id="8" idx="0"/>
          </p:cNvCxnSpPr>
          <p:nvPr/>
        </p:nvCxnSpPr>
        <p:spPr>
          <a:xfrm>
            <a:off x="5728177" y="1383109"/>
            <a:ext cx="0" cy="82900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8" name="Straight Connector 17"/>
          <p:cNvCxnSpPr>
            <a:cxnSpLocks/>
            <a:stCxn id="5" idx="2"/>
            <a:endCxn id="9" idx="0"/>
          </p:cNvCxnSpPr>
          <p:nvPr/>
        </p:nvCxnSpPr>
        <p:spPr>
          <a:xfrm>
            <a:off x="5728177" y="1383109"/>
            <a:ext cx="2904144" cy="82900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10" name="Rounded Rectangle 10">
            <a:extLst>
              <a:ext uri="{FF2B5EF4-FFF2-40B4-BE49-F238E27FC236}">
                <a16:creationId xmlns:a16="http://schemas.microsoft.com/office/drawing/2014/main" id="{2C036C30-C5EA-4F19-8978-832C0165CF1B}"/>
              </a:ext>
            </a:extLst>
          </p:cNvPr>
          <p:cNvSpPr/>
          <p:nvPr/>
        </p:nvSpPr>
        <p:spPr>
          <a:xfrm>
            <a:off x="190824" y="4040190"/>
            <a:ext cx="3399043" cy="1253296"/>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NZ" sz="2200" dirty="0">
                <a:solidFill>
                  <a:schemeClr val="tx1"/>
                </a:solidFill>
              </a:rPr>
              <a:t>1.1.1 exploit a software vulnerability in the system</a:t>
            </a:r>
          </a:p>
        </p:txBody>
      </p:sp>
      <p:cxnSp>
        <p:nvCxnSpPr>
          <p:cNvPr id="11" name="Straight Connector 10">
            <a:extLst>
              <a:ext uri="{FF2B5EF4-FFF2-40B4-BE49-F238E27FC236}">
                <a16:creationId xmlns:a16="http://schemas.microsoft.com/office/drawing/2014/main" id="{8BB23C53-39B3-45A0-932F-7C70A20FC24F}"/>
              </a:ext>
            </a:extLst>
          </p:cNvPr>
          <p:cNvCxnSpPr>
            <a:cxnSpLocks/>
            <a:stCxn id="7" idx="2"/>
            <a:endCxn id="10" idx="0"/>
          </p:cNvCxnSpPr>
          <p:nvPr/>
        </p:nvCxnSpPr>
        <p:spPr>
          <a:xfrm flipH="1">
            <a:off x="1890346" y="3211183"/>
            <a:ext cx="827878" cy="829007"/>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19" name="Rounded Rectangle 13">
            <a:extLst>
              <a:ext uri="{FF2B5EF4-FFF2-40B4-BE49-F238E27FC236}">
                <a16:creationId xmlns:a16="http://schemas.microsoft.com/office/drawing/2014/main" id="{D94C59C5-226B-48FA-AC32-E5D4ED75A4C7}"/>
              </a:ext>
            </a:extLst>
          </p:cNvPr>
          <p:cNvSpPr/>
          <p:nvPr/>
        </p:nvSpPr>
        <p:spPr>
          <a:xfrm>
            <a:off x="9181301" y="4040190"/>
            <a:ext cx="2665420" cy="1253296"/>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NZ" sz="2200" dirty="0">
                <a:solidFill>
                  <a:schemeClr val="tx1"/>
                </a:solidFill>
              </a:rPr>
              <a:t>1.3.1 steal user session cookie</a:t>
            </a:r>
          </a:p>
        </p:txBody>
      </p:sp>
      <p:cxnSp>
        <p:nvCxnSpPr>
          <p:cNvPr id="20" name="Straight Connector 19">
            <a:extLst>
              <a:ext uri="{FF2B5EF4-FFF2-40B4-BE49-F238E27FC236}">
                <a16:creationId xmlns:a16="http://schemas.microsoft.com/office/drawing/2014/main" id="{34275EBC-EB06-463D-9768-3136A45B2A8E}"/>
              </a:ext>
            </a:extLst>
          </p:cNvPr>
          <p:cNvCxnSpPr>
            <a:cxnSpLocks/>
            <a:endCxn id="19" idx="0"/>
          </p:cNvCxnSpPr>
          <p:nvPr/>
        </p:nvCxnSpPr>
        <p:spPr>
          <a:xfrm>
            <a:off x="9350632" y="3211183"/>
            <a:ext cx="1163379" cy="829007"/>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22" name="Rounded Rectangle 11">
            <a:extLst>
              <a:ext uri="{FF2B5EF4-FFF2-40B4-BE49-F238E27FC236}">
                <a16:creationId xmlns:a16="http://schemas.microsoft.com/office/drawing/2014/main" id="{F15A1BFD-0CE5-42D3-973C-87E746E01E64}"/>
              </a:ext>
            </a:extLst>
          </p:cNvPr>
          <p:cNvSpPr/>
          <p:nvPr/>
        </p:nvSpPr>
        <p:spPr>
          <a:xfrm>
            <a:off x="3943543" y="4040190"/>
            <a:ext cx="1958488" cy="1253296"/>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NZ" sz="2200" dirty="0">
                <a:solidFill>
                  <a:schemeClr val="tx1"/>
                </a:solidFill>
              </a:rPr>
              <a:t>1.2.1 brute-force login</a:t>
            </a:r>
          </a:p>
        </p:txBody>
      </p:sp>
      <p:sp>
        <p:nvSpPr>
          <p:cNvPr id="23" name="Rounded Rectangle 12">
            <a:extLst>
              <a:ext uri="{FF2B5EF4-FFF2-40B4-BE49-F238E27FC236}">
                <a16:creationId xmlns:a16="http://schemas.microsoft.com/office/drawing/2014/main" id="{6691EEBD-2317-42B5-B2B1-017891B1A73B}"/>
              </a:ext>
            </a:extLst>
          </p:cNvPr>
          <p:cNvSpPr/>
          <p:nvPr/>
        </p:nvSpPr>
        <p:spPr>
          <a:xfrm>
            <a:off x="6289971" y="4040190"/>
            <a:ext cx="2665419" cy="1253296"/>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NZ" sz="2200" dirty="0">
                <a:solidFill>
                  <a:schemeClr val="tx1"/>
                </a:solidFill>
              </a:rPr>
              <a:t>1.2.2 steal user private credentials</a:t>
            </a:r>
          </a:p>
        </p:txBody>
      </p:sp>
      <p:cxnSp>
        <p:nvCxnSpPr>
          <p:cNvPr id="24" name="Straight Connector 23">
            <a:extLst>
              <a:ext uri="{FF2B5EF4-FFF2-40B4-BE49-F238E27FC236}">
                <a16:creationId xmlns:a16="http://schemas.microsoft.com/office/drawing/2014/main" id="{34CA2EB8-00D2-431F-B330-F60CC068FC65}"/>
              </a:ext>
            </a:extLst>
          </p:cNvPr>
          <p:cNvCxnSpPr>
            <a:cxnSpLocks/>
            <a:stCxn id="8" idx="2"/>
            <a:endCxn id="22" idx="0"/>
          </p:cNvCxnSpPr>
          <p:nvPr/>
        </p:nvCxnSpPr>
        <p:spPr>
          <a:xfrm flipH="1">
            <a:off x="4922787" y="3211183"/>
            <a:ext cx="805390" cy="829007"/>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7" name="Straight Connector 26">
            <a:extLst>
              <a:ext uri="{FF2B5EF4-FFF2-40B4-BE49-F238E27FC236}">
                <a16:creationId xmlns:a16="http://schemas.microsoft.com/office/drawing/2014/main" id="{BCD34379-1273-40FC-BA3D-3A72F6C11760}"/>
              </a:ext>
            </a:extLst>
          </p:cNvPr>
          <p:cNvCxnSpPr>
            <a:cxnSpLocks/>
            <a:stCxn id="8" idx="2"/>
            <a:endCxn id="23" idx="0"/>
          </p:cNvCxnSpPr>
          <p:nvPr/>
        </p:nvCxnSpPr>
        <p:spPr>
          <a:xfrm>
            <a:off x="5728177" y="3211183"/>
            <a:ext cx="1894504" cy="829007"/>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49893664"/>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p:cNvSpPr>
            <a:spLocks noGrp="1"/>
          </p:cNvSpPr>
          <p:nvPr>
            <p:ph type="sldNum" sz="quarter" idx="12"/>
          </p:nvPr>
        </p:nvSpPr>
        <p:spPr/>
        <p:txBody>
          <a:bodyPr/>
          <a:lstStyle/>
          <a:p>
            <a:fld id="{55670E94-029C-4BA8-8D44-FBB339E4924F}" type="slidenum">
              <a:rPr lang="en-AU" smtClean="0">
                <a:solidFill>
                  <a:prstClr val="black">
                    <a:tint val="75000"/>
                  </a:prstClr>
                </a:solidFill>
              </a:rPr>
              <a:pPr/>
              <a:t>18</a:t>
            </a:fld>
            <a:endParaRPr lang="en-AU" dirty="0">
              <a:solidFill>
                <a:prstClr val="black">
                  <a:tint val="75000"/>
                </a:prstClr>
              </a:solidFill>
            </a:endParaRPr>
          </a:p>
        </p:txBody>
      </p:sp>
      <p:sp>
        <p:nvSpPr>
          <p:cNvPr id="4" name="Title 3"/>
          <p:cNvSpPr>
            <a:spLocks noGrp="1"/>
          </p:cNvSpPr>
          <p:nvPr>
            <p:ph type="title"/>
          </p:nvPr>
        </p:nvSpPr>
        <p:spPr>
          <a:xfrm>
            <a:off x="781999" y="15960"/>
            <a:ext cx="10353762" cy="1101640"/>
          </a:xfrm>
        </p:spPr>
        <p:txBody>
          <a:bodyPr/>
          <a:lstStyle/>
          <a:p>
            <a:r>
              <a:rPr lang="en-AU" dirty="0"/>
              <a:t>Exercise</a:t>
            </a:r>
          </a:p>
        </p:txBody>
      </p:sp>
      <p:sp>
        <p:nvSpPr>
          <p:cNvPr id="2" name="Rectangle 1"/>
          <p:cNvSpPr/>
          <p:nvPr/>
        </p:nvSpPr>
        <p:spPr>
          <a:xfrm>
            <a:off x="727892" y="1117600"/>
            <a:ext cx="11247040" cy="4801314"/>
          </a:xfrm>
          <a:prstGeom prst="rect">
            <a:avLst/>
          </a:prstGeom>
        </p:spPr>
        <p:txBody>
          <a:bodyPr wrap="square">
            <a:spAutoFit/>
          </a:bodyPr>
          <a:lstStyle/>
          <a:p>
            <a:pPr hangingPunct="0">
              <a:tabLst>
                <a:tab pos="731976" algn="l"/>
                <a:tab pos="1951146" algn="l"/>
                <a:tab pos="3170315" algn="l"/>
                <a:tab pos="4389485" algn="l"/>
                <a:tab pos="5608654" algn="l"/>
                <a:tab pos="6827824" algn="l"/>
                <a:tab pos="8046993" algn="l"/>
                <a:tab pos="9266163" algn="l"/>
                <a:tab pos="10485333" algn="l"/>
                <a:tab pos="11704502" algn="l"/>
                <a:tab pos="12923672" algn="l"/>
              </a:tabLst>
            </a:pPr>
            <a:r>
              <a:rPr lang="en-NZ" sz="28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1. </a:t>
            </a:r>
            <a:r>
              <a:rPr lang="en-NZ" sz="2800" dirty="0">
                <a:ln>
                  <a:solidFill>
                    <a:schemeClr val="bg1">
                      <a:lumMod val="75000"/>
                      <a:lumOff val="25000"/>
                      <a:alpha val="10000"/>
                    </a:schemeClr>
                  </a:solidFill>
                </a:ln>
                <a:solidFill>
                  <a:schemeClr val="tx2"/>
                </a:solidFill>
              </a:rPr>
              <a:t>gain an access to a target user’s private information</a:t>
            </a:r>
          </a:p>
          <a:p>
            <a:pPr hangingPunct="0">
              <a:tabLst>
                <a:tab pos="731976" algn="l"/>
                <a:tab pos="1951146" algn="l"/>
                <a:tab pos="3170315" algn="l"/>
                <a:tab pos="4389485" algn="l"/>
                <a:tab pos="5608654" algn="l"/>
                <a:tab pos="6827824" algn="l"/>
                <a:tab pos="8046993" algn="l"/>
                <a:tab pos="9266163" algn="l"/>
                <a:tab pos="10485333" algn="l"/>
                <a:tab pos="11704502" algn="l"/>
                <a:tab pos="12923672" algn="l"/>
              </a:tabLst>
            </a:pPr>
            <a:r>
              <a:rPr lang="en-NZ" sz="2800" dirty="0">
                <a:ln>
                  <a:solidFill>
                    <a:schemeClr val="bg1">
                      <a:lumMod val="75000"/>
                      <a:lumOff val="25000"/>
                      <a:alpha val="10000"/>
                    </a:schemeClr>
                  </a:solidFill>
                </a:ln>
                <a:solidFill>
                  <a:schemeClr val="tx2"/>
                </a:solidFill>
              </a:rPr>
              <a:t>	1.1 gain an access to a target user database</a:t>
            </a:r>
          </a:p>
          <a:p>
            <a:pPr marL="1219170" lvl="2" hangingPunct="0">
              <a:tabLst>
                <a:tab pos="731976" algn="l"/>
                <a:tab pos="1951146" algn="l"/>
                <a:tab pos="3170315" algn="l"/>
                <a:tab pos="4389485" algn="l"/>
                <a:tab pos="5608654" algn="l"/>
                <a:tab pos="6827824" algn="l"/>
                <a:tab pos="8046993" algn="l"/>
                <a:tab pos="9266163" algn="l"/>
                <a:tab pos="10485333" algn="l"/>
                <a:tab pos="11704502" algn="l"/>
                <a:tab pos="12923672" algn="l"/>
              </a:tabLst>
            </a:pPr>
            <a:r>
              <a:rPr lang="en-NZ" sz="2800" dirty="0">
                <a:ln>
                  <a:solidFill>
                    <a:schemeClr val="bg1">
                      <a:lumMod val="75000"/>
                      <a:lumOff val="25000"/>
                      <a:alpha val="10000"/>
                    </a:schemeClr>
                  </a:solidFill>
                </a:ln>
                <a:solidFill>
                  <a:schemeClr val="tx2"/>
                </a:solidFill>
              </a:rPr>
              <a:t>	1.1.1 exploit a software vulnerability in the system</a:t>
            </a:r>
          </a:p>
          <a:p>
            <a:pPr hangingPunct="0">
              <a:tabLst>
                <a:tab pos="731976" algn="l"/>
                <a:tab pos="1951146" algn="l"/>
                <a:tab pos="3170315" algn="l"/>
                <a:tab pos="4389485" algn="l"/>
                <a:tab pos="5608654" algn="l"/>
                <a:tab pos="6827824" algn="l"/>
                <a:tab pos="8046993" algn="l"/>
                <a:tab pos="9266163" algn="l"/>
                <a:tab pos="10485333" algn="l"/>
                <a:tab pos="11704502" algn="l"/>
                <a:tab pos="12923672" algn="l"/>
              </a:tabLst>
            </a:pPr>
            <a:r>
              <a:rPr lang="en-NZ" sz="2800" dirty="0">
                <a:ln>
                  <a:solidFill>
                    <a:schemeClr val="bg1">
                      <a:lumMod val="75000"/>
                      <a:lumOff val="25000"/>
                      <a:alpha val="10000"/>
                    </a:schemeClr>
                  </a:solidFill>
                </a:ln>
                <a:solidFill>
                  <a:schemeClr val="tx2"/>
                </a:solidFill>
              </a:rPr>
              <a:t>	1.2 log in as a target user</a:t>
            </a:r>
          </a:p>
          <a:p>
            <a:pPr hangingPunct="0">
              <a:tabLst>
                <a:tab pos="731976" algn="l"/>
                <a:tab pos="1951146" algn="l"/>
                <a:tab pos="3170315" algn="l"/>
                <a:tab pos="4389485" algn="l"/>
                <a:tab pos="5608654" algn="l"/>
                <a:tab pos="6827824" algn="l"/>
                <a:tab pos="8046993" algn="l"/>
                <a:tab pos="9266163" algn="l"/>
                <a:tab pos="10485333" algn="l"/>
                <a:tab pos="11704502" algn="l"/>
                <a:tab pos="12923672" algn="l"/>
              </a:tabLst>
            </a:pPr>
            <a:r>
              <a:rPr lang="en-NZ" sz="2800" dirty="0">
                <a:ln>
                  <a:solidFill>
                    <a:schemeClr val="bg1">
                      <a:lumMod val="75000"/>
                      <a:lumOff val="25000"/>
                      <a:alpha val="10000"/>
                    </a:schemeClr>
                  </a:solidFill>
                </a:ln>
                <a:solidFill>
                  <a:schemeClr val="tx2"/>
                </a:solidFill>
              </a:rPr>
              <a:t>	 	1.2.1 brute-force login</a:t>
            </a:r>
          </a:p>
          <a:p>
            <a:pPr marL="609585" lvl="1" hangingPunct="0">
              <a:tabLst>
                <a:tab pos="731976" algn="l"/>
                <a:tab pos="1951146" algn="l"/>
                <a:tab pos="3170315" algn="l"/>
                <a:tab pos="4389485" algn="l"/>
                <a:tab pos="5608654" algn="l"/>
                <a:tab pos="6827824" algn="l"/>
                <a:tab pos="8046993" algn="l"/>
                <a:tab pos="9266163" algn="l"/>
                <a:tab pos="10485333" algn="l"/>
                <a:tab pos="11704502" algn="l"/>
                <a:tab pos="12923672" algn="l"/>
              </a:tabLst>
            </a:pPr>
            <a:r>
              <a:rPr lang="en-NZ" sz="2800" dirty="0">
                <a:ln>
                  <a:solidFill>
                    <a:schemeClr val="bg1">
                      <a:lumMod val="75000"/>
                      <a:lumOff val="25000"/>
                      <a:alpha val="10000"/>
                    </a:schemeClr>
                  </a:solidFill>
                </a:ln>
                <a:solidFill>
                  <a:schemeClr val="tx2"/>
                </a:solidFill>
              </a:rPr>
              <a:t>		   	1.2.1.1 identify a target username</a:t>
            </a:r>
          </a:p>
          <a:p>
            <a:pPr marL="609585" lvl="1" hangingPunct="0">
              <a:tabLst>
                <a:tab pos="731976" algn="l"/>
                <a:tab pos="1951146" algn="l"/>
                <a:tab pos="3170315" algn="l"/>
                <a:tab pos="4389485" algn="l"/>
                <a:tab pos="5608654" algn="l"/>
                <a:tab pos="6827824" algn="l"/>
                <a:tab pos="8046993" algn="l"/>
                <a:tab pos="9266163" algn="l"/>
                <a:tab pos="10485333" algn="l"/>
                <a:tab pos="11704502" algn="l"/>
                <a:tab pos="12923672" algn="l"/>
              </a:tabLst>
            </a:pPr>
            <a:r>
              <a:rPr lang="en-NZ" sz="2800" dirty="0">
                <a:ln>
                  <a:solidFill>
                    <a:schemeClr val="bg1">
                      <a:lumMod val="75000"/>
                      <a:lumOff val="25000"/>
                      <a:alpha val="10000"/>
                    </a:schemeClr>
                  </a:solidFill>
                </a:ln>
                <a:solidFill>
                  <a:schemeClr val="tx2"/>
                </a:solidFill>
              </a:rPr>
              <a:t>            	1.2.1.2 identify a target user password</a:t>
            </a:r>
          </a:p>
          <a:p>
            <a:pPr hangingPunct="0">
              <a:tabLst>
                <a:tab pos="731976" algn="l"/>
                <a:tab pos="1951146" algn="l"/>
                <a:tab pos="3170315" algn="l"/>
                <a:tab pos="4389485" algn="l"/>
                <a:tab pos="5608654" algn="l"/>
                <a:tab pos="6827824" algn="l"/>
                <a:tab pos="8046993" algn="l"/>
                <a:tab pos="9266163" algn="l"/>
                <a:tab pos="10485333" algn="l"/>
                <a:tab pos="11704502" algn="l"/>
                <a:tab pos="12923672" algn="l"/>
              </a:tabLst>
            </a:pPr>
            <a:r>
              <a:rPr lang="en-NZ" sz="2800" dirty="0">
                <a:ln>
                  <a:solidFill>
                    <a:schemeClr val="bg1">
                      <a:lumMod val="75000"/>
                      <a:lumOff val="25000"/>
                      <a:alpha val="10000"/>
                    </a:schemeClr>
                  </a:solidFill>
                </a:ln>
                <a:solidFill>
                  <a:schemeClr val="tx2"/>
                </a:solidFill>
              </a:rPr>
              <a:t>		1.2.2 steal user private credentials</a:t>
            </a:r>
          </a:p>
          <a:p>
            <a:pPr hangingPunct="0">
              <a:tabLst>
                <a:tab pos="731976" algn="l"/>
                <a:tab pos="1951146" algn="l"/>
                <a:tab pos="3170315" algn="l"/>
                <a:tab pos="4389485" algn="l"/>
                <a:tab pos="5608654" algn="l"/>
                <a:tab pos="6827824" algn="l"/>
                <a:tab pos="8046993" algn="l"/>
                <a:tab pos="9266163" algn="l"/>
                <a:tab pos="10485333" algn="l"/>
                <a:tab pos="11704502" algn="l"/>
                <a:tab pos="12923672" algn="l"/>
              </a:tabLst>
            </a:pPr>
            <a:r>
              <a:rPr lang="en-NZ" sz="2800" dirty="0">
                <a:ln>
                  <a:solidFill>
                    <a:schemeClr val="bg1">
                      <a:lumMod val="75000"/>
                      <a:lumOff val="25000"/>
                      <a:alpha val="10000"/>
                    </a:schemeClr>
                  </a:solidFill>
                </a:ln>
                <a:solidFill>
                  <a:schemeClr val="tx2"/>
                </a:solidFill>
              </a:rPr>
              <a:t>	1.3 hijack user session</a:t>
            </a:r>
          </a:p>
          <a:p>
            <a:pPr hangingPunct="0">
              <a:tabLst>
                <a:tab pos="731976" algn="l"/>
                <a:tab pos="1951146" algn="l"/>
                <a:tab pos="3170315" algn="l"/>
                <a:tab pos="4389485" algn="l"/>
                <a:tab pos="5608654" algn="l"/>
                <a:tab pos="6827824" algn="l"/>
                <a:tab pos="8046993" algn="l"/>
                <a:tab pos="9266163" algn="l"/>
                <a:tab pos="10485333" algn="l"/>
                <a:tab pos="11704502" algn="l"/>
                <a:tab pos="12923672" algn="l"/>
              </a:tabLst>
            </a:pPr>
            <a:r>
              <a:rPr lang="en-NZ" sz="2800" dirty="0">
                <a:ln>
                  <a:solidFill>
                    <a:schemeClr val="bg1">
                      <a:lumMod val="75000"/>
                      <a:lumOff val="25000"/>
                      <a:alpha val="10000"/>
                    </a:schemeClr>
                  </a:solidFill>
                </a:ln>
                <a:solidFill>
                  <a:schemeClr val="tx2"/>
                </a:solidFill>
              </a:rPr>
              <a:t>		1.3.1 steal user session cookie</a:t>
            </a:r>
          </a:p>
          <a:p>
            <a:pPr hangingPunct="0">
              <a:tabLst>
                <a:tab pos="731976" algn="l"/>
                <a:tab pos="1951146" algn="l"/>
                <a:tab pos="3170315" algn="l"/>
                <a:tab pos="4389485" algn="l"/>
                <a:tab pos="5608654" algn="l"/>
                <a:tab pos="6827824" algn="l"/>
                <a:tab pos="8046993" algn="l"/>
                <a:tab pos="9266163" algn="l"/>
                <a:tab pos="10485333" algn="l"/>
                <a:tab pos="11704502" algn="l"/>
                <a:tab pos="12923672" algn="l"/>
              </a:tabLst>
            </a:pPr>
            <a:r>
              <a:rPr lang="en-NZ" sz="2600" dirty="0">
                <a:ln>
                  <a:solidFill>
                    <a:schemeClr val="bg1">
                      <a:lumMod val="75000"/>
                      <a:lumOff val="25000"/>
                      <a:alpha val="10000"/>
                    </a:schemeClr>
                  </a:solidFill>
                </a:ln>
                <a:solidFill>
                  <a:schemeClr val="tx2"/>
                </a:solidFill>
              </a:rPr>
              <a:t>	</a:t>
            </a:r>
          </a:p>
        </p:txBody>
      </p:sp>
      <p:cxnSp>
        <p:nvCxnSpPr>
          <p:cNvPr id="5" name="Straight Connector 4">
            <a:extLst>
              <a:ext uri="{FF2B5EF4-FFF2-40B4-BE49-F238E27FC236}">
                <a16:creationId xmlns:a16="http://schemas.microsoft.com/office/drawing/2014/main" id="{9AFA49DD-3423-40BF-AE24-1775F9A00881}"/>
              </a:ext>
            </a:extLst>
          </p:cNvPr>
          <p:cNvCxnSpPr>
            <a:cxnSpLocks/>
          </p:cNvCxnSpPr>
          <p:nvPr/>
        </p:nvCxnSpPr>
        <p:spPr>
          <a:xfrm flipH="1">
            <a:off x="3386907" y="3518257"/>
            <a:ext cx="624704" cy="225955"/>
          </a:xfrm>
          <a:prstGeom prst="line">
            <a:avLst/>
          </a:prstGeom>
          <a:ln w="19050">
            <a:solidFill>
              <a:srgbClr val="FF0000"/>
            </a:solidFill>
            <a:headEnd type="triangle"/>
            <a:tailEnd type="none"/>
          </a:ln>
        </p:spPr>
        <p:style>
          <a:lnRef idx="1">
            <a:schemeClr val="accent1"/>
          </a:lnRef>
          <a:fillRef idx="0">
            <a:schemeClr val="accent1"/>
          </a:fillRef>
          <a:effectRef idx="0">
            <a:schemeClr val="accent1"/>
          </a:effectRef>
          <a:fontRef idx="minor">
            <a:schemeClr val="tx1"/>
          </a:fontRef>
        </p:style>
      </p:cxnSp>
      <p:sp>
        <p:nvSpPr>
          <p:cNvPr id="9" name="Rectangle 8">
            <a:extLst>
              <a:ext uri="{FF2B5EF4-FFF2-40B4-BE49-F238E27FC236}">
                <a16:creationId xmlns:a16="http://schemas.microsoft.com/office/drawing/2014/main" id="{92BF3EED-D3B4-49D2-A6C8-D7907D6E686F}"/>
              </a:ext>
            </a:extLst>
          </p:cNvPr>
          <p:cNvSpPr/>
          <p:nvPr/>
        </p:nvSpPr>
        <p:spPr>
          <a:xfrm>
            <a:off x="660401" y="3422479"/>
            <a:ext cx="745066" cy="643467"/>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2600" dirty="0"/>
              <a:t>OR</a:t>
            </a:r>
          </a:p>
        </p:txBody>
      </p:sp>
      <p:cxnSp>
        <p:nvCxnSpPr>
          <p:cNvPr id="10" name="Straight Connector 9">
            <a:extLst>
              <a:ext uri="{FF2B5EF4-FFF2-40B4-BE49-F238E27FC236}">
                <a16:creationId xmlns:a16="http://schemas.microsoft.com/office/drawing/2014/main" id="{96AC2B41-31CB-48CB-ACB3-2D80D9DBD671}"/>
              </a:ext>
            </a:extLst>
          </p:cNvPr>
          <p:cNvCxnSpPr>
            <a:cxnSpLocks/>
          </p:cNvCxnSpPr>
          <p:nvPr/>
        </p:nvCxnSpPr>
        <p:spPr>
          <a:xfrm flipH="1" flipV="1">
            <a:off x="3386907" y="3750734"/>
            <a:ext cx="624703" cy="203239"/>
          </a:xfrm>
          <a:prstGeom prst="line">
            <a:avLst/>
          </a:prstGeom>
          <a:ln w="19050">
            <a:solidFill>
              <a:srgbClr val="FF0000"/>
            </a:solidFill>
            <a:headEnd type="triangle"/>
            <a:tailEnd type="none"/>
          </a:ln>
        </p:spPr>
        <p:style>
          <a:lnRef idx="1">
            <a:schemeClr val="accent1"/>
          </a:lnRef>
          <a:fillRef idx="0">
            <a:schemeClr val="accent1"/>
          </a:fillRef>
          <a:effectRef idx="0">
            <a:schemeClr val="accent1"/>
          </a:effectRef>
          <a:fontRef idx="minor">
            <a:schemeClr val="tx1"/>
          </a:fontRef>
        </p:style>
      </p:cxnSp>
      <p:sp>
        <p:nvSpPr>
          <p:cNvPr id="17" name="Rectangle 16">
            <a:extLst>
              <a:ext uri="{FF2B5EF4-FFF2-40B4-BE49-F238E27FC236}">
                <a16:creationId xmlns:a16="http://schemas.microsoft.com/office/drawing/2014/main" id="{1C4CBA98-41AF-41BF-87EC-E666818F45F8}"/>
              </a:ext>
            </a:extLst>
          </p:cNvPr>
          <p:cNvSpPr/>
          <p:nvPr/>
        </p:nvSpPr>
        <p:spPr>
          <a:xfrm>
            <a:off x="1405467" y="3422479"/>
            <a:ext cx="745066" cy="643467"/>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2600" dirty="0"/>
              <a:t>OR</a:t>
            </a:r>
          </a:p>
        </p:txBody>
      </p:sp>
      <p:sp>
        <p:nvSpPr>
          <p:cNvPr id="33" name="Rectangle 32">
            <a:extLst>
              <a:ext uri="{FF2B5EF4-FFF2-40B4-BE49-F238E27FC236}">
                <a16:creationId xmlns:a16="http://schemas.microsoft.com/office/drawing/2014/main" id="{F1A78012-7420-4BFE-9810-477A4BA43464}"/>
              </a:ext>
            </a:extLst>
          </p:cNvPr>
          <p:cNvSpPr/>
          <p:nvPr/>
        </p:nvSpPr>
        <p:spPr>
          <a:xfrm>
            <a:off x="2606144" y="3429000"/>
            <a:ext cx="949855" cy="643467"/>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2600" dirty="0"/>
              <a:t>AND</a:t>
            </a:r>
          </a:p>
        </p:txBody>
      </p:sp>
    </p:spTree>
    <p:extLst>
      <p:ext uri="{BB962C8B-B14F-4D97-AF65-F5344CB8AC3E}">
        <p14:creationId xmlns:p14="http://schemas.microsoft.com/office/powerpoint/2010/main" val="297481793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p:cNvSpPr>
            <a:spLocks noGrp="1"/>
          </p:cNvSpPr>
          <p:nvPr>
            <p:ph type="sldNum" sz="quarter" idx="12"/>
          </p:nvPr>
        </p:nvSpPr>
        <p:spPr/>
        <p:txBody>
          <a:bodyPr/>
          <a:lstStyle/>
          <a:p>
            <a:fld id="{55670E94-029C-4BA8-8D44-FBB339E4924F}" type="slidenum">
              <a:rPr lang="en-AU" smtClean="0">
                <a:solidFill>
                  <a:schemeClr val="tx1"/>
                </a:solidFill>
              </a:rPr>
              <a:pPr/>
              <a:t>19</a:t>
            </a:fld>
            <a:endParaRPr lang="en-AU" dirty="0">
              <a:solidFill>
                <a:schemeClr val="tx1"/>
              </a:solidFill>
            </a:endParaRPr>
          </a:p>
        </p:txBody>
      </p:sp>
      <p:sp>
        <p:nvSpPr>
          <p:cNvPr id="5" name="Rectangle 4"/>
          <p:cNvSpPr/>
          <p:nvPr/>
        </p:nvSpPr>
        <p:spPr>
          <a:xfrm>
            <a:off x="3764156" y="384043"/>
            <a:ext cx="3928041" cy="999066"/>
          </a:xfrm>
          <a:prstGeom prst="rect">
            <a:avLst/>
          </a:prstGeom>
          <a:solidFill>
            <a:schemeClr val="bg1"/>
          </a:solid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NZ" sz="2200" dirty="0">
                <a:solidFill>
                  <a:schemeClr val="tx1"/>
                </a:solidFill>
              </a:rPr>
              <a:t>1 gain an access to a user’s private information</a:t>
            </a:r>
          </a:p>
        </p:txBody>
      </p:sp>
      <p:cxnSp>
        <p:nvCxnSpPr>
          <p:cNvPr id="6" name="Straight Connector 5"/>
          <p:cNvCxnSpPr>
            <a:cxnSpLocks/>
            <a:stCxn id="5" idx="2"/>
            <a:endCxn id="7" idx="0"/>
          </p:cNvCxnSpPr>
          <p:nvPr/>
        </p:nvCxnSpPr>
        <p:spPr>
          <a:xfrm flipH="1">
            <a:off x="2718224" y="1383109"/>
            <a:ext cx="3009953" cy="727409"/>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7" name="Rounded Rectangle 6"/>
          <p:cNvSpPr/>
          <p:nvPr/>
        </p:nvSpPr>
        <p:spPr>
          <a:xfrm>
            <a:off x="1278791" y="2110518"/>
            <a:ext cx="2878865" cy="999067"/>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NZ" sz="2200" dirty="0">
                <a:solidFill>
                  <a:schemeClr val="tx1"/>
                </a:solidFill>
              </a:rPr>
              <a:t>1.1 gain direct access to the database</a:t>
            </a:r>
          </a:p>
        </p:txBody>
      </p:sp>
      <p:sp>
        <p:nvSpPr>
          <p:cNvPr id="8" name="Rounded Rectangle 7"/>
          <p:cNvSpPr/>
          <p:nvPr/>
        </p:nvSpPr>
        <p:spPr>
          <a:xfrm>
            <a:off x="4394553" y="2110519"/>
            <a:ext cx="2667247" cy="999066"/>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NZ" sz="2200" dirty="0">
                <a:solidFill>
                  <a:schemeClr val="tx1"/>
                </a:solidFill>
              </a:rPr>
              <a:t>1.2 login as target user</a:t>
            </a:r>
          </a:p>
        </p:txBody>
      </p:sp>
      <p:sp>
        <p:nvSpPr>
          <p:cNvPr id="9" name="Rounded Rectangle 8"/>
          <p:cNvSpPr/>
          <p:nvPr/>
        </p:nvSpPr>
        <p:spPr>
          <a:xfrm>
            <a:off x="7298697" y="2110519"/>
            <a:ext cx="2667247" cy="999066"/>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NZ" sz="2200" dirty="0">
                <a:solidFill>
                  <a:schemeClr val="tx1"/>
                </a:solidFill>
              </a:rPr>
              <a:t>1.3 hijack user session</a:t>
            </a:r>
          </a:p>
        </p:txBody>
      </p:sp>
      <p:cxnSp>
        <p:nvCxnSpPr>
          <p:cNvPr id="17" name="Straight Connector 16"/>
          <p:cNvCxnSpPr>
            <a:cxnSpLocks/>
            <a:stCxn id="5" idx="2"/>
            <a:endCxn id="8" idx="0"/>
          </p:cNvCxnSpPr>
          <p:nvPr/>
        </p:nvCxnSpPr>
        <p:spPr>
          <a:xfrm>
            <a:off x="5728177" y="1383109"/>
            <a:ext cx="0" cy="72741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8" name="Straight Connector 17"/>
          <p:cNvCxnSpPr>
            <a:cxnSpLocks/>
            <a:stCxn id="5" idx="2"/>
            <a:endCxn id="9" idx="0"/>
          </p:cNvCxnSpPr>
          <p:nvPr/>
        </p:nvCxnSpPr>
        <p:spPr>
          <a:xfrm>
            <a:off x="5728177" y="1383109"/>
            <a:ext cx="2904144" cy="72741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10" name="Rounded Rectangle 10">
            <a:extLst>
              <a:ext uri="{FF2B5EF4-FFF2-40B4-BE49-F238E27FC236}">
                <a16:creationId xmlns:a16="http://schemas.microsoft.com/office/drawing/2014/main" id="{2C036C30-C5EA-4F19-8978-832C0165CF1B}"/>
              </a:ext>
            </a:extLst>
          </p:cNvPr>
          <p:cNvSpPr/>
          <p:nvPr/>
        </p:nvSpPr>
        <p:spPr>
          <a:xfrm>
            <a:off x="190824" y="3752329"/>
            <a:ext cx="3399043" cy="1253296"/>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NZ" sz="2200" dirty="0">
                <a:solidFill>
                  <a:schemeClr val="tx1"/>
                </a:solidFill>
              </a:rPr>
              <a:t>1.1.1 exploit a software vulnerability in the system</a:t>
            </a:r>
          </a:p>
        </p:txBody>
      </p:sp>
      <p:cxnSp>
        <p:nvCxnSpPr>
          <p:cNvPr id="11" name="Straight Connector 10">
            <a:extLst>
              <a:ext uri="{FF2B5EF4-FFF2-40B4-BE49-F238E27FC236}">
                <a16:creationId xmlns:a16="http://schemas.microsoft.com/office/drawing/2014/main" id="{8BB23C53-39B3-45A0-932F-7C70A20FC24F}"/>
              </a:ext>
            </a:extLst>
          </p:cNvPr>
          <p:cNvCxnSpPr>
            <a:cxnSpLocks/>
            <a:stCxn id="7" idx="2"/>
            <a:endCxn id="10" idx="0"/>
          </p:cNvCxnSpPr>
          <p:nvPr/>
        </p:nvCxnSpPr>
        <p:spPr>
          <a:xfrm flipH="1">
            <a:off x="1890346" y="3109585"/>
            <a:ext cx="827878" cy="6427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19" name="Rounded Rectangle 13">
            <a:extLst>
              <a:ext uri="{FF2B5EF4-FFF2-40B4-BE49-F238E27FC236}">
                <a16:creationId xmlns:a16="http://schemas.microsoft.com/office/drawing/2014/main" id="{D94C59C5-226B-48FA-AC32-E5D4ED75A4C7}"/>
              </a:ext>
            </a:extLst>
          </p:cNvPr>
          <p:cNvSpPr/>
          <p:nvPr/>
        </p:nvSpPr>
        <p:spPr>
          <a:xfrm>
            <a:off x="9181301" y="3752329"/>
            <a:ext cx="2665420" cy="1253296"/>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NZ" sz="2200" dirty="0">
                <a:solidFill>
                  <a:schemeClr val="tx1"/>
                </a:solidFill>
              </a:rPr>
              <a:t>1.3.1 steal user session cookie</a:t>
            </a:r>
          </a:p>
        </p:txBody>
      </p:sp>
      <p:cxnSp>
        <p:nvCxnSpPr>
          <p:cNvPr id="20" name="Straight Connector 19">
            <a:extLst>
              <a:ext uri="{FF2B5EF4-FFF2-40B4-BE49-F238E27FC236}">
                <a16:creationId xmlns:a16="http://schemas.microsoft.com/office/drawing/2014/main" id="{34275EBC-EB06-463D-9768-3136A45B2A8E}"/>
              </a:ext>
            </a:extLst>
          </p:cNvPr>
          <p:cNvCxnSpPr>
            <a:cxnSpLocks/>
            <a:stCxn id="9" idx="2"/>
            <a:endCxn id="19" idx="0"/>
          </p:cNvCxnSpPr>
          <p:nvPr/>
        </p:nvCxnSpPr>
        <p:spPr>
          <a:xfrm>
            <a:off x="8632321" y="3109585"/>
            <a:ext cx="1881690" cy="6427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22" name="Rounded Rectangle 11">
            <a:extLst>
              <a:ext uri="{FF2B5EF4-FFF2-40B4-BE49-F238E27FC236}">
                <a16:creationId xmlns:a16="http://schemas.microsoft.com/office/drawing/2014/main" id="{F15A1BFD-0CE5-42D3-973C-87E746E01E64}"/>
              </a:ext>
            </a:extLst>
          </p:cNvPr>
          <p:cNvSpPr/>
          <p:nvPr/>
        </p:nvSpPr>
        <p:spPr>
          <a:xfrm>
            <a:off x="3943543" y="3752329"/>
            <a:ext cx="1958488" cy="1253296"/>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NZ" sz="2200" dirty="0">
                <a:solidFill>
                  <a:schemeClr val="tx1"/>
                </a:solidFill>
              </a:rPr>
              <a:t>1.2.1 brute-force login</a:t>
            </a:r>
          </a:p>
        </p:txBody>
      </p:sp>
      <p:sp>
        <p:nvSpPr>
          <p:cNvPr id="23" name="Rounded Rectangle 12">
            <a:extLst>
              <a:ext uri="{FF2B5EF4-FFF2-40B4-BE49-F238E27FC236}">
                <a16:creationId xmlns:a16="http://schemas.microsoft.com/office/drawing/2014/main" id="{6691EEBD-2317-42B5-B2B1-017891B1A73B}"/>
              </a:ext>
            </a:extLst>
          </p:cNvPr>
          <p:cNvSpPr/>
          <p:nvPr/>
        </p:nvSpPr>
        <p:spPr>
          <a:xfrm>
            <a:off x="6289971" y="3752329"/>
            <a:ext cx="2665419" cy="1253296"/>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NZ" sz="2200" dirty="0">
                <a:solidFill>
                  <a:schemeClr val="tx1"/>
                </a:solidFill>
              </a:rPr>
              <a:t>1.2.2 steal user private credentials</a:t>
            </a:r>
          </a:p>
        </p:txBody>
      </p:sp>
      <p:cxnSp>
        <p:nvCxnSpPr>
          <p:cNvPr id="24" name="Straight Connector 23">
            <a:extLst>
              <a:ext uri="{FF2B5EF4-FFF2-40B4-BE49-F238E27FC236}">
                <a16:creationId xmlns:a16="http://schemas.microsoft.com/office/drawing/2014/main" id="{34CA2EB8-00D2-431F-B330-F60CC068FC65}"/>
              </a:ext>
            </a:extLst>
          </p:cNvPr>
          <p:cNvCxnSpPr>
            <a:cxnSpLocks/>
            <a:stCxn id="8" idx="2"/>
            <a:endCxn id="22" idx="0"/>
          </p:cNvCxnSpPr>
          <p:nvPr/>
        </p:nvCxnSpPr>
        <p:spPr>
          <a:xfrm flipH="1">
            <a:off x="4922787" y="3109585"/>
            <a:ext cx="805390" cy="6427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7" name="Straight Connector 26">
            <a:extLst>
              <a:ext uri="{FF2B5EF4-FFF2-40B4-BE49-F238E27FC236}">
                <a16:creationId xmlns:a16="http://schemas.microsoft.com/office/drawing/2014/main" id="{BCD34379-1273-40FC-BA3D-3A72F6C11760}"/>
              </a:ext>
            </a:extLst>
          </p:cNvPr>
          <p:cNvCxnSpPr>
            <a:cxnSpLocks/>
            <a:stCxn id="8" idx="2"/>
            <a:endCxn id="23" idx="0"/>
          </p:cNvCxnSpPr>
          <p:nvPr/>
        </p:nvCxnSpPr>
        <p:spPr>
          <a:xfrm>
            <a:off x="5728177" y="3109585"/>
            <a:ext cx="1894504" cy="6427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21" name="Rounded Rectangle 26">
            <a:extLst>
              <a:ext uri="{FF2B5EF4-FFF2-40B4-BE49-F238E27FC236}">
                <a16:creationId xmlns:a16="http://schemas.microsoft.com/office/drawing/2014/main" id="{48AEA7A6-8293-4E2E-A8F3-8B354ACD9109}"/>
              </a:ext>
            </a:extLst>
          </p:cNvPr>
          <p:cNvSpPr/>
          <p:nvPr/>
        </p:nvSpPr>
        <p:spPr>
          <a:xfrm>
            <a:off x="2216873" y="5674868"/>
            <a:ext cx="2347646" cy="886917"/>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NZ" sz="2200" dirty="0">
                <a:solidFill>
                  <a:schemeClr val="tx1"/>
                </a:solidFill>
              </a:rPr>
              <a:t>1.2.1.1 identify a target username</a:t>
            </a:r>
          </a:p>
        </p:txBody>
      </p:sp>
      <p:sp>
        <p:nvSpPr>
          <p:cNvPr id="25" name="Rounded Rectangle 27">
            <a:extLst>
              <a:ext uri="{FF2B5EF4-FFF2-40B4-BE49-F238E27FC236}">
                <a16:creationId xmlns:a16="http://schemas.microsoft.com/office/drawing/2014/main" id="{EDA5D8E8-4AF7-4C72-99BE-F499FEC9E682}"/>
              </a:ext>
            </a:extLst>
          </p:cNvPr>
          <p:cNvSpPr/>
          <p:nvPr/>
        </p:nvSpPr>
        <p:spPr>
          <a:xfrm>
            <a:off x="5297561" y="5674868"/>
            <a:ext cx="2825098" cy="886917"/>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NZ" sz="2200" dirty="0">
                <a:solidFill>
                  <a:schemeClr val="tx1"/>
                </a:solidFill>
              </a:rPr>
              <a:t>1.2.1.2 identify a target user password</a:t>
            </a:r>
          </a:p>
        </p:txBody>
      </p:sp>
      <p:cxnSp>
        <p:nvCxnSpPr>
          <p:cNvPr id="26" name="Straight Connector 25">
            <a:extLst>
              <a:ext uri="{FF2B5EF4-FFF2-40B4-BE49-F238E27FC236}">
                <a16:creationId xmlns:a16="http://schemas.microsoft.com/office/drawing/2014/main" id="{C6CCF372-A0D7-4F6A-ACFB-261A163BFD95}"/>
              </a:ext>
            </a:extLst>
          </p:cNvPr>
          <p:cNvCxnSpPr>
            <a:cxnSpLocks/>
            <a:stCxn id="22" idx="2"/>
            <a:endCxn id="21" idx="0"/>
          </p:cNvCxnSpPr>
          <p:nvPr/>
        </p:nvCxnSpPr>
        <p:spPr>
          <a:xfrm flipH="1">
            <a:off x="3390696" y="5005625"/>
            <a:ext cx="1532091" cy="669243"/>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8" name="Straight Connector 27">
            <a:extLst>
              <a:ext uri="{FF2B5EF4-FFF2-40B4-BE49-F238E27FC236}">
                <a16:creationId xmlns:a16="http://schemas.microsoft.com/office/drawing/2014/main" id="{51396790-B262-44A9-A46E-3C3965A45178}"/>
              </a:ext>
            </a:extLst>
          </p:cNvPr>
          <p:cNvCxnSpPr>
            <a:cxnSpLocks/>
            <a:stCxn id="22" idx="2"/>
            <a:endCxn id="25" idx="0"/>
          </p:cNvCxnSpPr>
          <p:nvPr/>
        </p:nvCxnSpPr>
        <p:spPr>
          <a:xfrm>
            <a:off x="4922787" y="5005625"/>
            <a:ext cx="1787323" cy="669243"/>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29" name="Freeform 30">
            <a:extLst>
              <a:ext uri="{FF2B5EF4-FFF2-40B4-BE49-F238E27FC236}">
                <a16:creationId xmlns:a16="http://schemas.microsoft.com/office/drawing/2014/main" id="{5B0A19D0-C4AD-46C3-BE93-66A81168DC00}"/>
              </a:ext>
            </a:extLst>
          </p:cNvPr>
          <p:cNvSpPr/>
          <p:nvPr/>
        </p:nvSpPr>
        <p:spPr>
          <a:xfrm>
            <a:off x="4677793" y="5110687"/>
            <a:ext cx="489987" cy="162181"/>
          </a:xfrm>
          <a:custGeom>
            <a:avLst/>
            <a:gdLst>
              <a:gd name="connsiteX0" fmla="*/ 0 w 476250"/>
              <a:gd name="connsiteY0" fmla="*/ 0 h 142944"/>
              <a:gd name="connsiteX1" fmla="*/ 228600 w 476250"/>
              <a:gd name="connsiteY1" fmla="*/ 142875 h 142944"/>
              <a:gd name="connsiteX2" fmla="*/ 476250 w 476250"/>
              <a:gd name="connsiteY2" fmla="*/ 19050 h 142944"/>
              <a:gd name="connsiteX0" fmla="*/ 0 w 476250"/>
              <a:gd name="connsiteY0" fmla="*/ 0 h 142978"/>
              <a:gd name="connsiteX1" fmla="*/ 228600 w 476250"/>
              <a:gd name="connsiteY1" fmla="*/ 142875 h 142978"/>
              <a:gd name="connsiteX2" fmla="*/ 476250 w 476250"/>
              <a:gd name="connsiteY2" fmla="*/ 19050 h 142978"/>
              <a:gd name="connsiteX0" fmla="*/ 0 w 476250"/>
              <a:gd name="connsiteY0" fmla="*/ 0 h 147735"/>
              <a:gd name="connsiteX1" fmla="*/ 247650 w 476250"/>
              <a:gd name="connsiteY1" fmla="*/ 147638 h 147735"/>
              <a:gd name="connsiteX2" fmla="*/ 476250 w 476250"/>
              <a:gd name="connsiteY2" fmla="*/ 19050 h 147735"/>
              <a:gd name="connsiteX0" fmla="*/ 0 w 476250"/>
              <a:gd name="connsiteY0" fmla="*/ 0 h 147661"/>
              <a:gd name="connsiteX1" fmla="*/ 247650 w 476250"/>
              <a:gd name="connsiteY1" fmla="*/ 147638 h 147661"/>
              <a:gd name="connsiteX2" fmla="*/ 476250 w 476250"/>
              <a:gd name="connsiteY2" fmla="*/ 19050 h 147661"/>
              <a:gd name="connsiteX0" fmla="*/ 0 w 464344"/>
              <a:gd name="connsiteY0" fmla="*/ 0 h 147690"/>
              <a:gd name="connsiteX1" fmla="*/ 247650 w 464344"/>
              <a:gd name="connsiteY1" fmla="*/ 147638 h 147690"/>
              <a:gd name="connsiteX2" fmla="*/ 464344 w 464344"/>
              <a:gd name="connsiteY2" fmla="*/ 14288 h 147690"/>
              <a:gd name="connsiteX0" fmla="*/ 0 w 464344"/>
              <a:gd name="connsiteY0" fmla="*/ 0 h 147701"/>
              <a:gd name="connsiteX1" fmla="*/ 247650 w 464344"/>
              <a:gd name="connsiteY1" fmla="*/ 147638 h 147701"/>
              <a:gd name="connsiteX2" fmla="*/ 464344 w 464344"/>
              <a:gd name="connsiteY2" fmla="*/ 14288 h 147701"/>
              <a:gd name="connsiteX0" fmla="*/ 0 w 464344"/>
              <a:gd name="connsiteY0" fmla="*/ 0 h 147701"/>
              <a:gd name="connsiteX1" fmla="*/ 247650 w 464344"/>
              <a:gd name="connsiteY1" fmla="*/ 147638 h 147701"/>
              <a:gd name="connsiteX2" fmla="*/ 464344 w 464344"/>
              <a:gd name="connsiteY2" fmla="*/ 14288 h 147701"/>
              <a:gd name="connsiteX0" fmla="*/ 0 w 464344"/>
              <a:gd name="connsiteY0" fmla="*/ 0 h 147701"/>
              <a:gd name="connsiteX1" fmla="*/ 247650 w 464344"/>
              <a:gd name="connsiteY1" fmla="*/ 147638 h 147701"/>
              <a:gd name="connsiteX2" fmla="*/ 464344 w 464344"/>
              <a:gd name="connsiteY2" fmla="*/ 14288 h 147701"/>
              <a:gd name="connsiteX0" fmla="*/ 0 w 464344"/>
              <a:gd name="connsiteY0" fmla="*/ 0 h 150080"/>
              <a:gd name="connsiteX1" fmla="*/ 204788 w 464344"/>
              <a:gd name="connsiteY1" fmla="*/ 150019 h 150080"/>
              <a:gd name="connsiteX2" fmla="*/ 464344 w 464344"/>
              <a:gd name="connsiteY2" fmla="*/ 14288 h 150080"/>
            </a:gdLst>
            <a:ahLst/>
            <a:cxnLst>
              <a:cxn ang="0">
                <a:pos x="connsiteX0" y="connsiteY0"/>
              </a:cxn>
              <a:cxn ang="0">
                <a:pos x="connsiteX1" y="connsiteY1"/>
              </a:cxn>
              <a:cxn ang="0">
                <a:pos x="connsiteX2" y="connsiteY2"/>
              </a:cxn>
            </a:cxnLst>
            <a:rect l="l" t="t" r="r" b="b"/>
            <a:pathLst>
              <a:path w="464344" h="150080">
                <a:moveTo>
                  <a:pt x="0" y="0"/>
                </a:moveTo>
                <a:cubicBezTo>
                  <a:pt x="67468" y="100806"/>
                  <a:pt x="127397" y="147638"/>
                  <a:pt x="204788" y="150019"/>
                </a:cubicBezTo>
                <a:cubicBezTo>
                  <a:pt x="282179" y="152400"/>
                  <a:pt x="407989" y="84932"/>
                  <a:pt x="464344" y="14288"/>
                </a:cubicBezTo>
              </a:path>
            </a:pathLst>
          </a:cu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Z" sz="1867">
              <a:solidFill>
                <a:schemeClr val="tx1"/>
              </a:solidFill>
            </a:endParaRPr>
          </a:p>
        </p:txBody>
      </p:sp>
    </p:spTree>
    <p:extLst>
      <p:ext uri="{BB962C8B-B14F-4D97-AF65-F5344CB8AC3E}">
        <p14:creationId xmlns:p14="http://schemas.microsoft.com/office/powerpoint/2010/main" val="90125371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p:cNvSpPr>
            <a:spLocks noGrp="1"/>
          </p:cNvSpPr>
          <p:nvPr>
            <p:ph type="sldNum" sz="quarter" idx="12"/>
          </p:nvPr>
        </p:nvSpPr>
        <p:spPr/>
        <p:txBody>
          <a:bodyPr/>
          <a:lstStyle/>
          <a:p>
            <a:fld id="{55670E94-029C-4BA8-8D44-FBB339E4924F}" type="slidenum">
              <a:rPr lang="en-AU" smtClean="0">
                <a:solidFill>
                  <a:schemeClr val="tx1"/>
                </a:solidFill>
              </a:rPr>
              <a:pPr/>
              <a:t>20</a:t>
            </a:fld>
            <a:endParaRPr lang="en-AU" dirty="0">
              <a:solidFill>
                <a:schemeClr val="tx1"/>
              </a:solidFill>
            </a:endParaRPr>
          </a:p>
        </p:txBody>
      </p:sp>
      <p:sp>
        <p:nvSpPr>
          <p:cNvPr id="5" name="Rectangle 4"/>
          <p:cNvSpPr/>
          <p:nvPr/>
        </p:nvSpPr>
        <p:spPr>
          <a:xfrm>
            <a:off x="3764156" y="384043"/>
            <a:ext cx="3928041" cy="999066"/>
          </a:xfrm>
          <a:prstGeom prst="rect">
            <a:avLst/>
          </a:prstGeom>
          <a:solidFill>
            <a:schemeClr val="bg1"/>
          </a:solid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NZ" sz="2200" dirty="0">
                <a:solidFill>
                  <a:schemeClr val="tx1"/>
                </a:solidFill>
              </a:rPr>
              <a:t>1 gain an access to a user’s private information</a:t>
            </a:r>
          </a:p>
        </p:txBody>
      </p:sp>
      <p:cxnSp>
        <p:nvCxnSpPr>
          <p:cNvPr id="6" name="Straight Connector 5"/>
          <p:cNvCxnSpPr>
            <a:cxnSpLocks/>
            <a:stCxn id="5" idx="2"/>
            <a:endCxn id="7" idx="0"/>
          </p:cNvCxnSpPr>
          <p:nvPr/>
        </p:nvCxnSpPr>
        <p:spPr>
          <a:xfrm flipH="1">
            <a:off x="2718224" y="1383109"/>
            <a:ext cx="3009953" cy="727409"/>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7" name="Rounded Rectangle 6"/>
          <p:cNvSpPr/>
          <p:nvPr/>
        </p:nvSpPr>
        <p:spPr>
          <a:xfrm>
            <a:off x="1278791" y="2110518"/>
            <a:ext cx="2878865" cy="999067"/>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NZ" sz="2200" dirty="0">
                <a:solidFill>
                  <a:schemeClr val="tx1"/>
                </a:solidFill>
              </a:rPr>
              <a:t>1.1 gain direct access to the database</a:t>
            </a:r>
          </a:p>
        </p:txBody>
      </p:sp>
      <p:sp>
        <p:nvSpPr>
          <p:cNvPr id="8" name="Rounded Rectangle 7"/>
          <p:cNvSpPr/>
          <p:nvPr/>
        </p:nvSpPr>
        <p:spPr>
          <a:xfrm>
            <a:off x="4394553" y="2110519"/>
            <a:ext cx="2667247" cy="999066"/>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NZ" sz="2200" dirty="0">
                <a:solidFill>
                  <a:schemeClr val="tx1"/>
                </a:solidFill>
              </a:rPr>
              <a:t>1.2 login as target user</a:t>
            </a:r>
          </a:p>
        </p:txBody>
      </p:sp>
      <p:sp>
        <p:nvSpPr>
          <p:cNvPr id="9" name="Rounded Rectangle 8"/>
          <p:cNvSpPr/>
          <p:nvPr/>
        </p:nvSpPr>
        <p:spPr>
          <a:xfrm>
            <a:off x="7298697" y="2110519"/>
            <a:ext cx="2667247" cy="999066"/>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NZ" sz="2200" dirty="0">
                <a:solidFill>
                  <a:schemeClr val="tx1"/>
                </a:solidFill>
              </a:rPr>
              <a:t>1.3 hijack user session</a:t>
            </a:r>
          </a:p>
        </p:txBody>
      </p:sp>
      <p:cxnSp>
        <p:nvCxnSpPr>
          <p:cNvPr id="17" name="Straight Connector 16"/>
          <p:cNvCxnSpPr>
            <a:cxnSpLocks/>
            <a:stCxn id="5" idx="2"/>
            <a:endCxn id="8" idx="0"/>
          </p:cNvCxnSpPr>
          <p:nvPr/>
        </p:nvCxnSpPr>
        <p:spPr>
          <a:xfrm>
            <a:off x="5728177" y="1383109"/>
            <a:ext cx="0" cy="72741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8" name="Straight Connector 17"/>
          <p:cNvCxnSpPr>
            <a:cxnSpLocks/>
            <a:stCxn id="5" idx="2"/>
            <a:endCxn id="9" idx="0"/>
          </p:cNvCxnSpPr>
          <p:nvPr/>
        </p:nvCxnSpPr>
        <p:spPr>
          <a:xfrm>
            <a:off x="5728177" y="1383109"/>
            <a:ext cx="2904144" cy="72741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10" name="Rounded Rectangle 10">
            <a:extLst>
              <a:ext uri="{FF2B5EF4-FFF2-40B4-BE49-F238E27FC236}">
                <a16:creationId xmlns:a16="http://schemas.microsoft.com/office/drawing/2014/main" id="{2C036C30-C5EA-4F19-8978-832C0165CF1B}"/>
              </a:ext>
            </a:extLst>
          </p:cNvPr>
          <p:cNvSpPr/>
          <p:nvPr/>
        </p:nvSpPr>
        <p:spPr>
          <a:xfrm>
            <a:off x="190824" y="3752329"/>
            <a:ext cx="3399043" cy="1253296"/>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NZ" sz="2200" dirty="0">
                <a:solidFill>
                  <a:schemeClr val="tx1"/>
                </a:solidFill>
              </a:rPr>
              <a:t>1.1.1 exploit a software vulnerability in the system</a:t>
            </a:r>
          </a:p>
        </p:txBody>
      </p:sp>
      <p:cxnSp>
        <p:nvCxnSpPr>
          <p:cNvPr id="11" name="Straight Connector 10">
            <a:extLst>
              <a:ext uri="{FF2B5EF4-FFF2-40B4-BE49-F238E27FC236}">
                <a16:creationId xmlns:a16="http://schemas.microsoft.com/office/drawing/2014/main" id="{8BB23C53-39B3-45A0-932F-7C70A20FC24F}"/>
              </a:ext>
            </a:extLst>
          </p:cNvPr>
          <p:cNvCxnSpPr>
            <a:cxnSpLocks/>
            <a:stCxn id="7" idx="2"/>
            <a:endCxn id="10" idx="0"/>
          </p:cNvCxnSpPr>
          <p:nvPr/>
        </p:nvCxnSpPr>
        <p:spPr>
          <a:xfrm flipH="1">
            <a:off x="1890346" y="3109585"/>
            <a:ext cx="827878" cy="6427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19" name="Rounded Rectangle 13">
            <a:extLst>
              <a:ext uri="{FF2B5EF4-FFF2-40B4-BE49-F238E27FC236}">
                <a16:creationId xmlns:a16="http://schemas.microsoft.com/office/drawing/2014/main" id="{D94C59C5-226B-48FA-AC32-E5D4ED75A4C7}"/>
              </a:ext>
            </a:extLst>
          </p:cNvPr>
          <p:cNvSpPr/>
          <p:nvPr/>
        </p:nvSpPr>
        <p:spPr>
          <a:xfrm>
            <a:off x="9181301" y="3752329"/>
            <a:ext cx="2665420" cy="1253296"/>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NZ" sz="2200" dirty="0">
                <a:solidFill>
                  <a:schemeClr val="tx1"/>
                </a:solidFill>
              </a:rPr>
              <a:t>1.3.1 steal user session cookie</a:t>
            </a:r>
          </a:p>
        </p:txBody>
      </p:sp>
      <p:cxnSp>
        <p:nvCxnSpPr>
          <p:cNvPr id="20" name="Straight Connector 19">
            <a:extLst>
              <a:ext uri="{FF2B5EF4-FFF2-40B4-BE49-F238E27FC236}">
                <a16:creationId xmlns:a16="http://schemas.microsoft.com/office/drawing/2014/main" id="{34275EBC-EB06-463D-9768-3136A45B2A8E}"/>
              </a:ext>
            </a:extLst>
          </p:cNvPr>
          <p:cNvCxnSpPr>
            <a:cxnSpLocks/>
            <a:stCxn id="9" idx="2"/>
            <a:endCxn id="19" idx="0"/>
          </p:cNvCxnSpPr>
          <p:nvPr/>
        </p:nvCxnSpPr>
        <p:spPr>
          <a:xfrm>
            <a:off x="8632321" y="3109585"/>
            <a:ext cx="1881690" cy="6427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22" name="Rounded Rectangle 11">
            <a:extLst>
              <a:ext uri="{FF2B5EF4-FFF2-40B4-BE49-F238E27FC236}">
                <a16:creationId xmlns:a16="http://schemas.microsoft.com/office/drawing/2014/main" id="{F15A1BFD-0CE5-42D3-973C-87E746E01E64}"/>
              </a:ext>
            </a:extLst>
          </p:cNvPr>
          <p:cNvSpPr/>
          <p:nvPr/>
        </p:nvSpPr>
        <p:spPr>
          <a:xfrm>
            <a:off x="3943543" y="3752329"/>
            <a:ext cx="1958488" cy="1253296"/>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NZ" sz="2200" dirty="0">
                <a:solidFill>
                  <a:schemeClr val="tx1"/>
                </a:solidFill>
              </a:rPr>
              <a:t>1.2.1 brute-force login</a:t>
            </a:r>
          </a:p>
        </p:txBody>
      </p:sp>
      <p:sp>
        <p:nvSpPr>
          <p:cNvPr id="23" name="Rounded Rectangle 12">
            <a:extLst>
              <a:ext uri="{FF2B5EF4-FFF2-40B4-BE49-F238E27FC236}">
                <a16:creationId xmlns:a16="http://schemas.microsoft.com/office/drawing/2014/main" id="{6691EEBD-2317-42B5-B2B1-017891B1A73B}"/>
              </a:ext>
            </a:extLst>
          </p:cNvPr>
          <p:cNvSpPr/>
          <p:nvPr/>
        </p:nvSpPr>
        <p:spPr>
          <a:xfrm>
            <a:off x="6289971" y="3752329"/>
            <a:ext cx="2665419" cy="1253296"/>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NZ" sz="2200" dirty="0">
                <a:solidFill>
                  <a:schemeClr val="tx1"/>
                </a:solidFill>
              </a:rPr>
              <a:t>1.2.2 steal user private credentials</a:t>
            </a:r>
          </a:p>
        </p:txBody>
      </p:sp>
      <p:cxnSp>
        <p:nvCxnSpPr>
          <p:cNvPr id="24" name="Straight Connector 23">
            <a:extLst>
              <a:ext uri="{FF2B5EF4-FFF2-40B4-BE49-F238E27FC236}">
                <a16:creationId xmlns:a16="http://schemas.microsoft.com/office/drawing/2014/main" id="{34CA2EB8-00D2-431F-B330-F60CC068FC65}"/>
              </a:ext>
            </a:extLst>
          </p:cNvPr>
          <p:cNvCxnSpPr>
            <a:cxnSpLocks/>
            <a:stCxn id="8" idx="2"/>
            <a:endCxn id="22" idx="0"/>
          </p:cNvCxnSpPr>
          <p:nvPr/>
        </p:nvCxnSpPr>
        <p:spPr>
          <a:xfrm flipH="1">
            <a:off x="4922787" y="3109585"/>
            <a:ext cx="805390" cy="6427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7" name="Straight Connector 26">
            <a:extLst>
              <a:ext uri="{FF2B5EF4-FFF2-40B4-BE49-F238E27FC236}">
                <a16:creationId xmlns:a16="http://schemas.microsoft.com/office/drawing/2014/main" id="{BCD34379-1273-40FC-BA3D-3A72F6C11760}"/>
              </a:ext>
            </a:extLst>
          </p:cNvPr>
          <p:cNvCxnSpPr>
            <a:cxnSpLocks/>
            <a:stCxn id="8" idx="2"/>
            <a:endCxn id="23" idx="0"/>
          </p:cNvCxnSpPr>
          <p:nvPr/>
        </p:nvCxnSpPr>
        <p:spPr>
          <a:xfrm>
            <a:off x="5728177" y="3109585"/>
            <a:ext cx="1894504" cy="6427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21" name="Rounded Rectangle 26">
            <a:extLst>
              <a:ext uri="{FF2B5EF4-FFF2-40B4-BE49-F238E27FC236}">
                <a16:creationId xmlns:a16="http://schemas.microsoft.com/office/drawing/2014/main" id="{48AEA7A6-8293-4E2E-A8F3-8B354ACD9109}"/>
              </a:ext>
            </a:extLst>
          </p:cNvPr>
          <p:cNvSpPr/>
          <p:nvPr/>
        </p:nvSpPr>
        <p:spPr>
          <a:xfrm>
            <a:off x="2216873" y="5674868"/>
            <a:ext cx="2347646" cy="886917"/>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NZ" sz="2200" dirty="0">
                <a:solidFill>
                  <a:schemeClr val="tx1"/>
                </a:solidFill>
              </a:rPr>
              <a:t>1.2.1.1 identify a target username</a:t>
            </a:r>
          </a:p>
        </p:txBody>
      </p:sp>
      <p:sp>
        <p:nvSpPr>
          <p:cNvPr id="25" name="Rounded Rectangle 27">
            <a:extLst>
              <a:ext uri="{FF2B5EF4-FFF2-40B4-BE49-F238E27FC236}">
                <a16:creationId xmlns:a16="http://schemas.microsoft.com/office/drawing/2014/main" id="{EDA5D8E8-4AF7-4C72-99BE-F499FEC9E682}"/>
              </a:ext>
            </a:extLst>
          </p:cNvPr>
          <p:cNvSpPr/>
          <p:nvPr/>
        </p:nvSpPr>
        <p:spPr>
          <a:xfrm>
            <a:off x="5297561" y="5674868"/>
            <a:ext cx="2825098" cy="886917"/>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NZ" sz="2200" dirty="0">
                <a:solidFill>
                  <a:schemeClr val="tx1"/>
                </a:solidFill>
              </a:rPr>
              <a:t>1.2.1.2 identify a target user password</a:t>
            </a:r>
          </a:p>
        </p:txBody>
      </p:sp>
      <p:cxnSp>
        <p:nvCxnSpPr>
          <p:cNvPr id="26" name="Straight Connector 25">
            <a:extLst>
              <a:ext uri="{FF2B5EF4-FFF2-40B4-BE49-F238E27FC236}">
                <a16:creationId xmlns:a16="http://schemas.microsoft.com/office/drawing/2014/main" id="{C6CCF372-A0D7-4F6A-ACFB-261A163BFD95}"/>
              </a:ext>
            </a:extLst>
          </p:cNvPr>
          <p:cNvCxnSpPr>
            <a:cxnSpLocks/>
            <a:stCxn id="22" idx="2"/>
            <a:endCxn id="21" idx="0"/>
          </p:cNvCxnSpPr>
          <p:nvPr/>
        </p:nvCxnSpPr>
        <p:spPr>
          <a:xfrm flipH="1">
            <a:off x="3390696" y="5005625"/>
            <a:ext cx="1532091" cy="669243"/>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8" name="Straight Connector 27">
            <a:extLst>
              <a:ext uri="{FF2B5EF4-FFF2-40B4-BE49-F238E27FC236}">
                <a16:creationId xmlns:a16="http://schemas.microsoft.com/office/drawing/2014/main" id="{51396790-B262-44A9-A46E-3C3965A45178}"/>
              </a:ext>
            </a:extLst>
          </p:cNvPr>
          <p:cNvCxnSpPr>
            <a:cxnSpLocks/>
            <a:stCxn id="22" idx="2"/>
            <a:endCxn id="25" idx="0"/>
          </p:cNvCxnSpPr>
          <p:nvPr/>
        </p:nvCxnSpPr>
        <p:spPr>
          <a:xfrm>
            <a:off x="4922787" y="5005625"/>
            <a:ext cx="1787323" cy="669243"/>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29" name="Freeform 30">
            <a:extLst>
              <a:ext uri="{FF2B5EF4-FFF2-40B4-BE49-F238E27FC236}">
                <a16:creationId xmlns:a16="http://schemas.microsoft.com/office/drawing/2014/main" id="{5B0A19D0-C4AD-46C3-BE93-66A81168DC00}"/>
              </a:ext>
            </a:extLst>
          </p:cNvPr>
          <p:cNvSpPr/>
          <p:nvPr/>
        </p:nvSpPr>
        <p:spPr>
          <a:xfrm>
            <a:off x="4677793" y="5110687"/>
            <a:ext cx="489987" cy="162181"/>
          </a:xfrm>
          <a:custGeom>
            <a:avLst/>
            <a:gdLst>
              <a:gd name="connsiteX0" fmla="*/ 0 w 476250"/>
              <a:gd name="connsiteY0" fmla="*/ 0 h 142944"/>
              <a:gd name="connsiteX1" fmla="*/ 228600 w 476250"/>
              <a:gd name="connsiteY1" fmla="*/ 142875 h 142944"/>
              <a:gd name="connsiteX2" fmla="*/ 476250 w 476250"/>
              <a:gd name="connsiteY2" fmla="*/ 19050 h 142944"/>
              <a:gd name="connsiteX0" fmla="*/ 0 w 476250"/>
              <a:gd name="connsiteY0" fmla="*/ 0 h 142978"/>
              <a:gd name="connsiteX1" fmla="*/ 228600 w 476250"/>
              <a:gd name="connsiteY1" fmla="*/ 142875 h 142978"/>
              <a:gd name="connsiteX2" fmla="*/ 476250 w 476250"/>
              <a:gd name="connsiteY2" fmla="*/ 19050 h 142978"/>
              <a:gd name="connsiteX0" fmla="*/ 0 w 476250"/>
              <a:gd name="connsiteY0" fmla="*/ 0 h 147735"/>
              <a:gd name="connsiteX1" fmla="*/ 247650 w 476250"/>
              <a:gd name="connsiteY1" fmla="*/ 147638 h 147735"/>
              <a:gd name="connsiteX2" fmla="*/ 476250 w 476250"/>
              <a:gd name="connsiteY2" fmla="*/ 19050 h 147735"/>
              <a:gd name="connsiteX0" fmla="*/ 0 w 476250"/>
              <a:gd name="connsiteY0" fmla="*/ 0 h 147661"/>
              <a:gd name="connsiteX1" fmla="*/ 247650 w 476250"/>
              <a:gd name="connsiteY1" fmla="*/ 147638 h 147661"/>
              <a:gd name="connsiteX2" fmla="*/ 476250 w 476250"/>
              <a:gd name="connsiteY2" fmla="*/ 19050 h 147661"/>
              <a:gd name="connsiteX0" fmla="*/ 0 w 464344"/>
              <a:gd name="connsiteY0" fmla="*/ 0 h 147690"/>
              <a:gd name="connsiteX1" fmla="*/ 247650 w 464344"/>
              <a:gd name="connsiteY1" fmla="*/ 147638 h 147690"/>
              <a:gd name="connsiteX2" fmla="*/ 464344 w 464344"/>
              <a:gd name="connsiteY2" fmla="*/ 14288 h 147690"/>
              <a:gd name="connsiteX0" fmla="*/ 0 w 464344"/>
              <a:gd name="connsiteY0" fmla="*/ 0 h 147701"/>
              <a:gd name="connsiteX1" fmla="*/ 247650 w 464344"/>
              <a:gd name="connsiteY1" fmla="*/ 147638 h 147701"/>
              <a:gd name="connsiteX2" fmla="*/ 464344 w 464344"/>
              <a:gd name="connsiteY2" fmla="*/ 14288 h 147701"/>
              <a:gd name="connsiteX0" fmla="*/ 0 w 464344"/>
              <a:gd name="connsiteY0" fmla="*/ 0 h 147701"/>
              <a:gd name="connsiteX1" fmla="*/ 247650 w 464344"/>
              <a:gd name="connsiteY1" fmla="*/ 147638 h 147701"/>
              <a:gd name="connsiteX2" fmla="*/ 464344 w 464344"/>
              <a:gd name="connsiteY2" fmla="*/ 14288 h 147701"/>
              <a:gd name="connsiteX0" fmla="*/ 0 w 464344"/>
              <a:gd name="connsiteY0" fmla="*/ 0 h 147701"/>
              <a:gd name="connsiteX1" fmla="*/ 247650 w 464344"/>
              <a:gd name="connsiteY1" fmla="*/ 147638 h 147701"/>
              <a:gd name="connsiteX2" fmla="*/ 464344 w 464344"/>
              <a:gd name="connsiteY2" fmla="*/ 14288 h 147701"/>
              <a:gd name="connsiteX0" fmla="*/ 0 w 464344"/>
              <a:gd name="connsiteY0" fmla="*/ 0 h 150080"/>
              <a:gd name="connsiteX1" fmla="*/ 204788 w 464344"/>
              <a:gd name="connsiteY1" fmla="*/ 150019 h 150080"/>
              <a:gd name="connsiteX2" fmla="*/ 464344 w 464344"/>
              <a:gd name="connsiteY2" fmla="*/ 14288 h 150080"/>
            </a:gdLst>
            <a:ahLst/>
            <a:cxnLst>
              <a:cxn ang="0">
                <a:pos x="connsiteX0" y="connsiteY0"/>
              </a:cxn>
              <a:cxn ang="0">
                <a:pos x="connsiteX1" y="connsiteY1"/>
              </a:cxn>
              <a:cxn ang="0">
                <a:pos x="connsiteX2" y="connsiteY2"/>
              </a:cxn>
            </a:cxnLst>
            <a:rect l="l" t="t" r="r" b="b"/>
            <a:pathLst>
              <a:path w="464344" h="150080">
                <a:moveTo>
                  <a:pt x="0" y="0"/>
                </a:moveTo>
                <a:cubicBezTo>
                  <a:pt x="67468" y="100806"/>
                  <a:pt x="127397" y="147638"/>
                  <a:pt x="204788" y="150019"/>
                </a:cubicBezTo>
                <a:cubicBezTo>
                  <a:pt x="282179" y="152400"/>
                  <a:pt x="407989" y="84932"/>
                  <a:pt x="464344" y="14288"/>
                </a:cubicBezTo>
              </a:path>
            </a:pathLst>
          </a:cu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Z" sz="1867">
              <a:solidFill>
                <a:schemeClr val="tx1"/>
              </a:solidFill>
            </a:endParaRPr>
          </a:p>
        </p:txBody>
      </p:sp>
      <p:sp>
        <p:nvSpPr>
          <p:cNvPr id="30" name="Title 3">
            <a:extLst>
              <a:ext uri="{FF2B5EF4-FFF2-40B4-BE49-F238E27FC236}">
                <a16:creationId xmlns:a16="http://schemas.microsoft.com/office/drawing/2014/main" id="{209E61C4-83E0-4D91-B824-E3248B7A9EE5}"/>
              </a:ext>
            </a:extLst>
          </p:cNvPr>
          <p:cNvSpPr>
            <a:spLocks noGrp="1"/>
          </p:cNvSpPr>
          <p:nvPr>
            <p:ph type="title"/>
          </p:nvPr>
        </p:nvSpPr>
        <p:spPr>
          <a:xfrm>
            <a:off x="1139241" y="519871"/>
            <a:ext cx="2101949" cy="727410"/>
          </a:xfrm>
        </p:spPr>
        <p:txBody>
          <a:bodyPr>
            <a:normAutofit/>
          </a:bodyPr>
          <a:lstStyle/>
          <a:p>
            <a:r>
              <a:rPr lang="en-AU" sz="2800" dirty="0">
                <a:solidFill>
                  <a:srgbClr val="FF0000"/>
                </a:solidFill>
                <a:latin typeface="+mn-lt"/>
                <a:ea typeface="+mn-ea"/>
                <a:cs typeface="+mn-cs"/>
              </a:rPr>
              <a:t>root node</a:t>
            </a:r>
          </a:p>
        </p:txBody>
      </p:sp>
      <p:cxnSp>
        <p:nvCxnSpPr>
          <p:cNvPr id="4" name="Straight Arrow Connector 3">
            <a:extLst>
              <a:ext uri="{FF2B5EF4-FFF2-40B4-BE49-F238E27FC236}">
                <a16:creationId xmlns:a16="http://schemas.microsoft.com/office/drawing/2014/main" id="{6D17A6D9-75CB-4C9B-A139-7214C3A0FF70}"/>
              </a:ext>
            </a:extLst>
          </p:cNvPr>
          <p:cNvCxnSpPr>
            <a:stCxn id="30" idx="3"/>
            <a:endCxn id="5" idx="1"/>
          </p:cNvCxnSpPr>
          <p:nvPr/>
        </p:nvCxnSpPr>
        <p:spPr>
          <a:xfrm>
            <a:off x="3241190" y="883576"/>
            <a:ext cx="522966" cy="0"/>
          </a:xfrm>
          <a:prstGeom prst="straightConnector1">
            <a:avLst/>
          </a:prstGeom>
          <a:ln w="31750">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981054511"/>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p:cNvSpPr>
            <a:spLocks noGrp="1"/>
          </p:cNvSpPr>
          <p:nvPr>
            <p:ph type="sldNum" sz="quarter" idx="12"/>
          </p:nvPr>
        </p:nvSpPr>
        <p:spPr/>
        <p:txBody>
          <a:bodyPr/>
          <a:lstStyle/>
          <a:p>
            <a:fld id="{55670E94-029C-4BA8-8D44-FBB339E4924F}" type="slidenum">
              <a:rPr lang="en-AU" smtClean="0">
                <a:solidFill>
                  <a:schemeClr val="tx1"/>
                </a:solidFill>
              </a:rPr>
              <a:pPr/>
              <a:t>21</a:t>
            </a:fld>
            <a:endParaRPr lang="en-AU" dirty="0">
              <a:solidFill>
                <a:schemeClr val="tx1"/>
              </a:solidFill>
            </a:endParaRPr>
          </a:p>
        </p:txBody>
      </p:sp>
      <p:sp>
        <p:nvSpPr>
          <p:cNvPr id="5" name="Rectangle 4"/>
          <p:cNvSpPr/>
          <p:nvPr/>
        </p:nvSpPr>
        <p:spPr>
          <a:xfrm>
            <a:off x="3764156" y="384043"/>
            <a:ext cx="3928041" cy="999066"/>
          </a:xfrm>
          <a:prstGeom prst="rect">
            <a:avLst/>
          </a:prstGeom>
          <a:solidFill>
            <a:schemeClr val="bg1"/>
          </a:solid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NZ" sz="2200" dirty="0">
                <a:solidFill>
                  <a:schemeClr val="tx1"/>
                </a:solidFill>
              </a:rPr>
              <a:t>1 gain an access to a user’s private information</a:t>
            </a:r>
          </a:p>
        </p:txBody>
      </p:sp>
      <p:cxnSp>
        <p:nvCxnSpPr>
          <p:cNvPr id="6" name="Straight Connector 5"/>
          <p:cNvCxnSpPr>
            <a:cxnSpLocks/>
            <a:stCxn id="5" idx="2"/>
            <a:endCxn id="7" idx="0"/>
          </p:cNvCxnSpPr>
          <p:nvPr/>
        </p:nvCxnSpPr>
        <p:spPr>
          <a:xfrm flipH="1">
            <a:off x="2718224" y="1383109"/>
            <a:ext cx="3009953" cy="727409"/>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7" name="Rounded Rectangle 6"/>
          <p:cNvSpPr/>
          <p:nvPr/>
        </p:nvSpPr>
        <p:spPr>
          <a:xfrm>
            <a:off x="1278791" y="2110518"/>
            <a:ext cx="2878865" cy="999067"/>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NZ" sz="2200" dirty="0">
                <a:solidFill>
                  <a:schemeClr val="tx1"/>
                </a:solidFill>
              </a:rPr>
              <a:t>1.1 gain direct access to the database</a:t>
            </a:r>
          </a:p>
        </p:txBody>
      </p:sp>
      <p:sp>
        <p:nvSpPr>
          <p:cNvPr id="8" name="Rounded Rectangle 7"/>
          <p:cNvSpPr/>
          <p:nvPr/>
        </p:nvSpPr>
        <p:spPr>
          <a:xfrm>
            <a:off x="4394553" y="2110519"/>
            <a:ext cx="2667247" cy="999066"/>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NZ" sz="2200" dirty="0">
                <a:solidFill>
                  <a:schemeClr val="tx1"/>
                </a:solidFill>
              </a:rPr>
              <a:t>1.2 login as target user</a:t>
            </a:r>
          </a:p>
        </p:txBody>
      </p:sp>
      <p:sp>
        <p:nvSpPr>
          <p:cNvPr id="9" name="Rounded Rectangle 8"/>
          <p:cNvSpPr/>
          <p:nvPr/>
        </p:nvSpPr>
        <p:spPr>
          <a:xfrm>
            <a:off x="7298697" y="2110519"/>
            <a:ext cx="2667247" cy="999066"/>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NZ" sz="2200" dirty="0">
                <a:solidFill>
                  <a:schemeClr val="tx1"/>
                </a:solidFill>
              </a:rPr>
              <a:t>1.3 hijack user session</a:t>
            </a:r>
          </a:p>
        </p:txBody>
      </p:sp>
      <p:cxnSp>
        <p:nvCxnSpPr>
          <p:cNvPr id="17" name="Straight Connector 16"/>
          <p:cNvCxnSpPr>
            <a:cxnSpLocks/>
            <a:stCxn id="5" idx="2"/>
            <a:endCxn id="8" idx="0"/>
          </p:cNvCxnSpPr>
          <p:nvPr/>
        </p:nvCxnSpPr>
        <p:spPr>
          <a:xfrm>
            <a:off x="5728177" y="1383109"/>
            <a:ext cx="0" cy="72741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8" name="Straight Connector 17"/>
          <p:cNvCxnSpPr>
            <a:cxnSpLocks/>
            <a:stCxn id="5" idx="2"/>
            <a:endCxn id="9" idx="0"/>
          </p:cNvCxnSpPr>
          <p:nvPr/>
        </p:nvCxnSpPr>
        <p:spPr>
          <a:xfrm>
            <a:off x="5728177" y="1383109"/>
            <a:ext cx="2904144" cy="72741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10" name="Rounded Rectangle 10">
            <a:extLst>
              <a:ext uri="{FF2B5EF4-FFF2-40B4-BE49-F238E27FC236}">
                <a16:creationId xmlns:a16="http://schemas.microsoft.com/office/drawing/2014/main" id="{2C036C30-C5EA-4F19-8978-832C0165CF1B}"/>
              </a:ext>
            </a:extLst>
          </p:cNvPr>
          <p:cNvSpPr/>
          <p:nvPr/>
        </p:nvSpPr>
        <p:spPr>
          <a:xfrm>
            <a:off x="190824" y="3752329"/>
            <a:ext cx="3399043" cy="1253296"/>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NZ" sz="2200" dirty="0">
                <a:solidFill>
                  <a:schemeClr val="tx1"/>
                </a:solidFill>
              </a:rPr>
              <a:t>1.1.1 exploit a software vulnerability in the system</a:t>
            </a:r>
          </a:p>
        </p:txBody>
      </p:sp>
      <p:cxnSp>
        <p:nvCxnSpPr>
          <p:cNvPr id="11" name="Straight Connector 10">
            <a:extLst>
              <a:ext uri="{FF2B5EF4-FFF2-40B4-BE49-F238E27FC236}">
                <a16:creationId xmlns:a16="http://schemas.microsoft.com/office/drawing/2014/main" id="{8BB23C53-39B3-45A0-932F-7C70A20FC24F}"/>
              </a:ext>
            </a:extLst>
          </p:cNvPr>
          <p:cNvCxnSpPr>
            <a:cxnSpLocks/>
            <a:stCxn id="7" idx="2"/>
            <a:endCxn id="10" idx="0"/>
          </p:cNvCxnSpPr>
          <p:nvPr/>
        </p:nvCxnSpPr>
        <p:spPr>
          <a:xfrm flipH="1">
            <a:off x="1890346" y="3109585"/>
            <a:ext cx="827878" cy="6427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19" name="Rounded Rectangle 13">
            <a:extLst>
              <a:ext uri="{FF2B5EF4-FFF2-40B4-BE49-F238E27FC236}">
                <a16:creationId xmlns:a16="http://schemas.microsoft.com/office/drawing/2014/main" id="{D94C59C5-226B-48FA-AC32-E5D4ED75A4C7}"/>
              </a:ext>
            </a:extLst>
          </p:cNvPr>
          <p:cNvSpPr/>
          <p:nvPr/>
        </p:nvSpPr>
        <p:spPr>
          <a:xfrm>
            <a:off x="9181301" y="3752329"/>
            <a:ext cx="2665420" cy="1253296"/>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NZ" sz="2200" dirty="0">
                <a:solidFill>
                  <a:schemeClr val="tx1"/>
                </a:solidFill>
              </a:rPr>
              <a:t>1.3.1 steal user session cookie</a:t>
            </a:r>
          </a:p>
        </p:txBody>
      </p:sp>
      <p:cxnSp>
        <p:nvCxnSpPr>
          <p:cNvPr id="20" name="Straight Connector 19">
            <a:extLst>
              <a:ext uri="{FF2B5EF4-FFF2-40B4-BE49-F238E27FC236}">
                <a16:creationId xmlns:a16="http://schemas.microsoft.com/office/drawing/2014/main" id="{34275EBC-EB06-463D-9768-3136A45B2A8E}"/>
              </a:ext>
            </a:extLst>
          </p:cNvPr>
          <p:cNvCxnSpPr>
            <a:cxnSpLocks/>
            <a:stCxn id="9" idx="2"/>
            <a:endCxn id="19" idx="0"/>
          </p:cNvCxnSpPr>
          <p:nvPr/>
        </p:nvCxnSpPr>
        <p:spPr>
          <a:xfrm>
            <a:off x="8632321" y="3109585"/>
            <a:ext cx="1881690" cy="6427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22" name="Rounded Rectangle 11">
            <a:extLst>
              <a:ext uri="{FF2B5EF4-FFF2-40B4-BE49-F238E27FC236}">
                <a16:creationId xmlns:a16="http://schemas.microsoft.com/office/drawing/2014/main" id="{F15A1BFD-0CE5-42D3-973C-87E746E01E64}"/>
              </a:ext>
            </a:extLst>
          </p:cNvPr>
          <p:cNvSpPr/>
          <p:nvPr/>
        </p:nvSpPr>
        <p:spPr>
          <a:xfrm>
            <a:off x="3943543" y="3752329"/>
            <a:ext cx="1958488" cy="1253296"/>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NZ" sz="2200" dirty="0">
                <a:solidFill>
                  <a:schemeClr val="tx1"/>
                </a:solidFill>
              </a:rPr>
              <a:t>1.2.1 brute-force login</a:t>
            </a:r>
          </a:p>
        </p:txBody>
      </p:sp>
      <p:sp>
        <p:nvSpPr>
          <p:cNvPr id="23" name="Rounded Rectangle 12">
            <a:extLst>
              <a:ext uri="{FF2B5EF4-FFF2-40B4-BE49-F238E27FC236}">
                <a16:creationId xmlns:a16="http://schemas.microsoft.com/office/drawing/2014/main" id="{6691EEBD-2317-42B5-B2B1-017891B1A73B}"/>
              </a:ext>
            </a:extLst>
          </p:cNvPr>
          <p:cNvSpPr/>
          <p:nvPr/>
        </p:nvSpPr>
        <p:spPr>
          <a:xfrm>
            <a:off x="6289971" y="3752329"/>
            <a:ext cx="2665419" cy="1253296"/>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NZ" sz="2200" dirty="0">
                <a:solidFill>
                  <a:schemeClr val="tx1"/>
                </a:solidFill>
              </a:rPr>
              <a:t>1.2.2 steal user private credentials</a:t>
            </a:r>
          </a:p>
        </p:txBody>
      </p:sp>
      <p:cxnSp>
        <p:nvCxnSpPr>
          <p:cNvPr id="24" name="Straight Connector 23">
            <a:extLst>
              <a:ext uri="{FF2B5EF4-FFF2-40B4-BE49-F238E27FC236}">
                <a16:creationId xmlns:a16="http://schemas.microsoft.com/office/drawing/2014/main" id="{34CA2EB8-00D2-431F-B330-F60CC068FC65}"/>
              </a:ext>
            </a:extLst>
          </p:cNvPr>
          <p:cNvCxnSpPr>
            <a:cxnSpLocks/>
            <a:stCxn id="8" idx="2"/>
            <a:endCxn id="22" idx="0"/>
          </p:cNvCxnSpPr>
          <p:nvPr/>
        </p:nvCxnSpPr>
        <p:spPr>
          <a:xfrm flipH="1">
            <a:off x="4922787" y="3109585"/>
            <a:ext cx="805390" cy="6427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7" name="Straight Connector 26">
            <a:extLst>
              <a:ext uri="{FF2B5EF4-FFF2-40B4-BE49-F238E27FC236}">
                <a16:creationId xmlns:a16="http://schemas.microsoft.com/office/drawing/2014/main" id="{BCD34379-1273-40FC-BA3D-3A72F6C11760}"/>
              </a:ext>
            </a:extLst>
          </p:cNvPr>
          <p:cNvCxnSpPr>
            <a:cxnSpLocks/>
            <a:stCxn id="8" idx="2"/>
            <a:endCxn id="23" idx="0"/>
          </p:cNvCxnSpPr>
          <p:nvPr/>
        </p:nvCxnSpPr>
        <p:spPr>
          <a:xfrm>
            <a:off x="5728177" y="3109585"/>
            <a:ext cx="1894504" cy="6427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21" name="Rounded Rectangle 26">
            <a:extLst>
              <a:ext uri="{FF2B5EF4-FFF2-40B4-BE49-F238E27FC236}">
                <a16:creationId xmlns:a16="http://schemas.microsoft.com/office/drawing/2014/main" id="{48AEA7A6-8293-4E2E-A8F3-8B354ACD9109}"/>
              </a:ext>
            </a:extLst>
          </p:cNvPr>
          <p:cNvSpPr/>
          <p:nvPr/>
        </p:nvSpPr>
        <p:spPr>
          <a:xfrm>
            <a:off x="2216873" y="5674868"/>
            <a:ext cx="2347646" cy="886917"/>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NZ" sz="2200" dirty="0">
                <a:solidFill>
                  <a:schemeClr val="tx1"/>
                </a:solidFill>
              </a:rPr>
              <a:t>1.2.1.1 identify a target username</a:t>
            </a:r>
          </a:p>
        </p:txBody>
      </p:sp>
      <p:sp>
        <p:nvSpPr>
          <p:cNvPr id="25" name="Rounded Rectangle 27">
            <a:extLst>
              <a:ext uri="{FF2B5EF4-FFF2-40B4-BE49-F238E27FC236}">
                <a16:creationId xmlns:a16="http://schemas.microsoft.com/office/drawing/2014/main" id="{EDA5D8E8-4AF7-4C72-99BE-F499FEC9E682}"/>
              </a:ext>
            </a:extLst>
          </p:cNvPr>
          <p:cNvSpPr/>
          <p:nvPr/>
        </p:nvSpPr>
        <p:spPr>
          <a:xfrm>
            <a:off x="5297561" y="5674868"/>
            <a:ext cx="2825098" cy="886917"/>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NZ" sz="2200" dirty="0">
                <a:solidFill>
                  <a:schemeClr val="tx1"/>
                </a:solidFill>
              </a:rPr>
              <a:t>1.2.1.2 identify a target user password</a:t>
            </a:r>
          </a:p>
        </p:txBody>
      </p:sp>
      <p:cxnSp>
        <p:nvCxnSpPr>
          <p:cNvPr id="26" name="Straight Connector 25">
            <a:extLst>
              <a:ext uri="{FF2B5EF4-FFF2-40B4-BE49-F238E27FC236}">
                <a16:creationId xmlns:a16="http://schemas.microsoft.com/office/drawing/2014/main" id="{C6CCF372-A0D7-4F6A-ACFB-261A163BFD95}"/>
              </a:ext>
            </a:extLst>
          </p:cNvPr>
          <p:cNvCxnSpPr>
            <a:cxnSpLocks/>
            <a:stCxn id="22" idx="2"/>
            <a:endCxn id="21" idx="0"/>
          </p:cNvCxnSpPr>
          <p:nvPr/>
        </p:nvCxnSpPr>
        <p:spPr>
          <a:xfrm flipH="1">
            <a:off x="3390696" y="5005625"/>
            <a:ext cx="1532091" cy="669243"/>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8" name="Straight Connector 27">
            <a:extLst>
              <a:ext uri="{FF2B5EF4-FFF2-40B4-BE49-F238E27FC236}">
                <a16:creationId xmlns:a16="http://schemas.microsoft.com/office/drawing/2014/main" id="{51396790-B262-44A9-A46E-3C3965A45178}"/>
              </a:ext>
            </a:extLst>
          </p:cNvPr>
          <p:cNvCxnSpPr>
            <a:cxnSpLocks/>
            <a:stCxn id="22" idx="2"/>
            <a:endCxn id="25" idx="0"/>
          </p:cNvCxnSpPr>
          <p:nvPr/>
        </p:nvCxnSpPr>
        <p:spPr>
          <a:xfrm>
            <a:off x="4922787" y="5005625"/>
            <a:ext cx="1787323" cy="669243"/>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29" name="Freeform 30">
            <a:extLst>
              <a:ext uri="{FF2B5EF4-FFF2-40B4-BE49-F238E27FC236}">
                <a16:creationId xmlns:a16="http://schemas.microsoft.com/office/drawing/2014/main" id="{5B0A19D0-C4AD-46C3-BE93-66A81168DC00}"/>
              </a:ext>
            </a:extLst>
          </p:cNvPr>
          <p:cNvSpPr/>
          <p:nvPr/>
        </p:nvSpPr>
        <p:spPr>
          <a:xfrm>
            <a:off x="4677793" y="5110687"/>
            <a:ext cx="489987" cy="162181"/>
          </a:xfrm>
          <a:custGeom>
            <a:avLst/>
            <a:gdLst>
              <a:gd name="connsiteX0" fmla="*/ 0 w 476250"/>
              <a:gd name="connsiteY0" fmla="*/ 0 h 142944"/>
              <a:gd name="connsiteX1" fmla="*/ 228600 w 476250"/>
              <a:gd name="connsiteY1" fmla="*/ 142875 h 142944"/>
              <a:gd name="connsiteX2" fmla="*/ 476250 w 476250"/>
              <a:gd name="connsiteY2" fmla="*/ 19050 h 142944"/>
              <a:gd name="connsiteX0" fmla="*/ 0 w 476250"/>
              <a:gd name="connsiteY0" fmla="*/ 0 h 142978"/>
              <a:gd name="connsiteX1" fmla="*/ 228600 w 476250"/>
              <a:gd name="connsiteY1" fmla="*/ 142875 h 142978"/>
              <a:gd name="connsiteX2" fmla="*/ 476250 w 476250"/>
              <a:gd name="connsiteY2" fmla="*/ 19050 h 142978"/>
              <a:gd name="connsiteX0" fmla="*/ 0 w 476250"/>
              <a:gd name="connsiteY0" fmla="*/ 0 h 147735"/>
              <a:gd name="connsiteX1" fmla="*/ 247650 w 476250"/>
              <a:gd name="connsiteY1" fmla="*/ 147638 h 147735"/>
              <a:gd name="connsiteX2" fmla="*/ 476250 w 476250"/>
              <a:gd name="connsiteY2" fmla="*/ 19050 h 147735"/>
              <a:gd name="connsiteX0" fmla="*/ 0 w 476250"/>
              <a:gd name="connsiteY0" fmla="*/ 0 h 147661"/>
              <a:gd name="connsiteX1" fmla="*/ 247650 w 476250"/>
              <a:gd name="connsiteY1" fmla="*/ 147638 h 147661"/>
              <a:gd name="connsiteX2" fmla="*/ 476250 w 476250"/>
              <a:gd name="connsiteY2" fmla="*/ 19050 h 147661"/>
              <a:gd name="connsiteX0" fmla="*/ 0 w 464344"/>
              <a:gd name="connsiteY0" fmla="*/ 0 h 147690"/>
              <a:gd name="connsiteX1" fmla="*/ 247650 w 464344"/>
              <a:gd name="connsiteY1" fmla="*/ 147638 h 147690"/>
              <a:gd name="connsiteX2" fmla="*/ 464344 w 464344"/>
              <a:gd name="connsiteY2" fmla="*/ 14288 h 147690"/>
              <a:gd name="connsiteX0" fmla="*/ 0 w 464344"/>
              <a:gd name="connsiteY0" fmla="*/ 0 h 147701"/>
              <a:gd name="connsiteX1" fmla="*/ 247650 w 464344"/>
              <a:gd name="connsiteY1" fmla="*/ 147638 h 147701"/>
              <a:gd name="connsiteX2" fmla="*/ 464344 w 464344"/>
              <a:gd name="connsiteY2" fmla="*/ 14288 h 147701"/>
              <a:gd name="connsiteX0" fmla="*/ 0 w 464344"/>
              <a:gd name="connsiteY0" fmla="*/ 0 h 147701"/>
              <a:gd name="connsiteX1" fmla="*/ 247650 w 464344"/>
              <a:gd name="connsiteY1" fmla="*/ 147638 h 147701"/>
              <a:gd name="connsiteX2" fmla="*/ 464344 w 464344"/>
              <a:gd name="connsiteY2" fmla="*/ 14288 h 147701"/>
              <a:gd name="connsiteX0" fmla="*/ 0 w 464344"/>
              <a:gd name="connsiteY0" fmla="*/ 0 h 147701"/>
              <a:gd name="connsiteX1" fmla="*/ 247650 w 464344"/>
              <a:gd name="connsiteY1" fmla="*/ 147638 h 147701"/>
              <a:gd name="connsiteX2" fmla="*/ 464344 w 464344"/>
              <a:gd name="connsiteY2" fmla="*/ 14288 h 147701"/>
              <a:gd name="connsiteX0" fmla="*/ 0 w 464344"/>
              <a:gd name="connsiteY0" fmla="*/ 0 h 150080"/>
              <a:gd name="connsiteX1" fmla="*/ 204788 w 464344"/>
              <a:gd name="connsiteY1" fmla="*/ 150019 h 150080"/>
              <a:gd name="connsiteX2" fmla="*/ 464344 w 464344"/>
              <a:gd name="connsiteY2" fmla="*/ 14288 h 150080"/>
            </a:gdLst>
            <a:ahLst/>
            <a:cxnLst>
              <a:cxn ang="0">
                <a:pos x="connsiteX0" y="connsiteY0"/>
              </a:cxn>
              <a:cxn ang="0">
                <a:pos x="connsiteX1" y="connsiteY1"/>
              </a:cxn>
              <a:cxn ang="0">
                <a:pos x="connsiteX2" y="connsiteY2"/>
              </a:cxn>
            </a:cxnLst>
            <a:rect l="l" t="t" r="r" b="b"/>
            <a:pathLst>
              <a:path w="464344" h="150080">
                <a:moveTo>
                  <a:pt x="0" y="0"/>
                </a:moveTo>
                <a:cubicBezTo>
                  <a:pt x="67468" y="100806"/>
                  <a:pt x="127397" y="147638"/>
                  <a:pt x="204788" y="150019"/>
                </a:cubicBezTo>
                <a:cubicBezTo>
                  <a:pt x="282179" y="152400"/>
                  <a:pt x="407989" y="84932"/>
                  <a:pt x="464344" y="14288"/>
                </a:cubicBezTo>
              </a:path>
            </a:pathLst>
          </a:cu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Z" sz="1867">
              <a:solidFill>
                <a:schemeClr val="tx1"/>
              </a:solidFill>
            </a:endParaRPr>
          </a:p>
        </p:txBody>
      </p:sp>
      <p:sp>
        <p:nvSpPr>
          <p:cNvPr id="30" name="Title 3">
            <a:extLst>
              <a:ext uri="{FF2B5EF4-FFF2-40B4-BE49-F238E27FC236}">
                <a16:creationId xmlns:a16="http://schemas.microsoft.com/office/drawing/2014/main" id="{209E61C4-83E0-4D91-B824-E3248B7A9EE5}"/>
              </a:ext>
            </a:extLst>
          </p:cNvPr>
          <p:cNvSpPr>
            <a:spLocks noGrp="1"/>
          </p:cNvSpPr>
          <p:nvPr>
            <p:ph type="title"/>
          </p:nvPr>
        </p:nvSpPr>
        <p:spPr>
          <a:xfrm>
            <a:off x="1139241" y="519871"/>
            <a:ext cx="2101949" cy="727410"/>
          </a:xfrm>
        </p:spPr>
        <p:txBody>
          <a:bodyPr>
            <a:normAutofit/>
          </a:bodyPr>
          <a:lstStyle/>
          <a:p>
            <a:r>
              <a:rPr lang="en-AU" sz="2800" dirty="0">
                <a:solidFill>
                  <a:srgbClr val="FF0000"/>
                </a:solidFill>
                <a:latin typeface="+mn-lt"/>
                <a:ea typeface="+mn-ea"/>
                <a:cs typeface="+mn-cs"/>
              </a:rPr>
              <a:t>root node</a:t>
            </a:r>
          </a:p>
        </p:txBody>
      </p:sp>
      <p:cxnSp>
        <p:nvCxnSpPr>
          <p:cNvPr id="4" name="Straight Arrow Connector 3">
            <a:extLst>
              <a:ext uri="{FF2B5EF4-FFF2-40B4-BE49-F238E27FC236}">
                <a16:creationId xmlns:a16="http://schemas.microsoft.com/office/drawing/2014/main" id="{6D17A6D9-75CB-4C9B-A139-7214C3A0FF70}"/>
              </a:ext>
            </a:extLst>
          </p:cNvPr>
          <p:cNvCxnSpPr>
            <a:stCxn id="30" idx="3"/>
            <a:endCxn id="5" idx="1"/>
          </p:cNvCxnSpPr>
          <p:nvPr/>
        </p:nvCxnSpPr>
        <p:spPr>
          <a:xfrm>
            <a:off x="3241190" y="883576"/>
            <a:ext cx="522966" cy="0"/>
          </a:xfrm>
          <a:prstGeom prst="straightConnector1">
            <a:avLst/>
          </a:prstGeom>
          <a:ln w="31750">
            <a:tailEnd type="triangle"/>
          </a:ln>
        </p:spPr>
        <p:style>
          <a:lnRef idx="1">
            <a:schemeClr val="accent1"/>
          </a:lnRef>
          <a:fillRef idx="0">
            <a:schemeClr val="accent1"/>
          </a:fillRef>
          <a:effectRef idx="0">
            <a:schemeClr val="accent1"/>
          </a:effectRef>
          <a:fontRef idx="minor">
            <a:schemeClr val="tx1"/>
          </a:fontRef>
        </p:style>
      </p:cxnSp>
      <p:sp>
        <p:nvSpPr>
          <p:cNvPr id="31" name="Title 3">
            <a:extLst>
              <a:ext uri="{FF2B5EF4-FFF2-40B4-BE49-F238E27FC236}">
                <a16:creationId xmlns:a16="http://schemas.microsoft.com/office/drawing/2014/main" id="{D2D3D7ED-2358-4AC3-A2D5-FE828D806B66}"/>
              </a:ext>
            </a:extLst>
          </p:cNvPr>
          <p:cNvSpPr txBox="1">
            <a:spLocks/>
          </p:cNvSpPr>
          <p:nvPr/>
        </p:nvSpPr>
        <p:spPr>
          <a:xfrm>
            <a:off x="-92809" y="5834375"/>
            <a:ext cx="2101949" cy="727410"/>
          </a:xfrm>
          <a:prstGeom prst="rect">
            <a:avLst/>
          </a:prstGeom>
          <a:effectLst>
            <a:outerShdw blurRad="25400" dir="17880000">
              <a:srgbClr val="000000">
                <a:alpha val="46000"/>
              </a:srgbClr>
            </a:outerShdw>
          </a:effectLst>
        </p:spPr>
        <p:txBody>
          <a:bodyPr vert="horz" lIns="91440" tIns="45720" rIns="91440" bIns="45720" rtlCol="0" anchor="ctr">
            <a:normAutofit/>
          </a:bodyPr>
          <a:lstStyle>
            <a:lvl1pPr algn="ctr" defTabSz="457200" rtl="0" eaLnBrk="1" latinLnBrk="0" hangingPunct="1">
              <a:lnSpc>
                <a:spcPct val="90000"/>
              </a:lnSpc>
              <a:spcBef>
                <a:spcPct val="0"/>
              </a:spcBef>
              <a:buNone/>
              <a:defRPr sz="40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j-lt"/>
                <a:ea typeface="+mj-ea"/>
                <a:cs typeface="Trebuchet M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AU" sz="2800" dirty="0">
                <a:solidFill>
                  <a:srgbClr val="FF0000"/>
                </a:solidFill>
                <a:latin typeface="+mn-lt"/>
                <a:ea typeface="+mn-ea"/>
                <a:cs typeface="+mn-cs"/>
              </a:rPr>
              <a:t>leaf node</a:t>
            </a:r>
          </a:p>
        </p:txBody>
      </p:sp>
      <p:cxnSp>
        <p:nvCxnSpPr>
          <p:cNvPr id="32" name="Straight Arrow Connector 31">
            <a:extLst>
              <a:ext uri="{FF2B5EF4-FFF2-40B4-BE49-F238E27FC236}">
                <a16:creationId xmlns:a16="http://schemas.microsoft.com/office/drawing/2014/main" id="{B75EAA5A-DD37-4899-9275-B4AA15D428C6}"/>
              </a:ext>
            </a:extLst>
          </p:cNvPr>
          <p:cNvCxnSpPr>
            <a:cxnSpLocks/>
            <a:stCxn id="31" idx="0"/>
          </p:cNvCxnSpPr>
          <p:nvPr/>
        </p:nvCxnSpPr>
        <p:spPr>
          <a:xfrm flipV="1">
            <a:off x="958166" y="5005627"/>
            <a:ext cx="0" cy="828748"/>
          </a:xfrm>
          <a:prstGeom prst="straightConnector1">
            <a:avLst/>
          </a:prstGeom>
          <a:ln w="31750">
            <a:tailEnd type="triangle"/>
          </a:ln>
        </p:spPr>
        <p:style>
          <a:lnRef idx="1">
            <a:schemeClr val="accent1"/>
          </a:lnRef>
          <a:fillRef idx="0">
            <a:schemeClr val="accent1"/>
          </a:fillRef>
          <a:effectRef idx="0">
            <a:schemeClr val="accent1"/>
          </a:effectRef>
          <a:fontRef idx="minor">
            <a:schemeClr val="tx1"/>
          </a:fontRef>
        </p:style>
      </p:cxnSp>
      <p:cxnSp>
        <p:nvCxnSpPr>
          <p:cNvPr id="33" name="Straight Arrow Connector 32">
            <a:extLst>
              <a:ext uri="{FF2B5EF4-FFF2-40B4-BE49-F238E27FC236}">
                <a16:creationId xmlns:a16="http://schemas.microsoft.com/office/drawing/2014/main" id="{6012E8D4-F4F0-40BF-BB2E-8394D45E7962}"/>
              </a:ext>
            </a:extLst>
          </p:cNvPr>
          <p:cNvCxnSpPr>
            <a:cxnSpLocks/>
            <a:endCxn id="21" idx="1"/>
          </p:cNvCxnSpPr>
          <p:nvPr/>
        </p:nvCxnSpPr>
        <p:spPr>
          <a:xfrm>
            <a:off x="1695450" y="6118326"/>
            <a:ext cx="521423" cy="1"/>
          </a:xfrm>
          <a:prstGeom prst="straightConnector1">
            <a:avLst/>
          </a:prstGeom>
          <a:ln w="31750">
            <a:tailEnd type="triangle"/>
          </a:ln>
        </p:spPr>
        <p:style>
          <a:lnRef idx="1">
            <a:schemeClr val="accent1"/>
          </a:lnRef>
          <a:fillRef idx="0">
            <a:schemeClr val="accent1"/>
          </a:fillRef>
          <a:effectRef idx="0">
            <a:schemeClr val="accent1"/>
          </a:effectRef>
          <a:fontRef idx="minor">
            <a:schemeClr val="tx1"/>
          </a:fontRef>
        </p:style>
      </p:cxnSp>
      <p:sp>
        <p:nvSpPr>
          <p:cNvPr id="34" name="Title 3">
            <a:extLst>
              <a:ext uri="{FF2B5EF4-FFF2-40B4-BE49-F238E27FC236}">
                <a16:creationId xmlns:a16="http://schemas.microsoft.com/office/drawing/2014/main" id="{532DCEAC-F351-406B-9B93-736F1EE528DE}"/>
              </a:ext>
            </a:extLst>
          </p:cNvPr>
          <p:cNvSpPr txBox="1">
            <a:spLocks/>
          </p:cNvSpPr>
          <p:nvPr/>
        </p:nvSpPr>
        <p:spPr>
          <a:xfrm>
            <a:off x="8587332" y="5754622"/>
            <a:ext cx="2101949" cy="727410"/>
          </a:xfrm>
          <a:prstGeom prst="rect">
            <a:avLst/>
          </a:prstGeom>
          <a:effectLst>
            <a:outerShdw blurRad="25400" dir="17880000">
              <a:srgbClr val="000000">
                <a:alpha val="46000"/>
              </a:srgbClr>
            </a:outerShdw>
          </a:effectLst>
        </p:spPr>
        <p:txBody>
          <a:bodyPr vert="horz" lIns="91440" tIns="45720" rIns="91440" bIns="45720" rtlCol="0" anchor="ctr">
            <a:normAutofit/>
          </a:bodyPr>
          <a:lstStyle>
            <a:lvl1pPr algn="ctr" defTabSz="457200" rtl="0" eaLnBrk="1" latinLnBrk="0" hangingPunct="1">
              <a:lnSpc>
                <a:spcPct val="90000"/>
              </a:lnSpc>
              <a:spcBef>
                <a:spcPct val="0"/>
              </a:spcBef>
              <a:buNone/>
              <a:defRPr sz="40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j-lt"/>
                <a:ea typeface="+mj-ea"/>
                <a:cs typeface="Trebuchet M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AU" sz="2800" dirty="0">
                <a:solidFill>
                  <a:srgbClr val="FF0000"/>
                </a:solidFill>
                <a:latin typeface="+mn-lt"/>
                <a:ea typeface="+mn-ea"/>
                <a:cs typeface="+mn-cs"/>
              </a:rPr>
              <a:t>leaf node</a:t>
            </a:r>
          </a:p>
        </p:txBody>
      </p:sp>
      <p:cxnSp>
        <p:nvCxnSpPr>
          <p:cNvPr id="35" name="Straight Arrow Connector 34">
            <a:extLst>
              <a:ext uri="{FF2B5EF4-FFF2-40B4-BE49-F238E27FC236}">
                <a16:creationId xmlns:a16="http://schemas.microsoft.com/office/drawing/2014/main" id="{831CF0A8-C135-4870-99CA-684F1F9ABE6D}"/>
              </a:ext>
            </a:extLst>
          </p:cNvPr>
          <p:cNvCxnSpPr>
            <a:cxnSpLocks/>
          </p:cNvCxnSpPr>
          <p:nvPr/>
        </p:nvCxnSpPr>
        <p:spPr>
          <a:xfrm flipH="1" flipV="1">
            <a:off x="8122660" y="5005625"/>
            <a:ext cx="832730" cy="748997"/>
          </a:xfrm>
          <a:prstGeom prst="straightConnector1">
            <a:avLst/>
          </a:prstGeom>
          <a:ln w="31750">
            <a:tailEnd type="triangle"/>
          </a:ln>
        </p:spPr>
        <p:style>
          <a:lnRef idx="1">
            <a:schemeClr val="accent1"/>
          </a:lnRef>
          <a:fillRef idx="0">
            <a:schemeClr val="accent1"/>
          </a:fillRef>
          <a:effectRef idx="0">
            <a:schemeClr val="accent1"/>
          </a:effectRef>
          <a:fontRef idx="minor">
            <a:schemeClr val="tx1"/>
          </a:fontRef>
        </p:style>
      </p:cxnSp>
      <p:cxnSp>
        <p:nvCxnSpPr>
          <p:cNvPr id="38" name="Straight Arrow Connector 37">
            <a:extLst>
              <a:ext uri="{FF2B5EF4-FFF2-40B4-BE49-F238E27FC236}">
                <a16:creationId xmlns:a16="http://schemas.microsoft.com/office/drawing/2014/main" id="{B8E37089-F267-4C7B-B424-B3DD933CB620}"/>
              </a:ext>
            </a:extLst>
          </p:cNvPr>
          <p:cNvCxnSpPr>
            <a:cxnSpLocks/>
            <a:stCxn id="34" idx="1"/>
            <a:endCxn id="25" idx="3"/>
          </p:cNvCxnSpPr>
          <p:nvPr/>
        </p:nvCxnSpPr>
        <p:spPr>
          <a:xfrm flipH="1">
            <a:off x="8122659" y="6118327"/>
            <a:ext cx="464673" cy="0"/>
          </a:xfrm>
          <a:prstGeom prst="straightConnector1">
            <a:avLst/>
          </a:prstGeom>
          <a:ln w="31750">
            <a:tailEnd type="triangle"/>
          </a:ln>
        </p:spPr>
        <p:style>
          <a:lnRef idx="1">
            <a:schemeClr val="accent1"/>
          </a:lnRef>
          <a:fillRef idx="0">
            <a:schemeClr val="accent1"/>
          </a:fillRef>
          <a:effectRef idx="0">
            <a:schemeClr val="accent1"/>
          </a:effectRef>
          <a:fontRef idx="minor">
            <a:schemeClr val="tx1"/>
          </a:fontRef>
        </p:style>
      </p:cxnSp>
      <p:cxnSp>
        <p:nvCxnSpPr>
          <p:cNvPr id="44" name="Straight Arrow Connector 43">
            <a:extLst>
              <a:ext uri="{FF2B5EF4-FFF2-40B4-BE49-F238E27FC236}">
                <a16:creationId xmlns:a16="http://schemas.microsoft.com/office/drawing/2014/main" id="{AD1C1DAB-0EC6-4084-A687-D1DC66F7DCB3}"/>
              </a:ext>
            </a:extLst>
          </p:cNvPr>
          <p:cNvCxnSpPr>
            <a:cxnSpLocks/>
          </p:cNvCxnSpPr>
          <p:nvPr/>
        </p:nvCxnSpPr>
        <p:spPr>
          <a:xfrm flipV="1">
            <a:off x="9965944" y="5005627"/>
            <a:ext cx="0" cy="748995"/>
          </a:xfrm>
          <a:prstGeom prst="straightConnector1">
            <a:avLst/>
          </a:prstGeom>
          <a:ln w="31750">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964631284"/>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a:xfrm>
            <a:off x="125453" y="811741"/>
            <a:ext cx="11941093" cy="5588000"/>
          </a:xfrm>
        </p:spPr>
        <p:txBody>
          <a:bodyPr>
            <a:normAutofit/>
          </a:bodyPr>
          <a:lstStyle/>
          <a:p>
            <a:r>
              <a:rPr lang="en-AU" sz="2800" dirty="0"/>
              <a:t>How to evaluate the impact of an attack goal?</a:t>
            </a:r>
          </a:p>
          <a:p>
            <a:pPr lvl="1"/>
            <a:r>
              <a:rPr lang="en-AU" sz="2800" dirty="0"/>
              <a:t>assign each leaf node a value</a:t>
            </a:r>
            <a:r>
              <a:rPr lang="en-US" sz="2800" dirty="0"/>
              <a:t> and calculate the value for the root node </a:t>
            </a:r>
            <a:endParaRPr lang="en-AU" sz="2800" dirty="0"/>
          </a:p>
          <a:p>
            <a:pPr lvl="1"/>
            <a:r>
              <a:rPr lang="en-AU" sz="2800" dirty="0"/>
              <a:t>common practices for the assignment</a:t>
            </a:r>
          </a:p>
          <a:p>
            <a:pPr lvl="2"/>
            <a:r>
              <a:rPr lang="en-US" sz="2800" dirty="0">
                <a:solidFill>
                  <a:srgbClr val="FF0000"/>
                </a:solidFill>
              </a:rPr>
              <a:t>probability of success </a:t>
            </a:r>
            <a:r>
              <a:rPr lang="en-US" sz="2800" dirty="0"/>
              <a:t>represents the likelihood that a leaf node can be completed (e.g., 0 or 100%)</a:t>
            </a:r>
          </a:p>
          <a:p>
            <a:pPr lvl="2"/>
            <a:endParaRPr lang="en-US" sz="2800" dirty="0"/>
          </a:p>
          <a:p>
            <a:pPr lvl="2"/>
            <a:r>
              <a:rPr lang="en-US" sz="2800" dirty="0">
                <a:solidFill>
                  <a:srgbClr val="FF0000"/>
                </a:solidFill>
              </a:rPr>
              <a:t>cost</a:t>
            </a:r>
            <a:r>
              <a:rPr lang="en-US" sz="2800" dirty="0"/>
              <a:t> represents the resources required to complete a leaf node (e.g., low, medium and high)</a:t>
            </a:r>
          </a:p>
          <a:p>
            <a:pPr lvl="1"/>
            <a:endParaRPr lang="en-AU" sz="2800" dirty="0"/>
          </a:p>
          <a:p>
            <a:pPr lvl="2"/>
            <a:endParaRPr lang="en-AU" sz="2600" dirty="0"/>
          </a:p>
        </p:txBody>
      </p:sp>
      <p:sp>
        <p:nvSpPr>
          <p:cNvPr id="3" name="Slide Number Placeholder 2"/>
          <p:cNvSpPr>
            <a:spLocks noGrp="1"/>
          </p:cNvSpPr>
          <p:nvPr>
            <p:ph type="sldNum" sz="quarter" idx="12"/>
          </p:nvPr>
        </p:nvSpPr>
        <p:spPr/>
        <p:txBody>
          <a:bodyPr/>
          <a:lstStyle/>
          <a:p>
            <a:fld id="{55670E94-029C-4BA8-8D44-FBB339E4924F}" type="slidenum">
              <a:rPr lang="en-AU" smtClean="0">
                <a:solidFill>
                  <a:prstClr val="black">
                    <a:tint val="75000"/>
                  </a:prstClr>
                </a:solidFill>
              </a:rPr>
              <a:pPr/>
              <a:t>22</a:t>
            </a:fld>
            <a:endParaRPr lang="en-AU" dirty="0">
              <a:solidFill>
                <a:prstClr val="black">
                  <a:tint val="75000"/>
                </a:prstClr>
              </a:solidFill>
            </a:endParaRPr>
          </a:p>
        </p:txBody>
      </p:sp>
      <p:sp>
        <p:nvSpPr>
          <p:cNvPr id="4" name="Title 3"/>
          <p:cNvSpPr>
            <a:spLocks noGrp="1"/>
          </p:cNvSpPr>
          <p:nvPr>
            <p:ph type="title"/>
          </p:nvPr>
        </p:nvSpPr>
        <p:spPr>
          <a:xfrm>
            <a:off x="2457450" y="0"/>
            <a:ext cx="7505700" cy="999067"/>
          </a:xfrm>
        </p:spPr>
        <p:txBody>
          <a:bodyPr/>
          <a:lstStyle/>
          <a:p>
            <a:r>
              <a:rPr lang="en-AU" dirty="0"/>
              <a:t>Attack Tree</a:t>
            </a:r>
          </a:p>
        </p:txBody>
      </p:sp>
    </p:spTree>
    <p:extLst>
      <p:ext uri="{BB962C8B-B14F-4D97-AF65-F5344CB8AC3E}">
        <p14:creationId xmlns:p14="http://schemas.microsoft.com/office/powerpoint/2010/main" val="397726450"/>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p:cNvSpPr>
            <a:spLocks noGrp="1"/>
          </p:cNvSpPr>
          <p:nvPr>
            <p:ph type="sldNum" sz="quarter" idx="12"/>
          </p:nvPr>
        </p:nvSpPr>
        <p:spPr/>
        <p:txBody>
          <a:bodyPr/>
          <a:lstStyle/>
          <a:p>
            <a:fld id="{55670E94-029C-4BA8-8D44-FBB339E4924F}" type="slidenum">
              <a:rPr lang="en-AU" smtClean="0">
                <a:solidFill>
                  <a:schemeClr val="tx1"/>
                </a:solidFill>
              </a:rPr>
              <a:pPr/>
              <a:t>23</a:t>
            </a:fld>
            <a:endParaRPr lang="en-AU" dirty="0">
              <a:solidFill>
                <a:schemeClr val="tx1"/>
              </a:solidFill>
            </a:endParaRPr>
          </a:p>
        </p:txBody>
      </p:sp>
      <p:sp>
        <p:nvSpPr>
          <p:cNvPr id="5" name="Rectangle 4"/>
          <p:cNvSpPr/>
          <p:nvPr/>
        </p:nvSpPr>
        <p:spPr>
          <a:xfrm>
            <a:off x="3764156" y="384043"/>
            <a:ext cx="3928041" cy="999066"/>
          </a:xfrm>
          <a:prstGeom prst="rect">
            <a:avLst/>
          </a:prstGeom>
          <a:solidFill>
            <a:schemeClr val="bg1"/>
          </a:solid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NZ" sz="2200" dirty="0">
                <a:solidFill>
                  <a:schemeClr val="tx1"/>
                </a:solidFill>
              </a:rPr>
              <a:t>1 gain an access to a user’s private information</a:t>
            </a:r>
          </a:p>
        </p:txBody>
      </p:sp>
      <p:cxnSp>
        <p:nvCxnSpPr>
          <p:cNvPr id="6" name="Straight Connector 5"/>
          <p:cNvCxnSpPr>
            <a:cxnSpLocks/>
            <a:stCxn id="5" idx="2"/>
            <a:endCxn id="7" idx="0"/>
          </p:cNvCxnSpPr>
          <p:nvPr/>
        </p:nvCxnSpPr>
        <p:spPr>
          <a:xfrm flipH="1">
            <a:off x="2718224" y="1383109"/>
            <a:ext cx="3009953" cy="727409"/>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7" name="Rounded Rectangle 6"/>
          <p:cNvSpPr/>
          <p:nvPr/>
        </p:nvSpPr>
        <p:spPr>
          <a:xfrm>
            <a:off x="1278791" y="2110518"/>
            <a:ext cx="2878865" cy="999067"/>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NZ" sz="2200" dirty="0">
                <a:solidFill>
                  <a:schemeClr val="tx1"/>
                </a:solidFill>
              </a:rPr>
              <a:t>1.1 gain direct access to the database</a:t>
            </a:r>
          </a:p>
        </p:txBody>
      </p:sp>
      <p:sp>
        <p:nvSpPr>
          <p:cNvPr id="8" name="Rounded Rectangle 7"/>
          <p:cNvSpPr/>
          <p:nvPr/>
        </p:nvSpPr>
        <p:spPr>
          <a:xfrm>
            <a:off x="4394553" y="2110519"/>
            <a:ext cx="2667247" cy="999066"/>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NZ" sz="2200" dirty="0">
                <a:solidFill>
                  <a:schemeClr val="tx1"/>
                </a:solidFill>
              </a:rPr>
              <a:t>1.2 login as a target user</a:t>
            </a:r>
          </a:p>
        </p:txBody>
      </p:sp>
      <p:sp>
        <p:nvSpPr>
          <p:cNvPr id="9" name="Rounded Rectangle 8"/>
          <p:cNvSpPr/>
          <p:nvPr/>
        </p:nvSpPr>
        <p:spPr>
          <a:xfrm>
            <a:off x="7298697" y="2110519"/>
            <a:ext cx="2667247" cy="999066"/>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NZ" sz="2200" dirty="0">
                <a:solidFill>
                  <a:schemeClr val="tx1"/>
                </a:solidFill>
              </a:rPr>
              <a:t>1.3 hijack user session</a:t>
            </a:r>
          </a:p>
        </p:txBody>
      </p:sp>
      <p:cxnSp>
        <p:nvCxnSpPr>
          <p:cNvPr id="17" name="Straight Connector 16"/>
          <p:cNvCxnSpPr>
            <a:cxnSpLocks/>
            <a:stCxn id="5" idx="2"/>
            <a:endCxn id="8" idx="0"/>
          </p:cNvCxnSpPr>
          <p:nvPr/>
        </p:nvCxnSpPr>
        <p:spPr>
          <a:xfrm>
            <a:off x="5728177" y="1383109"/>
            <a:ext cx="0" cy="72741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8" name="Straight Connector 17"/>
          <p:cNvCxnSpPr>
            <a:cxnSpLocks/>
            <a:stCxn id="5" idx="2"/>
            <a:endCxn id="9" idx="0"/>
          </p:cNvCxnSpPr>
          <p:nvPr/>
        </p:nvCxnSpPr>
        <p:spPr>
          <a:xfrm>
            <a:off x="5728177" y="1383109"/>
            <a:ext cx="2904144" cy="72741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10" name="Rounded Rectangle 10">
            <a:extLst>
              <a:ext uri="{FF2B5EF4-FFF2-40B4-BE49-F238E27FC236}">
                <a16:creationId xmlns:a16="http://schemas.microsoft.com/office/drawing/2014/main" id="{2C036C30-C5EA-4F19-8978-832C0165CF1B}"/>
              </a:ext>
            </a:extLst>
          </p:cNvPr>
          <p:cNvSpPr/>
          <p:nvPr/>
        </p:nvSpPr>
        <p:spPr>
          <a:xfrm>
            <a:off x="190824" y="3752329"/>
            <a:ext cx="3399043" cy="1253296"/>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NZ" sz="2200" dirty="0">
                <a:solidFill>
                  <a:schemeClr val="tx1"/>
                </a:solidFill>
              </a:rPr>
              <a:t>1.1.1 exploit a software vulnerability in the system</a:t>
            </a:r>
          </a:p>
        </p:txBody>
      </p:sp>
      <p:cxnSp>
        <p:nvCxnSpPr>
          <p:cNvPr id="11" name="Straight Connector 10">
            <a:extLst>
              <a:ext uri="{FF2B5EF4-FFF2-40B4-BE49-F238E27FC236}">
                <a16:creationId xmlns:a16="http://schemas.microsoft.com/office/drawing/2014/main" id="{8BB23C53-39B3-45A0-932F-7C70A20FC24F}"/>
              </a:ext>
            </a:extLst>
          </p:cNvPr>
          <p:cNvCxnSpPr>
            <a:cxnSpLocks/>
            <a:stCxn id="7" idx="2"/>
            <a:endCxn id="10" idx="0"/>
          </p:cNvCxnSpPr>
          <p:nvPr/>
        </p:nvCxnSpPr>
        <p:spPr>
          <a:xfrm flipH="1">
            <a:off x="1890346" y="3109585"/>
            <a:ext cx="827878" cy="6427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19" name="Rounded Rectangle 13">
            <a:extLst>
              <a:ext uri="{FF2B5EF4-FFF2-40B4-BE49-F238E27FC236}">
                <a16:creationId xmlns:a16="http://schemas.microsoft.com/office/drawing/2014/main" id="{D94C59C5-226B-48FA-AC32-E5D4ED75A4C7}"/>
              </a:ext>
            </a:extLst>
          </p:cNvPr>
          <p:cNvSpPr/>
          <p:nvPr/>
        </p:nvSpPr>
        <p:spPr>
          <a:xfrm>
            <a:off x="9181301" y="3752329"/>
            <a:ext cx="2665420" cy="1253296"/>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NZ" sz="2200" dirty="0">
                <a:solidFill>
                  <a:schemeClr val="tx1"/>
                </a:solidFill>
              </a:rPr>
              <a:t>1.3.1 steal user session cookie</a:t>
            </a:r>
          </a:p>
        </p:txBody>
      </p:sp>
      <p:cxnSp>
        <p:nvCxnSpPr>
          <p:cNvPr id="20" name="Straight Connector 19">
            <a:extLst>
              <a:ext uri="{FF2B5EF4-FFF2-40B4-BE49-F238E27FC236}">
                <a16:creationId xmlns:a16="http://schemas.microsoft.com/office/drawing/2014/main" id="{34275EBC-EB06-463D-9768-3136A45B2A8E}"/>
              </a:ext>
            </a:extLst>
          </p:cNvPr>
          <p:cNvCxnSpPr>
            <a:cxnSpLocks/>
            <a:stCxn id="9" idx="2"/>
            <a:endCxn id="19" idx="0"/>
          </p:cNvCxnSpPr>
          <p:nvPr/>
        </p:nvCxnSpPr>
        <p:spPr>
          <a:xfrm>
            <a:off x="8632321" y="3109585"/>
            <a:ext cx="1881690" cy="6427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22" name="Rounded Rectangle 11">
            <a:extLst>
              <a:ext uri="{FF2B5EF4-FFF2-40B4-BE49-F238E27FC236}">
                <a16:creationId xmlns:a16="http://schemas.microsoft.com/office/drawing/2014/main" id="{F15A1BFD-0CE5-42D3-973C-87E746E01E64}"/>
              </a:ext>
            </a:extLst>
          </p:cNvPr>
          <p:cNvSpPr/>
          <p:nvPr/>
        </p:nvSpPr>
        <p:spPr>
          <a:xfrm>
            <a:off x="3943543" y="3752329"/>
            <a:ext cx="1958488" cy="1253296"/>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NZ" sz="2200" dirty="0">
                <a:solidFill>
                  <a:schemeClr val="tx1"/>
                </a:solidFill>
              </a:rPr>
              <a:t>1.2.1 brute-force login</a:t>
            </a:r>
          </a:p>
        </p:txBody>
      </p:sp>
      <p:sp>
        <p:nvSpPr>
          <p:cNvPr id="23" name="Rounded Rectangle 12">
            <a:extLst>
              <a:ext uri="{FF2B5EF4-FFF2-40B4-BE49-F238E27FC236}">
                <a16:creationId xmlns:a16="http://schemas.microsoft.com/office/drawing/2014/main" id="{6691EEBD-2317-42B5-B2B1-017891B1A73B}"/>
              </a:ext>
            </a:extLst>
          </p:cNvPr>
          <p:cNvSpPr/>
          <p:nvPr/>
        </p:nvSpPr>
        <p:spPr>
          <a:xfrm>
            <a:off x="6289971" y="3752329"/>
            <a:ext cx="2665419" cy="1253296"/>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NZ" sz="2200" dirty="0">
                <a:solidFill>
                  <a:schemeClr val="tx1"/>
                </a:solidFill>
              </a:rPr>
              <a:t>1.2.2 steal user private credentials</a:t>
            </a:r>
          </a:p>
        </p:txBody>
      </p:sp>
      <p:cxnSp>
        <p:nvCxnSpPr>
          <p:cNvPr id="24" name="Straight Connector 23">
            <a:extLst>
              <a:ext uri="{FF2B5EF4-FFF2-40B4-BE49-F238E27FC236}">
                <a16:creationId xmlns:a16="http://schemas.microsoft.com/office/drawing/2014/main" id="{34CA2EB8-00D2-431F-B330-F60CC068FC65}"/>
              </a:ext>
            </a:extLst>
          </p:cNvPr>
          <p:cNvCxnSpPr>
            <a:cxnSpLocks/>
            <a:stCxn id="8" idx="2"/>
            <a:endCxn id="22" idx="0"/>
          </p:cNvCxnSpPr>
          <p:nvPr/>
        </p:nvCxnSpPr>
        <p:spPr>
          <a:xfrm flipH="1">
            <a:off x="4922787" y="3109585"/>
            <a:ext cx="805390" cy="6427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7" name="Straight Connector 26">
            <a:extLst>
              <a:ext uri="{FF2B5EF4-FFF2-40B4-BE49-F238E27FC236}">
                <a16:creationId xmlns:a16="http://schemas.microsoft.com/office/drawing/2014/main" id="{BCD34379-1273-40FC-BA3D-3A72F6C11760}"/>
              </a:ext>
            </a:extLst>
          </p:cNvPr>
          <p:cNvCxnSpPr>
            <a:cxnSpLocks/>
            <a:stCxn id="8" idx="2"/>
            <a:endCxn id="23" idx="0"/>
          </p:cNvCxnSpPr>
          <p:nvPr/>
        </p:nvCxnSpPr>
        <p:spPr>
          <a:xfrm>
            <a:off x="5728177" y="3109585"/>
            <a:ext cx="1894504" cy="6427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21" name="Rounded Rectangle 26">
            <a:extLst>
              <a:ext uri="{FF2B5EF4-FFF2-40B4-BE49-F238E27FC236}">
                <a16:creationId xmlns:a16="http://schemas.microsoft.com/office/drawing/2014/main" id="{48AEA7A6-8293-4E2E-A8F3-8B354ACD9109}"/>
              </a:ext>
            </a:extLst>
          </p:cNvPr>
          <p:cNvSpPr/>
          <p:nvPr/>
        </p:nvSpPr>
        <p:spPr>
          <a:xfrm>
            <a:off x="2216873" y="5674868"/>
            <a:ext cx="2347646" cy="886917"/>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NZ" sz="2200" dirty="0">
                <a:solidFill>
                  <a:schemeClr val="tx1"/>
                </a:solidFill>
              </a:rPr>
              <a:t>1.2.1.1 identify a target username</a:t>
            </a:r>
          </a:p>
        </p:txBody>
      </p:sp>
      <p:sp>
        <p:nvSpPr>
          <p:cNvPr id="25" name="Rounded Rectangle 27">
            <a:extLst>
              <a:ext uri="{FF2B5EF4-FFF2-40B4-BE49-F238E27FC236}">
                <a16:creationId xmlns:a16="http://schemas.microsoft.com/office/drawing/2014/main" id="{EDA5D8E8-4AF7-4C72-99BE-F499FEC9E682}"/>
              </a:ext>
            </a:extLst>
          </p:cNvPr>
          <p:cNvSpPr/>
          <p:nvPr/>
        </p:nvSpPr>
        <p:spPr>
          <a:xfrm>
            <a:off x="5297561" y="5674868"/>
            <a:ext cx="2825098" cy="886917"/>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NZ" sz="2200" dirty="0">
                <a:solidFill>
                  <a:schemeClr val="tx1"/>
                </a:solidFill>
              </a:rPr>
              <a:t>1.2.1.2 identify a target user password</a:t>
            </a:r>
          </a:p>
        </p:txBody>
      </p:sp>
      <p:cxnSp>
        <p:nvCxnSpPr>
          <p:cNvPr id="26" name="Straight Connector 25">
            <a:extLst>
              <a:ext uri="{FF2B5EF4-FFF2-40B4-BE49-F238E27FC236}">
                <a16:creationId xmlns:a16="http://schemas.microsoft.com/office/drawing/2014/main" id="{C6CCF372-A0D7-4F6A-ACFB-261A163BFD95}"/>
              </a:ext>
            </a:extLst>
          </p:cNvPr>
          <p:cNvCxnSpPr>
            <a:cxnSpLocks/>
            <a:stCxn id="22" idx="2"/>
            <a:endCxn id="21" idx="0"/>
          </p:cNvCxnSpPr>
          <p:nvPr/>
        </p:nvCxnSpPr>
        <p:spPr>
          <a:xfrm flipH="1">
            <a:off x="3390696" y="5005625"/>
            <a:ext cx="1532091" cy="669243"/>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8" name="Straight Connector 27">
            <a:extLst>
              <a:ext uri="{FF2B5EF4-FFF2-40B4-BE49-F238E27FC236}">
                <a16:creationId xmlns:a16="http://schemas.microsoft.com/office/drawing/2014/main" id="{51396790-B262-44A9-A46E-3C3965A45178}"/>
              </a:ext>
            </a:extLst>
          </p:cNvPr>
          <p:cNvCxnSpPr>
            <a:cxnSpLocks/>
            <a:stCxn id="22" idx="2"/>
            <a:endCxn id="25" idx="0"/>
          </p:cNvCxnSpPr>
          <p:nvPr/>
        </p:nvCxnSpPr>
        <p:spPr>
          <a:xfrm>
            <a:off x="4922787" y="5005625"/>
            <a:ext cx="1787323" cy="669243"/>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29" name="Freeform 30">
            <a:extLst>
              <a:ext uri="{FF2B5EF4-FFF2-40B4-BE49-F238E27FC236}">
                <a16:creationId xmlns:a16="http://schemas.microsoft.com/office/drawing/2014/main" id="{5B0A19D0-C4AD-46C3-BE93-66A81168DC00}"/>
              </a:ext>
            </a:extLst>
          </p:cNvPr>
          <p:cNvSpPr/>
          <p:nvPr/>
        </p:nvSpPr>
        <p:spPr>
          <a:xfrm>
            <a:off x="4677793" y="5110687"/>
            <a:ext cx="489987" cy="162181"/>
          </a:xfrm>
          <a:custGeom>
            <a:avLst/>
            <a:gdLst>
              <a:gd name="connsiteX0" fmla="*/ 0 w 476250"/>
              <a:gd name="connsiteY0" fmla="*/ 0 h 142944"/>
              <a:gd name="connsiteX1" fmla="*/ 228600 w 476250"/>
              <a:gd name="connsiteY1" fmla="*/ 142875 h 142944"/>
              <a:gd name="connsiteX2" fmla="*/ 476250 w 476250"/>
              <a:gd name="connsiteY2" fmla="*/ 19050 h 142944"/>
              <a:gd name="connsiteX0" fmla="*/ 0 w 476250"/>
              <a:gd name="connsiteY0" fmla="*/ 0 h 142978"/>
              <a:gd name="connsiteX1" fmla="*/ 228600 w 476250"/>
              <a:gd name="connsiteY1" fmla="*/ 142875 h 142978"/>
              <a:gd name="connsiteX2" fmla="*/ 476250 w 476250"/>
              <a:gd name="connsiteY2" fmla="*/ 19050 h 142978"/>
              <a:gd name="connsiteX0" fmla="*/ 0 w 476250"/>
              <a:gd name="connsiteY0" fmla="*/ 0 h 147735"/>
              <a:gd name="connsiteX1" fmla="*/ 247650 w 476250"/>
              <a:gd name="connsiteY1" fmla="*/ 147638 h 147735"/>
              <a:gd name="connsiteX2" fmla="*/ 476250 w 476250"/>
              <a:gd name="connsiteY2" fmla="*/ 19050 h 147735"/>
              <a:gd name="connsiteX0" fmla="*/ 0 w 476250"/>
              <a:gd name="connsiteY0" fmla="*/ 0 h 147661"/>
              <a:gd name="connsiteX1" fmla="*/ 247650 w 476250"/>
              <a:gd name="connsiteY1" fmla="*/ 147638 h 147661"/>
              <a:gd name="connsiteX2" fmla="*/ 476250 w 476250"/>
              <a:gd name="connsiteY2" fmla="*/ 19050 h 147661"/>
              <a:gd name="connsiteX0" fmla="*/ 0 w 464344"/>
              <a:gd name="connsiteY0" fmla="*/ 0 h 147690"/>
              <a:gd name="connsiteX1" fmla="*/ 247650 w 464344"/>
              <a:gd name="connsiteY1" fmla="*/ 147638 h 147690"/>
              <a:gd name="connsiteX2" fmla="*/ 464344 w 464344"/>
              <a:gd name="connsiteY2" fmla="*/ 14288 h 147690"/>
              <a:gd name="connsiteX0" fmla="*/ 0 w 464344"/>
              <a:gd name="connsiteY0" fmla="*/ 0 h 147701"/>
              <a:gd name="connsiteX1" fmla="*/ 247650 w 464344"/>
              <a:gd name="connsiteY1" fmla="*/ 147638 h 147701"/>
              <a:gd name="connsiteX2" fmla="*/ 464344 w 464344"/>
              <a:gd name="connsiteY2" fmla="*/ 14288 h 147701"/>
              <a:gd name="connsiteX0" fmla="*/ 0 w 464344"/>
              <a:gd name="connsiteY0" fmla="*/ 0 h 147701"/>
              <a:gd name="connsiteX1" fmla="*/ 247650 w 464344"/>
              <a:gd name="connsiteY1" fmla="*/ 147638 h 147701"/>
              <a:gd name="connsiteX2" fmla="*/ 464344 w 464344"/>
              <a:gd name="connsiteY2" fmla="*/ 14288 h 147701"/>
              <a:gd name="connsiteX0" fmla="*/ 0 w 464344"/>
              <a:gd name="connsiteY0" fmla="*/ 0 h 147701"/>
              <a:gd name="connsiteX1" fmla="*/ 247650 w 464344"/>
              <a:gd name="connsiteY1" fmla="*/ 147638 h 147701"/>
              <a:gd name="connsiteX2" fmla="*/ 464344 w 464344"/>
              <a:gd name="connsiteY2" fmla="*/ 14288 h 147701"/>
              <a:gd name="connsiteX0" fmla="*/ 0 w 464344"/>
              <a:gd name="connsiteY0" fmla="*/ 0 h 150080"/>
              <a:gd name="connsiteX1" fmla="*/ 204788 w 464344"/>
              <a:gd name="connsiteY1" fmla="*/ 150019 h 150080"/>
              <a:gd name="connsiteX2" fmla="*/ 464344 w 464344"/>
              <a:gd name="connsiteY2" fmla="*/ 14288 h 150080"/>
            </a:gdLst>
            <a:ahLst/>
            <a:cxnLst>
              <a:cxn ang="0">
                <a:pos x="connsiteX0" y="connsiteY0"/>
              </a:cxn>
              <a:cxn ang="0">
                <a:pos x="connsiteX1" y="connsiteY1"/>
              </a:cxn>
              <a:cxn ang="0">
                <a:pos x="connsiteX2" y="connsiteY2"/>
              </a:cxn>
            </a:cxnLst>
            <a:rect l="l" t="t" r="r" b="b"/>
            <a:pathLst>
              <a:path w="464344" h="150080">
                <a:moveTo>
                  <a:pt x="0" y="0"/>
                </a:moveTo>
                <a:cubicBezTo>
                  <a:pt x="67468" y="100806"/>
                  <a:pt x="127397" y="147638"/>
                  <a:pt x="204788" y="150019"/>
                </a:cubicBezTo>
                <a:cubicBezTo>
                  <a:pt x="282179" y="152400"/>
                  <a:pt x="407989" y="84932"/>
                  <a:pt x="464344" y="14288"/>
                </a:cubicBezTo>
              </a:path>
            </a:pathLst>
          </a:cu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Z" sz="1867">
              <a:solidFill>
                <a:schemeClr val="tx1"/>
              </a:solidFill>
            </a:endParaRPr>
          </a:p>
        </p:txBody>
      </p:sp>
      <p:sp>
        <p:nvSpPr>
          <p:cNvPr id="30" name="Oval 29">
            <a:extLst>
              <a:ext uri="{FF2B5EF4-FFF2-40B4-BE49-F238E27FC236}">
                <a16:creationId xmlns:a16="http://schemas.microsoft.com/office/drawing/2014/main" id="{AB4598D5-F164-4547-BBAB-3C8393AF0598}"/>
              </a:ext>
            </a:extLst>
          </p:cNvPr>
          <p:cNvSpPr/>
          <p:nvPr/>
        </p:nvSpPr>
        <p:spPr>
          <a:xfrm>
            <a:off x="1915019" y="5402281"/>
            <a:ext cx="616416" cy="545173"/>
          </a:xfrm>
          <a:prstGeom prst="ellipse">
            <a:avLst/>
          </a:prstGeom>
        </p:spPr>
        <p:style>
          <a:lnRef idx="0">
            <a:schemeClr val="accent1"/>
          </a:lnRef>
          <a:fillRef idx="3">
            <a:schemeClr val="accent1"/>
          </a:fillRef>
          <a:effectRef idx="3">
            <a:schemeClr val="accent1"/>
          </a:effectRef>
          <a:fontRef idx="minor">
            <a:schemeClr val="lt1"/>
          </a:fontRef>
        </p:style>
        <p:txBody>
          <a:bodyPr rtlCol="0" anchor="ctr"/>
          <a:lstStyle/>
          <a:p>
            <a:pPr algn="ctr"/>
            <a:r>
              <a:rPr lang="en-AU" sz="4267" b="1" dirty="0">
                <a:solidFill>
                  <a:schemeClr val="tx1"/>
                </a:solidFill>
              </a:rPr>
              <a:t>P</a:t>
            </a:r>
          </a:p>
        </p:txBody>
      </p:sp>
      <p:sp>
        <p:nvSpPr>
          <p:cNvPr id="31" name="Oval 30">
            <a:extLst>
              <a:ext uri="{FF2B5EF4-FFF2-40B4-BE49-F238E27FC236}">
                <a16:creationId xmlns:a16="http://schemas.microsoft.com/office/drawing/2014/main" id="{508C91C8-10D4-44EF-BBF4-7ADAA0445AB9}"/>
              </a:ext>
            </a:extLst>
          </p:cNvPr>
          <p:cNvSpPr/>
          <p:nvPr/>
        </p:nvSpPr>
        <p:spPr>
          <a:xfrm>
            <a:off x="5005219" y="5441163"/>
            <a:ext cx="616416" cy="545173"/>
          </a:xfrm>
          <a:prstGeom prst="ellipse">
            <a:avLst/>
          </a:prstGeom>
        </p:spPr>
        <p:style>
          <a:lnRef idx="0">
            <a:schemeClr val="accent1"/>
          </a:lnRef>
          <a:fillRef idx="3">
            <a:schemeClr val="accent1"/>
          </a:fillRef>
          <a:effectRef idx="3">
            <a:schemeClr val="accent1"/>
          </a:effectRef>
          <a:fontRef idx="minor">
            <a:schemeClr val="lt1"/>
          </a:fontRef>
        </p:style>
        <p:txBody>
          <a:bodyPr rtlCol="0" anchor="ctr"/>
          <a:lstStyle/>
          <a:p>
            <a:pPr algn="ctr"/>
            <a:r>
              <a:rPr lang="en-AU" sz="4267" b="1" dirty="0">
                <a:solidFill>
                  <a:schemeClr val="tx1"/>
                </a:solidFill>
              </a:rPr>
              <a:t>I</a:t>
            </a:r>
          </a:p>
        </p:txBody>
      </p:sp>
      <p:sp>
        <p:nvSpPr>
          <p:cNvPr id="32" name="Oval 31">
            <a:extLst>
              <a:ext uri="{FF2B5EF4-FFF2-40B4-BE49-F238E27FC236}">
                <a16:creationId xmlns:a16="http://schemas.microsoft.com/office/drawing/2014/main" id="{54A25A00-115A-492C-BA33-4B607B747252}"/>
              </a:ext>
            </a:extLst>
          </p:cNvPr>
          <p:cNvSpPr/>
          <p:nvPr/>
        </p:nvSpPr>
        <p:spPr>
          <a:xfrm>
            <a:off x="83046" y="3479742"/>
            <a:ext cx="616416" cy="545173"/>
          </a:xfrm>
          <a:prstGeom prst="ellipse">
            <a:avLst/>
          </a:prstGeom>
        </p:spPr>
        <p:style>
          <a:lnRef idx="0">
            <a:schemeClr val="accent1"/>
          </a:lnRef>
          <a:fillRef idx="3">
            <a:schemeClr val="accent1"/>
          </a:fillRef>
          <a:effectRef idx="3">
            <a:schemeClr val="accent1"/>
          </a:effectRef>
          <a:fontRef idx="minor">
            <a:schemeClr val="lt1"/>
          </a:fontRef>
        </p:style>
        <p:txBody>
          <a:bodyPr rtlCol="0" anchor="ctr"/>
          <a:lstStyle/>
          <a:p>
            <a:pPr algn="ctr"/>
            <a:r>
              <a:rPr lang="en-AU" sz="4267" b="1" dirty="0">
                <a:solidFill>
                  <a:schemeClr val="tx1"/>
                </a:solidFill>
              </a:rPr>
              <a:t>I</a:t>
            </a:r>
          </a:p>
        </p:txBody>
      </p:sp>
      <p:sp>
        <p:nvSpPr>
          <p:cNvPr id="33" name="Oval 32">
            <a:extLst>
              <a:ext uri="{FF2B5EF4-FFF2-40B4-BE49-F238E27FC236}">
                <a16:creationId xmlns:a16="http://schemas.microsoft.com/office/drawing/2014/main" id="{FA824842-60D5-4E37-9453-8F6F3B01DA78}"/>
              </a:ext>
            </a:extLst>
          </p:cNvPr>
          <p:cNvSpPr/>
          <p:nvPr/>
        </p:nvSpPr>
        <p:spPr>
          <a:xfrm>
            <a:off x="6070476" y="3479741"/>
            <a:ext cx="616416" cy="545173"/>
          </a:xfrm>
          <a:prstGeom prst="ellipse">
            <a:avLst/>
          </a:prstGeom>
        </p:spPr>
        <p:style>
          <a:lnRef idx="0">
            <a:schemeClr val="accent1"/>
          </a:lnRef>
          <a:fillRef idx="3">
            <a:schemeClr val="accent1"/>
          </a:fillRef>
          <a:effectRef idx="3">
            <a:schemeClr val="accent1"/>
          </a:effectRef>
          <a:fontRef idx="minor">
            <a:schemeClr val="lt1"/>
          </a:fontRef>
        </p:style>
        <p:txBody>
          <a:bodyPr rtlCol="0" anchor="ctr"/>
          <a:lstStyle/>
          <a:p>
            <a:pPr algn="ctr"/>
            <a:r>
              <a:rPr lang="en-AU" sz="4267" b="1" dirty="0">
                <a:solidFill>
                  <a:schemeClr val="tx1"/>
                </a:solidFill>
              </a:rPr>
              <a:t>P</a:t>
            </a:r>
          </a:p>
        </p:txBody>
      </p:sp>
      <p:sp>
        <p:nvSpPr>
          <p:cNvPr id="34" name="Oval 33">
            <a:extLst>
              <a:ext uri="{FF2B5EF4-FFF2-40B4-BE49-F238E27FC236}">
                <a16:creationId xmlns:a16="http://schemas.microsoft.com/office/drawing/2014/main" id="{2C239F9B-A794-4B58-A171-FCF382BCF3A7}"/>
              </a:ext>
            </a:extLst>
          </p:cNvPr>
          <p:cNvSpPr/>
          <p:nvPr/>
        </p:nvSpPr>
        <p:spPr>
          <a:xfrm>
            <a:off x="9122700" y="3479742"/>
            <a:ext cx="616416" cy="545173"/>
          </a:xfrm>
          <a:prstGeom prst="ellipse">
            <a:avLst/>
          </a:prstGeom>
        </p:spPr>
        <p:style>
          <a:lnRef idx="0">
            <a:schemeClr val="accent1"/>
          </a:lnRef>
          <a:fillRef idx="3">
            <a:schemeClr val="accent1"/>
          </a:fillRef>
          <a:effectRef idx="3">
            <a:schemeClr val="accent1"/>
          </a:effectRef>
          <a:fontRef idx="minor">
            <a:schemeClr val="lt1"/>
          </a:fontRef>
        </p:style>
        <p:txBody>
          <a:bodyPr rtlCol="0" anchor="ctr"/>
          <a:lstStyle/>
          <a:p>
            <a:pPr algn="ctr"/>
            <a:r>
              <a:rPr lang="en-AU" sz="4267" b="1" dirty="0">
                <a:solidFill>
                  <a:schemeClr val="tx1"/>
                </a:solidFill>
              </a:rPr>
              <a:t>I</a:t>
            </a:r>
          </a:p>
        </p:txBody>
      </p:sp>
      <p:sp>
        <p:nvSpPr>
          <p:cNvPr id="35" name="Oval 34">
            <a:extLst>
              <a:ext uri="{FF2B5EF4-FFF2-40B4-BE49-F238E27FC236}">
                <a16:creationId xmlns:a16="http://schemas.microsoft.com/office/drawing/2014/main" id="{D3F166B9-56B3-4CFA-81C0-7F8301DF6A79}"/>
              </a:ext>
            </a:extLst>
          </p:cNvPr>
          <p:cNvSpPr/>
          <p:nvPr/>
        </p:nvSpPr>
        <p:spPr>
          <a:xfrm>
            <a:off x="3734046" y="3496760"/>
            <a:ext cx="616416" cy="545173"/>
          </a:xfrm>
          <a:prstGeom prst="ellipse">
            <a:avLst/>
          </a:prstGeom>
        </p:spPr>
        <p:style>
          <a:lnRef idx="0">
            <a:schemeClr val="accent1"/>
          </a:lnRef>
          <a:fillRef idx="3">
            <a:schemeClr val="accent1"/>
          </a:fillRef>
          <a:effectRef idx="3">
            <a:schemeClr val="accent1"/>
          </a:effectRef>
          <a:fontRef idx="minor">
            <a:schemeClr val="lt1"/>
          </a:fontRef>
        </p:style>
        <p:txBody>
          <a:bodyPr rtlCol="0" anchor="ctr"/>
          <a:lstStyle/>
          <a:p>
            <a:pPr algn="ctr"/>
            <a:r>
              <a:rPr lang="en-AU" sz="4267" b="1" dirty="0">
                <a:solidFill>
                  <a:schemeClr val="tx1"/>
                </a:solidFill>
              </a:rPr>
              <a:t>?</a:t>
            </a:r>
          </a:p>
        </p:txBody>
      </p:sp>
      <p:sp>
        <p:nvSpPr>
          <p:cNvPr id="36" name="Oval 35">
            <a:extLst>
              <a:ext uri="{FF2B5EF4-FFF2-40B4-BE49-F238E27FC236}">
                <a16:creationId xmlns:a16="http://schemas.microsoft.com/office/drawing/2014/main" id="{D7052A90-879E-4394-93C6-AFA769801788}"/>
              </a:ext>
            </a:extLst>
          </p:cNvPr>
          <p:cNvSpPr/>
          <p:nvPr/>
        </p:nvSpPr>
        <p:spPr>
          <a:xfrm>
            <a:off x="4136534" y="1684751"/>
            <a:ext cx="786245" cy="618834"/>
          </a:xfrm>
          <a:prstGeom prst="ellipse">
            <a:avLst/>
          </a:prstGeom>
        </p:spPr>
        <p:style>
          <a:lnRef idx="0">
            <a:schemeClr val="accent1"/>
          </a:lnRef>
          <a:fillRef idx="3">
            <a:schemeClr val="accent1"/>
          </a:fillRef>
          <a:effectRef idx="3">
            <a:schemeClr val="accent1"/>
          </a:effectRef>
          <a:fontRef idx="minor">
            <a:schemeClr val="lt1"/>
          </a:fontRef>
        </p:style>
        <p:txBody>
          <a:bodyPr rtlCol="0" anchor="ctr"/>
          <a:lstStyle/>
          <a:p>
            <a:pPr algn="ctr"/>
            <a:r>
              <a:rPr lang="en-AU" sz="4267" b="1" dirty="0">
                <a:solidFill>
                  <a:schemeClr val="tx1"/>
                </a:solidFill>
              </a:rPr>
              <a:t>?</a:t>
            </a:r>
          </a:p>
        </p:txBody>
      </p:sp>
      <p:sp>
        <p:nvSpPr>
          <p:cNvPr id="37" name="Oval 36">
            <a:extLst>
              <a:ext uri="{FF2B5EF4-FFF2-40B4-BE49-F238E27FC236}">
                <a16:creationId xmlns:a16="http://schemas.microsoft.com/office/drawing/2014/main" id="{E7ABCA21-1287-47D6-8C40-454F344C4320}"/>
              </a:ext>
            </a:extLst>
          </p:cNvPr>
          <p:cNvSpPr/>
          <p:nvPr/>
        </p:nvSpPr>
        <p:spPr>
          <a:xfrm>
            <a:off x="905730" y="1684751"/>
            <a:ext cx="786245" cy="618834"/>
          </a:xfrm>
          <a:prstGeom prst="ellipse">
            <a:avLst/>
          </a:prstGeom>
        </p:spPr>
        <p:style>
          <a:lnRef idx="0">
            <a:schemeClr val="accent1"/>
          </a:lnRef>
          <a:fillRef idx="3">
            <a:schemeClr val="accent1"/>
          </a:fillRef>
          <a:effectRef idx="3">
            <a:schemeClr val="accent1"/>
          </a:effectRef>
          <a:fontRef idx="minor">
            <a:schemeClr val="lt1"/>
          </a:fontRef>
        </p:style>
        <p:txBody>
          <a:bodyPr rtlCol="0" anchor="ctr"/>
          <a:lstStyle/>
          <a:p>
            <a:pPr algn="ctr"/>
            <a:r>
              <a:rPr lang="en-AU" sz="4267" b="1" dirty="0">
                <a:solidFill>
                  <a:schemeClr val="tx1"/>
                </a:solidFill>
              </a:rPr>
              <a:t>?</a:t>
            </a:r>
          </a:p>
        </p:txBody>
      </p:sp>
      <p:sp>
        <p:nvSpPr>
          <p:cNvPr id="38" name="Oval 37">
            <a:extLst>
              <a:ext uri="{FF2B5EF4-FFF2-40B4-BE49-F238E27FC236}">
                <a16:creationId xmlns:a16="http://schemas.microsoft.com/office/drawing/2014/main" id="{83FBF910-8FE1-4FE7-9762-62E47DECE712}"/>
              </a:ext>
            </a:extLst>
          </p:cNvPr>
          <p:cNvSpPr/>
          <p:nvPr/>
        </p:nvSpPr>
        <p:spPr>
          <a:xfrm>
            <a:off x="7088832" y="1684751"/>
            <a:ext cx="786245" cy="618834"/>
          </a:xfrm>
          <a:prstGeom prst="ellipse">
            <a:avLst/>
          </a:prstGeom>
        </p:spPr>
        <p:style>
          <a:lnRef idx="0">
            <a:schemeClr val="accent1"/>
          </a:lnRef>
          <a:fillRef idx="3">
            <a:schemeClr val="accent1"/>
          </a:fillRef>
          <a:effectRef idx="3">
            <a:schemeClr val="accent1"/>
          </a:effectRef>
          <a:fontRef idx="minor">
            <a:schemeClr val="lt1"/>
          </a:fontRef>
        </p:style>
        <p:txBody>
          <a:bodyPr rtlCol="0" anchor="ctr"/>
          <a:lstStyle/>
          <a:p>
            <a:pPr algn="ctr"/>
            <a:r>
              <a:rPr lang="en-AU" sz="4267" b="1" dirty="0">
                <a:solidFill>
                  <a:schemeClr val="tx1"/>
                </a:solidFill>
              </a:rPr>
              <a:t>?</a:t>
            </a:r>
          </a:p>
        </p:txBody>
      </p:sp>
      <p:sp>
        <p:nvSpPr>
          <p:cNvPr id="39" name="Oval 38">
            <a:extLst>
              <a:ext uri="{FF2B5EF4-FFF2-40B4-BE49-F238E27FC236}">
                <a16:creationId xmlns:a16="http://schemas.microsoft.com/office/drawing/2014/main" id="{2180132B-9FC1-46FF-9613-93DB0E9BFAD7}"/>
              </a:ext>
            </a:extLst>
          </p:cNvPr>
          <p:cNvSpPr/>
          <p:nvPr/>
        </p:nvSpPr>
        <p:spPr>
          <a:xfrm>
            <a:off x="3256009" y="39903"/>
            <a:ext cx="786245" cy="618834"/>
          </a:xfrm>
          <a:prstGeom prst="ellipse">
            <a:avLst/>
          </a:prstGeom>
        </p:spPr>
        <p:style>
          <a:lnRef idx="0">
            <a:schemeClr val="accent1"/>
          </a:lnRef>
          <a:fillRef idx="3">
            <a:schemeClr val="accent1"/>
          </a:fillRef>
          <a:effectRef idx="3">
            <a:schemeClr val="accent1"/>
          </a:effectRef>
          <a:fontRef idx="minor">
            <a:schemeClr val="lt1"/>
          </a:fontRef>
        </p:style>
        <p:txBody>
          <a:bodyPr rtlCol="0" anchor="ctr"/>
          <a:lstStyle/>
          <a:p>
            <a:pPr algn="ctr"/>
            <a:r>
              <a:rPr lang="en-AU" sz="4267" b="1" dirty="0">
                <a:solidFill>
                  <a:schemeClr val="tx1"/>
                </a:solidFill>
              </a:rPr>
              <a:t>?</a:t>
            </a:r>
          </a:p>
        </p:txBody>
      </p:sp>
      <p:sp>
        <p:nvSpPr>
          <p:cNvPr id="40" name="Title 3">
            <a:extLst>
              <a:ext uri="{FF2B5EF4-FFF2-40B4-BE49-F238E27FC236}">
                <a16:creationId xmlns:a16="http://schemas.microsoft.com/office/drawing/2014/main" id="{33FCC00C-36A6-4FFB-B820-5901CA4FA54C}"/>
              </a:ext>
            </a:extLst>
          </p:cNvPr>
          <p:cNvSpPr>
            <a:spLocks noGrp="1"/>
          </p:cNvSpPr>
          <p:nvPr>
            <p:ph type="title"/>
          </p:nvPr>
        </p:nvSpPr>
        <p:spPr>
          <a:xfrm>
            <a:off x="83046" y="738786"/>
            <a:ext cx="3651000" cy="669940"/>
          </a:xfrm>
        </p:spPr>
        <p:txBody>
          <a:bodyPr>
            <a:normAutofit/>
          </a:bodyPr>
          <a:lstStyle/>
          <a:p>
            <a:r>
              <a:rPr lang="en-AU" sz="2800" dirty="0">
                <a:solidFill>
                  <a:srgbClr val="FFC000"/>
                </a:solidFill>
                <a:latin typeface="+mn-lt"/>
                <a:ea typeface="+mn-ea"/>
                <a:cs typeface="+mn-cs"/>
              </a:rPr>
              <a:t>Possible or Impossible?</a:t>
            </a:r>
          </a:p>
        </p:txBody>
      </p:sp>
      <p:sp>
        <p:nvSpPr>
          <p:cNvPr id="41" name="Title 3">
            <a:extLst>
              <a:ext uri="{FF2B5EF4-FFF2-40B4-BE49-F238E27FC236}">
                <a16:creationId xmlns:a16="http://schemas.microsoft.com/office/drawing/2014/main" id="{57BCE5C5-19A9-4D07-895E-B26680C5CFFA}"/>
              </a:ext>
            </a:extLst>
          </p:cNvPr>
          <p:cNvSpPr txBox="1">
            <a:spLocks/>
          </p:cNvSpPr>
          <p:nvPr/>
        </p:nvSpPr>
        <p:spPr>
          <a:xfrm>
            <a:off x="7944642" y="5818617"/>
            <a:ext cx="1881691" cy="545173"/>
          </a:xfrm>
          <a:prstGeom prst="rect">
            <a:avLst/>
          </a:prstGeom>
          <a:effectLst>
            <a:outerShdw blurRad="25400" dir="17880000">
              <a:srgbClr val="000000">
                <a:alpha val="46000"/>
              </a:srgbClr>
            </a:outerShdw>
          </a:effectLst>
        </p:spPr>
        <p:txBody>
          <a:bodyPr vert="horz" lIns="91440" tIns="45720" rIns="91440" bIns="45720" rtlCol="0" anchor="ctr">
            <a:normAutofit/>
          </a:bodyPr>
          <a:lstStyle>
            <a:lvl1pPr algn="ctr" defTabSz="457200" rtl="0" eaLnBrk="1" latinLnBrk="0" hangingPunct="1">
              <a:lnSpc>
                <a:spcPct val="90000"/>
              </a:lnSpc>
              <a:spcBef>
                <a:spcPct val="0"/>
              </a:spcBef>
              <a:buNone/>
              <a:defRPr sz="40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j-lt"/>
                <a:ea typeface="+mj-ea"/>
                <a:cs typeface="Trebuchet M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AU" sz="2800" dirty="0">
                <a:solidFill>
                  <a:srgbClr val="FF0000"/>
                </a:solidFill>
                <a:latin typeface="+mn-lt"/>
                <a:ea typeface="+mn-ea"/>
                <a:cs typeface="+mn-cs"/>
              </a:rPr>
              <a:t>level-4</a:t>
            </a:r>
          </a:p>
        </p:txBody>
      </p:sp>
      <p:sp>
        <p:nvSpPr>
          <p:cNvPr id="42" name="Title 3">
            <a:extLst>
              <a:ext uri="{FF2B5EF4-FFF2-40B4-BE49-F238E27FC236}">
                <a16:creationId xmlns:a16="http://schemas.microsoft.com/office/drawing/2014/main" id="{8C35B9C1-21D9-47D8-B970-E68A9B8BE878}"/>
              </a:ext>
            </a:extLst>
          </p:cNvPr>
          <p:cNvSpPr txBox="1">
            <a:spLocks/>
          </p:cNvSpPr>
          <p:nvPr/>
        </p:nvSpPr>
        <p:spPr>
          <a:xfrm>
            <a:off x="10227263" y="3224173"/>
            <a:ext cx="1881691" cy="545173"/>
          </a:xfrm>
          <a:prstGeom prst="rect">
            <a:avLst/>
          </a:prstGeom>
          <a:effectLst>
            <a:outerShdw blurRad="25400" dir="17880000">
              <a:srgbClr val="000000">
                <a:alpha val="46000"/>
              </a:srgbClr>
            </a:outerShdw>
          </a:effectLst>
        </p:spPr>
        <p:txBody>
          <a:bodyPr vert="horz" lIns="91440" tIns="45720" rIns="91440" bIns="45720" rtlCol="0" anchor="ctr">
            <a:normAutofit/>
          </a:bodyPr>
          <a:lstStyle>
            <a:lvl1pPr algn="ctr" defTabSz="457200" rtl="0" eaLnBrk="1" latinLnBrk="0" hangingPunct="1">
              <a:lnSpc>
                <a:spcPct val="90000"/>
              </a:lnSpc>
              <a:spcBef>
                <a:spcPct val="0"/>
              </a:spcBef>
              <a:buNone/>
              <a:defRPr sz="40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j-lt"/>
                <a:ea typeface="+mj-ea"/>
                <a:cs typeface="Trebuchet M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AU" sz="2800" dirty="0">
                <a:solidFill>
                  <a:srgbClr val="FF0000"/>
                </a:solidFill>
                <a:latin typeface="+mn-lt"/>
                <a:ea typeface="+mn-ea"/>
                <a:cs typeface="+mn-cs"/>
              </a:rPr>
              <a:t>level-3</a:t>
            </a:r>
          </a:p>
        </p:txBody>
      </p:sp>
      <p:sp>
        <p:nvSpPr>
          <p:cNvPr id="43" name="Title 3">
            <a:extLst>
              <a:ext uri="{FF2B5EF4-FFF2-40B4-BE49-F238E27FC236}">
                <a16:creationId xmlns:a16="http://schemas.microsoft.com/office/drawing/2014/main" id="{DC4AA6E9-B0E9-4901-80B5-92AAEFB98120}"/>
              </a:ext>
            </a:extLst>
          </p:cNvPr>
          <p:cNvSpPr txBox="1">
            <a:spLocks/>
          </p:cNvSpPr>
          <p:nvPr/>
        </p:nvSpPr>
        <p:spPr>
          <a:xfrm>
            <a:off x="8358287" y="1583475"/>
            <a:ext cx="1881691" cy="545173"/>
          </a:xfrm>
          <a:prstGeom prst="rect">
            <a:avLst/>
          </a:prstGeom>
          <a:effectLst>
            <a:outerShdw blurRad="25400" dir="17880000">
              <a:srgbClr val="000000">
                <a:alpha val="46000"/>
              </a:srgbClr>
            </a:outerShdw>
          </a:effectLst>
        </p:spPr>
        <p:txBody>
          <a:bodyPr vert="horz" lIns="91440" tIns="45720" rIns="91440" bIns="45720" rtlCol="0" anchor="ctr">
            <a:normAutofit/>
          </a:bodyPr>
          <a:lstStyle>
            <a:lvl1pPr algn="ctr" defTabSz="457200" rtl="0" eaLnBrk="1" latinLnBrk="0" hangingPunct="1">
              <a:lnSpc>
                <a:spcPct val="90000"/>
              </a:lnSpc>
              <a:spcBef>
                <a:spcPct val="0"/>
              </a:spcBef>
              <a:buNone/>
              <a:defRPr sz="40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j-lt"/>
                <a:ea typeface="+mj-ea"/>
                <a:cs typeface="Trebuchet M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AU" sz="2800" dirty="0">
                <a:solidFill>
                  <a:srgbClr val="FF0000"/>
                </a:solidFill>
                <a:latin typeface="+mn-lt"/>
                <a:ea typeface="+mn-ea"/>
                <a:cs typeface="+mn-cs"/>
              </a:rPr>
              <a:t>level-2</a:t>
            </a:r>
          </a:p>
        </p:txBody>
      </p:sp>
      <p:sp>
        <p:nvSpPr>
          <p:cNvPr id="44" name="Title 3">
            <a:extLst>
              <a:ext uri="{FF2B5EF4-FFF2-40B4-BE49-F238E27FC236}">
                <a16:creationId xmlns:a16="http://schemas.microsoft.com/office/drawing/2014/main" id="{C230EF38-AE9F-41F5-9BF0-62D5FCD13CE4}"/>
              </a:ext>
            </a:extLst>
          </p:cNvPr>
          <p:cNvSpPr txBox="1">
            <a:spLocks/>
          </p:cNvSpPr>
          <p:nvPr/>
        </p:nvSpPr>
        <p:spPr>
          <a:xfrm>
            <a:off x="7549217" y="557597"/>
            <a:ext cx="1881691" cy="545173"/>
          </a:xfrm>
          <a:prstGeom prst="rect">
            <a:avLst/>
          </a:prstGeom>
          <a:effectLst>
            <a:outerShdw blurRad="25400" dir="17880000">
              <a:srgbClr val="000000">
                <a:alpha val="46000"/>
              </a:srgbClr>
            </a:outerShdw>
          </a:effectLst>
        </p:spPr>
        <p:txBody>
          <a:bodyPr vert="horz" lIns="91440" tIns="45720" rIns="91440" bIns="45720" rtlCol="0" anchor="ctr">
            <a:normAutofit/>
          </a:bodyPr>
          <a:lstStyle>
            <a:lvl1pPr algn="ctr" defTabSz="457200" rtl="0" eaLnBrk="1" latinLnBrk="0" hangingPunct="1">
              <a:lnSpc>
                <a:spcPct val="90000"/>
              </a:lnSpc>
              <a:spcBef>
                <a:spcPct val="0"/>
              </a:spcBef>
              <a:buNone/>
              <a:defRPr sz="40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j-lt"/>
                <a:ea typeface="+mj-ea"/>
                <a:cs typeface="Trebuchet M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AU" sz="2800" dirty="0">
                <a:solidFill>
                  <a:srgbClr val="FF0000"/>
                </a:solidFill>
                <a:latin typeface="+mn-lt"/>
                <a:ea typeface="+mn-ea"/>
                <a:cs typeface="+mn-cs"/>
              </a:rPr>
              <a:t>level-1</a:t>
            </a:r>
          </a:p>
        </p:txBody>
      </p:sp>
    </p:spTree>
    <p:extLst>
      <p:ext uri="{BB962C8B-B14F-4D97-AF65-F5344CB8AC3E}">
        <p14:creationId xmlns:p14="http://schemas.microsoft.com/office/powerpoint/2010/main" val="2879308968"/>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p:cNvSpPr>
            <a:spLocks noGrp="1"/>
          </p:cNvSpPr>
          <p:nvPr>
            <p:ph type="sldNum" sz="quarter" idx="12"/>
          </p:nvPr>
        </p:nvSpPr>
        <p:spPr/>
        <p:txBody>
          <a:bodyPr/>
          <a:lstStyle/>
          <a:p>
            <a:fld id="{55670E94-029C-4BA8-8D44-FBB339E4924F}" type="slidenum">
              <a:rPr lang="en-AU" smtClean="0">
                <a:solidFill>
                  <a:schemeClr val="tx1"/>
                </a:solidFill>
              </a:rPr>
              <a:pPr/>
              <a:t>24</a:t>
            </a:fld>
            <a:endParaRPr lang="en-AU" dirty="0">
              <a:solidFill>
                <a:schemeClr val="tx1"/>
              </a:solidFill>
            </a:endParaRPr>
          </a:p>
        </p:txBody>
      </p:sp>
      <p:sp>
        <p:nvSpPr>
          <p:cNvPr id="5" name="Rectangle 4"/>
          <p:cNvSpPr/>
          <p:nvPr/>
        </p:nvSpPr>
        <p:spPr>
          <a:xfrm>
            <a:off x="3764156" y="384043"/>
            <a:ext cx="3928041" cy="999066"/>
          </a:xfrm>
          <a:prstGeom prst="rect">
            <a:avLst/>
          </a:prstGeom>
          <a:solidFill>
            <a:schemeClr val="bg1"/>
          </a:solid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NZ" sz="2200" dirty="0">
                <a:solidFill>
                  <a:schemeClr val="tx1"/>
                </a:solidFill>
              </a:rPr>
              <a:t>1 gain an access to a user’s private information</a:t>
            </a:r>
          </a:p>
        </p:txBody>
      </p:sp>
      <p:cxnSp>
        <p:nvCxnSpPr>
          <p:cNvPr id="6" name="Straight Connector 5"/>
          <p:cNvCxnSpPr>
            <a:cxnSpLocks/>
            <a:stCxn id="5" idx="2"/>
            <a:endCxn id="7" idx="0"/>
          </p:cNvCxnSpPr>
          <p:nvPr/>
        </p:nvCxnSpPr>
        <p:spPr>
          <a:xfrm flipH="1">
            <a:off x="2718224" y="1383109"/>
            <a:ext cx="3009953" cy="727409"/>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7" name="Rounded Rectangle 6"/>
          <p:cNvSpPr/>
          <p:nvPr/>
        </p:nvSpPr>
        <p:spPr>
          <a:xfrm>
            <a:off x="1278791" y="2110518"/>
            <a:ext cx="2878865" cy="999067"/>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NZ" sz="2200" dirty="0">
                <a:solidFill>
                  <a:schemeClr val="tx1"/>
                </a:solidFill>
              </a:rPr>
              <a:t>1.1 gain direct access to the database</a:t>
            </a:r>
          </a:p>
        </p:txBody>
      </p:sp>
      <p:sp>
        <p:nvSpPr>
          <p:cNvPr id="8" name="Rounded Rectangle 7"/>
          <p:cNvSpPr/>
          <p:nvPr/>
        </p:nvSpPr>
        <p:spPr>
          <a:xfrm>
            <a:off x="4394553" y="2110519"/>
            <a:ext cx="2667247" cy="999066"/>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NZ" sz="2200" dirty="0">
                <a:solidFill>
                  <a:schemeClr val="tx1"/>
                </a:solidFill>
              </a:rPr>
              <a:t>1.2 login as a target user</a:t>
            </a:r>
          </a:p>
        </p:txBody>
      </p:sp>
      <p:sp>
        <p:nvSpPr>
          <p:cNvPr id="9" name="Rounded Rectangle 8"/>
          <p:cNvSpPr/>
          <p:nvPr/>
        </p:nvSpPr>
        <p:spPr>
          <a:xfrm>
            <a:off x="7298697" y="2110519"/>
            <a:ext cx="2667247" cy="999066"/>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NZ" sz="2200" dirty="0">
                <a:solidFill>
                  <a:schemeClr val="tx1"/>
                </a:solidFill>
              </a:rPr>
              <a:t>1.3 hijack user session</a:t>
            </a:r>
          </a:p>
        </p:txBody>
      </p:sp>
      <p:cxnSp>
        <p:nvCxnSpPr>
          <p:cNvPr id="17" name="Straight Connector 16"/>
          <p:cNvCxnSpPr>
            <a:cxnSpLocks/>
            <a:stCxn id="5" idx="2"/>
            <a:endCxn id="8" idx="0"/>
          </p:cNvCxnSpPr>
          <p:nvPr/>
        </p:nvCxnSpPr>
        <p:spPr>
          <a:xfrm>
            <a:off x="5728177" y="1383109"/>
            <a:ext cx="0" cy="72741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8" name="Straight Connector 17"/>
          <p:cNvCxnSpPr>
            <a:cxnSpLocks/>
            <a:stCxn id="5" idx="2"/>
            <a:endCxn id="9" idx="0"/>
          </p:cNvCxnSpPr>
          <p:nvPr/>
        </p:nvCxnSpPr>
        <p:spPr>
          <a:xfrm>
            <a:off x="5728177" y="1383109"/>
            <a:ext cx="2904144" cy="72741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10" name="Rounded Rectangle 10">
            <a:extLst>
              <a:ext uri="{FF2B5EF4-FFF2-40B4-BE49-F238E27FC236}">
                <a16:creationId xmlns:a16="http://schemas.microsoft.com/office/drawing/2014/main" id="{2C036C30-C5EA-4F19-8978-832C0165CF1B}"/>
              </a:ext>
            </a:extLst>
          </p:cNvPr>
          <p:cNvSpPr/>
          <p:nvPr/>
        </p:nvSpPr>
        <p:spPr>
          <a:xfrm>
            <a:off x="190824" y="3752329"/>
            <a:ext cx="3399043" cy="1253296"/>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NZ" sz="2200" dirty="0">
                <a:solidFill>
                  <a:schemeClr val="tx1"/>
                </a:solidFill>
              </a:rPr>
              <a:t>1.1.1 exploit a software vulnerability in the system</a:t>
            </a:r>
          </a:p>
        </p:txBody>
      </p:sp>
      <p:cxnSp>
        <p:nvCxnSpPr>
          <p:cNvPr id="11" name="Straight Connector 10">
            <a:extLst>
              <a:ext uri="{FF2B5EF4-FFF2-40B4-BE49-F238E27FC236}">
                <a16:creationId xmlns:a16="http://schemas.microsoft.com/office/drawing/2014/main" id="{8BB23C53-39B3-45A0-932F-7C70A20FC24F}"/>
              </a:ext>
            </a:extLst>
          </p:cNvPr>
          <p:cNvCxnSpPr>
            <a:cxnSpLocks/>
            <a:stCxn id="7" idx="2"/>
            <a:endCxn id="10" idx="0"/>
          </p:cNvCxnSpPr>
          <p:nvPr/>
        </p:nvCxnSpPr>
        <p:spPr>
          <a:xfrm flipH="1">
            <a:off x="1890346" y="3109585"/>
            <a:ext cx="827878" cy="6427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19" name="Rounded Rectangle 13">
            <a:extLst>
              <a:ext uri="{FF2B5EF4-FFF2-40B4-BE49-F238E27FC236}">
                <a16:creationId xmlns:a16="http://schemas.microsoft.com/office/drawing/2014/main" id="{D94C59C5-226B-48FA-AC32-E5D4ED75A4C7}"/>
              </a:ext>
            </a:extLst>
          </p:cNvPr>
          <p:cNvSpPr/>
          <p:nvPr/>
        </p:nvSpPr>
        <p:spPr>
          <a:xfrm>
            <a:off x="9181301" y="3752329"/>
            <a:ext cx="2665420" cy="1253296"/>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NZ" sz="2200" dirty="0">
                <a:solidFill>
                  <a:schemeClr val="tx1"/>
                </a:solidFill>
              </a:rPr>
              <a:t>1.3.1 steal user session cookie</a:t>
            </a:r>
          </a:p>
        </p:txBody>
      </p:sp>
      <p:cxnSp>
        <p:nvCxnSpPr>
          <p:cNvPr id="20" name="Straight Connector 19">
            <a:extLst>
              <a:ext uri="{FF2B5EF4-FFF2-40B4-BE49-F238E27FC236}">
                <a16:creationId xmlns:a16="http://schemas.microsoft.com/office/drawing/2014/main" id="{34275EBC-EB06-463D-9768-3136A45B2A8E}"/>
              </a:ext>
            </a:extLst>
          </p:cNvPr>
          <p:cNvCxnSpPr>
            <a:cxnSpLocks/>
            <a:stCxn id="9" idx="2"/>
            <a:endCxn id="19" idx="0"/>
          </p:cNvCxnSpPr>
          <p:nvPr/>
        </p:nvCxnSpPr>
        <p:spPr>
          <a:xfrm>
            <a:off x="8632321" y="3109585"/>
            <a:ext cx="1881690" cy="6427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22" name="Rounded Rectangle 11">
            <a:extLst>
              <a:ext uri="{FF2B5EF4-FFF2-40B4-BE49-F238E27FC236}">
                <a16:creationId xmlns:a16="http://schemas.microsoft.com/office/drawing/2014/main" id="{F15A1BFD-0CE5-42D3-973C-87E746E01E64}"/>
              </a:ext>
            </a:extLst>
          </p:cNvPr>
          <p:cNvSpPr/>
          <p:nvPr/>
        </p:nvSpPr>
        <p:spPr>
          <a:xfrm>
            <a:off x="3943543" y="3752329"/>
            <a:ext cx="1958488" cy="1253296"/>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NZ" sz="2200" dirty="0">
                <a:solidFill>
                  <a:schemeClr val="tx1"/>
                </a:solidFill>
              </a:rPr>
              <a:t>1.2.1 brute-force login</a:t>
            </a:r>
          </a:p>
        </p:txBody>
      </p:sp>
      <p:sp>
        <p:nvSpPr>
          <p:cNvPr id="23" name="Rounded Rectangle 12">
            <a:extLst>
              <a:ext uri="{FF2B5EF4-FFF2-40B4-BE49-F238E27FC236}">
                <a16:creationId xmlns:a16="http://schemas.microsoft.com/office/drawing/2014/main" id="{6691EEBD-2317-42B5-B2B1-017891B1A73B}"/>
              </a:ext>
            </a:extLst>
          </p:cNvPr>
          <p:cNvSpPr/>
          <p:nvPr/>
        </p:nvSpPr>
        <p:spPr>
          <a:xfrm>
            <a:off x="6289971" y="3752329"/>
            <a:ext cx="2665419" cy="1253296"/>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NZ" sz="2200" dirty="0">
                <a:solidFill>
                  <a:schemeClr val="tx1"/>
                </a:solidFill>
              </a:rPr>
              <a:t>1.2.2 steal user private credentials</a:t>
            </a:r>
          </a:p>
        </p:txBody>
      </p:sp>
      <p:cxnSp>
        <p:nvCxnSpPr>
          <p:cNvPr id="24" name="Straight Connector 23">
            <a:extLst>
              <a:ext uri="{FF2B5EF4-FFF2-40B4-BE49-F238E27FC236}">
                <a16:creationId xmlns:a16="http://schemas.microsoft.com/office/drawing/2014/main" id="{34CA2EB8-00D2-431F-B330-F60CC068FC65}"/>
              </a:ext>
            </a:extLst>
          </p:cNvPr>
          <p:cNvCxnSpPr>
            <a:cxnSpLocks/>
            <a:stCxn id="8" idx="2"/>
            <a:endCxn id="22" idx="0"/>
          </p:cNvCxnSpPr>
          <p:nvPr/>
        </p:nvCxnSpPr>
        <p:spPr>
          <a:xfrm flipH="1">
            <a:off x="4922787" y="3109585"/>
            <a:ext cx="805390" cy="6427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7" name="Straight Connector 26">
            <a:extLst>
              <a:ext uri="{FF2B5EF4-FFF2-40B4-BE49-F238E27FC236}">
                <a16:creationId xmlns:a16="http://schemas.microsoft.com/office/drawing/2014/main" id="{BCD34379-1273-40FC-BA3D-3A72F6C11760}"/>
              </a:ext>
            </a:extLst>
          </p:cNvPr>
          <p:cNvCxnSpPr>
            <a:cxnSpLocks/>
            <a:stCxn id="8" idx="2"/>
            <a:endCxn id="23" idx="0"/>
          </p:cNvCxnSpPr>
          <p:nvPr/>
        </p:nvCxnSpPr>
        <p:spPr>
          <a:xfrm>
            <a:off x="5728177" y="3109585"/>
            <a:ext cx="1894504" cy="6427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21" name="Rounded Rectangle 26">
            <a:extLst>
              <a:ext uri="{FF2B5EF4-FFF2-40B4-BE49-F238E27FC236}">
                <a16:creationId xmlns:a16="http://schemas.microsoft.com/office/drawing/2014/main" id="{48AEA7A6-8293-4E2E-A8F3-8B354ACD9109}"/>
              </a:ext>
            </a:extLst>
          </p:cNvPr>
          <p:cNvSpPr/>
          <p:nvPr/>
        </p:nvSpPr>
        <p:spPr>
          <a:xfrm>
            <a:off x="2216873" y="5674868"/>
            <a:ext cx="2347646" cy="886917"/>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NZ" sz="2200" dirty="0">
                <a:solidFill>
                  <a:schemeClr val="tx1"/>
                </a:solidFill>
              </a:rPr>
              <a:t>1.2.1.1 identify a target username</a:t>
            </a:r>
          </a:p>
        </p:txBody>
      </p:sp>
      <p:sp>
        <p:nvSpPr>
          <p:cNvPr id="25" name="Rounded Rectangle 27">
            <a:extLst>
              <a:ext uri="{FF2B5EF4-FFF2-40B4-BE49-F238E27FC236}">
                <a16:creationId xmlns:a16="http://schemas.microsoft.com/office/drawing/2014/main" id="{EDA5D8E8-4AF7-4C72-99BE-F499FEC9E682}"/>
              </a:ext>
            </a:extLst>
          </p:cNvPr>
          <p:cNvSpPr/>
          <p:nvPr/>
        </p:nvSpPr>
        <p:spPr>
          <a:xfrm>
            <a:off x="5297561" y="5674868"/>
            <a:ext cx="2825098" cy="886917"/>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NZ" sz="2200" dirty="0">
                <a:solidFill>
                  <a:schemeClr val="tx1"/>
                </a:solidFill>
              </a:rPr>
              <a:t>1.2.1.2 identify a target user password</a:t>
            </a:r>
          </a:p>
        </p:txBody>
      </p:sp>
      <p:cxnSp>
        <p:nvCxnSpPr>
          <p:cNvPr id="26" name="Straight Connector 25">
            <a:extLst>
              <a:ext uri="{FF2B5EF4-FFF2-40B4-BE49-F238E27FC236}">
                <a16:creationId xmlns:a16="http://schemas.microsoft.com/office/drawing/2014/main" id="{C6CCF372-A0D7-4F6A-ACFB-261A163BFD95}"/>
              </a:ext>
            </a:extLst>
          </p:cNvPr>
          <p:cNvCxnSpPr>
            <a:cxnSpLocks/>
            <a:stCxn id="22" idx="2"/>
            <a:endCxn id="21" idx="0"/>
          </p:cNvCxnSpPr>
          <p:nvPr/>
        </p:nvCxnSpPr>
        <p:spPr>
          <a:xfrm flipH="1">
            <a:off x="3390696" y="5005625"/>
            <a:ext cx="1532091" cy="669243"/>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8" name="Straight Connector 27">
            <a:extLst>
              <a:ext uri="{FF2B5EF4-FFF2-40B4-BE49-F238E27FC236}">
                <a16:creationId xmlns:a16="http://schemas.microsoft.com/office/drawing/2014/main" id="{51396790-B262-44A9-A46E-3C3965A45178}"/>
              </a:ext>
            </a:extLst>
          </p:cNvPr>
          <p:cNvCxnSpPr>
            <a:cxnSpLocks/>
            <a:stCxn id="22" idx="2"/>
            <a:endCxn id="25" idx="0"/>
          </p:cNvCxnSpPr>
          <p:nvPr/>
        </p:nvCxnSpPr>
        <p:spPr>
          <a:xfrm>
            <a:off x="4922787" y="5005625"/>
            <a:ext cx="1787323" cy="669243"/>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29" name="Freeform 30">
            <a:extLst>
              <a:ext uri="{FF2B5EF4-FFF2-40B4-BE49-F238E27FC236}">
                <a16:creationId xmlns:a16="http://schemas.microsoft.com/office/drawing/2014/main" id="{5B0A19D0-C4AD-46C3-BE93-66A81168DC00}"/>
              </a:ext>
            </a:extLst>
          </p:cNvPr>
          <p:cNvSpPr/>
          <p:nvPr/>
        </p:nvSpPr>
        <p:spPr>
          <a:xfrm>
            <a:off x="4677793" y="5110687"/>
            <a:ext cx="489987" cy="162181"/>
          </a:xfrm>
          <a:custGeom>
            <a:avLst/>
            <a:gdLst>
              <a:gd name="connsiteX0" fmla="*/ 0 w 476250"/>
              <a:gd name="connsiteY0" fmla="*/ 0 h 142944"/>
              <a:gd name="connsiteX1" fmla="*/ 228600 w 476250"/>
              <a:gd name="connsiteY1" fmla="*/ 142875 h 142944"/>
              <a:gd name="connsiteX2" fmla="*/ 476250 w 476250"/>
              <a:gd name="connsiteY2" fmla="*/ 19050 h 142944"/>
              <a:gd name="connsiteX0" fmla="*/ 0 w 476250"/>
              <a:gd name="connsiteY0" fmla="*/ 0 h 142978"/>
              <a:gd name="connsiteX1" fmla="*/ 228600 w 476250"/>
              <a:gd name="connsiteY1" fmla="*/ 142875 h 142978"/>
              <a:gd name="connsiteX2" fmla="*/ 476250 w 476250"/>
              <a:gd name="connsiteY2" fmla="*/ 19050 h 142978"/>
              <a:gd name="connsiteX0" fmla="*/ 0 w 476250"/>
              <a:gd name="connsiteY0" fmla="*/ 0 h 147735"/>
              <a:gd name="connsiteX1" fmla="*/ 247650 w 476250"/>
              <a:gd name="connsiteY1" fmla="*/ 147638 h 147735"/>
              <a:gd name="connsiteX2" fmla="*/ 476250 w 476250"/>
              <a:gd name="connsiteY2" fmla="*/ 19050 h 147735"/>
              <a:gd name="connsiteX0" fmla="*/ 0 w 476250"/>
              <a:gd name="connsiteY0" fmla="*/ 0 h 147661"/>
              <a:gd name="connsiteX1" fmla="*/ 247650 w 476250"/>
              <a:gd name="connsiteY1" fmla="*/ 147638 h 147661"/>
              <a:gd name="connsiteX2" fmla="*/ 476250 w 476250"/>
              <a:gd name="connsiteY2" fmla="*/ 19050 h 147661"/>
              <a:gd name="connsiteX0" fmla="*/ 0 w 464344"/>
              <a:gd name="connsiteY0" fmla="*/ 0 h 147690"/>
              <a:gd name="connsiteX1" fmla="*/ 247650 w 464344"/>
              <a:gd name="connsiteY1" fmla="*/ 147638 h 147690"/>
              <a:gd name="connsiteX2" fmla="*/ 464344 w 464344"/>
              <a:gd name="connsiteY2" fmla="*/ 14288 h 147690"/>
              <a:gd name="connsiteX0" fmla="*/ 0 w 464344"/>
              <a:gd name="connsiteY0" fmla="*/ 0 h 147701"/>
              <a:gd name="connsiteX1" fmla="*/ 247650 w 464344"/>
              <a:gd name="connsiteY1" fmla="*/ 147638 h 147701"/>
              <a:gd name="connsiteX2" fmla="*/ 464344 w 464344"/>
              <a:gd name="connsiteY2" fmla="*/ 14288 h 147701"/>
              <a:gd name="connsiteX0" fmla="*/ 0 w 464344"/>
              <a:gd name="connsiteY0" fmla="*/ 0 h 147701"/>
              <a:gd name="connsiteX1" fmla="*/ 247650 w 464344"/>
              <a:gd name="connsiteY1" fmla="*/ 147638 h 147701"/>
              <a:gd name="connsiteX2" fmla="*/ 464344 w 464344"/>
              <a:gd name="connsiteY2" fmla="*/ 14288 h 147701"/>
              <a:gd name="connsiteX0" fmla="*/ 0 w 464344"/>
              <a:gd name="connsiteY0" fmla="*/ 0 h 147701"/>
              <a:gd name="connsiteX1" fmla="*/ 247650 w 464344"/>
              <a:gd name="connsiteY1" fmla="*/ 147638 h 147701"/>
              <a:gd name="connsiteX2" fmla="*/ 464344 w 464344"/>
              <a:gd name="connsiteY2" fmla="*/ 14288 h 147701"/>
              <a:gd name="connsiteX0" fmla="*/ 0 w 464344"/>
              <a:gd name="connsiteY0" fmla="*/ 0 h 150080"/>
              <a:gd name="connsiteX1" fmla="*/ 204788 w 464344"/>
              <a:gd name="connsiteY1" fmla="*/ 150019 h 150080"/>
              <a:gd name="connsiteX2" fmla="*/ 464344 w 464344"/>
              <a:gd name="connsiteY2" fmla="*/ 14288 h 150080"/>
            </a:gdLst>
            <a:ahLst/>
            <a:cxnLst>
              <a:cxn ang="0">
                <a:pos x="connsiteX0" y="connsiteY0"/>
              </a:cxn>
              <a:cxn ang="0">
                <a:pos x="connsiteX1" y="connsiteY1"/>
              </a:cxn>
              <a:cxn ang="0">
                <a:pos x="connsiteX2" y="connsiteY2"/>
              </a:cxn>
            </a:cxnLst>
            <a:rect l="l" t="t" r="r" b="b"/>
            <a:pathLst>
              <a:path w="464344" h="150080">
                <a:moveTo>
                  <a:pt x="0" y="0"/>
                </a:moveTo>
                <a:cubicBezTo>
                  <a:pt x="67468" y="100806"/>
                  <a:pt x="127397" y="147638"/>
                  <a:pt x="204788" y="150019"/>
                </a:cubicBezTo>
                <a:cubicBezTo>
                  <a:pt x="282179" y="152400"/>
                  <a:pt x="407989" y="84932"/>
                  <a:pt x="464344" y="14288"/>
                </a:cubicBezTo>
              </a:path>
            </a:pathLst>
          </a:cu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Z" sz="1867">
              <a:solidFill>
                <a:schemeClr val="tx1"/>
              </a:solidFill>
            </a:endParaRPr>
          </a:p>
        </p:txBody>
      </p:sp>
      <p:sp>
        <p:nvSpPr>
          <p:cNvPr id="30" name="Oval 29">
            <a:extLst>
              <a:ext uri="{FF2B5EF4-FFF2-40B4-BE49-F238E27FC236}">
                <a16:creationId xmlns:a16="http://schemas.microsoft.com/office/drawing/2014/main" id="{AB4598D5-F164-4547-BBAB-3C8393AF0598}"/>
              </a:ext>
            </a:extLst>
          </p:cNvPr>
          <p:cNvSpPr/>
          <p:nvPr/>
        </p:nvSpPr>
        <p:spPr>
          <a:xfrm>
            <a:off x="1915019" y="5402281"/>
            <a:ext cx="616416" cy="545173"/>
          </a:xfrm>
          <a:prstGeom prst="ellipse">
            <a:avLst/>
          </a:prstGeom>
        </p:spPr>
        <p:style>
          <a:lnRef idx="0">
            <a:schemeClr val="accent1"/>
          </a:lnRef>
          <a:fillRef idx="3">
            <a:schemeClr val="accent1"/>
          </a:fillRef>
          <a:effectRef idx="3">
            <a:schemeClr val="accent1"/>
          </a:effectRef>
          <a:fontRef idx="minor">
            <a:schemeClr val="lt1"/>
          </a:fontRef>
        </p:style>
        <p:txBody>
          <a:bodyPr rtlCol="0" anchor="ctr"/>
          <a:lstStyle/>
          <a:p>
            <a:pPr algn="ctr"/>
            <a:r>
              <a:rPr lang="en-AU" sz="4267" b="1" dirty="0">
                <a:solidFill>
                  <a:schemeClr val="tx1"/>
                </a:solidFill>
              </a:rPr>
              <a:t>P</a:t>
            </a:r>
          </a:p>
        </p:txBody>
      </p:sp>
      <p:sp>
        <p:nvSpPr>
          <p:cNvPr id="31" name="Oval 30">
            <a:extLst>
              <a:ext uri="{FF2B5EF4-FFF2-40B4-BE49-F238E27FC236}">
                <a16:creationId xmlns:a16="http://schemas.microsoft.com/office/drawing/2014/main" id="{508C91C8-10D4-44EF-BBF4-7ADAA0445AB9}"/>
              </a:ext>
            </a:extLst>
          </p:cNvPr>
          <p:cNvSpPr/>
          <p:nvPr/>
        </p:nvSpPr>
        <p:spPr>
          <a:xfrm>
            <a:off x="5005219" y="5441163"/>
            <a:ext cx="616416" cy="545173"/>
          </a:xfrm>
          <a:prstGeom prst="ellipse">
            <a:avLst/>
          </a:prstGeom>
        </p:spPr>
        <p:style>
          <a:lnRef idx="0">
            <a:schemeClr val="accent1"/>
          </a:lnRef>
          <a:fillRef idx="3">
            <a:schemeClr val="accent1"/>
          </a:fillRef>
          <a:effectRef idx="3">
            <a:schemeClr val="accent1"/>
          </a:effectRef>
          <a:fontRef idx="minor">
            <a:schemeClr val="lt1"/>
          </a:fontRef>
        </p:style>
        <p:txBody>
          <a:bodyPr rtlCol="0" anchor="ctr"/>
          <a:lstStyle/>
          <a:p>
            <a:pPr algn="ctr"/>
            <a:r>
              <a:rPr lang="en-AU" sz="4267" b="1" dirty="0">
                <a:solidFill>
                  <a:schemeClr val="tx1"/>
                </a:solidFill>
              </a:rPr>
              <a:t>I</a:t>
            </a:r>
          </a:p>
        </p:txBody>
      </p:sp>
      <p:sp>
        <p:nvSpPr>
          <p:cNvPr id="32" name="Oval 31">
            <a:extLst>
              <a:ext uri="{FF2B5EF4-FFF2-40B4-BE49-F238E27FC236}">
                <a16:creationId xmlns:a16="http://schemas.microsoft.com/office/drawing/2014/main" id="{54A25A00-115A-492C-BA33-4B607B747252}"/>
              </a:ext>
            </a:extLst>
          </p:cNvPr>
          <p:cNvSpPr/>
          <p:nvPr/>
        </p:nvSpPr>
        <p:spPr>
          <a:xfrm>
            <a:off x="83046" y="3479742"/>
            <a:ext cx="616416" cy="545173"/>
          </a:xfrm>
          <a:prstGeom prst="ellipse">
            <a:avLst/>
          </a:prstGeom>
        </p:spPr>
        <p:style>
          <a:lnRef idx="0">
            <a:schemeClr val="accent1"/>
          </a:lnRef>
          <a:fillRef idx="3">
            <a:schemeClr val="accent1"/>
          </a:fillRef>
          <a:effectRef idx="3">
            <a:schemeClr val="accent1"/>
          </a:effectRef>
          <a:fontRef idx="minor">
            <a:schemeClr val="lt1"/>
          </a:fontRef>
        </p:style>
        <p:txBody>
          <a:bodyPr rtlCol="0" anchor="ctr"/>
          <a:lstStyle/>
          <a:p>
            <a:pPr algn="ctr"/>
            <a:r>
              <a:rPr lang="en-AU" sz="4267" b="1" dirty="0">
                <a:solidFill>
                  <a:schemeClr val="tx1"/>
                </a:solidFill>
              </a:rPr>
              <a:t>I</a:t>
            </a:r>
          </a:p>
        </p:txBody>
      </p:sp>
      <p:sp>
        <p:nvSpPr>
          <p:cNvPr id="33" name="Oval 32">
            <a:extLst>
              <a:ext uri="{FF2B5EF4-FFF2-40B4-BE49-F238E27FC236}">
                <a16:creationId xmlns:a16="http://schemas.microsoft.com/office/drawing/2014/main" id="{FA824842-60D5-4E37-9453-8F6F3B01DA78}"/>
              </a:ext>
            </a:extLst>
          </p:cNvPr>
          <p:cNvSpPr/>
          <p:nvPr/>
        </p:nvSpPr>
        <p:spPr>
          <a:xfrm>
            <a:off x="6070476" y="3479741"/>
            <a:ext cx="616416" cy="545173"/>
          </a:xfrm>
          <a:prstGeom prst="ellipse">
            <a:avLst/>
          </a:prstGeom>
        </p:spPr>
        <p:style>
          <a:lnRef idx="0">
            <a:schemeClr val="accent1"/>
          </a:lnRef>
          <a:fillRef idx="3">
            <a:schemeClr val="accent1"/>
          </a:fillRef>
          <a:effectRef idx="3">
            <a:schemeClr val="accent1"/>
          </a:effectRef>
          <a:fontRef idx="minor">
            <a:schemeClr val="lt1"/>
          </a:fontRef>
        </p:style>
        <p:txBody>
          <a:bodyPr rtlCol="0" anchor="ctr"/>
          <a:lstStyle/>
          <a:p>
            <a:pPr algn="ctr"/>
            <a:r>
              <a:rPr lang="en-AU" sz="4267" b="1" dirty="0">
                <a:solidFill>
                  <a:schemeClr val="tx1"/>
                </a:solidFill>
              </a:rPr>
              <a:t>P</a:t>
            </a:r>
          </a:p>
        </p:txBody>
      </p:sp>
      <p:sp>
        <p:nvSpPr>
          <p:cNvPr id="34" name="Oval 33">
            <a:extLst>
              <a:ext uri="{FF2B5EF4-FFF2-40B4-BE49-F238E27FC236}">
                <a16:creationId xmlns:a16="http://schemas.microsoft.com/office/drawing/2014/main" id="{2C239F9B-A794-4B58-A171-FCF382BCF3A7}"/>
              </a:ext>
            </a:extLst>
          </p:cNvPr>
          <p:cNvSpPr/>
          <p:nvPr/>
        </p:nvSpPr>
        <p:spPr>
          <a:xfrm>
            <a:off x="9122700" y="3479742"/>
            <a:ext cx="616416" cy="545173"/>
          </a:xfrm>
          <a:prstGeom prst="ellipse">
            <a:avLst/>
          </a:prstGeom>
        </p:spPr>
        <p:style>
          <a:lnRef idx="0">
            <a:schemeClr val="accent1"/>
          </a:lnRef>
          <a:fillRef idx="3">
            <a:schemeClr val="accent1"/>
          </a:fillRef>
          <a:effectRef idx="3">
            <a:schemeClr val="accent1"/>
          </a:effectRef>
          <a:fontRef idx="minor">
            <a:schemeClr val="lt1"/>
          </a:fontRef>
        </p:style>
        <p:txBody>
          <a:bodyPr rtlCol="0" anchor="ctr"/>
          <a:lstStyle/>
          <a:p>
            <a:pPr algn="ctr"/>
            <a:r>
              <a:rPr lang="en-AU" sz="4267" b="1" dirty="0">
                <a:solidFill>
                  <a:schemeClr val="tx1"/>
                </a:solidFill>
              </a:rPr>
              <a:t>I</a:t>
            </a:r>
          </a:p>
        </p:txBody>
      </p:sp>
      <p:sp>
        <p:nvSpPr>
          <p:cNvPr id="35" name="Oval 34">
            <a:extLst>
              <a:ext uri="{FF2B5EF4-FFF2-40B4-BE49-F238E27FC236}">
                <a16:creationId xmlns:a16="http://schemas.microsoft.com/office/drawing/2014/main" id="{D3F166B9-56B3-4CFA-81C0-7F8301DF6A79}"/>
              </a:ext>
            </a:extLst>
          </p:cNvPr>
          <p:cNvSpPr/>
          <p:nvPr/>
        </p:nvSpPr>
        <p:spPr>
          <a:xfrm>
            <a:off x="3734046" y="3496760"/>
            <a:ext cx="616416" cy="545173"/>
          </a:xfrm>
          <a:prstGeom prst="ellipse">
            <a:avLst/>
          </a:prstGeom>
        </p:spPr>
        <p:style>
          <a:lnRef idx="0">
            <a:schemeClr val="accent1"/>
          </a:lnRef>
          <a:fillRef idx="3">
            <a:schemeClr val="accent1"/>
          </a:fillRef>
          <a:effectRef idx="3">
            <a:schemeClr val="accent1"/>
          </a:effectRef>
          <a:fontRef idx="minor">
            <a:schemeClr val="lt1"/>
          </a:fontRef>
        </p:style>
        <p:txBody>
          <a:bodyPr rtlCol="0" anchor="ctr"/>
          <a:lstStyle/>
          <a:p>
            <a:pPr algn="ctr"/>
            <a:r>
              <a:rPr lang="en-AU" sz="4267" b="1" dirty="0">
                <a:solidFill>
                  <a:schemeClr val="tx1"/>
                </a:solidFill>
              </a:rPr>
              <a:t>I</a:t>
            </a:r>
          </a:p>
        </p:txBody>
      </p:sp>
      <p:sp>
        <p:nvSpPr>
          <p:cNvPr id="36" name="Oval 35">
            <a:extLst>
              <a:ext uri="{FF2B5EF4-FFF2-40B4-BE49-F238E27FC236}">
                <a16:creationId xmlns:a16="http://schemas.microsoft.com/office/drawing/2014/main" id="{D7052A90-879E-4394-93C6-AFA769801788}"/>
              </a:ext>
            </a:extLst>
          </p:cNvPr>
          <p:cNvSpPr/>
          <p:nvPr/>
        </p:nvSpPr>
        <p:spPr>
          <a:xfrm>
            <a:off x="4136534" y="1684751"/>
            <a:ext cx="786245" cy="618834"/>
          </a:xfrm>
          <a:prstGeom prst="ellipse">
            <a:avLst/>
          </a:prstGeom>
        </p:spPr>
        <p:style>
          <a:lnRef idx="0">
            <a:schemeClr val="accent1"/>
          </a:lnRef>
          <a:fillRef idx="3">
            <a:schemeClr val="accent1"/>
          </a:fillRef>
          <a:effectRef idx="3">
            <a:schemeClr val="accent1"/>
          </a:effectRef>
          <a:fontRef idx="minor">
            <a:schemeClr val="lt1"/>
          </a:fontRef>
        </p:style>
        <p:txBody>
          <a:bodyPr rtlCol="0" anchor="ctr"/>
          <a:lstStyle/>
          <a:p>
            <a:pPr algn="ctr"/>
            <a:r>
              <a:rPr lang="en-AU" sz="4267" b="1" dirty="0">
                <a:solidFill>
                  <a:schemeClr val="tx1"/>
                </a:solidFill>
              </a:rPr>
              <a:t>?</a:t>
            </a:r>
          </a:p>
        </p:txBody>
      </p:sp>
      <p:sp>
        <p:nvSpPr>
          <p:cNvPr id="37" name="Oval 36">
            <a:extLst>
              <a:ext uri="{FF2B5EF4-FFF2-40B4-BE49-F238E27FC236}">
                <a16:creationId xmlns:a16="http://schemas.microsoft.com/office/drawing/2014/main" id="{E7ABCA21-1287-47D6-8C40-454F344C4320}"/>
              </a:ext>
            </a:extLst>
          </p:cNvPr>
          <p:cNvSpPr/>
          <p:nvPr/>
        </p:nvSpPr>
        <p:spPr>
          <a:xfrm>
            <a:off x="905730" y="1684751"/>
            <a:ext cx="786245" cy="618834"/>
          </a:xfrm>
          <a:prstGeom prst="ellipse">
            <a:avLst/>
          </a:prstGeom>
        </p:spPr>
        <p:style>
          <a:lnRef idx="0">
            <a:schemeClr val="accent1"/>
          </a:lnRef>
          <a:fillRef idx="3">
            <a:schemeClr val="accent1"/>
          </a:fillRef>
          <a:effectRef idx="3">
            <a:schemeClr val="accent1"/>
          </a:effectRef>
          <a:fontRef idx="minor">
            <a:schemeClr val="lt1"/>
          </a:fontRef>
        </p:style>
        <p:txBody>
          <a:bodyPr rtlCol="0" anchor="ctr"/>
          <a:lstStyle/>
          <a:p>
            <a:pPr algn="ctr"/>
            <a:r>
              <a:rPr lang="en-AU" sz="4267" b="1" dirty="0">
                <a:solidFill>
                  <a:schemeClr val="tx1"/>
                </a:solidFill>
              </a:rPr>
              <a:t>?</a:t>
            </a:r>
          </a:p>
        </p:txBody>
      </p:sp>
      <p:sp>
        <p:nvSpPr>
          <p:cNvPr id="38" name="Oval 37">
            <a:extLst>
              <a:ext uri="{FF2B5EF4-FFF2-40B4-BE49-F238E27FC236}">
                <a16:creationId xmlns:a16="http://schemas.microsoft.com/office/drawing/2014/main" id="{83FBF910-8FE1-4FE7-9762-62E47DECE712}"/>
              </a:ext>
            </a:extLst>
          </p:cNvPr>
          <p:cNvSpPr/>
          <p:nvPr/>
        </p:nvSpPr>
        <p:spPr>
          <a:xfrm>
            <a:off x="7088832" y="1684751"/>
            <a:ext cx="786245" cy="618834"/>
          </a:xfrm>
          <a:prstGeom prst="ellipse">
            <a:avLst/>
          </a:prstGeom>
        </p:spPr>
        <p:style>
          <a:lnRef idx="0">
            <a:schemeClr val="accent1"/>
          </a:lnRef>
          <a:fillRef idx="3">
            <a:schemeClr val="accent1"/>
          </a:fillRef>
          <a:effectRef idx="3">
            <a:schemeClr val="accent1"/>
          </a:effectRef>
          <a:fontRef idx="minor">
            <a:schemeClr val="lt1"/>
          </a:fontRef>
        </p:style>
        <p:txBody>
          <a:bodyPr rtlCol="0" anchor="ctr"/>
          <a:lstStyle/>
          <a:p>
            <a:pPr algn="ctr"/>
            <a:r>
              <a:rPr lang="en-AU" sz="4267" b="1" dirty="0">
                <a:solidFill>
                  <a:schemeClr val="tx1"/>
                </a:solidFill>
              </a:rPr>
              <a:t>?</a:t>
            </a:r>
          </a:p>
        </p:txBody>
      </p:sp>
      <p:sp>
        <p:nvSpPr>
          <p:cNvPr id="39" name="Oval 38">
            <a:extLst>
              <a:ext uri="{FF2B5EF4-FFF2-40B4-BE49-F238E27FC236}">
                <a16:creationId xmlns:a16="http://schemas.microsoft.com/office/drawing/2014/main" id="{2180132B-9FC1-46FF-9613-93DB0E9BFAD7}"/>
              </a:ext>
            </a:extLst>
          </p:cNvPr>
          <p:cNvSpPr/>
          <p:nvPr/>
        </p:nvSpPr>
        <p:spPr>
          <a:xfrm>
            <a:off x="3256009" y="39903"/>
            <a:ext cx="786245" cy="618834"/>
          </a:xfrm>
          <a:prstGeom prst="ellipse">
            <a:avLst/>
          </a:prstGeom>
        </p:spPr>
        <p:style>
          <a:lnRef idx="0">
            <a:schemeClr val="accent1"/>
          </a:lnRef>
          <a:fillRef idx="3">
            <a:schemeClr val="accent1"/>
          </a:fillRef>
          <a:effectRef idx="3">
            <a:schemeClr val="accent1"/>
          </a:effectRef>
          <a:fontRef idx="minor">
            <a:schemeClr val="lt1"/>
          </a:fontRef>
        </p:style>
        <p:txBody>
          <a:bodyPr rtlCol="0" anchor="ctr"/>
          <a:lstStyle/>
          <a:p>
            <a:pPr algn="ctr"/>
            <a:r>
              <a:rPr lang="en-AU" sz="4267" b="1" dirty="0">
                <a:solidFill>
                  <a:schemeClr val="tx1"/>
                </a:solidFill>
              </a:rPr>
              <a:t>?</a:t>
            </a:r>
          </a:p>
        </p:txBody>
      </p:sp>
      <p:sp>
        <p:nvSpPr>
          <p:cNvPr id="40" name="Title 3">
            <a:extLst>
              <a:ext uri="{FF2B5EF4-FFF2-40B4-BE49-F238E27FC236}">
                <a16:creationId xmlns:a16="http://schemas.microsoft.com/office/drawing/2014/main" id="{6ABCE66C-DB10-464B-BCB3-AE2373FAC936}"/>
              </a:ext>
            </a:extLst>
          </p:cNvPr>
          <p:cNvSpPr txBox="1">
            <a:spLocks/>
          </p:cNvSpPr>
          <p:nvPr/>
        </p:nvSpPr>
        <p:spPr>
          <a:xfrm>
            <a:off x="7944642" y="5818617"/>
            <a:ext cx="1881691" cy="545173"/>
          </a:xfrm>
          <a:prstGeom prst="rect">
            <a:avLst/>
          </a:prstGeom>
          <a:effectLst>
            <a:outerShdw blurRad="25400" dir="17880000">
              <a:srgbClr val="000000">
                <a:alpha val="46000"/>
              </a:srgbClr>
            </a:outerShdw>
          </a:effectLst>
        </p:spPr>
        <p:txBody>
          <a:bodyPr vert="horz" lIns="91440" tIns="45720" rIns="91440" bIns="45720" rtlCol="0" anchor="ctr">
            <a:normAutofit/>
          </a:bodyPr>
          <a:lstStyle>
            <a:lvl1pPr algn="ctr" defTabSz="457200" rtl="0" eaLnBrk="1" latinLnBrk="0" hangingPunct="1">
              <a:lnSpc>
                <a:spcPct val="90000"/>
              </a:lnSpc>
              <a:spcBef>
                <a:spcPct val="0"/>
              </a:spcBef>
              <a:buNone/>
              <a:defRPr sz="40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j-lt"/>
                <a:ea typeface="+mj-ea"/>
                <a:cs typeface="Trebuchet M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AU" sz="2800" dirty="0">
                <a:solidFill>
                  <a:srgbClr val="FF0000"/>
                </a:solidFill>
                <a:latin typeface="+mn-lt"/>
                <a:ea typeface="+mn-ea"/>
                <a:cs typeface="+mn-cs"/>
              </a:rPr>
              <a:t>level-4</a:t>
            </a:r>
          </a:p>
        </p:txBody>
      </p:sp>
      <p:sp>
        <p:nvSpPr>
          <p:cNvPr id="41" name="Title 3">
            <a:extLst>
              <a:ext uri="{FF2B5EF4-FFF2-40B4-BE49-F238E27FC236}">
                <a16:creationId xmlns:a16="http://schemas.microsoft.com/office/drawing/2014/main" id="{36C1837F-8C4B-4121-896E-0E577309D463}"/>
              </a:ext>
            </a:extLst>
          </p:cNvPr>
          <p:cNvSpPr txBox="1">
            <a:spLocks/>
          </p:cNvSpPr>
          <p:nvPr/>
        </p:nvSpPr>
        <p:spPr>
          <a:xfrm>
            <a:off x="10227263" y="3224173"/>
            <a:ext cx="1881691" cy="545173"/>
          </a:xfrm>
          <a:prstGeom prst="rect">
            <a:avLst/>
          </a:prstGeom>
          <a:effectLst>
            <a:outerShdw blurRad="25400" dir="17880000">
              <a:srgbClr val="000000">
                <a:alpha val="46000"/>
              </a:srgbClr>
            </a:outerShdw>
          </a:effectLst>
        </p:spPr>
        <p:txBody>
          <a:bodyPr vert="horz" lIns="91440" tIns="45720" rIns="91440" bIns="45720" rtlCol="0" anchor="ctr">
            <a:normAutofit/>
          </a:bodyPr>
          <a:lstStyle>
            <a:lvl1pPr algn="ctr" defTabSz="457200" rtl="0" eaLnBrk="1" latinLnBrk="0" hangingPunct="1">
              <a:lnSpc>
                <a:spcPct val="90000"/>
              </a:lnSpc>
              <a:spcBef>
                <a:spcPct val="0"/>
              </a:spcBef>
              <a:buNone/>
              <a:defRPr sz="40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j-lt"/>
                <a:ea typeface="+mj-ea"/>
                <a:cs typeface="Trebuchet M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AU" sz="2800" dirty="0">
                <a:solidFill>
                  <a:srgbClr val="FF0000"/>
                </a:solidFill>
                <a:latin typeface="+mn-lt"/>
                <a:ea typeface="+mn-ea"/>
                <a:cs typeface="+mn-cs"/>
              </a:rPr>
              <a:t>level-3</a:t>
            </a:r>
          </a:p>
        </p:txBody>
      </p:sp>
      <p:sp>
        <p:nvSpPr>
          <p:cNvPr id="42" name="Title 3">
            <a:extLst>
              <a:ext uri="{FF2B5EF4-FFF2-40B4-BE49-F238E27FC236}">
                <a16:creationId xmlns:a16="http://schemas.microsoft.com/office/drawing/2014/main" id="{D80C1DAD-4B77-4E71-A7AC-70B9E2AD79BC}"/>
              </a:ext>
            </a:extLst>
          </p:cNvPr>
          <p:cNvSpPr txBox="1">
            <a:spLocks/>
          </p:cNvSpPr>
          <p:nvPr/>
        </p:nvSpPr>
        <p:spPr>
          <a:xfrm>
            <a:off x="8358287" y="1583475"/>
            <a:ext cx="1881691" cy="545173"/>
          </a:xfrm>
          <a:prstGeom prst="rect">
            <a:avLst/>
          </a:prstGeom>
          <a:effectLst>
            <a:outerShdw blurRad="25400" dir="17880000">
              <a:srgbClr val="000000">
                <a:alpha val="46000"/>
              </a:srgbClr>
            </a:outerShdw>
          </a:effectLst>
        </p:spPr>
        <p:txBody>
          <a:bodyPr vert="horz" lIns="91440" tIns="45720" rIns="91440" bIns="45720" rtlCol="0" anchor="ctr">
            <a:normAutofit/>
          </a:bodyPr>
          <a:lstStyle>
            <a:lvl1pPr algn="ctr" defTabSz="457200" rtl="0" eaLnBrk="1" latinLnBrk="0" hangingPunct="1">
              <a:lnSpc>
                <a:spcPct val="90000"/>
              </a:lnSpc>
              <a:spcBef>
                <a:spcPct val="0"/>
              </a:spcBef>
              <a:buNone/>
              <a:defRPr sz="40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j-lt"/>
                <a:ea typeface="+mj-ea"/>
                <a:cs typeface="Trebuchet M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AU" sz="2800" dirty="0">
                <a:solidFill>
                  <a:srgbClr val="FF0000"/>
                </a:solidFill>
                <a:latin typeface="+mn-lt"/>
                <a:ea typeface="+mn-ea"/>
                <a:cs typeface="+mn-cs"/>
              </a:rPr>
              <a:t>level-2</a:t>
            </a:r>
          </a:p>
        </p:txBody>
      </p:sp>
      <p:sp>
        <p:nvSpPr>
          <p:cNvPr id="43" name="Title 3">
            <a:extLst>
              <a:ext uri="{FF2B5EF4-FFF2-40B4-BE49-F238E27FC236}">
                <a16:creationId xmlns:a16="http://schemas.microsoft.com/office/drawing/2014/main" id="{EAD3052B-A344-4E6E-A793-CD5A20A406E3}"/>
              </a:ext>
            </a:extLst>
          </p:cNvPr>
          <p:cNvSpPr txBox="1">
            <a:spLocks/>
          </p:cNvSpPr>
          <p:nvPr/>
        </p:nvSpPr>
        <p:spPr>
          <a:xfrm>
            <a:off x="7549217" y="557597"/>
            <a:ext cx="1881691" cy="545173"/>
          </a:xfrm>
          <a:prstGeom prst="rect">
            <a:avLst/>
          </a:prstGeom>
          <a:effectLst>
            <a:outerShdw blurRad="25400" dir="17880000">
              <a:srgbClr val="000000">
                <a:alpha val="46000"/>
              </a:srgbClr>
            </a:outerShdw>
          </a:effectLst>
        </p:spPr>
        <p:txBody>
          <a:bodyPr vert="horz" lIns="91440" tIns="45720" rIns="91440" bIns="45720" rtlCol="0" anchor="ctr">
            <a:normAutofit/>
          </a:bodyPr>
          <a:lstStyle>
            <a:lvl1pPr algn="ctr" defTabSz="457200" rtl="0" eaLnBrk="1" latinLnBrk="0" hangingPunct="1">
              <a:lnSpc>
                <a:spcPct val="90000"/>
              </a:lnSpc>
              <a:spcBef>
                <a:spcPct val="0"/>
              </a:spcBef>
              <a:buNone/>
              <a:defRPr sz="40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j-lt"/>
                <a:ea typeface="+mj-ea"/>
                <a:cs typeface="Trebuchet M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AU" sz="2800" dirty="0">
                <a:solidFill>
                  <a:srgbClr val="FF0000"/>
                </a:solidFill>
                <a:latin typeface="+mn-lt"/>
                <a:ea typeface="+mn-ea"/>
                <a:cs typeface="+mn-cs"/>
              </a:rPr>
              <a:t>level-1</a:t>
            </a:r>
          </a:p>
        </p:txBody>
      </p:sp>
    </p:spTree>
    <p:extLst>
      <p:ext uri="{BB962C8B-B14F-4D97-AF65-F5344CB8AC3E}">
        <p14:creationId xmlns:p14="http://schemas.microsoft.com/office/powerpoint/2010/main" val="3613314250"/>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p:cNvSpPr>
            <a:spLocks noGrp="1"/>
          </p:cNvSpPr>
          <p:nvPr>
            <p:ph type="sldNum" sz="quarter" idx="12"/>
          </p:nvPr>
        </p:nvSpPr>
        <p:spPr/>
        <p:txBody>
          <a:bodyPr/>
          <a:lstStyle/>
          <a:p>
            <a:fld id="{55670E94-029C-4BA8-8D44-FBB339E4924F}" type="slidenum">
              <a:rPr lang="en-AU" smtClean="0">
                <a:solidFill>
                  <a:schemeClr val="tx1"/>
                </a:solidFill>
              </a:rPr>
              <a:pPr/>
              <a:t>25</a:t>
            </a:fld>
            <a:endParaRPr lang="en-AU" dirty="0">
              <a:solidFill>
                <a:schemeClr val="tx1"/>
              </a:solidFill>
            </a:endParaRPr>
          </a:p>
        </p:txBody>
      </p:sp>
      <p:sp>
        <p:nvSpPr>
          <p:cNvPr id="5" name="Rectangle 4"/>
          <p:cNvSpPr/>
          <p:nvPr/>
        </p:nvSpPr>
        <p:spPr>
          <a:xfrm>
            <a:off x="3764156" y="384043"/>
            <a:ext cx="3928041" cy="999066"/>
          </a:xfrm>
          <a:prstGeom prst="rect">
            <a:avLst/>
          </a:prstGeom>
          <a:solidFill>
            <a:schemeClr val="bg1"/>
          </a:solid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NZ" sz="2200" dirty="0">
                <a:solidFill>
                  <a:schemeClr val="tx1"/>
                </a:solidFill>
              </a:rPr>
              <a:t>1 gain an access to a user’s private information</a:t>
            </a:r>
          </a:p>
        </p:txBody>
      </p:sp>
      <p:cxnSp>
        <p:nvCxnSpPr>
          <p:cNvPr id="6" name="Straight Connector 5"/>
          <p:cNvCxnSpPr>
            <a:cxnSpLocks/>
            <a:stCxn id="5" idx="2"/>
            <a:endCxn id="7" idx="0"/>
          </p:cNvCxnSpPr>
          <p:nvPr/>
        </p:nvCxnSpPr>
        <p:spPr>
          <a:xfrm flipH="1">
            <a:off x="2718224" y="1383109"/>
            <a:ext cx="3009953" cy="727409"/>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7" name="Rounded Rectangle 6"/>
          <p:cNvSpPr/>
          <p:nvPr/>
        </p:nvSpPr>
        <p:spPr>
          <a:xfrm>
            <a:off x="1278791" y="2110518"/>
            <a:ext cx="2878865" cy="999067"/>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NZ" sz="2200" dirty="0">
                <a:solidFill>
                  <a:schemeClr val="tx1"/>
                </a:solidFill>
              </a:rPr>
              <a:t>1.1 gain direct access to the database</a:t>
            </a:r>
          </a:p>
        </p:txBody>
      </p:sp>
      <p:sp>
        <p:nvSpPr>
          <p:cNvPr id="8" name="Rounded Rectangle 7"/>
          <p:cNvSpPr/>
          <p:nvPr/>
        </p:nvSpPr>
        <p:spPr>
          <a:xfrm>
            <a:off x="4394553" y="2110519"/>
            <a:ext cx="2667247" cy="999066"/>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NZ" sz="2200" dirty="0">
                <a:solidFill>
                  <a:schemeClr val="tx1"/>
                </a:solidFill>
              </a:rPr>
              <a:t>1.2 login as a target user</a:t>
            </a:r>
          </a:p>
        </p:txBody>
      </p:sp>
      <p:sp>
        <p:nvSpPr>
          <p:cNvPr id="9" name="Rounded Rectangle 8"/>
          <p:cNvSpPr/>
          <p:nvPr/>
        </p:nvSpPr>
        <p:spPr>
          <a:xfrm>
            <a:off x="7298697" y="2110519"/>
            <a:ext cx="2667247" cy="999066"/>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NZ" sz="2200" dirty="0">
                <a:solidFill>
                  <a:schemeClr val="tx1"/>
                </a:solidFill>
              </a:rPr>
              <a:t>1.3 hijack user session</a:t>
            </a:r>
          </a:p>
        </p:txBody>
      </p:sp>
      <p:cxnSp>
        <p:nvCxnSpPr>
          <p:cNvPr id="17" name="Straight Connector 16"/>
          <p:cNvCxnSpPr>
            <a:cxnSpLocks/>
            <a:stCxn id="5" idx="2"/>
            <a:endCxn id="8" idx="0"/>
          </p:cNvCxnSpPr>
          <p:nvPr/>
        </p:nvCxnSpPr>
        <p:spPr>
          <a:xfrm>
            <a:off x="5728177" y="1383109"/>
            <a:ext cx="0" cy="72741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8" name="Straight Connector 17"/>
          <p:cNvCxnSpPr>
            <a:cxnSpLocks/>
            <a:stCxn id="5" idx="2"/>
            <a:endCxn id="9" idx="0"/>
          </p:cNvCxnSpPr>
          <p:nvPr/>
        </p:nvCxnSpPr>
        <p:spPr>
          <a:xfrm>
            <a:off x="5728177" y="1383109"/>
            <a:ext cx="2904144" cy="72741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10" name="Rounded Rectangle 10">
            <a:extLst>
              <a:ext uri="{FF2B5EF4-FFF2-40B4-BE49-F238E27FC236}">
                <a16:creationId xmlns:a16="http://schemas.microsoft.com/office/drawing/2014/main" id="{2C036C30-C5EA-4F19-8978-832C0165CF1B}"/>
              </a:ext>
            </a:extLst>
          </p:cNvPr>
          <p:cNvSpPr/>
          <p:nvPr/>
        </p:nvSpPr>
        <p:spPr>
          <a:xfrm>
            <a:off x="190824" y="3752329"/>
            <a:ext cx="3399043" cy="1253296"/>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NZ" sz="2200" dirty="0">
                <a:solidFill>
                  <a:schemeClr val="tx1"/>
                </a:solidFill>
              </a:rPr>
              <a:t>1.1.1 exploit a software vulnerability in the system</a:t>
            </a:r>
          </a:p>
        </p:txBody>
      </p:sp>
      <p:cxnSp>
        <p:nvCxnSpPr>
          <p:cNvPr id="11" name="Straight Connector 10">
            <a:extLst>
              <a:ext uri="{FF2B5EF4-FFF2-40B4-BE49-F238E27FC236}">
                <a16:creationId xmlns:a16="http://schemas.microsoft.com/office/drawing/2014/main" id="{8BB23C53-39B3-45A0-932F-7C70A20FC24F}"/>
              </a:ext>
            </a:extLst>
          </p:cNvPr>
          <p:cNvCxnSpPr>
            <a:cxnSpLocks/>
            <a:stCxn id="7" idx="2"/>
            <a:endCxn id="10" idx="0"/>
          </p:cNvCxnSpPr>
          <p:nvPr/>
        </p:nvCxnSpPr>
        <p:spPr>
          <a:xfrm flipH="1">
            <a:off x="1890346" y="3109585"/>
            <a:ext cx="827878" cy="6427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19" name="Rounded Rectangle 13">
            <a:extLst>
              <a:ext uri="{FF2B5EF4-FFF2-40B4-BE49-F238E27FC236}">
                <a16:creationId xmlns:a16="http://schemas.microsoft.com/office/drawing/2014/main" id="{D94C59C5-226B-48FA-AC32-E5D4ED75A4C7}"/>
              </a:ext>
            </a:extLst>
          </p:cNvPr>
          <p:cNvSpPr/>
          <p:nvPr/>
        </p:nvSpPr>
        <p:spPr>
          <a:xfrm>
            <a:off x="9181301" y="3752329"/>
            <a:ext cx="2665420" cy="1253296"/>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NZ" sz="2200" dirty="0">
                <a:solidFill>
                  <a:schemeClr val="tx1"/>
                </a:solidFill>
              </a:rPr>
              <a:t>1.3.1 steal user session cookie</a:t>
            </a:r>
          </a:p>
        </p:txBody>
      </p:sp>
      <p:cxnSp>
        <p:nvCxnSpPr>
          <p:cNvPr id="20" name="Straight Connector 19">
            <a:extLst>
              <a:ext uri="{FF2B5EF4-FFF2-40B4-BE49-F238E27FC236}">
                <a16:creationId xmlns:a16="http://schemas.microsoft.com/office/drawing/2014/main" id="{34275EBC-EB06-463D-9768-3136A45B2A8E}"/>
              </a:ext>
            </a:extLst>
          </p:cNvPr>
          <p:cNvCxnSpPr>
            <a:cxnSpLocks/>
            <a:stCxn id="9" idx="2"/>
            <a:endCxn id="19" idx="0"/>
          </p:cNvCxnSpPr>
          <p:nvPr/>
        </p:nvCxnSpPr>
        <p:spPr>
          <a:xfrm>
            <a:off x="8632321" y="3109585"/>
            <a:ext cx="1881690" cy="6427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22" name="Rounded Rectangle 11">
            <a:extLst>
              <a:ext uri="{FF2B5EF4-FFF2-40B4-BE49-F238E27FC236}">
                <a16:creationId xmlns:a16="http://schemas.microsoft.com/office/drawing/2014/main" id="{F15A1BFD-0CE5-42D3-973C-87E746E01E64}"/>
              </a:ext>
            </a:extLst>
          </p:cNvPr>
          <p:cNvSpPr/>
          <p:nvPr/>
        </p:nvSpPr>
        <p:spPr>
          <a:xfrm>
            <a:off x="3943543" y="3752329"/>
            <a:ext cx="1958488" cy="1253296"/>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NZ" sz="2200" dirty="0">
                <a:solidFill>
                  <a:schemeClr val="tx1"/>
                </a:solidFill>
              </a:rPr>
              <a:t>1.2.1 brute-force login</a:t>
            </a:r>
          </a:p>
        </p:txBody>
      </p:sp>
      <p:sp>
        <p:nvSpPr>
          <p:cNvPr id="23" name="Rounded Rectangle 12">
            <a:extLst>
              <a:ext uri="{FF2B5EF4-FFF2-40B4-BE49-F238E27FC236}">
                <a16:creationId xmlns:a16="http://schemas.microsoft.com/office/drawing/2014/main" id="{6691EEBD-2317-42B5-B2B1-017891B1A73B}"/>
              </a:ext>
            </a:extLst>
          </p:cNvPr>
          <p:cNvSpPr/>
          <p:nvPr/>
        </p:nvSpPr>
        <p:spPr>
          <a:xfrm>
            <a:off x="6289971" y="3752329"/>
            <a:ext cx="2665419" cy="1253296"/>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NZ" sz="2200" dirty="0">
                <a:solidFill>
                  <a:schemeClr val="tx1"/>
                </a:solidFill>
              </a:rPr>
              <a:t>1.2.2 steal user private credentials</a:t>
            </a:r>
          </a:p>
        </p:txBody>
      </p:sp>
      <p:cxnSp>
        <p:nvCxnSpPr>
          <p:cNvPr id="24" name="Straight Connector 23">
            <a:extLst>
              <a:ext uri="{FF2B5EF4-FFF2-40B4-BE49-F238E27FC236}">
                <a16:creationId xmlns:a16="http://schemas.microsoft.com/office/drawing/2014/main" id="{34CA2EB8-00D2-431F-B330-F60CC068FC65}"/>
              </a:ext>
            </a:extLst>
          </p:cNvPr>
          <p:cNvCxnSpPr>
            <a:cxnSpLocks/>
            <a:stCxn id="8" idx="2"/>
            <a:endCxn id="22" idx="0"/>
          </p:cNvCxnSpPr>
          <p:nvPr/>
        </p:nvCxnSpPr>
        <p:spPr>
          <a:xfrm flipH="1">
            <a:off x="4922787" y="3109585"/>
            <a:ext cx="805390" cy="6427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7" name="Straight Connector 26">
            <a:extLst>
              <a:ext uri="{FF2B5EF4-FFF2-40B4-BE49-F238E27FC236}">
                <a16:creationId xmlns:a16="http://schemas.microsoft.com/office/drawing/2014/main" id="{BCD34379-1273-40FC-BA3D-3A72F6C11760}"/>
              </a:ext>
            </a:extLst>
          </p:cNvPr>
          <p:cNvCxnSpPr>
            <a:cxnSpLocks/>
            <a:stCxn id="8" idx="2"/>
            <a:endCxn id="23" idx="0"/>
          </p:cNvCxnSpPr>
          <p:nvPr/>
        </p:nvCxnSpPr>
        <p:spPr>
          <a:xfrm>
            <a:off x="5728177" y="3109585"/>
            <a:ext cx="1894504" cy="6427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21" name="Rounded Rectangle 26">
            <a:extLst>
              <a:ext uri="{FF2B5EF4-FFF2-40B4-BE49-F238E27FC236}">
                <a16:creationId xmlns:a16="http://schemas.microsoft.com/office/drawing/2014/main" id="{48AEA7A6-8293-4E2E-A8F3-8B354ACD9109}"/>
              </a:ext>
            </a:extLst>
          </p:cNvPr>
          <p:cNvSpPr/>
          <p:nvPr/>
        </p:nvSpPr>
        <p:spPr>
          <a:xfrm>
            <a:off x="2216873" y="5674868"/>
            <a:ext cx="2347646" cy="886917"/>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NZ" sz="2200" dirty="0">
                <a:solidFill>
                  <a:schemeClr val="tx1"/>
                </a:solidFill>
              </a:rPr>
              <a:t>1.2.1.1 identify a target username</a:t>
            </a:r>
          </a:p>
        </p:txBody>
      </p:sp>
      <p:sp>
        <p:nvSpPr>
          <p:cNvPr id="25" name="Rounded Rectangle 27">
            <a:extLst>
              <a:ext uri="{FF2B5EF4-FFF2-40B4-BE49-F238E27FC236}">
                <a16:creationId xmlns:a16="http://schemas.microsoft.com/office/drawing/2014/main" id="{EDA5D8E8-4AF7-4C72-99BE-F499FEC9E682}"/>
              </a:ext>
            </a:extLst>
          </p:cNvPr>
          <p:cNvSpPr/>
          <p:nvPr/>
        </p:nvSpPr>
        <p:spPr>
          <a:xfrm>
            <a:off x="5297561" y="5674868"/>
            <a:ext cx="2825098" cy="886917"/>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NZ" sz="2200" dirty="0">
                <a:solidFill>
                  <a:schemeClr val="tx1"/>
                </a:solidFill>
              </a:rPr>
              <a:t>1.2.1.2 identify a target user password</a:t>
            </a:r>
          </a:p>
        </p:txBody>
      </p:sp>
      <p:cxnSp>
        <p:nvCxnSpPr>
          <p:cNvPr id="26" name="Straight Connector 25">
            <a:extLst>
              <a:ext uri="{FF2B5EF4-FFF2-40B4-BE49-F238E27FC236}">
                <a16:creationId xmlns:a16="http://schemas.microsoft.com/office/drawing/2014/main" id="{C6CCF372-A0D7-4F6A-ACFB-261A163BFD95}"/>
              </a:ext>
            </a:extLst>
          </p:cNvPr>
          <p:cNvCxnSpPr>
            <a:cxnSpLocks/>
            <a:stCxn id="22" idx="2"/>
            <a:endCxn id="21" idx="0"/>
          </p:cNvCxnSpPr>
          <p:nvPr/>
        </p:nvCxnSpPr>
        <p:spPr>
          <a:xfrm flipH="1">
            <a:off x="3390696" y="5005625"/>
            <a:ext cx="1532091" cy="669243"/>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8" name="Straight Connector 27">
            <a:extLst>
              <a:ext uri="{FF2B5EF4-FFF2-40B4-BE49-F238E27FC236}">
                <a16:creationId xmlns:a16="http://schemas.microsoft.com/office/drawing/2014/main" id="{51396790-B262-44A9-A46E-3C3965A45178}"/>
              </a:ext>
            </a:extLst>
          </p:cNvPr>
          <p:cNvCxnSpPr>
            <a:cxnSpLocks/>
            <a:stCxn id="22" idx="2"/>
            <a:endCxn id="25" idx="0"/>
          </p:cNvCxnSpPr>
          <p:nvPr/>
        </p:nvCxnSpPr>
        <p:spPr>
          <a:xfrm>
            <a:off x="4922787" y="5005625"/>
            <a:ext cx="1787323" cy="669243"/>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29" name="Freeform 30">
            <a:extLst>
              <a:ext uri="{FF2B5EF4-FFF2-40B4-BE49-F238E27FC236}">
                <a16:creationId xmlns:a16="http://schemas.microsoft.com/office/drawing/2014/main" id="{5B0A19D0-C4AD-46C3-BE93-66A81168DC00}"/>
              </a:ext>
            </a:extLst>
          </p:cNvPr>
          <p:cNvSpPr/>
          <p:nvPr/>
        </p:nvSpPr>
        <p:spPr>
          <a:xfrm>
            <a:off x="4677793" y="5110687"/>
            <a:ext cx="489987" cy="162181"/>
          </a:xfrm>
          <a:custGeom>
            <a:avLst/>
            <a:gdLst>
              <a:gd name="connsiteX0" fmla="*/ 0 w 476250"/>
              <a:gd name="connsiteY0" fmla="*/ 0 h 142944"/>
              <a:gd name="connsiteX1" fmla="*/ 228600 w 476250"/>
              <a:gd name="connsiteY1" fmla="*/ 142875 h 142944"/>
              <a:gd name="connsiteX2" fmla="*/ 476250 w 476250"/>
              <a:gd name="connsiteY2" fmla="*/ 19050 h 142944"/>
              <a:gd name="connsiteX0" fmla="*/ 0 w 476250"/>
              <a:gd name="connsiteY0" fmla="*/ 0 h 142978"/>
              <a:gd name="connsiteX1" fmla="*/ 228600 w 476250"/>
              <a:gd name="connsiteY1" fmla="*/ 142875 h 142978"/>
              <a:gd name="connsiteX2" fmla="*/ 476250 w 476250"/>
              <a:gd name="connsiteY2" fmla="*/ 19050 h 142978"/>
              <a:gd name="connsiteX0" fmla="*/ 0 w 476250"/>
              <a:gd name="connsiteY0" fmla="*/ 0 h 147735"/>
              <a:gd name="connsiteX1" fmla="*/ 247650 w 476250"/>
              <a:gd name="connsiteY1" fmla="*/ 147638 h 147735"/>
              <a:gd name="connsiteX2" fmla="*/ 476250 w 476250"/>
              <a:gd name="connsiteY2" fmla="*/ 19050 h 147735"/>
              <a:gd name="connsiteX0" fmla="*/ 0 w 476250"/>
              <a:gd name="connsiteY0" fmla="*/ 0 h 147661"/>
              <a:gd name="connsiteX1" fmla="*/ 247650 w 476250"/>
              <a:gd name="connsiteY1" fmla="*/ 147638 h 147661"/>
              <a:gd name="connsiteX2" fmla="*/ 476250 w 476250"/>
              <a:gd name="connsiteY2" fmla="*/ 19050 h 147661"/>
              <a:gd name="connsiteX0" fmla="*/ 0 w 464344"/>
              <a:gd name="connsiteY0" fmla="*/ 0 h 147690"/>
              <a:gd name="connsiteX1" fmla="*/ 247650 w 464344"/>
              <a:gd name="connsiteY1" fmla="*/ 147638 h 147690"/>
              <a:gd name="connsiteX2" fmla="*/ 464344 w 464344"/>
              <a:gd name="connsiteY2" fmla="*/ 14288 h 147690"/>
              <a:gd name="connsiteX0" fmla="*/ 0 w 464344"/>
              <a:gd name="connsiteY0" fmla="*/ 0 h 147701"/>
              <a:gd name="connsiteX1" fmla="*/ 247650 w 464344"/>
              <a:gd name="connsiteY1" fmla="*/ 147638 h 147701"/>
              <a:gd name="connsiteX2" fmla="*/ 464344 w 464344"/>
              <a:gd name="connsiteY2" fmla="*/ 14288 h 147701"/>
              <a:gd name="connsiteX0" fmla="*/ 0 w 464344"/>
              <a:gd name="connsiteY0" fmla="*/ 0 h 147701"/>
              <a:gd name="connsiteX1" fmla="*/ 247650 w 464344"/>
              <a:gd name="connsiteY1" fmla="*/ 147638 h 147701"/>
              <a:gd name="connsiteX2" fmla="*/ 464344 w 464344"/>
              <a:gd name="connsiteY2" fmla="*/ 14288 h 147701"/>
              <a:gd name="connsiteX0" fmla="*/ 0 w 464344"/>
              <a:gd name="connsiteY0" fmla="*/ 0 h 147701"/>
              <a:gd name="connsiteX1" fmla="*/ 247650 w 464344"/>
              <a:gd name="connsiteY1" fmla="*/ 147638 h 147701"/>
              <a:gd name="connsiteX2" fmla="*/ 464344 w 464344"/>
              <a:gd name="connsiteY2" fmla="*/ 14288 h 147701"/>
              <a:gd name="connsiteX0" fmla="*/ 0 w 464344"/>
              <a:gd name="connsiteY0" fmla="*/ 0 h 150080"/>
              <a:gd name="connsiteX1" fmla="*/ 204788 w 464344"/>
              <a:gd name="connsiteY1" fmla="*/ 150019 h 150080"/>
              <a:gd name="connsiteX2" fmla="*/ 464344 w 464344"/>
              <a:gd name="connsiteY2" fmla="*/ 14288 h 150080"/>
            </a:gdLst>
            <a:ahLst/>
            <a:cxnLst>
              <a:cxn ang="0">
                <a:pos x="connsiteX0" y="connsiteY0"/>
              </a:cxn>
              <a:cxn ang="0">
                <a:pos x="connsiteX1" y="connsiteY1"/>
              </a:cxn>
              <a:cxn ang="0">
                <a:pos x="connsiteX2" y="connsiteY2"/>
              </a:cxn>
            </a:cxnLst>
            <a:rect l="l" t="t" r="r" b="b"/>
            <a:pathLst>
              <a:path w="464344" h="150080">
                <a:moveTo>
                  <a:pt x="0" y="0"/>
                </a:moveTo>
                <a:cubicBezTo>
                  <a:pt x="67468" y="100806"/>
                  <a:pt x="127397" y="147638"/>
                  <a:pt x="204788" y="150019"/>
                </a:cubicBezTo>
                <a:cubicBezTo>
                  <a:pt x="282179" y="152400"/>
                  <a:pt x="407989" y="84932"/>
                  <a:pt x="464344" y="14288"/>
                </a:cubicBezTo>
              </a:path>
            </a:pathLst>
          </a:cu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Z" sz="1867">
              <a:solidFill>
                <a:schemeClr val="tx1"/>
              </a:solidFill>
            </a:endParaRPr>
          </a:p>
        </p:txBody>
      </p:sp>
      <p:sp>
        <p:nvSpPr>
          <p:cNvPr id="30" name="Oval 29">
            <a:extLst>
              <a:ext uri="{FF2B5EF4-FFF2-40B4-BE49-F238E27FC236}">
                <a16:creationId xmlns:a16="http://schemas.microsoft.com/office/drawing/2014/main" id="{AB4598D5-F164-4547-BBAB-3C8393AF0598}"/>
              </a:ext>
            </a:extLst>
          </p:cNvPr>
          <p:cNvSpPr/>
          <p:nvPr/>
        </p:nvSpPr>
        <p:spPr>
          <a:xfrm>
            <a:off x="1915019" y="5402281"/>
            <a:ext cx="616416" cy="545173"/>
          </a:xfrm>
          <a:prstGeom prst="ellipse">
            <a:avLst/>
          </a:prstGeom>
        </p:spPr>
        <p:style>
          <a:lnRef idx="0">
            <a:schemeClr val="accent1"/>
          </a:lnRef>
          <a:fillRef idx="3">
            <a:schemeClr val="accent1"/>
          </a:fillRef>
          <a:effectRef idx="3">
            <a:schemeClr val="accent1"/>
          </a:effectRef>
          <a:fontRef idx="minor">
            <a:schemeClr val="lt1"/>
          </a:fontRef>
        </p:style>
        <p:txBody>
          <a:bodyPr rtlCol="0" anchor="ctr"/>
          <a:lstStyle/>
          <a:p>
            <a:pPr algn="ctr"/>
            <a:r>
              <a:rPr lang="en-AU" sz="4267" b="1" dirty="0">
                <a:solidFill>
                  <a:schemeClr val="tx1"/>
                </a:solidFill>
              </a:rPr>
              <a:t>P</a:t>
            </a:r>
          </a:p>
        </p:txBody>
      </p:sp>
      <p:sp>
        <p:nvSpPr>
          <p:cNvPr id="31" name="Oval 30">
            <a:extLst>
              <a:ext uri="{FF2B5EF4-FFF2-40B4-BE49-F238E27FC236}">
                <a16:creationId xmlns:a16="http://schemas.microsoft.com/office/drawing/2014/main" id="{508C91C8-10D4-44EF-BBF4-7ADAA0445AB9}"/>
              </a:ext>
            </a:extLst>
          </p:cNvPr>
          <p:cNvSpPr/>
          <p:nvPr/>
        </p:nvSpPr>
        <p:spPr>
          <a:xfrm>
            <a:off x="5005219" y="5441163"/>
            <a:ext cx="616416" cy="545173"/>
          </a:xfrm>
          <a:prstGeom prst="ellipse">
            <a:avLst/>
          </a:prstGeom>
        </p:spPr>
        <p:style>
          <a:lnRef idx="0">
            <a:schemeClr val="accent1"/>
          </a:lnRef>
          <a:fillRef idx="3">
            <a:schemeClr val="accent1"/>
          </a:fillRef>
          <a:effectRef idx="3">
            <a:schemeClr val="accent1"/>
          </a:effectRef>
          <a:fontRef idx="minor">
            <a:schemeClr val="lt1"/>
          </a:fontRef>
        </p:style>
        <p:txBody>
          <a:bodyPr rtlCol="0" anchor="ctr"/>
          <a:lstStyle/>
          <a:p>
            <a:pPr algn="ctr"/>
            <a:r>
              <a:rPr lang="en-AU" sz="4267" b="1" dirty="0">
                <a:solidFill>
                  <a:schemeClr val="tx1"/>
                </a:solidFill>
              </a:rPr>
              <a:t>I</a:t>
            </a:r>
          </a:p>
        </p:txBody>
      </p:sp>
      <p:sp>
        <p:nvSpPr>
          <p:cNvPr id="32" name="Oval 31">
            <a:extLst>
              <a:ext uri="{FF2B5EF4-FFF2-40B4-BE49-F238E27FC236}">
                <a16:creationId xmlns:a16="http://schemas.microsoft.com/office/drawing/2014/main" id="{54A25A00-115A-492C-BA33-4B607B747252}"/>
              </a:ext>
            </a:extLst>
          </p:cNvPr>
          <p:cNvSpPr/>
          <p:nvPr/>
        </p:nvSpPr>
        <p:spPr>
          <a:xfrm>
            <a:off x="83046" y="3479742"/>
            <a:ext cx="616416" cy="545173"/>
          </a:xfrm>
          <a:prstGeom prst="ellipse">
            <a:avLst/>
          </a:prstGeom>
        </p:spPr>
        <p:style>
          <a:lnRef idx="0">
            <a:schemeClr val="accent1"/>
          </a:lnRef>
          <a:fillRef idx="3">
            <a:schemeClr val="accent1"/>
          </a:fillRef>
          <a:effectRef idx="3">
            <a:schemeClr val="accent1"/>
          </a:effectRef>
          <a:fontRef idx="minor">
            <a:schemeClr val="lt1"/>
          </a:fontRef>
        </p:style>
        <p:txBody>
          <a:bodyPr rtlCol="0" anchor="ctr"/>
          <a:lstStyle/>
          <a:p>
            <a:pPr algn="ctr"/>
            <a:r>
              <a:rPr lang="en-AU" sz="4267" b="1" dirty="0">
                <a:solidFill>
                  <a:schemeClr val="tx1"/>
                </a:solidFill>
              </a:rPr>
              <a:t>I</a:t>
            </a:r>
          </a:p>
        </p:txBody>
      </p:sp>
      <p:sp>
        <p:nvSpPr>
          <p:cNvPr id="33" name="Oval 32">
            <a:extLst>
              <a:ext uri="{FF2B5EF4-FFF2-40B4-BE49-F238E27FC236}">
                <a16:creationId xmlns:a16="http://schemas.microsoft.com/office/drawing/2014/main" id="{FA824842-60D5-4E37-9453-8F6F3B01DA78}"/>
              </a:ext>
            </a:extLst>
          </p:cNvPr>
          <p:cNvSpPr/>
          <p:nvPr/>
        </p:nvSpPr>
        <p:spPr>
          <a:xfrm>
            <a:off x="6070476" y="3479741"/>
            <a:ext cx="616416" cy="545173"/>
          </a:xfrm>
          <a:prstGeom prst="ellipse">
            <a:avLst/>
          </a:prstGeom>
        </p:spPr>
        <p:style>
          <a:lnRef idx="0">
            <a:schemeClr val="accent1"/>
          </a:lnRef>
          <a:fillRef idx="3">
            <a:schemeClr val="accent1"/>
          </a:fillRef>
          <a:effectRef idx="3">
            <a:schemeClr val="accent1"/>
          </a:effectRef>
          <a:fontRef idx="minor">
            <a:schemeClr val="lt1"/>
          </a:fontRef>
        </p:style>
        <p:txBody>
          <a:bodyPr rtlCol="0" anchor="ctr"/>
          <a:lstStyle/>
          <a:p>
            <a:pPr algn="ctr"/>
            <a:r>
              <a:rPr lang="en-AU" sz="4267" b="1" dirty="0">
                <a:solidFill>
                  <a:schemeClr val="tx1"/>
                </a:solidFill>
              </a:rPr>
              <a:t>P</a:t>
            </a:r>
          </a:p>
        </p:txBody>
      </p:sp>
      <p:sp>
        <p:nvSpPr>
          <p:cNvPr id="34" name="Oval 33">
            <a:extLst>
              <a:ext uri="{FF2B5EF4-FFF2-40B4-BE49-F238E27FC236}">
                <a16:creationId xmlns:a16="http://schemas.microsoft.com/office/drawing/2014/main" id="{2C239F9B-A794-4B58-A171-FCF382BCF3A7}"/>
              </a:ext>
            </a:extLst>
          </p:cNvPr>
          <p:cNvSpPr/>
          <p:nvPr/>
        </p:nvSpPr>
        <p:spPr>
          <a:xfrm>
            <a:off x="9122700" y="3479742"/>
            <a:ext cx="616416" cy="545173"/>
          </a:xfrm>
          <a:prstGeom prst="ellipse">
            <a:avLst/>
          </a:prstGeom>
        </p:spPr>
        <p:style>
          <a:lnRef idx="0">
            <a:schemeClr val="accent1"/>
          </a:lnRef>
          <a:fillRef idx="3">
            <a:schemeClr val="accent1"/>
          </a:fillRef>
          <a:effectRef idx="3">
            <a:schemeClr val="accent1"/>
          </a:effectRef>
          <a:fontRef idx="minor">
            <a:schemeClr val="lt1"/>
          </a:fontRef>
        </p:style>
        <p:txBody>
          <a:bodyPr rtlCol="0" anchor="ctr"/>
          <a:lstStyle/>
          <a:p>
            <a:pPr algn="ctr"/>
            <a:r>
              <a:rPr lang="en-AU" sz="4267" b="1" dirty="0">
                <a:solidFill>
                  <a:schemeClr val="tx1"/>
                </a:solidFill>
              </a:rPr>
              <a:t>I</a:t>
            </a:r>
          </a:p>
        </p:txBody>
      </p:sp>
      <p:sp>
        <p:nvSpPr>
          <p:cNvPr id="35" name="Oval 34">
            <a:extLst>
              <a:ext uri="{FF2B5EF4-FFF2-40B4-BE49-F238E27FC236}">
                <a16:creationId xmlns:a16="http://schemas.microsoft.com/office/drawing/2014/main" id="{D3F166B9-56B3-4CFA-81C0-7F8301DF6A79}"/>
              </a:ext>
            </a:extLst>
          </p:cNvPr>
          <p:cNvSpPr/>
          <p:nvPr/>
        </p:nvSpPr>
        <p:spPr>
          <a:xfrm>
            <a:off x="3734046" y="3496760"/>
            <a:ext cx="616416" cy="545173"/>
          </a:xfrm>
          <a:prstGeom prst="ellipse">
            <a:avLst/>
          </a:prstGeom>
        </p:spPr>
        <p:style>
          <a:lnRef idx="0">
            <a:schemeClr val="accent1"/>
          </a:lnRef>
          <a:fillRef idx="3">
            <a:schemeClr val="accent1"/>
          </a:fillRef>
          <a:effectRef idx="3">
            <a:schemeClr val="accent1"/>
          </a:effectRef>
          <a:fontRef idx="minor">
            <a:schemeClr val="lt1"/>
          </a:fontRef>
        </p:style>
        <p:txBody>
          <a:bodyPr rtlCol="0" anchor="ctr"/>
          <a:lstStyle/>
          <a:p>
            <a:pPr algn="ctr"/>
            <a:r>
              <a:rPr lang="en-AU" sz="4267" b="1" dirty="0">
                <a:solidFill>
                  <a:schemeClr val="tx1"/>
                </a:solidFill>
              </a:rPr>
              <a:t>I</a:t>
            </a:r>
          </a:p>
        </p:txBody>
      </p:sp>
      <p:sp>
        <p:nvSpPr>
          <p:cNvPr id="36" name="Oval 35">
            <a:extLst>
              <a:ext uri="{FF2B5EF4-FFF2-40B4-BE49-F238E27FC236}">
                <a16:creationId xmlns:a16="http://schemas.microsoft.com/office/drawing/2014/main" id="{D7052A90-879E-4394-93C6-AFA769801788}"/>
              </a:ext>
            </a:extLst>
          </p:cNvPr>
          <p:cNvSpPr/>
          <p:nvPr/>
        </p:nvSpPr>
        <p:spPr>
          <a:xfrm>
            <a:off x="4136534" y="1684751"/>
            <a:ext cx="786245" cy="618834"/>
          </a:xfrm>
          <a:prstGeom prst="ellipse">
            <a:avLst/>
          </a:prstGeom>
        </p:spPr>
        <p:style>
          <a:lnRef idx="0">
            <a:schemeClr val="accent1"/>
          </a:lnRef>
          <a:fillRef idx="3">
            <a:schemeClr val="accent1"/>
          </a:fillRef>
          <a:effectRef idx="3">
            <a:schemeClr val="accent1"/>
          </a:effectRef>
          <a:fontRef idx="minor">
            <a:schemeClr val="lt1"/>
          </a:fontRef>
        </p:style>
        <p:txBody>
          <a:bodyPr rtlCol="0" anchor="ctr"/>
          <a:lstStyle/>
          <a:p>
            <a:pPr algn="ctr"/>
            <a:r>
              <a:rPr lang="en-AU" sz="4267" b="1" dirty="0">
                <a:solidFill>
                  <a:schemeClr val="tx1"/>
                </a:solidFill>
              </a:rPr>
              <a:t>?</a:t>
            </a:r>
          </a:p>
        </p:txBody>
      </p:sp>
      <p:sp>
        <p:nvSpPr>
          <p:cNvPr id="37" name="Oval 36">
            <a:extLst>
              <a:ext uri="{FF2B5EF4-FFF2-40B4-BE49-F238E27FC236}">
                <a16:creationId xmlns:a16="http://schemas.microsoft.com/office/drawing/2014/main" id="{E7ABCA21-1287-47D6-8C40-454F344C4320}"/>
              </a:ext>
            </a:extLst>
          </p:cNvPr>
          <p:cNvSpPr/>
          <p:nvPr/>
        </p:nvSpPr>
        <p:spPr>
          <a:xfrm>
            <a:off x="905730" y="1684751"/>
            <a:ext cx="786245" cy="618834"/>
          </a:xfrm>
          <a:prstGeom prst="ellipse">
            <a:avLst/>
          </a:prstGeom>
        </p:spPr>
        <p:style>
          <a:lnRef idx="0">
            <a:schemeClr val="accent1"/>
          </a:lnRef>
          <a:fillRef idx="3">
            <a:schemeClr val="accent1"/>
          </a:fillRef>
          <a:effectRef idx="3">
            <a:schemeClr val="accent1"/>
          </a:effectRef>
          <a:fontRef idx="minor">
            <a:schemeClr val="lt1"/>
          </a:fontRef>
        </p:style>
        <p:txBody>
          <a:bodyPr rtlCol="0" anchor="ctr"/>
          <a:lstStyle/>
          <a:p>
            <a:pPr algn="ctr"/>
            <a:r>
              <a:rPr lang="en-AU" sz="4267" b="1" dirty="0">
                <a:solidFill>
                  <a:schemeClr val="tx1"/>
                </a:solidFill>
              </a:rPr>
              <a:t>I</a:t>
            </a:r>
          </a:p>
        </p:txBody>
      </p:sp>
      <p:sp>
        <p:nvSpPr>
          <p:cNvPr id="38" name="Oval 37">
            <a:extLst>
              <a:ext uri="{FF2B5EF4-FFF2-40B4-BE49-F238E27FC236}">
                <a16:creationId xmlns:a16="http://schemas.microsoft.com/office/drawing/2014/main" id="{83FBF910-8FE1-4FE7-9762-62E47DECE712}"/>
              </a:ext>
            </a:extLst>
          </p:cNvPr>
          <p:cNvSpPr/>
          <p:nvPr/>
        </p:nvSpPr>
        <p:spPr>
          <a:xfrm>
            <a:off x="7088832" y="1684751"/>
            <a:ext cx="786245" cy="618834"/>
          </a:xfrm>
          <a:prstGeom prst="ellipse">
            <a:avLst/>
          </a:prstGeom>
        </p:spPr>
        <p:style>
          <a:lnRef idx="0">
            <a:schemeClr val="accent1"/>
          </a:lnRef>
          <a:fillRef idx="3">
            <a:schemeClr val="accent1"/>
          </a:fillRef>
          <a:effectRef idx="3">
            <a:schemeClr val="accent1"/>
          </a:effectRef>
          <a:fontRef idx="minor">
            <a:schemeClr val="lt1"/>
          </a:fontRef>
        </p:style>
        <p:txBody>
          <a:bodyPr rtlCol="0" anchor="ctr"/>
          <a:lstStyle/>
          <a:p>
            <a:pPr algn="ctr"/>
            <a:r>
              <a:rPr lang="en-AU" sz="4267" b="1" dirty="0">
                <a:solidFill>
                  <a:schemeClr val="tx1"/>
                </a:solidFill>
              </a:rPr>
              <a:t>?</a:t>
            </a:r>
          </a:p>
        </p:txBody>
      </p:sp>
      <p:sp>
        <p:nvSpPr>
          <p:cNvPr id="39" name="Oval 38">
            <a:extLst>
              <a:ext uri="{FF2B5EF4-FFF2-40B4-BE49-F238E27FC236}">
                <a16:creationId xmlns:a16="http://schemas.microsoft.com/office/drawing/2014/main" id="{2180132B-9FC1-46FF-9613-93DB0E9BFAD7}"/>
              </a:ext>
            </a:extLst>
          </p:cNvPr>
          <p:cNvSpPr/>
          <p:nvPr/>
        </p:nvSpPr>
        <p:spPr>
          <a:xfrm>
            <a:off x="3256009" y="39903"/>
            <a:ext cx="786245" cy="618834"/>
          </a:xfrm>
          <a:prstGeom prst="ellipse">
            <a:avLst/>
          </a:prstGeom>
        </p:spPr>
        <p:style>
          <a:lnRef idx="0">
            <a:schemeClr val="accent1"/>
          </a:lnRef>
          <a:fillRef idx="3">
            <a:schemeClr val="accent1"/>
          </a:fillRef>
          <a:effectRef idx="3">
            <a:schemeClr val="accent1"/>
          </a:effectRef>
          <a:fontRef idx="minor">
            <a:schemeClr val="lt1"/>
          </a:fontRef>
        </p:style>
        <p:txBody>
          <a:bodyPr rtlCol="0" anchor="ctr"/>
          <a:lstStyle/>
          <a:p>
            <a:pPr algn="ctr"/>
            <a:r>
              <a:rPr lang="en-AU" sz="4267" b="1" dirty="0">
                <a:solidFill>
                  <a:schemeClr val="tx1"/>
                </a:solidFill>
              </a:rPr>
              <a:t>?</a:t>
            </a:r>
          </a:p>
        </p:txBody>
      </p:sp>
      <p:sp>
        <p:nvSpPr>
          <p:cNvPr id="40" name="Title 3">
            <a:extLst>
              <a:ext uri="{FF2B5EF4-FFF2-40B4-BE49-F238E27FC236}">
                <a16:creationId xmlns:a16="http://schemas.microsoft.com/office/drawing/2014/main" id="{6ABCE66C-DB10-464B-BCB3-AE2373FAC936}"/>
              </a:ext>
            </a:extLst>
          </p:cNvPr>
          <p:cNvSpPr txBox="1">
            <a:spLocks/>
          </p:cNvSpPr>
          <p:nvPr/>
        </p:nvSpPr>
        <p:spPr>
          <a:xfrm>
            <a:off x="7944642" y="5818617"/>
            <a:ext cx="1881691" cy="545173"/>
          </a:xfrm>
          <a:prstGeom prst="rect">
            <a:avLst/>
          </a:prstGeom>
          <a:effectLst>
            <a:outerShdw blurRad="25400" dir="17880000">
              <a:srgbClr val="000000">
                <a:alpha val="46000"/>
              </a:srgbClr>
            </a:outerShdw>
          </a:effectLst>
        </p:spPr>
        <p:txBody>
          <a:bodyPr vert="horz" lIns="91440" tIns="45720" rIns="91440" bIns="45720" rtlCol="0" anchor="ctr">
            <a:normAutofit/>
          </a:bodyPr>
          <a:lstStyle>
            <a:lvl1pPr algn="ctr" defTabSz="457200" rtl="0" eaLnBrk="1" latinLnBrk="0" hangingPunct="1">
              <a:lnSpc>
                <a:spcPct val="90000"/>
              </a:lnSpc>
              <a:spcBef>
                <a:spcPct val="0"/>
              </a:spcBef>
              <a:buNone/>
              <a:defRPr sz="40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j-lt"/>
                <a:ea typeface="+mj-ea"/>
                <a:cs typeface="Trebuchet M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AU" sz="2800" dirty="0">
                <a:solidFill>
                  <a:srgbClr val="FF0000"/>
                </a:solidFill>
                <a:latin typeface="+mn-lt"/>
                <a:ea typeface="+mn-ea"/>
                <a:cs typeface="+mn-cs"/>
              </a:rPr>
              <a:t>level-4</a:t>
            </a:r>
          </a:p>
        </p:txBody>
      </p:sp>
      <p:sp>
        <p:nvSpPr>
          <p:cNvPr id="41" name="Title 3">
            <a:extLst>
              <a:ext uri="{FF2B5EF4-FFF2-40B4-BE49-F238E27FC236}">
                <a16:creationId xmlns:a16="http://schemas.microsoft.com/office/drawing/2014/main" id="{36C1837F-8C4B-4121-896E-0E577309D463}"/>
              </a:ext>
            </a:extLst>
          </p:cNvPr>
          <p:cNvSpPr txBox="1">
            <a:spLocks/>
          </p:cNvSpPr>
          <p:nvPr/>
        </p:nvSpPr>
        <p:spPr>
          <a:xfrm>
            <a:off x="10227263" y="3224173"/>
            <a:ext cx="1881691" cy="545173"/>
          </a:xfrm>
          <a:prstGeom prst="rect">
            <a:avLst/>
          </a:prstGeom>
          <a:effectLst>
            <a:outerShdw blurRad="25400" dir="17880000">
              <a:srgbClr val="000000">
                <a:alpha val="46000"/>
              </a:srgbClr>
            </a:outerShdw>
          </a:effectLst>
        </p:spPr>
        <p:txBody>
          <a:bodyPr vert="horz" lIns="91440" tIns="45720" rIns="91440" bIns="45720" rtlCol="0" anchor="ctr">
            <a:normAutofit/>
          </a:bodyPr>
          <a:lstStyle>
            <a:lvl1pPr algn="ctr" defTabSz="457200" rtl="0" eaLnBrk="1" latinLnBrk="0" hangingPunct="1">
              <a:lnSpc>
                <a:spcPct val="90000"/>
              </a:lnSpc>
              <a:spcBef>
                <a:spcPct val="0"/>
              </a:spcBef>
              <a:buNone/>
              <a:defRPr sz="40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j-lt"/>
                <a:ea typeface="+mj-ea"/>
                <a:cs typeface="Trebuchet M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AU" sz="2800" dirty="0">
                <a:solidFill>
                  <a:srgbClr val="FF0000"/>
                </a:solidFill>
                <a:latin typeface="+mn-lt"/>
                <a:ea typeface="+mn-ea"/>
                <a:cs typeface="+mn-cs"/>
              </a:rPr>
              <a:t>level-3</a:t>
            </a:r>
          </a:p>
        </p:txBody>
      </p:sp>
      <p:sp>
        <p:nvSpPr>
          <p:cNvPr id="42" name="Title 3">
            <a:extLst>
              <a:ext uri="{FF2B5EF4-FFF2-40B4-BE49-F238E27FC236}">
                <a16:creationId xmlns:a16="http://schemas.microsoft.com/office/drawing/2014/main" id="{D80C1DAD-4B77-4E71-A7AC-70B9E2AD79BC}"/>
              </a:ext>
            </a:extLst>
          </p:cNvPr>
          <p:cNvSpPr txBox="1">
            <a:spLocks/>
          </p:cNvSpPr>
          <p:nvPr/>
        </p:nvSpPr>
        <p:spPr>
          <a:xfrm>
            <a:off x="8358287" y="1583475"/>
            <a:ext cx="1881691" cy="545173"/>
          </a:xfrm>
          <a:prstGeom prst="rect">
            <a:avLst/>
          </a:prstGeom>
          <a:effectLst>
            <a:outerShdw blurRad="25400" dir="17880000">
              <a:srgbClr val="000000">
                <a:alpha val="46000"/>
              </a:srgbClr>
            </a:outerShdw>
          </a:effectLst>
        </p:spPr>
        <p:txBody>
          <a:bodyPr vert="horz" lIns="91440" tIns="45720" rIns="91440" bIns="45720" rtlCol="0" anchor="ctr">
            <a:normAutofit/>
          </a:bodyPr>
          <a:lstStyle>
            <a:lvl1pPr algn="ctr" defTabSz="457200" rtl="0" eaLnBrk="1" latinLnBrk="0" hangingPunct="1">
              <a:lnSpc>
                <a:spcPct val="90000"/>
              </a:lnSpc>
              <a:spcBef>
                <a:spcPct val="0"/>
              </a:spcBef>
              <a:buNone/>
              <a:defRPr sz="40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j-lt"/>
                <a:ea typeface="+mj-ea"/>
                <a:cs typeface="Trebuchet M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AU" sz="2800" dirty="0">
                <a:solidFill>
                  <a:srgbClr val="FF0000"/>
                </a:solidFill>
                <a:latin typeface="+mn-lt"/>
                <a:ea typeface="+mn-ea"/>
                <a:cs typeface="+mn-cs"/>
              </a:rPr>
              <a:t>level-2</a:t>
            </a:r>
          </a:p>
        </p:txBody>
      </p:sp>
      <p:sp>
        <p:nvSpPr>
          <p:cNvPr id="43" name="Title 3">
            <a:extLst>
              <a:ext uri="{FF2B5EF4-FFF2-40B4-BE49-F238E27FC236}">
                <a16:creationId xmlns:a16="http://schemas.microsoft.com/office/drawing/2014/main" id="{EAD3052B-A344-4E6E-A793-CD5A20A406E3}"/>
              </a:ext>
            </a:extLst>
          </p:cNvPr>
          <p:cNvSpPr txBox="1">
            <a:spLocks/>
          </p:cNvSpPr>
          <p:nvPr/>
        </p:nvSpPr>
        <p:spPr>
          <a:xfrm>
            <a:off x="7549217" y="557597"/>
            <a:ext cx="1881691" cy="545173"/>
          </a:xfrm>
          <a:prstGeom prst="rect">
            <a:avLst/>
          </a:prstGeom>
          <a:effectLst>
            <a:outerShdw blurRad="25400" dir="17880000">
              <a:srgbClr val="000000">
                <a:alpha val="46000"/>
              </a:srgbClr>
            </a:outerShdw>
          </a:effectLst>
        </p:spPr>
        <p:txBody>
          <a:bodyPr vert="horz" lIns="91440" tIns="45720" rIns="91440" bIns="45720" rtlCol="0" anchor="ctr">
            <a:normAutofit/>
          </a:bodyPr>
          <a:lstStyle>
            <a:lvl1pPr algn="ctr" defTabSz="457200" rtl="0" eaLnBrk="1" latinLnBrk="0" hangingPunct="1">
              <a:lnSpc>
                <a:spcPct val="90000"/>
              </a:lnSpc>
              <a:spcBef>
                <a:spcPct val="0"/>
              </a:spcBef>
              <a:buNone/>
              <a:defRPr sz="40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j-lt"/>
                <a:ea typeface="+mj-ea"/>
                <a:cs typeface="Trebuchet M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AU" sz="2800" dirty="0">
                <a:solidFill>
                  <a:srgbClr val="FF0000"/>
                </a:solidFill>
                <a:latin typeface="+mn-lt"/>
                <a:ea typeface="+mn-ea"/>
                <a:cs typeface="+mn-cs"/>
              </a:rPr>
              <a:t>level-1</a:t>
            </a:r>
          </a:p>
        </p:txBody>
      </p:sp>
    </p:spTree>
    <p:extLst>
      <p:ext uri="{BB962C8B-B14F-4D97-AF65-F5344CB8AC3E}">
        <p14:creationId xmlns:p14="http://schemas.microsoft.com/office/powerpoint/2010/main" val="4075044941"/>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p:cNvSpPr>
            <a:spLocks noGrp="1"/>
          </p:cNvSpPr>
          <p:nvPr>
            <p:ph type="sldNum" sz="quarter" idx="12"/>
          </p:nvPr>
        </p:nvSpPr>
        <p:spPr/>
        <p:txBody>
          <a:bodyPr/>
          <a:lstStyle/>
          <a:p>
            <a:fld id="{55670E94-029C-4BA8-8D44-FBB339E4924F}" type="slidenum">
              <a:rPr lang="en-AU" smtClean="0">
                <a:solidFill>
                  <a:schemeClr val="tx1"/>
                </a:solidFill>
              </a:rPr>
              <a:pPr/>
              <a:t>26</a:t>
            </a:fld>
            <a:endParaRPr lang="en-AU" dirty="0">
              <a:solidFill>
                <a:schemeClr val="tx1"/>
              </a:solidFill>
            </a:endParaRPr>
          </a:p>
        </p:txBody>
      </p:sp>
      <p:sp>
        <p:nvSpPr>
          <p:cNvPr id="5" name="Rectangle 4"/>
          <p:cNvSpPr/>
          <p:nvPr/>
        </p:nvSpPr>
        <p:spPr>
          <a:xfrm>
            <a:off x="3764156" y="384043"/>
            <a:ext cx="3928041" cy="999066"/>
          </a:xfrm>
          <a:prstGeom prst="rect">
            <a:avLst/>
          </a:prstGeom>
          <a:solidFill>
            <a:schemeClr val="bg1"/>
          </a:solid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NZ" sz="2200" dirty="0">
                <a:solidFill>
                  <a:schemeClr val="tx1"/>
                </a:solidFill>
              </a:rPr>
              <a:t>1 gain an access to a user’s private information</a:t>
            </a:r>
          </a:p>
        </p:txBody>
      </p:sp>
      <p:cxnSp>
        <p:nvCxnSpPr>
          <p:cNvPr id="6" name="Straight Connector 5"/>
          <p:cNvCxnSpPr>
            <a:cxnSpLocks/>
            <a:stCxn id="5" idx="2"/>
            <a:endCxn id="7" idx="0"/>
          </p:cNvCxnSpPr>
          <p:nvPr/>
        </p:nvCxnSpPr>
        <p:spPr>
          <a:xfrm flipH="1">
            <a:off x="2718224" y="1383109"/>
            <a:ext cx="3009953" cy="727409"/>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7" name="Rounded Rectangle 6"/>
          <p:cNvSpPr/>
          <p:nvPr/>
        </p:nvSpPr>
        <p:spPr>
          <a:xfrm>
            <a:off x="1278791" y="2110518"/>
            <a:ext cx="2878865" cy="999067"/>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NZ" sz="2200" dirty="0">
                <a:solidFill>
                  <a:schemeClr val="tx1"/>
                </a:solidFill>
              </a:rPr>
              <a:t>1.1 gain direct access to the database</a:t>
            </a:r>
          </a:p>
        </p:txBody>
      </p:sp>
      <p:sp>
        <p:nvSpPr>
          <p:cNvPr id="8" name="Rounded Rectangle 7"/>
          <p:cNvSpPr/>
          <p:nvPr/>
        </p:nvSpPr>
        <p:spPr>
          <a:xfrm>
            <a:off x="4394553" y="2110519"/>
            <a:ext cx="2667247" cy="999066"/>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NZ" sz="2200" dirty="0">
                <a:solidFill>
                  <a:schemeClr val="tx1"/>
                </a:solidFill>
              </a:rPr>
              <a:t>1.2 login as a target user</a:t>
            </a:r>
          </a:p>
        </p:txBody>
      </p:sp>
      <p:sp>
        <p:nvSpPr>
          <p:cNvPr id="9" name="Rounded Rectangle 8"/>
          <p:cNvSpPr/>
          <p:nvPr/>
        </p:nvSpPr>
        <p:spPr>
          <a:xfrm>
            <a:off x="7298697" y="2110519"/>
            <a:ext cx="2667247" cy="999066"/>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NZ" sz="2200" dirty="0">
                <a:solidFill>
                  <a:schemeClr val="tx1"/>
                </a:solidFill>
              </a:rPr>
              <a:t>1.3 hijack user session</a:t>
            </a:r>
          </a:p>
        </p:txBody>
      </p:sp>
      <p:cxnSp>
        <p:nvCxnSpPr>
          <p:cNvPr id="17" name="Straight Connector 16"/>
          <p:cNvCxnSpPr>
            <a:cxnSpLocks/>
            <a:stCxn id="5" idx="2"/>
            <a:endCxn id="8" idx="0"/>
          </p:cNvCxnSpPr>
          <p:nvPr/>
        </p:nvCxnSpPr>
        <p:spPr>
          <a:xfrm>
            <a:off x="5728177" y="1383109"/>
            <a:ext cx="0" cy="72741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8" name="Straight Connector 17"/>
          <p:cNvCxnSpPr>
            <a:cxnSpLocks/>
            <a:stCxn id="5" idx="2"/>
            <a:endCxn id="9" idx="0"/>
          </p:cNvCxnSpPr>
          <p:nvPr/>
        </p:nvCxnSpPr>
        <p:spPr>
          <a:xfrm>
            <a:off x="5728177" y="1383109"/>
            <a:ext cx="2904144" cy="72741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10" name="Rounded Rectangle 10">
            <a:extLst>
              <a:ext uri="{FF2B5EF4-FFF2-40B4-BE49-F238E27FC236}">
                <a16:creationId xmlns:a16="http://schemas.microsoft.com/office/drawing/2014/main" id="{2C036C30-C5EA-4F19-8978-832C0165CF1B}"/>
              </a:ext>
            </a:extLst>
          </p:cNvPr>
          <p:cNvSpPr/>
          <p:nvPr/>
        </p:nvSpPr>
        <p:spPr>
          <a:xfrm>
            <a:off x="190824" y="3752329"/>
            <a:ext cx="3399043" cy="1253296"/>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NZ" sz="2200" dirty="0">
                <a:solidFill>
                  <a:schemeClr val="tx1"/>
                </a:solidFill>
              </a:rPr>
              <a:t>1.1.1 exploit a software vulnerability in the system</a:t>
            </a:r>
          </a:p>
        </p:txBody>
      </p:sp>
      <p:cxnSp>
        <p:nvCxnSpPr>
          <p:cNvPr id="11" name="Straight Connector 10">
            <a:extLst>
              <a:ext uri="{FF2B5EF4-FFF2-40B4-BE49-F238E27FC236}">
                <a16:creationId xmlns:a16="http://schemas.microsoft.com/office/drawing/2014/main" id="{8BB23C53-39B3-45A0-932F-7C70A20FC24F}"/>
              </a:ext>
            </a:extLst>
          </p:cNvPr>
          <p:cNvCxnSpPr>
            <a:cxnSpLocks/>
            <a:stCxn id="7" idx="2"/>
            <a:endCxn id="10" idx="0"/>
          </p:cNvCxnSpPr>
          <p:nvPr/>
        </p:nvCxnSpPr>
        <p:spPr>
          <a:xfrm flipH="1">
            <a:off x="1890346" y="3109585"/>
            <a:ext cx="827878" cy="6427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19" name="Rounded Rectangle 13">
            <a:extLst>
              <a:ext uri="{FF2B5EF4-FFF2-40B4-BE49-F238E27FC236}">
                <a16:creationId xmlns:a16="http://schemas.microsoft.com/office/drawing/2014/main" id="{D94C59C5-226B-48FA-AC32-E5D4ED75A4C7}"/>
              </a:ext>
            </a:extLst>
          </p:cNvPr>
          <p:cNvSpPr/>
          <p:nvPr/>
        </p:nvSpPr>
        <p:spPr>
          <a:xfrm>
            <a:off x="9181301" y="3752329"/>
            <a:ext cx="2665420" cy="1253296"/>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NZ" sz="2200" dirty="0">
                <a:solidFill>
                  <a:schemeClr val="tx1"/>
                </a:solidFill>
              </a:rPr>
              <a:t>1.3.1 steal user session cookie</a:t>
            </a:r>
          </a:p>
        </p:txBody>
      </p:sp>
      <p:cxnSp>
        <p:nvCxnSpPr>
          <p:cNvPr id="20" name="Straight Connector 19">
            <a:extLst>
              <a:ext uri="{FF2B5EF4-FFF2-40B4-BE49-F238E27FC236}">
                <a16:creationId xmlns:a16="http://schemas.microsoft.com/office/drawing/2014/main" id="{34275EBC-EB06-463D-9768-3136A45B2A8E}"/>
              </a:ext>
            </a:extLst>
          </p:cNvPr>
          <p:cNvCxnSpPr>
            <a:cxnSpLocks/>
            <a:stCxn id="9" idx="2"/>
            <a:endCxn id="19" idx="0"/>
          </p:cNvCxnSpPr>
          <p:nvPr/>
        </p:nvCxnSpPr>
        <p:spPr>
          <a:xfrm>
            <a:off x="8632321" y="3109585"/>
            <a:ext cx="1881690" cy="6427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22" name="Rounded Rectangle 11">
            <a:extLst>
              <a:ext uri="{FF2B5EF4-FFF2-40B4-BE49-F238E27FC236}">
                <a16:creationId xmlns:a16="http://schemas.microsoft.com/office/drawing/2014/main" id="{F15A1BFD-0CE5-42D3-973C-87E746E01E64}"/>
              </a:ext>
            </a:extLst>
          </p:cNvPr>
          <p:cNvSpPr/>
          <p:nvPr/>
        </p:nvSpPr>
        <p:spPr>
          <a:xfrm>
            <a:off x="3943543" y="3752329"/>
            <a:ext cx="1958488" cy="1253296"/>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NZ" sz="2200" dirty="0">
                <a:solidFill>
                  <a:schemeClr val="tx1"/>
                </a:solidFill>
              </a:rPr>
              <a:t>1.2.1 brute-force login</a:t>
            </a:r>
          </a:p>
        </p:txBody>
      </p:sp>
      <p:sp>
        <p:nvSpPr>
          <p:cNvPr id="23" name="Rounded Rectangle 12">
            <a:extLst>
              <a:ext uri="{FF2B5EF4-FFF2-40B4-BE49-F238E27FC236}">
                <a16:creationId xmlns:a16="http://schemas.microsoft.com/office/drawing/2014/main" id="{6691EEBD-2317-42B5-B2B1-017891B1A73B}"/>
              </a:ext>
            </a:extLst>
          </p:cNvPr>
          <p:cNvSpPr/>
          <p:nvPr/>
        </p:nvSpPr>
        <p:spPr>
          <a:xfrm>
            <a:off x="6289971" y="3752329"/>
            <a:ext cx="2665419" cy="1253296"/>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NZ" sz="2200" dirty="0">
                <a:solidFill>
                  <a:schemeClr val="tx1"/>
                </a:solidFill>
              </a:rPr>
              <a:t>1.2.2 steal user private credentials</a:t>
            </a:r>
          </a:p>
        </p:txBody>
      </p:sp>
      <p:cxnSp>
        <p:nvCxnSpPr>
          <p:cNvPr id="24" name="Straight Connector 23">
            <a:extLst>
              <a:ext uri="{FF2B5EF4-FFF2-40B4-BE49-F238E27FC236}">
                <a16:creationId xmlns:a16="http://schemas.microsoft.com/office/drawing/2014/main" id="{34CA2EB8-00D2-431F-B330-F60CC068FC65}"/>
              </a:ext>
            </a:extLst>
          </p:cNvPr>
          <p:cNvCxnSpPr>
            <a:cxnSpLocks/>
            <a:stCxn id="8" idx="2"/>
            <a:endCxn id="22" idx="0"/>
          </p:cNvCxnSpPr>
          <p:nvPr/>
        </p:nvCxnSpPr>
        <p:spPr>
          <a:xfrm flipH="1">
            <a:off x="4922787" y="3109585"/>
            <a:ext cx="805390" cy="6427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7" name="Straight Connector 26">
            <a:extLst>
              <a:ext uri="{FF2B5EF4-FFF2-40B4-BE49-F238E27FC236}">
                <a16:creationId xmlns:a16="http://schemas.microsoft.com/office/drawing/2014/main" id="{BCD34379-1273-40FC-BA3D-3A72F6C11760}"/>
              </a:ext>
            </a:extLst>
          </p:cNvPr>
          <p:cNvCxnSpPr>
            <a:cxnSpLocks/>
            <a:stCxn id="8" idx="2"/>
            <a:endCxn id="23" idx="0"/>
          </p:cNvCxnSpPr>
          <p:nvPr/>
        </p:nvCxnSpPr>
        <p:spPr>
          <a:xfrm>
            <a:off x="5728177" y="3109585"/>
            <a:ext cx="1894504" cy="6427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21" name="Rounded Rectangle 26">
            <a:extLst>
              <a:ext uri="{FF2B5EF4-FFF2-40B4-BE49-F238E27FC236}">
                <a16:creationId xmlns:a16="http://schemas.microsoft.com/office/drawing/2014/main" id="{48AEA7A6-8293-4E2E-A8F3-8B354ACD9109}"/>
              </a:ext>
            </a:extLst>
          </p:cNvPr>
          <p:cNvSpPr/>
          <p:nvPr/>
        </p:nvSpPr>
        <p:spPr>
          <a:xfrm>
            <a:off x="2216873" y="5674868"/>
            <a:ext cx="2347646" cy="886917"/>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NZ" sz="2200" dirty="0">
                <a:solidFill>
                  <a:schemeClr val="tx1"/>
                </a:solidFill>
              </a:rPr>
              <a:t>1.2.1.1 identify a target username</a:t>
            </a:r>
          </a:p>
        </p:txBody>
      </p:sp>
      <p:sp>
        <p:nvSpPr>
          <p:cNvPr id="25" name="Rounded Rectangle 27">
            <a:extLst>
              <a:ext uri="{FF2B5EF4-FFF2-40B4-BE49-F238E27FC236}">
                <a16:creationId xmlns:a16="http://schemas.microsoft.com/office/drawing/2014/main" id="{EDA5D8E8-4AF7-4C72-99BE-F499FEC9E682}"/>
              </a:ext>
            </a:extLst>
          </p:cNvPr>
          <p:cNvSpPr/>
          <p:nvPr/>
        </p:nvSpPr>
        <p:spPr>
          <a:xfrm>
            <a:off x="5297561" y="5674868"/>
            <a:ext cx="2825098" cy="886917"/>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NZ" sz="2200" dirty="0">
                <a:solidFill>
                  <a:schemeClr val="tx1"/>
                </a:solidFill>
              </a:rPr>
              <a:t>1.2.1.2 identify a target user password</a:t>
            </a:r>
          </a:p>
        </p:txBody>
      </p:sp>
      <p:cxnSp>
        <p:nvCxnSpPr>
          <p:cNvPr id="26" name="Straight Connector 25">
            <a:extLst>
              <a:ext uri="{FF2B5EF4-FFF2-40B4-BE49-F238E27FC236}">
                <a16:creationId xmlns:a16="http://schemas.microsoft.com/office/drawing/2014/main" id="{C6CCF372-A0D7-4F6A-ACFB-261A163BFD95}"/>
              </a:ext>
            </a:extLst>
          </p:cNvPr>
          <p:cNvCxnSpPr>
            <a:cxnSpLocks/>
            <a:stCxn id="22" idx="2"/>
            <a:endCxn id="21" idx="0"/>
          </p:cNvCxnSpPr>
          <p:nvPr/>
        </p:nvCxnSpPr>
        <p:spPr>
          <a:xfrm flipH="1">
            <a:off x="3390696" y="5005625"/>
            <a:ext cx="1532091" cy="669243"/>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8" name="Straight Connector 27">
            <a:extLst>
              <a:ext uri="{FF2B5EF4-FFF2-40B4-BE49-F238E27FC236}">
                <a16:creationId xmlns:a16="http://schemas.microsoft.com/office/drawing/2014/main" id="{51396790-B262-44A9-A46E-3C3965A45178}"/>
              </a:ext>
            </a:extLst>
          </p:cNvPr>
          <p:cNvCxnSpPr>
            <a:cxnSpLocks/>
            <a:stCxn id="22" idx="2"/>
            <a:endCxn id="25" idx="0"/>
          </p:cNvCxnSpPr>
          <p:nvPr/>
        </p:nvCxnSpPr>
        <p:spPr>
          <a:xfrm>
            <a:off x="4922787" y="5005625"/>
            <a:ext cx="1787323" cy="669243"/>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29" name="Freeform 30">
            <a:extLst>
              <a:ext uri="{FF2B5EF4-FFF2-40B4-BE49-F238E27FC236}">
                <a16:creationId xmlns:a16="http://schemas.microsoft.com/office/drawing/2014/main" id="{5B0A19D0-C4AD-46C3-BE93-66A81168DC00}"/>
              </a:ext>
            </a:extLst>
          </p:cNvPr>
          <p:cNvSpPr/>
          <p:nvPr/>
        </p:nvSpPr>
        <p:spPr>
          <a:xfrm>
            <a:off x="4677793" y="5110687"/>
            <a:ext cx="489987" cy="162181"/>
          </a:xfrm>
          <a:custGeom>
            <a:avLst/>
            <a:gdLst>
              <a:gd name="connsiteX0" fmla="*/ 0 w 476250"/>
              <a:gd name="connsiteY0" fmla="*/ 0 h 142944"/>
              <a:gd name="connsiteX1" fmla="*/ 228600 w 476250"/>
              <a:gd name="connsiteY1" fmla="*/ 142875 h 142944"/>
              <a:gd name="connsiteX2" fmla="*/ 476250 w 476250"/>
              <a:gd name="connsiteY2" fmla="*/ 19050 h 142944"/>
              <a:gd name="connsiteX0" fmla="*/ 0 w 476250"/>
              <a:gd name="connsiteY0" fmla="*/ 0 h 142978"/>
              <a:gd name="connsiteX1" fmla="*/ 228600 w 476250"/>
              <a:gd name="connsiteY1" fmla="*/ 142875 h 142978"/>
              <a:gd name="connsiteX2" fmla="*/ 476250 w 476250"/>
              <a:gd name="connsiteY2" fmla="*/ 19050 h 142978"/>
              <a:gd name="connsiteX0" fmla="*/ 0 w 476250"/>
              <a:gd name="connsiteY0" fmla="*/ 0 h 147735"/>
              <a:gd name="connsiteX1" fmla="*/ 247650 w 476250"/>
              <a:gd name="connsiteY1" fmla="*/ 147638 h 147735"/>
              <a:gd name="connsiteX2" fmla="*/ 476250 w 476250"/>
              <a:gd name="connsiteY2" fmla="*/ 19050 h 147735"/>
              <a:gd name="connsiteX0" fmla="*/ 0 w 476250"/>
              <a:gd name="connsiteY0" fmla="*/ 0 h 147661"/>
              <a:gd name="connsiteX1" fmla="*/ 247650 w 476250"/>
              <a:gd name="connsiteY1" fmla="*/ 147638 h 147661"/>
              <a:gd name="connsiteX2" fmla="*/ 476250 w 476250"/>
              <a:gd name="connsiteY2" fmla="*/ 19050 h 147661"/>
              <a:gd name="connsiteX0" fmla="*/ 0 w 464344"/>
              <a:gd name="connsiteY0" fmla="*/ 0 h 147690"/>
              <a:gd name="connsiteX1" fmla="*/ 247650 w 464344"/>
              <a:gd name="connsiteY1" fmla="*/ 147638 h 147690"/>
              <a:gd name="connsiteX2" fmla="*/ 464344 w 464344"/>
              <a:gd name="connsiteY2" fmla="*/ 14288 h 147690"/>
              <a:gd name="connsiteX0" fmla="*/ 0 w 464344"/>
              <a:gd name="connsiteY0" fmla="*/ 0 h 147701"/>
              <a:gd name="connsiteX1" fmla="*/ 247650 w 464344"/>
              <a:gd name="connsiteY1" fmla="*/ 147638 h 147701"/>
              <a:gd name="connsiteX2" fmla="*/ 464344 w 464344"/>
              <a:gd name="connsiteY2" fmla="*/ 14288 h 147701"/>
              <a:gd name="connsiteX0" fmla="*/ 0 w 464344"/>
              <a:gd name="connsiteY0" fmla="*/ 0 h 147701"/>
              <a:gd name="connsiteX1" fmla="*/ 247650 w 464344"/>
              <a:gd name="connsiteY1" fmla="*/ 147638 h 147701"/>
              <a:gd name="connsiteX2" fmla="*/ 464344 w 464344"/>
              <a:gd name="connsiteY2" fmla="*/ 14288 h 147701"/>
              <a:gd name="connsiteX0" fmla="*/ 0 w 464344"/>
              <a:gd name="connsiteY0" fmla="*/ 0 h 147701"/>
              <a:gd name="connsiteX1" fmla="*/ 247650 w 464344"/>
              <a:gd name="connsiteY1" fmla="*/ 147638 h 147701"/>
              <a:gd name="connsiteX2" fmla="*/ 464344 w 464344"/>
              <a:gd name="connsiteY2" fmla="*/ 14288 h 147701"/>
              <a:gd name="connsiteX0" fmla="*/ 0 w 464344"/>
              <a:gd name="connsiteY0" fmla="*/ 0 h 150080"/>
              <a:gd name="connsiteX1" fmla="*/ 204788 w 464344"/>
              <a:gd name="connsiteY1" fmla="*/ 150019 h 150080"/>
              <a:gd name="connsiteX2" fmla="*/ 464344 w 464344"/>
              <a:gd name="connsiteY2" fmla="*/ 14288 h 150080"/>
            </a:gdLst>
            <a:ahLst/>
            <a:cxnLst>
              <a:cxn ang="0">
                <a:pos x="connsiteX0" y="connsiteY0"/>
              </a:cxn>
              <a:cxn ang="0">
                <a:pos x="connsiteX1" y="connsiteY1"/>
              </a:cxn>
              <a:cxn ang="0">
                <a:pos x="connsiteX2" y="connsiteY2"/>
              </a:cxn>
            </a:cxnLst>
            <a:rect l="l" t="t" r="r" b="b"/>
            <a:pathLst>
              <a:path w="464344" h="150080">
                <a:moveTo>
                  <a:pt x="0" y="0"/>
                </a:moveTo>
                <a:cubicBezTo>
                  <a:pt x="67468" y="100806"/>
                  <a:pt x="127397" y="147638"/>
                  <a:pt x="204788" y="150019"/>
                </a:cubicBezTo>
                <a:cubicBezTo>
                  <a:pt x="282179" y="152400"/>
                  <a:pt x="407989" y="84932"/>
                  <a:pt x="464344" y="14288"/>
                </a:cubicBezTo>
              </a:path>
            </a:pathLst>
          </a:cu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Z" sz="1867">
              <a:solidFill>
                <a:schemeClr val="tx1"/>
              </a:solidFill>
            </a:endParaRPr>
          </a:p>
        </p:txBody>
      </p:sp>
      <p:sp>
        <p:nvSpPr>
          <p:cNvPr id="30" name="Oval 29">
            <a:extLst>
              <a:ext uri="{FF2B5EF4-FFF2-40B4-BE49-F238E27FC236}">
                <a16:creationId xmlns:a16="http://schemas.microsoft.com/office/drawing/2014/main" id="{AB4598D5-F164-4547-BBAB-3C8393AF0598}"/>
              </a:ext>
            </a:extLst>
          </p:cNvPr>
          <p:cNvSpPr/>
          <p:nvPr/>
        </p:nvSpPr>
        <p:spPr>
          <a:xfrm>
            <a:off x="1915019" y="5402281"/>
            <a:ext cx="616416" cy="545173"/>
          </a:xfrm>
          <a:prstGeom prst="ellipse">
            <a:avLst/>
          </a:prstGeom>
        </p:spPr>
        <p:style>
          <a:lnRef idx="0">
            <a:schemeClr val="accent1"/>
          </a:lnRef>
          <a:fillRef idx="3">
            <a:schemeClr val="accent1"/>
          </a:fillRef>
          <a:effectRef idx="3">
            <a:schemeClr val="accent1"/>
          </a:effectRef>
          <a:fontRef idx="minor">
            <a:schemeClr val="lt1"/>
          </a:fontRef>
        </p:style>
        <p:txBody>
          <a:bodyPr rtlCol="0" anchor="ctr"/>
          <a:lstStyle/>
          <a:p>
            <a:pPr algn="ctr"/>
            <a:r>
              <a:rPr lang="en-AU" sz="4267" b="1" dirty="0">
                <a:solidFill>
                  <a:schemeClr val="tx1"/>
                </a:solidFill>
              </a:rPr>
              <a:t>P</a:t>
            </a:r>
          </a:p>
        </p:txBody>
      </p:sp>
      <p:sp>
        <p:nvSpPr>
          <p:cNvPr id="31" name="Oval 30">
            <a:extLst>
              <a:ext uri="{FF2B5EF4-FFF2-40B4-BE49-F238E27FC236}">
                <a16:creationId xmlns:a16="http://schemas.microsoft.com/office/drawing/2014/main" id="{508C91C8-10D4-44EF-BBF4-7ADAA0445AB9}"/>
              </a:ext>
            </a:extLst>
          </p:cNvPr>
          <p:cNvSpPr/>
          <p:nvPr/>
        </p:nvSpPr>
        <p:spPr>
          <a:xfrm>
            <a:off x="5005219" y="5441163"/>
            <a:ext cx="616416" cy="545173"/>
          </a:xfrm>
          <a:prstGeom prst="ellipse">
            <a:avLst/>
          </a:prstGeom>
        </p:spPr>
        <p:style>
          <a:lnRef idx="0">
            <a:schemeClr val="accent1"/>
          </a:lnRef>
          <a:fillRef idx="3">
            <a:schemeClr val="accent1"/>
          </a:fillRef>
          <a:effectRef idx="3">
            <a:schemeClr val="accent1"/>
          </a:effectRef>
          <a:fontRef idx="minor">
            <a:schemeClr val="lt1"/>
          </a:fontRef>
        </p:style>
        <p:txBody>
          <a:bodyPr rtlCol="0" anchor="ctr"/>
          <a:lstStyle/>
          <a:p>
            <a:pPr algn="ctr"/>
            <a:r>
              <a:rPr lang="en-AU" sz="4267" b="1" dirty="0">
                <a:solidFill>
                  <a:schemeClr val="tx1"/>
                </a:solidFill>
              </a:rPr>
              <a:t>I</a:t>
            </a:r>
          </a:p>
        </p:txBody>
      </p:sp>
      <p:sp>
        <p:nvSpPr>
          <p:cNvPr id="32" name="Oval 31">
            <a:extLst>
              <a:ext uri="{FF2B5EF4-FFF2-40B4-BE49-F238E27FC236}">
                <a16:creationId xmlns:a16="http://schemas.microsoft.com/office/drawing/2014/main" id="{54A25A00-115A-492C-BA33-4B607B747252}"/>
              </a:ext>
            </a:extLst>
          </p:cNvPr>
          <p:cNvSpPr/>
          <p:nvPr/>
        </p:nvSpPr>
        <p:spPr>
          <a:xfrm>
            <a:off x="83046" y="3479742"/>
            <a:ext cx="616416" cy="545173"/>
          </a:xfrm>
          <a:prstGeom prst="ellipse">
            <a:avLst/>
          </a:prstGeom>
        </p:spPr>
        <p:style>
          <a:lnRef idx="0">
            <a:schemeClr val="accent1"/>
          </a:lnRef>
          <a:fillRef idx="3">
            <a:schemeClr val="accent1"/>
          </a:fillRef>
          <a:effectRef idx="3">
            <a:schemeClr val="accent1"/>
          </a:effectRef>
          <a:fontRef idx="minor">
            <a:schemeClr val="lt1"/>
          </a:fontRef>
        </p:style>
        <p:txBody>
          <a:bodyPr rtlCol="0" anchor="ctr"/>
          <a:lstStyle/>
          <a:p>
            <a:pPr algn="ctr"/>
            <a:r>
              <a:rPr lang="en-AU" sz="4267" b="1" dirty="0">
                <a:solidFill>
                  <a:schemeClr val="tx1"/>
                </a:solidFill>
              </a:rPr>
              <a:t>I</a:t>
            </a:r>
          </a:p>
        </p:txBody>
      </p:sp>
      <p:sp>
        <p:nvSpPr>
          <p:cNvPr id="33" name="Oval 32">
            <a:extLst>
              <a:ext uri="{FF2B5EF4-FFF2-40B4-BE49-F238E27FC236}">
                <a16:creationId xmlns:a16="http://schemas.microsoft.com/office/drawing/2014/main" id="{FA824842-60D5-4E37-9453-8F6F3B01DA78}"/>
              </a:ext>
            </a:extLst>
          </p:cNvPr>
          <p:cNvSpPr/>
          <p:nvPr/>
        </p:nvSpPr>
        <p:spPr>
          <a:xfrm>
            <a:off x="6070476" y="3479741"/>
            <a:ext cx="616416" cy="545173"/>
          </a:xfrm>
          <a:prstGeom prst="ellipse">
            <a:avLst/>
          </a:prstGeom>
        </p:spPr>
        <p:style>
          <a:lnRef idx="0">
            <a:schemeClr val="accent1"/>
          </a:lnRef>
          <a:fillRef idx="3">
            <a:schemeClr val="accent1"/>
          </a:fillRef>
          <a:effectRef idx="3">
            <a:schemeClr val="accent1"/>
          </a:effectRef>
          <a:fontRef idx="minor">
            <a:schemeClr val="lt1"/>
          </a:fontRef>
        </p:style>
        <p:txBody>
          <a:bodyPr rtlCol="0" anchor="ctr"/>
          <a:lstStyle/>
          <a:p>
            <a:pPr algn="ctr"/>
            <a:r>
              <a:rPr lang="en-AU" sz="4267" b="1" dirty="0">
                <a:solidFill>
                  <a:schemeClr val="tx1"/>
                </a:solidFill>
              </a:rPr>
              <a:t>P</a:t>
            </a:r>
          </a:p>
        </p:txBody>
      </p:sp>
      <p:sp>
        <p:nvSpPr>
          <p:cNvPr id="34" name="Oval 33">
            <a:extLst>
              <a:ext uri="{FF2B5EF4-FFF2-40B4-BE49-F238E27FC236}">
                <a16:creationId xmlns:a16="http://schemas.microsoft.com/office/drawing/2014/main" id="{2C239F9B-A794-4B58-A171-FCF382BCF3A7}"/>
              </a:ext>
            </a:extLst>
          </p:cNvPr>
          <p:cNvSpPr/>
          <p:nvPr/>
        </p:nvSpPr>
        <p:spPr>
          <a:xfrm>
            <a:off x="9122700" y="3479742"/>
            <a:ext cx="616416" cy="545173"/>
          </a:xfrm>
          <a:prstGeom prst="ellipse">
            <a:avLst/>
          </a:prstGeom>
        </p:spPr>
        <p:style>
          <a:lnRef idx="0">
            <a:schemeClr val="accent1"/>
          </a:lnRef>
          <a:fillRef idx="3">
            <a:schemeClr val="accent1"/>
          </a:fillRef>
          <a:effectRef idx="3">
            <a:schemeClr val="accent1"/>
          </a:effectRef>
          <a:fontRef idx="minor">
            <a:schemeClr val="lt1"/>
          </a:fontRef>
        </p:style>
        <p:txBody>
          <a:bodyPr rtlCol="0" anchor="ctr"/>
          <a:lstStyle/>
          <a:p>
            <a:pPr algn="ctr"/>
            <a:r>
              <a:rPr lang="en-AU" sz="4267" b="1" dirty="0">
                <a:solidFill>
                  <a:schemeClr val="tx1"/>
                </a:solidFill>
              </a:rPr>
              <a:t>I</a:t>
            </a:r>
          </a:p>
        </p:txBody>
      </p:sp>
      <p:sp>
        <p:nvSpPr>
          <p:cNvPr id="35" name="Oval 34">
            <a:extLst>
              <a:ext uri="{FF2B5EF4-FFF2-40B4-BE49-F238E27FC236}">
                <a16:creationId xmlns:a16="http://schemas.microsoft.com/office/drawing/2014/main" id="{D3F166B9-56B3-4CFA-81C0-7F8301DF6A79}"/>
              </a:ext>
            </a:extLst>
          </p:cNvPr>
          <p:cNvSpPr/>
          <p:nvPr/>
        </p:nvSpPr>
        <p:spPr>
          <a:xfrm>
            <a:off x="3734046" y="3496760"/>
            <a:ext cx="616416" cy="545173"/>
          </a:xfrm>
          <a:prstGeom prst="ellipse">
            <a:avLst/>
          </a:prstGeom>
        </p:spPr>
        <p:style>
          <a:lnRef idx="0">
            <a:schemeClr val="accent1"/>
          </a:lnRef>
          <a:fillRef idx="3">
            <a:schemeClr val="accent1"/>
          </a:fillRef>
          <a:effectRef idx="3">
            <a:schemeClr val="accent1"/>
          </a:effectRef>
          <a:fontRef idx="minor">
            <a:schemeClr val="lt1"/>
          </a:fontRef>
        </p:style>
        <p:txBody>
          <a:bodyPr rtlCol="0" anchor="ctr"/>
          <a:lstStyle/>
          <a:p>
            <a:pPr algn="ctr"/>
            <a:r>
              <a:rPr lang="en-AU" sz="4267" b="1" dirty="0">
                <a:solidFill>
                  <a:schemeClr val="tx1"/>
                </a:solidFill>
              </a:rPr>
              <a:t>I</a:t>
            </a:r>
          </a:p>
        </p:txBody>
      </p:sp>
      <p:sp>
        <p:nvSpPr>
          <p:cNvPr id="36" name="Oval 35">
            <a:extLst>
              <a:ext uri="{FF2B5EF4-FFF2-40B4-BE49-F238E27FC236}">
                <a16:creationId xmlns:a16="http://schemas.microsoft.com/office/drawing/2014/main" id="{D7052A90-879E-4394-93C6-AFA769801788}"/>
              </a:ext>
            </a:extLst>
          </p:cNvPr>
          <p:cNvSpPr/>
          <p:nvPr/>
        </p:nvSpPr>
        <p:spPr>
          <a:xfrm>
            <a:off x="4136534" y="1684751"/>
            <a:ext cx="786245" cy="618834"/>
          </a:xfrm>
          <a:prstGeom prst="ellipse">
            <a:avLst/>
          </a:prstGeom>
        </p:spPr>
        <p:style>
          <a:lnRef idx="0">
            <a:schemeClr val="accent1"/>
          </a:lnRef>
          <a:fillRef idx="3">
            <a:schemeClr val="accent1"/>
          </a:fillRef>
          <a:effectRef idx="3">
            <a:schemeClr val="accent1"/>
          </a:effectRef>
          <a:fontRef idx="minor">
            <a:schemeClr val="lt1"/>
          </a:fontRef>
        </p:style>
        <p:txBody>
          <a:bodyPr rtlCol="0" anchor="ctr"/>
          <a:lstStyle/>
          <a:p>
            <a:pPr algn="ctr"/>
            <a:r>
              <a:rPr lang="en-AU" sz="4267" b="1" dirty="0">
                <a:solidFill>
                  <a:schemeClr val="tx1"/>
                </a:solidFill>
              </a:rPr>
              <a:t>?</a:t>
            </a:r>
          </a:p>
        </p:txBody>
      </p:sp>
      <p:sp>
        <p:nvSpPr>
          <p:cNvPr id="37" name="Oval 36">
            <a:extLst>
              <a:ext uri="{FF2B5EF4-FFF2-40B4-BE49-F238E27FC236}">
                <a16:creationId xmlns:a16="http://schemas.microsoft.com/office/drawing/2014/main" id="{E7ABCA21-1287-47D6-8C40-454F344C4320}"/>
              </a:ext>
            </a:extLst>
          </p:cNvPr>
          <p:cNvSpPr/>
          <p:nvPr/>
        </p:nvSpPr>
        <p:spPr>
          <a:xfrm>
            <a:off x="905730" y="1684751"/>
            <a:ext cx="786245" cy="618834"/>
          </a:xfrm>
          <a:prstGeom prst="ellipse">
            <a:avLst/>
          </a:prstGeom>
        </p:spPr>
        <p:style>
          <a:lnRef idx="0">
            <a:schemeClr val="accent1"/>
          </a:lnRef>
          <a:fillRef idx="3">
            <a:schemeClr val="accent1"/>
          </a:fillRef>
          <a:effectRef idx="3">
            <a:schemeClr val="accent1"/>
          </a:effectRef>
          <a:fontRef idx="minor">
            <a:schemeClr val="lt1"/>
          </a:fontRef>
        </p:style>
        <p:txBody>
          <a:bodyPr rtlCol="0" anchor="ctr"/>
          <a:lstStyle/>
          <a:p>
            <a:pPr algn="ctr"/>
            <a:r>
              <a:rPr lang="en-AU" sz="4267" b="1" dirty="0">
                <a:solidFill>
                  <a:schemeClr val="tx1"/>
                </a:solidFill>
              </a:rPr>
              <a:t>I</a:t>
            </a:r>
          </a:p>
        </p:txBody>
      </p:sp>
      <p:sp>
        <p:nvSpPr>
          <p:cNvPr id="38" name="Oval 37">
            <a:extLst>
              <a:ext uri="{FF2B5EF4-FFF2-40B4-BE49-F238E27FC236}">
                <a16:creationId xmlns:a16="http://schemas.microsoft.com/office/drawing/2014/main" id="{83FBF910-8FE1-4FE7-9762-62E47DECE712}"/>
              </a:ext>
            </a:extLst>
          </p:cNvPr>
          <p:cNvSpPr/>
          <p:nvPr/>
        </p:nvSpPr>
        <p:spPr>
          <a:xfrm>
            <a:off x="7088832" y="1684751"/>
            <a:ext cx="786245" cy="618834"/>
          </a:xfrm>
          <a:prstGeom prst="ellipse">
            <a:avLst/>
          </a:prstGeom>
        </p:spPr>
        <p:style>
          <a:lnRef idx="0">
            <a:schemeClr val="accent1"/>
          </a:lnRef>
          <a:fillRef idx="3">
            <a:schemeClr val="accent1"/>
          </a:fillRef>
          <a:effectRef idx="3">
            <a:schemeClr val="accent1"/>
          </a:effectRef>
          <a:fontRef idx="minor">
            <a:schemeClr val="lt1"/>
          </a:fontRef>
        </p:style>
        <p:txBody>
          <a:bodyPr rtlCol="0" anchor="ctr"/>
          <a:lstStyle/>
          <a:p>
            <a:pPr algn="ctr"/>
            <a:r>
              <a:rPr lang="en-AU" sz="4267" b="1" dirty="0">
                <a:solidFill>
                  <a:schemeClr val="tx1"/>
                </a:solidFill>
              </a:rPr>
              <a:t>I</a:t>
            </a:r>
          </a:p>
        </p:txBody>
      </p:sp>
      <p:sp>
        <p:nvSpPr>
          <p:cNvPr id="39" name="Oval 38">
            <a:extLst>
              <a:ext uri="{FF2B5EF4-FFF2-40B4-BE49-F238E27FC236}">
                <a16:creationId xmlns:a16="http://schemas.microsoft.com/office/drawing/2014/main" id="{2180132B-9FC1-46FF-9613-93DB0E9BFAD7}"/>
              </a:ext>
            </a:extLst>
          </p:cNvPr>
          <p:cNvSpPr/>
          <p:nvPr/>
        </p:nvSpPr>
        <p:spPr>
          <a:xfrm>
            <a:off x="3256009" y="39903"/>
            <a:ext cx="786245" cy="618834"/>
          </a:xfrm>
          <a:prstGeom prst="ellipse">
            <a:avLst/>
          </a:prstGeom>
        </p:spPr>
        <p:style>
          <a:lnRef idx="0">
            <a:schemeClr val="accent1"/>
          </a:lnRef>
          <a:fillRef idx="3">
            <a:schemeClr val="accent1"/>
          </a:fillRef>
          <a:effectRef idx="3">
            <a:schemeClr val="accent1"/>
          </a:effectRef>
          <a:fontRef idx="minor">
            <a:schemeClr val="lt1"/>
          </a:fontRef>
        </p:style>
        <p:txBody>
          <a:bodyPr rtlCol="0" anchor="ctr"/>
          <a:lstStyle/>
          <a:p>
            <a:pPr algn="ctr"/>
            <a:r>
              <a:rPr lang="en-AU" sz="4267" b="1" dirty="0">
                <a:solidFill>
                  <a:schemeClr val="tx1"/>
                </a:solidFill>
              </a:rPr>
              <a:t>?</a:t>
            </a:r>
          </a:p>
        </p:txBody>
      </p:sp>
      <p:sp>
        <p:nvSpPr>
          <p:cNvPr id="40" name="Title 3">
            <a:extLst>
              <a:ext uri="{FF2B5EF4-FFF2-40B4-BE49-F238E27FC236}">
                <a16:creationId xmlns:a16="http://schemas.microsoft.com/office/drawing/2014/main" id="{6A9DC8DD-1D24-4502-8374-C1EDB6C54B47}"/>
              </a:ext>
            </a:extLst>
          </p:cNvPr>
          <p:cNvSpPr txBox="1">
            <a:spLocks/>
          </p:cNvSpPr>
          <p:nvPr/>
        </p:nvSpPr>
        <p:spPr>
          <a:xfrm>
            <a:off x="7944642" y="5818617"/>
            <a:ext cx="1881691" cy="545173"/>
          </a:xfrm>
          <a:prstGeom prst="rect">
            <a:avLst/>
          </a:prstGeom>
          <a:effectLst>
            <a:outerShdw blurRad="25400" dir="17880000">
              <a:srgbClr val="000000">
                <a:alpha val="46000"/>
              </a:srgbClr>
            </a:outerShdw>
          </a:effectLst>
        </p:spPr>
        <p:txBody>
          <a:bodyPr vert="horz" lIns="91440" tIns="45720" rIns="91440" bIns="45720" rtlCol="0" anchor="ctr">
            <a:normAutofit/>
          </a:bodyPr>
          <a:lstStyle>
            <a:lvl1pPr algn="ctr" defTabSz="457200" rtl="0" eaLnBrk="1" latinLnBrk="0" hangingPunct="1">
              <a:lnSpc>
                <a:spcPct val="90000"/>
              </a:lnSpc>
              <a:spcBef>
                <a:spcPct val="0"/>
              </a:spcBef>
              <a:buNone/>
              <a:defRPr sz="40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j-lt"/>
                <a:ea typeface="+mj-ea"/>
                <a:cs typeface="Trebuchet M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AU" sz="2800" dirty="0">
                <a:solidFill>
                  <a:srgbClr val="FF0000"/>
                </a:solidFill>
                <a:latin typeface="+mn-lt"/>
                <a:ea typeface="+mn-ea"/>
                <a:cs typeface="+mn-cs"/>
              </a:rPr>
              <a:t>level-4</a:t>
            </a:r>
          </a:p>
        </p:txBody>
      </p:sp>
      <p:sp>
        <p:nvSpPr>
          <p:cNvPr id="41" name="Title 3">
            <a:extLst>
              <a:ext uri="{FF2B5EF4-FFF2-40B4-BE49-F238E27FC236}">
                <a16:creationId xmlns:a16="http://schemas.microsoft.com/office/drawing/2014/main" id="{62966496-3A33-48D4-889C-7C3C580C7E94}"/>
              </a:ext>
            </a:extLst>
          </p:cNvPr>
          <p:cNvSpPr txBox="1">
            <a:spLocks/>
          </p:cNvSpPr>
          <p:nvPr/>
        </p:nvSpPr>
        <p:spPr>
          <a:xfrm>
            <a:off x="10227263" y="3224173"/>
            <a:ext cx="1881691" cy="545173"/>
          </a:xfrm>
          <a:prstGeom prst="rect">
            <a:avLst/>
          </a:prstGeom>
          <a:effectLst>
            <a:outerShdw blurRad="25400" dir="17880000">
              <a:srgbClr val="000000">
                <a:alpha val="46000"/>
              </a:srgbClr>
            </a:outerShdw>
          </a:effectLst>
        </p:spPr>
        <p:txBody>
          <a:bodyPr vert="horz" lIns="91440" tIns="45720" rIns="91440" bIns="45720" rtlCol="0" anchor="ctr">
            <a:normAutofit/>
          </a:bodyPr>
          <a:lstStyle>
            <a:lvl1pPr algn="ctr" defTabSz="457200" rtl="0" eaLnBrk="1" latinLnBrk="0" hangingPunct="1">
              <a:lnSpc>
                <a:spcPct val="90000"/>
              </a:lnSpc>
              <a:spcBef>
                <a:spcPct val="0"/>
              </a:spcBef>
              <a:buNone/>
              <a:defRPr sz="40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j-lt"/>
                <a:ea typeface="+mj-ea"/>
                <a:cs typeface="Trebuchet M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AU" sz="2800" dirty="0">
                <a:solidFill>
                  <a:srgbClr val="FF0000"/>
                </a:solidFill>
                <a:latin typeface="+mn-lt"/>
                <a:ea typeface="+mn-ea"/>
                <a:cs typeface="+mn-cs"/>
              </a:rPr>
              <a:t>level-3</a:t>
            </a:r>
          </a:p>
        </p:txBody>
      </p:sp>
      <p:sp>
        <p:nvSpPr>
          <p:cNvPr id="42" name="Title 3">
            <a:extLst>
              <a:ext uri="{FF2B5EF4-FFF2-40B4-BE49-F238E27FC236}">
                <a16:creationId xmlns:a16="http://schemas.microsoft.com/office/drawing/2014/main" id="{4002737B-0601-417C-B66B-EA011E72F132}"/>
              </a:ext>
            </a:extLst>
          </p:cNvPr>
          <p:cNvSpPr txBox="1">
            <a:spLocks/>
          </p:cNvSpPr>
          <p:nvPr/>
        </p:nvSpPr>
        <p:spPr>
          <a:xfrm>
            <a:off x="8358287" y="1583475"/>
            <a:ext cx="1881691" cy="545173"/>
          </a:xfrm>
          <a:prstGeom prst="rect">
            <a:avLst/>
          </a:prstGeom>
          <a:effectLst>
            <a:outerShdw blurRad="25400" dir="17880000">
              <a:srgbClr val="000000">
                <a:alpha val="46000"/>
              </a:srgbClr>
            </a:outerShdw>
          </a:effectLst>
        </p:spPr>
        <p:txBody>
          <a:bodyPr vert="horz" lIns="91440" tIns="45720" rIns="91440" bIns="45720" rtlCol="0" anchor="ctr">
            <a:normAutofit/>
          </a:bodyPr>
          <a:lstStyle>
            <a:lvl1pPr algn="ctr" defTabSz="457200" rtl="0" eaLnBrk="1" latinLnBrk="0" hangingPunct="1">
              <a:lnSpc>
                <a:spcPct val="90000"/>
              </a:lnSpc>
              <a:spcBef>
                <a:spcPct val="0"/>
              </a:spcBef>
              <a:buNone/>
              <a:defRPr sz="40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j-lt"/>
                <a:ea typeface="+mj-ea"/>
                <a:cs typeface="Trebuchet M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AU" sz="2800" dirty="0">
                <a:solidFill>
                  <a:srgbClr val="FF0000"/>
                </a:solidFill>
                <a:latin typeface="+mn-lt"/>
                <a:ea typeface="+mn-ea"/>
                <a:cs typeface="+mn-cs"/>
              </a:rPr>
              <a:t>level-2</a:t>
            </a:r>
          </a:p>
        </p:txBody>
      </p:sp>
      <p:sp>
        <p:nvSpPr>
          <p:cNvPr id="43" name="Title 3">
            <a:extLst>
              <a:ext uri="{FF2B5EF4-FFF2-40B4-BE49-F238E27FC236}">
                <a16:creationId xmlns:a16="http://schemas.microsoft.com/office/drawing/2014/main" id="{42CF56F2-B507-490A-9AB4-ACB19CBBF610}"/>
              </a:ext>
            </a:extLst>
          </p:cNvPr>
          <p:cNvSpPr txBox="1">
            <a:spLocks/>
          </p:cNvSpPr>
          <p:nvPr/>
        </p:nvSpPr>
        <p:spPr>
          <a:xfrm>
            <a:off x="7549217" y="557597"/>
            <a:ext cx="1881691" cy="545173"/>
          </a:xfrm>
          <a:prstGeom prst="rect">
            <a:avLst/>
          </a:prstGeom>
          <a:effectLst>
            <a:outerShdw blurRad="25400" dir="17880000">
              <a:srgbClr val="000000">
                <a:alpha val="46000"/>
              </a:srgbClr>
            </a:outerShdw>
          </a:effectLst>
        </p:spPr>
        <p:txBody>
          <a:bodyPr vert="horz" lIns="91440" tIns="45720" rIns="91440" bIns="45720" rtlCol="0" anchor="ctr">
            <a:normAutofit/>
          </a:bodyPr>
          <a:lstStyle>
            <a:lvl1pPr algn="ctr" defTabSz="457200" rtl="0" eaLnBrk="1" latinLnBrk="0" hangingPunct="1">
              <a:lnSpc>
                <a:spcPct val="90000"/>
              </a:lnSpc>
              <a:spcBef>
                <a:spcPct val="0"/>
              </a:spcBef>
              <a:buNone/>
              <a:defRPr sz="40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j-lt"/>
                <a:ea typeface="+mj-ea"/>
                <a:cs typeface="Trebuchet M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AU" sz="2800" dirty="0">
                <a:solidFill>
                  <a:srgbClr val="FF0000"/>
                </a:solidFill>
                <a:latin typeface="+mn-lt"/>
                <a:ea typeface="+mn-ea"/>
                <a:cs typeface="+mn-cs"/>
              </a:rPr>
              <a:t>level-1</a:t>
            </a:r>
          </a:p>
        </p:txBody>
      </p:sp>
    </p:spTree>
    <p:extLst>
      <p:ext uri="{BB962C8B-B14F-4D97-AF65-F5344CB8AC3E}">
        <p14:creationId xmlns:p14="http://schemas.microsoft.com/office/powerpoint/2010/main" val="2381912527"/>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p:cNvSpPr>
            <a:spLocks noGrp="1"/>
          </p:cNvSpPr>
          <p:nvPr>
            <p:ph type="sldNum" sz="quarter" idx="12"/>
          </p:nvPr>
        </p:nvSpPr>
        <p:spPr/>
        <p:txBody>
          <a:bodyPr/>
          <a:lstStyle/>
          <a:p>
            <a:fld id="{55670E94-029C-4BA8-8D44-FBB339E4924F}" type="slidenum">
              <a:rPr lang="en-AU" smtClean="0">
                <a:solidFill>
                  <a:schemeClr val="tx1"/>
                </a:solidFill>
              </a:rPr>
              <a:pPr/>
              <a:t>27</a:t>
            </a:fld>
            <a:endParaRPr lang="en-AU" dirty="0">
              <a:solidFill>
                <a:schemeClr val="tx1"/>
              </a:solidFill>
            </a:endParaRPr>
          </a:p>
        </p:txBody>
      </p:sp>
      <p:sp>
        <p:nvSpPr>
          <p:cNvPr id="5" name="Rectangle 4"/>
          <p:cNvSpPr/>
          <p:nvPr/>
        </p:nvSpPr>
        <p:spPr>
          <a:xfrm>
            <a:off x="3764156" y="384043"/>
            <a:ext cx="3928041" cy="999066"/>
          </a:xfrm>
          <a:prstGeom prst="rect">
            <a:avLst/>
          </a:prstGeom>
          <a:solidFill>
            <a:schemeClr val="bg1"/>
          </a:solid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NZ" sz="2200" dirty="0">
                <a:solidFill>
                  <a:schemeClr val="tx1"/>
                </a:solidFill>
              </a:rPr>
              <a:t>1 gain an access to a user’s private information</a:t>
            </a:r>
          </a:p>
        </p:txBody>
      </p:sp>
      <p:cxnSp>
        <p:nvCxnSpPr>
          <p:cNvPr id="6" name="Straight Connector 5"/>
          <p:cNvCxnSpPr>
            <a:cxnSpLocks/>
            <a:stCxn id="5" idx="2"/>
            <a:endCxn id="7" idx="0"/>
          </p:cNvCxnSpPr>
          <p:nvPr/>
        </p:nvCxnSpPr>
        <p:spPr>
          <a:xfrm flipH="1">
            <a:off x="2718224" y="1383109"/>
            <a:ext cx="3009953" cy="727409"/>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7" name="Rounded Rectangle 6"/>
          <p:cNvSpPr/>
          <p:nvPr/>
        </p:nvSpPr>
        <p:spPr>
          <a:xfrm>
            <a:off x="1278791" y="2110518"/>
            <a:ext cx="2878865" cy="999067"/>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NZ" sz="2200" dirty="0">
                <a:solidFill>
                  <a:schemeClr val="tx1"/>
                </a:solidFill>
              </a:rPr>
              <a:t>1.1 gain direct access to the database</a:t>
            </a:r>
          </a:p>
        </p:txBody>
      </p:sp>
      <p:sp>
        <p:nvSpPr>
          <p:cNvPr id="8" name="Rounded Rectangle 7"/>
          <p:cNvSpPr/>
          <p:nvPr/>
        </p:nvSpPr>
        <p:spPr>
          <a:xfrm>
            <a:off x="4394553" y="2110519"/>
            <a:ext cx="2667247" cy="999066"/>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NZ" sz="2200" dirty="0">
                <a:solidFill>
                  <a:schemeClr val="tx1"/>
                </a:solidFill>
              </a:rPr>
              <a:t>1.2 login as a target user</a:t>
            </a:r>
          </a:p>
        </p:txBody>
      </p:sp>
      <p:sp>
        <p:nvSpPr>
          <p:cNvPr id="9" name="Rounded Rectangle 8"/>
          <p:cNvSpPr/>
          <p:nvPr/>
        </p:nvSpPr>
        <p:spPr>
          <a:xfrm>
            <a:off x="7298697" y="2110519"/>
            <a:ext cx="2667247" cy="999066"/>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NZ" sz="2200" dirty="0">
                <a:solidFill>
                  <a:schemeClr val="tx1"/>
                </a:solidFill>
              </a:rPr>
              <a:t>1.3 hijack user session</a:t>
            </a:r>
          </a:p>
        </p:txBody>
      </p:sp>
      <p:cxnSp>
        <p:nvCxnSpPr>
          <p:cNvPr id="17" name="Straight Connector 16"/>
          <p:cNvCxnSpPr>
            <a:cxnSpLocks/>
            <a:stCxn id="5" idx="2"/>
            <a:endCxn id="8" idx="0"/>
          </p:cNvCxnSpPr>
          <p:nvPr/>
        </p:nvCxnSpPr>
        <p:spPr>
          <a:xfrm>
            <a:off x="5728177" y="1383109"/>
            <a:ext cx="0" cy="72741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8" name="Straight Connector 17"/>
          <p:cNvCxnSpPr>
            <a:cxnSpLocks/>
            <a:stCxn id="5" idx="2"/>
            <a:endCxn id="9" idx="0"/>
          </p:cNvCxnSpPr>
          <p:nvPr/>
        </p:nvCxnSpPr>
        <p:spPr>
          <a:xfrm>
            <a:off x="5728177" y="1383109"/>
            <a:ext cx="2904144" cy="72741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10" name="Rounded Rectangle 10">
            <a:extLst>
              <a:ext uri="{FF2B5EF4-FFF2-40B4-BE49-F238E27FC236}">
                <a16:creationId xmlns:a16="http://schemas.microsoft.com/office/drawing/2014/main" id="{2C036C30-C5EA-4F19-8978-832C0165CF1B}"/>
              </a:ext>
            </a:extLst>
          </p:cNvPr>
          <p:cNvSpPr/>
          <p:nvPr/>
        </p:nvSpPr>
        <p:spPr>
          <a:xfrm>
            <a:off x="190824" y="3752329"/>
            <a:ext cx="3399043" cy="1253296"/>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NZ" sz="2200" dirty="0">
                <a:solidFill>
                  <a:schemeClr val="tx1"/>
                </a:solidFill>
              </a:rPr>
              <a:t>1.1.1 exploit a software vulnerability in the system</a:t>
            </a:r>
          </a:p>
        </p:txBody>
      </p:sp>
      <p:cxnSp>
        <p:nvCxnSpPr>
          <p:cNvPr id="11" name="Straight Connector 10">
            <a:extLst>
              <a:ext uri="{FF2B5EF4-FFF2-40B4-BE49-F238E27FC236}">
                <a16:creationId xmlns:a16="http://schemas.microsoft.com/office/drawing/2014/main" id="{8BB23C53-39B3-45A0-932F-7C70A20FC24F}"/>
              </a:ext>
            </a:extLst>
          </p:cNvPr>
          <p:cNvCxnSpPr>
            <a:cxnSpLocks/>
            <a:stCxn id="7" idx="2"/>
            <a:endCxn id="10" idx="0"/>
          </p:cNvCxnSpPr>
          <p:nvPr/>
        </p:nvCxnSpPr>
        <p:spPr>
          <a:xfrm flipH="1">
            <a:off x="1890346" y="3109585"/>
            <a:ext cx="827878" cy="6427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19" name="Rounded Rectangle 13">
            <a:extLst>
              <a:ext uri="{FF2B5EF4-FFF2-40B4-BE49-F238E27FC236}">
                <a16:creationId xmlns:a16="http://schemas.microsoft.com/office/drawing/2014/main" id="{D94C59C5-226B-48FA-AC32-E5D4ED75A4C7}"/>
              </a:ext>
            </a:extLst>
          </p:cNvPr>
          <p:cNvSpPr/>
          <p:nvPr/>
        </p:nvSpPr>
        <p:spPr>
          <a:xfrm>
            <a:off x="9181301" y="3752329"/>
            <a:ext cx="2665420" cy="1253296"/>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NZ" sz="2200" dirty="0">
                <a:solidFill>
                  <a:schemeClr val="tx1"/>
                </a:solidFill>
              </a:rPr>
              <a:t>1.3.1 steal user session cookie</a:t>
            </a:r>
          </a:p>
        </p:txBody>
      </p:sp>
      <p:cxnSp>
        <p:nvCxnSpPr>
          <p:cNvPr id="20" name="Straight Connector 19">
            <a:extLst>
              <a:ext uri="{FF2B5EF4-FFF2-40B4-BE49-F238E27FC236}">
                <a16:creationId xmlns:a16="http://schemas.microsoft.com/office/drawing/2014/main" id="{34275EBC-EB06-463D-9768-3136A45B2A8E}"/>
              </a:ext>
            </a:extLst>
          </p:cNvPr>
          <p:cNvCxnSpPr>
            <a:cxnSpLocks/>
            <a:stCxn id="9" idx="2"/>
            <a:endCxn id="19" idx="0"/>
          </p:cNvCxnSpPr>
          <p:nvPr/>
        </p:nvCxnSpPr>
        <p:spPr>
          <a:xfrm>
            <a:off x="8632321" y="3109585"/>
            <a:ext cx="1881690" cy="6427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22" name="Rounded Rectangle 11">
            <a:extLst>
              <a:ext uri="{FF2B5EF4-FFF2-40B4-BE49-F238E27FC236}">
                <a16:creationId xmlns:a16="http://schemas.microsoft.com/office/drawing/2014/main" id="{F15A1BFD-0CE5-42D3-973C-87E746E01E64}"/>
              </a:ext>
            </a:extLst>
          </p:cNvPr>
          <p:cNvSpPr/>
          <p:nvPr/>
        </p:nvSpPr>
        <p:spPr>
          <a:xfrm>
            <a:off x="3943543" y="3752329"/>
            <a:ext cx="1958488" cy="1253296"/>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NZ" sz="2200" dirty="0">
                <a:solidFill>
                  <a:schemeClr val="tx1"/>
                </a:solidFill>
              </a:rPr>
              <a:t>1.2.1 brute-force login</a:t>
            </a:r>
          </a:p>
        </p:txBody>
      </p:sp>
      <p:sp>
        <p:nvSpPr>
          <p:cNvPr id="23" name="Rounded Rectangle 12">
            <a:extLst>
              <a:ext uri="{FF2B5EF4-FFF2-40B4-BE49-F238E27FC236}">
                <a16:creationId xmlns:a16="http://schemas.microsoft.com/office/drawing/2014/main" id="{6691EEBD-2317-42B5-B2B1-017891B1A73B}"/>
              </a:ext>
            </a:extLst>
          </p:cNvPr>
          <p:cNvSpPr/>
          <p:nvPr/>
        </p:nvSpPr>
        <p:spPr>
          <a:xfrm>
            <a:off x="6289971" y="3752329"/>
            <a:ext cx="2665419" cy="1253296"/>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NZ" sz="2200" dirty="0">
                <a:solidFill>
                  <a:schemeClr val="tx1"/>
                </a:solidFill>
              </a:rPr>
              <a:t>1.2.2 steal user private credentials</a:t>
            </a:r>
          </a:p>
        </p:txBody>
      </p:sp>
      <p:cxnSp>
        <p:nvCxnSpPr>
          <p:cNvPr id="24" name="Straight Connector 23">
            <a:extLst>
              <a:ext uri="{FF2B5EF4-FFF2-40B4-BE49-F238E27FC236}">
                <a16:creationId xmlns:a16="http://schemas.microsoft.com/office/drawing/2014/main" id="{34CA2EB8-00D2-431F-B330-F60CC068FC65}"/>
              </a:ext>
            </a:extLst>
          </p:cNvPr>
          <p:cNvCxnSpPr>
            <a:cxnSpLocks/>
            <a:stCxn id="8" idx="2"/>
            <a:endCxn id="22" idx="0"/>
          </p:cNvCxnSpPr>
          <p:nvPr/>
        </p:nvCxnSpPr>
        <p:spPr>
          <a:xfrm flipH="1">
            <a:off x="4922787" y="3109585"/>
            <a:ext cx="805390" cy="6427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7" name="Straight Connector 26">
            <a:extLst>
              <a:ext uri="{FF2B5EF4-FFF2-40B4-BE49-F238E27FC236}">
                <a16:creationId xmlns:a16="http://schemas.microsoft.com/office/drawing/2014/main" id="{BCD34379-1273-40FC-BA3D-3A72F6C11760}"/>
              </a:ext>
            </a:extLst>
          </p:cNvPr>
          <p:cNvCxnSpPr>
            <a:cxnSpLocks/>
            <a:stCxn id="8" idx="2"/>
            <a:endCxn id="23" idx="0"/>
          </p:cNvCxnSpPr>
          <p:nvPr/>
        </p:nvCxnSpPr>
        <p:spPr>
          <a:xfrm>
            <a:off x="5728177" y="3109585"/>
            <a:ext cx="1894504" cy="6427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21" name="Rounded Rectangle 26">
            <a:extLst>
              <a:ext uri="{FF2B5EF4-FFF2-40B4-BE49-F238E27FC236}">
                <a16:creationId xmlns:a16="http://schemas.microsoft.com/office/drawing/2014/main" id="{48AEA7A6-8293-4E2E-A8F3-8B354ACD9109}"/>
              </a:ext>
            </a:extLst>
          </p:cNvPr>
          <p:cNvSpPr/>
          <p:nvPr/>
        </p:nvSpPr>
        <p:spPr>
          <a:xfrm>
            <a:off x="2216873" y="5674868"/>
            <a:ext cx="2347646" cy="886917"/>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NZ" sz="2200" dirty="0">
                <a:solidFill>
                  <a:schemeClr val="tx1"/>
                </a:solidFill>
              </a:rPr>
              <a:t>1.2.1.1 identify a target username</a:t>
            </a:r>
          </a:p>
        </p:txBody>
      </p:sp>
      <p:sp>
        <p:nvSpPr>
          <p:cNvPr id="25" name="Rounded Rectangle 27">
            <a:extLst>
              <a:ext uri="{FF2B5EF4-FFF2-40B4-BE49-F238E27FC236}">
                <a16:creationId xmlns:a16="http://schemas.microsoft.com/office/drawing/2014/main" id="{EDA5D8E8-4AF7-4C72-99BE-F499FEC9E682}"/>
              </a:ext>
            </a:extLst>
          </p:cNvPr>
          <p:cNvSpPr/>
          <p:nvPr/>
        </p:nvSpPr>
        <p:spPr>
          <a:xfrm>
            <a:off x="5297561" y="5674868"/>
            <a:ext cx="2825098" cy="886917"/>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NZ" sz="2200" dirty="0">
                <a:solidFill>
                  <a:schemeClr val="tx1"/>
                </a:solidFill>
              </a:rPr>
              <a:t>1.2.1.2 identify a target user password</a:t>
            </a:r>
          </a:p>
        </p:txBody>
      </p:sp>
      <p:cxnSp>
        <p:nvCxnSpPr>
          <p:cNvPr id="26" name="Straight Connector 25">
            <a:extLst>
              <a:ext uri="{FF2B5EF4-FFF2-40B4-BE49-F238E27FC236}">
                <a16:creationId xmlns:a16="http://schemas.microsoft.com/office/drawing/2014/main" id="{C6CCF372-A0D7-4F6A-ACFB-261A163BFD95}"/>
              </a:ext>
            </a:extLst>
          </p:cNvPr>
          <p:cNvCxnSpPr>
            <a:cxnSpLocks/>
            <a:stCxn id="22" idx="2"/>
            <a:endCxn id="21" idx="0"/>
          </p:cNvCxnSpPr>
          <p:nvPr/>
        </p:nvCxnSpPr>
        <p:spPr>
          <a:xfrm flipH="1">
            <a:off x="3390696" y="5005625"/>
            <a:ext cx="1532091" cy="669243"/>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8" name="Straight Connector 27">
            <a:extLst>
              <a:ext uri="{FF2B5EF4-FFF2-40B4-BE49-F238E27FC236}">
                <a16:creationId xmlns:a16="http://schemas.microsoft.com/office/drawing/2014/main" id="{51396790-B262-44A9-A46E-3C3965A45178}"/>
              </a:ext>
            </a:extLst>
          </p:cNvPr>
          <p:cNvCxnSpPr>
            <a:cxnSpLocks/>
            <a:stCxn id="22" idx="2"/>
            <a:endCxn id="25" idx="0"/>
          </p:cNvCxnSpPr>
          <p:nvPr/>
        </p:nvCxnSpPr>
        <p:spPr>
          <a:xfrm>
            <a:off x="4922787" y="5005625"/>
            <a:ext cx="1787323" cy="669243"/>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29" name="Freeform 30">
            <a:extLst>
              <a:ext uri="{FF2B5EF4-FFF2-40B4-BE49-F238E27FC236}">
                <a16:creationId xmlns:a16="http://schemas.microsoft.com/office/drawing/2014/main" id="{5B0A19D0-C4AD-46C3-BE93-66A81168DC00}"/>
              </a:ext>
            </a:extLst>
          </p:cNvPr>
          <p:cNvSpPr/>
          <p:nvPr/>
        </p:nvSpPr>
        <p:spPr>
          <a:xfrm>
            <a:off x="4677793" y="5110687"/>
            <a:ext cx="489987" cy="162181"/>
          </a:xfrm>
          <a:custGeom>
            <a:avLst/>
            <a:gdLst>
              <a:gd name="connsiteX0" fmla="*/ 0 w 476250"/>
              <a:gd name="connsiteY0" fmla="*/ 0 h 142944"/>
              <a:gd name="connsiteX1" fmla="*/ 228600 w 476250"/>
              <a:gd name="connsiteY1" fmla="*/ 142875 h 142944"/>
              <a:gd name="connsiteX2" fmla="*/ 476250 w 476250"/>
              <a:gd name="connsiteY2" fmla="*/ 19050 h 142944"/>
              <a:gd name="connsiteX0" fmla="*/ 0 w 476250"/>
              <a:gd name="connsiteY0" fmla="*/ 0 h 142978"/>
              <a:gd name="connsiteX1" fmla="*/ 228600 w 476250"/>
              <a:gd name="connsiteY1" fmla="*/ 142875 h 142978"/>
              <a:gd name="connsiteX2" fmla="*/ 476250 w 476250"/>
              <a:gd name="connsiteY2" fmla="*/ 19050 h 142978"/>
              <a:gd name="connsiteX0" fmla="*/ 0 w 476250"/>
              <a:gd name="connsiteY0" fmla="*/ 0 h 147735"/>
              <a:gd name="connsiteX1" fmla="*/ 247650 w 476250"/>
              <a:gd name="connsiteY1" fmla="*/ 147638 h 147735"/>
              <a:gd name="connsiteX2" fmla="*/ 476250 w 476250"/>
              <a:gd name="connsiteY2" fmla="*/ 19050 h 147735"/>
              <a:gd name="connsiteX0" fmla="*/ 0 w 476250"/>
              <a:gd name="connsiteY0" fmla="*/ 0 h 147661"/>
              <a:gd name="connsiteX1" fmla="*/ 247650 w 476250"/>
              <a:gd name="connsiteY1" fmla="*/ 147638 h 147661"/>
              <a:gd name="connsiteX2" fmla="*/ 476250 w 476250"/>
              <a:gd name="connsiteY2" fmla="*/ 19050 h 147661"/>
              <a:gd name="connsiteX0" fmla="*/ 0 w 464344"/>
              <a:gd name="connsiteY0" fmla="*/ 0 h 147690"/>
              <a:gd name="connsiteX1" fmla="*/ 247650 w 464344"/>
              <a:gd name="connsiteY1" fmla="*/ 147638 h 147690"/>
              <a:gd name="connsiteX2" fmla="*/ 464344 w 464344"/>
              <a:gd name="connsiteY2" fmla="*/ 14288 h 147690"/>
              <a:gd name="connsiteX0" fmla="*/ 0 w 464344"/>
              <a:gd name="connsiteY0" fmla="*/ 0 h 147701"/>
              <a:gd name="connsiteX1" fmla="*/ 247650 w 464344"/>
              <a:gd name="connsiteY1" fmla="*/ 147638 h 147701"/>
              <a:gd name="connsiteX2" fmla="*/ 464344 w 464344"/>
              <a:gd name="connsiteY2" fmla="*/ 14288 h 147701"/>
              <a:gd name="connsiteX0" fmla="*/ 0 w 464344"/>
              <a:gd name="connsiteY0" fmla="*/ 0 h 147701"/>
              <a:gd name="connsiteX1" fmla="*/ 247650 w 464344"/>
              <a:gd name="connsiteY1" fmla="*/ 147638 h 147701"/>
              <a:gd name="connsiteX2" fmla="*/ 464344 w 464344"/>
              <a:gd name="connsiteY2" fmla="*/ 14288 h 147701"/>
              <a:gd name="connsiteX0" fmla="*/ 0 w 464344"/>
              <a:gd name="connsiteY0" fmla="*/ 0 h 147701"/>
              <a:gd name="connsiteX1" fmla="*/ 247650 w 464344"/>
              <a:gd name="connsiteY1" fmla="*/ 147638 h 147701"/>
              <a:gd name="connsiteX2" fmla="*/ 464344 w 464344"/>
              <a:gd name="connsiteY2" fmla="*/ 14288 h 147701"/>
              <a:gd name="connsiteX0" fmla="*/ 0 w 464344"/>
              <a:gd name="connsiteY0" fmla="*/ 0 h 150080"/>
              <a:gd name="connsiteX1" fmla="*/ 204788 w 464344"/>
              <a:gd name="connsiteY1" fmla="*/ 150019 h 150080"/>
              <a:gd name="connsiteX2" fmla="*/ 464344 w 464344"/>
              <a:gd name="connsiteY2" fmla="*/ 14288 h 150080"/>
            </a:gdLst>
            <a:ahLst/>
            <a:cxnLst>
              <a:cxn ang="0">
                <a:pos x="connsiteX0" y="connsiteY0"/>
              </a:cxn>
              <a:cxn ang="0">
                <a:pos x="connsiteX1" y="connsiteY1"/>
              </a:cxn>
              <a:cxn ang="0">
                <a:pos x="connsiteX2" y="connsiteY2"/>
              </a:cxn>
            </a:cxnLst>
            <a:rect l="l" t="t" r="r" b="b"/>
            <a:pathLst>
              <a:path w="464344" h="150080">
                <a:moveTo>
                  <a:pt x="0" y="0"/>
                </a:moveTo>
                <a:cubicBezTo>
                  <a:pt x="67468" y="100806"/>
                  <a:pt x="127397" y="147638"/>
                  <a:pt x="204788" y="150019"/>
                </a:cubicBezTo>
                <a:cubicBezTo>
                  <a:pt x="282179" y="152400"/>
                  <a:pt x="407989" y="84932"/>
                  <a:pt x="464344" y="14288"/>
                </a:cubicBezTo>
              </a:path>
            </a:pathLst>
          </a:cu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Z" sz="1867">
              <a:solidFill>
                <a:schemeClr val="tx1"/>
              </a:solidFill>
            </a:endParaRPr>
          </a:p>
        </p:txBody>
      </p:sp>
      <p:sp>
        <p:nvSpPr>
          <p:cNvPr id="30" name="Oval 29">
            <a:extLst>
              <a:ext uri="{FF2B5EF4-FFF2-40B4-BE49-F238E27FC236}">
                <a16:creationId xmlns:a16="http://schemas.microsoft.com/office/drawing/2014/main" id="{AB4598D5-F164-4547-BBAB-3C8393AF0598}"/>
              </a:ext>
            </a:extLst>
          </p:cNvPr>
          <p:cNvSpPr/>
          <p:nvPr/>
        </p:nvSpPr>
        <p:spPr>
          <a:xfrm>
            <a:off x="1915019" y="5402281"/>
            <a:ext cx="616416" cy="545173"/>
          </a:xfrm>
          <a:prstGeom prst="ellipse">
            <a:avLst/>
          </a:prstGeom>
        </p:spPr>
        <p:style>
          <a:lnRef idx="0">
            <a:schemeClr val="accent1"/>
          </a:lnRef>
          <a:fillRef idx="3">
            <a:schemeClr val="accent1"/>
          </a:fillRef>
          <a:effectRef idx="3">
            <a:schemeClr val="accent1"/>
          </a:effectRef>
          <a:fontRef idx="minor">
            <a:schemeClr val="lt1"/>
          </a:fontRef>
        </p:style>
        <p:txBody>
          <a:bodyPr rtlCol="0" anchor="ctr"/>
          <a:lstStyle/>
          <a:p>
            <a:pPr algn="ctr"/>
            <a:r>
              <a:rPr lang="en-AU" sz="4267" b="1" dirty="0">
                <a:solidFill>
                  <a:schemeClr val="tx1"/>
                </a:solidFill>
              </a:rPr>
              <a:t>P</a:t>
            </a:r>
          </a:p>
        </p:txBody>
      </p:sp>
      <p:sp>
        <p:nvSpPr>
          <p:cNvPr id="31" name="Oval 30">
            <a:extLst>
              <a:ext uri="{FF2B5EF4-FFF2-40B4-BE49-F238E27FC236}">
                <a16:creationId xmlns:a16="http://schemas.microsoft.com/office/drawing/2014/main" id="{508C91C8-10D4-44EF-BBF4-7ADAA0445AB9}"/>
              </a:ext>
            </a:extLst>
          </p:cNvPr>
          <p:cNvSpPr/>
          <p:nvPr/>
        </p:nvSpPr>
        <p:spPr>
          <a:xfrm>
            <a:off x="5005219" y="5441163"/>
            <a:ext cx="616416" cy="545173"/>
          </a:xfrm>
          <a:prstGeom prst="ellipse">
            <a:avLst/>
          </a:prstGeom>
        </p:spPr>
        <p:style>
          <a:lnRef idx="0">
            <a:schemeClr val="accent1"/>
          </a:lnRef>
          <a:fillRef idx="3">
            <a:schemeClr val="accent1"/>
          </a:fillRef>
          <a:effectRef idx="3">
            <a:schemeClr val="accent1"/>
          </a:effectRef>
          <a:fontRef idx="minor">
            <a:schemeClr val="lt1"/>
          </a:fontRef>
        </p:style>
        <p:txBody>
          <a:bodyPr rtlCol="0" anchor="ctr"/>
          <a:lstStyle/>
          <a:p>
            <a:pPr algn="ctr"/>
            <a:r>
              <a:rPr lang="en-AU" sz="4267" b="1" dirty="0">
                <a:solidFill>
                  <a:schemeClr val="tx1"/>
                </a:solidFill>
              </a:rPr>
              <a:t>I</a:t>
            </a:r>
          </a:p>
        </p:txBody>
      </p:sp>
      <p:sp>
        <p:nvSpPr>
          <p:cNvPr id="32" name="Oval 31">
            <a:extLst>
              <a:ext uri="{FF2B5EF4-FFF2-40B4-BE49-F238E27FC236}">
                <a16:creationId xmlns:a16="http://schemas.microsoft.com/office/drawing/2014/main" id="{54A25A00-115A-492C-BA33-4B607B747252}"/>
              </a:ext>
            </a:extLst>
          </p:cNvPr>
          <p:cNvSpPr/>
          <p:nvPr/>
        </p:nvSpPr>
        <p:spPr>
          <a:xfrm>
            <a:off x="83046" y="3479742"/>
            <a:ext cx="616416" cy="545173"/>
          </a:xfrm>
          <a:prstGeom prst="ellipse">
            <a:avLst/>
          </a:prstGeom>
        </p:spPr>
        <p:style>
          <a:lnRef idx="0">
            <a:schemeClr val="accent1"/>
          </a:lnRef>
          <a:fillRef idx="3">
            <a:schemeClr val="accent1"/>
          </a:fillRef>
          <a:effectRef idx="3">
            <a:schemeClr val="accent1"/>
          </a:effectRef>
          <a:fontRef idx="minor">
            <a:schemeClr val="lt1"/>
          </a:fontRef>
        </p:style>
        <p:txBody>
          <a:bodyPr rtlCol="0" anchor="ctr"/>
          <a:lstStyle/>
          <a:p>
            <a:pPr algn="ctr"/>
            <a:r>
              <a:rPr lang="en-AU" sz="4267" b="1" dirty="0">
                <a:solidFill>
                  <a:schemeClr val="tx1"/>
                </a:solidFill>
              </a:rPr>
              <a:t>I</a:t>
            </a:r>
          </a:p>
        </p:txBody>
      </p:sp>
      <p:sp>
        <p:nvSpPr>
          <p:cNvPr id="33" name="Oval 32">
            <a:extLst>
              <a:ext uri="{FF2B5EF4-FFF2-40B4-BE49-F238E27FC236}">
                <a16:creationId xmlns:a16="http://schemas.microsoft.com/office/drawing/2014/main" id="{FA824842-60D5-4E37-9453-8F6F3B01DA78}"/>
              </a:ext>
            </a:extLst>
          </p:cNvPr>
          <p:cNvSpPr/>
          <p:nvPr/>
        </p:nvSpPr>
        <p:spPr>
          <a:xfrm>
            <a:off x="6070476" y="3479741"/>
            <a:ext cx="616416" cy="545173"/>
          </a:xfrm>
          <a:prstGeom prst="ellipse">
            <a:avLst/>
          </a:prstGeom>
        </p:spPr>
        <p:style>
          <a:lnRef idx="0">
            <a:schemeClr val="accent1"/>
          </a:lnRef>
          <a:fillRef idx="3">
            <a:schemeClr val="accent1"/>
          </a:fillRef>
          <a:effectRef idx="3">
            <a:schemeClr val="accent1"/>
          </a:effectRef>
          <a:fontRef idx="minor">
            <a:schemeClr val="lt1"/>
          </a:fontRef>
        </p:style>
        <p:txBody>
          <a:bodyPr rtlCol="0" anchor="ctr"/>
          <a:lstStyle/>
          <a:p>
            <a:pPr algn="ctr"/>
            <a:r>
              <a:rPr lang="en-AU" sz="4267" b="1" dirty="0">
                <a:solidFill>
                  <a:schemeClr val="tx1"/>
                </a:solidFill>
              </a:rPr>
              <a:t>P</a:t>
            </a:r>
          </a:p>
        </p:txBody>
      </p:sp>
      <p:sp>
        <p:nvSpPr>
          <p:cNvPr id="34" name="Oval 33">
            <a:extLst>
              <a:ext uri="{FF2B5EF4-FFF2-40B4-BE49-F238E27FC236}">
                <a16:creationId xmlns:a16="http://schemas.microsoft.com/office/drawing/2014/main" id="{2C239F9B-A794-4B58-A171-FCF382BCF3A7}"/>
              </a:ext>
            </a:extLst>
          </p:cNvPr>
          <p:cNvSpPr/>
          <p:nvPr/>
        </p:nvSpPr>
        <p:spPr>
          <a:xfrm>
            <a:off x="9122700" y="3479742"/>
            <a:ext cx="616416" cy="545173"/>
          </a:xfrm>
          <a:prstGeom prst="ellipse">
            <a:avLst/>
          </a:prstGeom>
        </p:spPr>
        <p:style>
          <a:lnRef idx="0">
            <a:schemeClr val="accent1"/>
          </a:lnRef>
          <a:fillRef idx="3">
            <a:schemeClr val="accent1"/>
          </a:fillRef>
          <a:effectRef idx="3">
            <a:schemeClr val="accent1"/>
          </a:effectRef>
          <a:fontRef idx="minor">
            <a:schemeClr val="lt1"/>
          </a:fontRef>
        </p:style>
        <p:txBody>
          <a:bodyPr rtlCol="0" anchor="ctr"/>
          <a:lstStyle/>
          <a:p>
            <a:pPr algn="ctr"/>
            <a:r>
              <a:rPr lang="en-AU" sz="4267" b="1" dirty="0">
                <a:solidFill>
                  <a:schemeClr val="tx1"/>
                </a:solidFill>
              </a:rPr>
              <a:t>I</a:t>
            </a:r>
          </a:p>
        </p:txBody>
      </p:sp>
      <p:sp>
        <p:nvSpPr>
          <p:cNvPr id="35" name="Oval 34">
            <a:extLst>
              <a:ext uri="{FF2B5EF4-FFF2-40B4-BE49-F238E27FC236}">
                <a16:creationId xmlns:a16="http://schemas.microsoft.com/office/drawing/2014/main" id="{D3F166B9-56B3-4CFA-81C0-7F8301DF6A79}"/>
              </a:ext>
            </a:extLst>
          </p:cNvPr>
          <p:cNvSpPr/>
          <p:nvPr/>
        </p:nvSpPr>
        <p:spPr>
          <a:xfrm>
            <a:off x="3734046" y="3496760"/>
            <a:ext cx="616416" cy="545173"/>
          </a:xfrm>
          <a:prstGeom prst="ellipse">
            <a:avLst/>
          </a:prstGeom>
        </p:spPr>
        <p:style>
          <a:lnRef idx="0">
            <a:schemeClr val="accent1"/>
          </a:lnRef>
          <a:fillRef idx="3">
            <a:schemeClr val="accent1"/>
          </a:fillRef>
          <a:effectRef idx="3">
            <a:schemeClr val="accent1"/>
          </a:effectRef>
          <a:fontRef idx="minor">
            <a:schemeClr val="lt1"/>
          </a:fontRef>
        </p:style>
        <p:txBody>
          <a:bodyPr rtlCol="0" anchor="ctr"/>
          <a:lstStyle/>
          <a:p>
            <a:pPr algn="ctr"/>
            <a:r>
              <a:rPr lang="en-AU" sz="4267" b="1" dirty="0">
                <a:solidFill>
                  <a:schemeClr val="tx1"/>
                </a:solidFill>
              </a:rPr>
              <a:t>I</a:t>
            </a:r>
          </a:p>
        </p:txBody>
      </p:sp>
      <p:sp>
        <p:nvSpPr>
          <p:cNvPr id="36" name="Oval 35">
            <a:extLst>
              <a:ext uri="{FF2B5EF4-FFF2-40B4-BE49-F238E27FC236}">
                <a16:creationId xmlns:a16="http://schemas.microsoft.com/office/drawing/2014/main" id="{D7052A90-879E-4394-93C6-AFA769801788}"/>
              </a:ext>
            </a:extLst>
          </p:cNvPr>
          <p:cNvSpPr/>
          <p:nvPr/>
        </p:nvSpPr>
        <p:spPr>
          <a:xfrm>
            <a:off x="4136534" y="1684751"/>
            <a:ext cx="786245" cy="618834"/>
          </a:xfrm>
          <a:prstGeom prst="ellipse">
            <a:avLst/>
          </a:prstGeom>
        </p:spPr>
        <p:style>
          <a:lnRef idx="0">
            <a:schemeClr val="accent1"/>
          </a:lnRef>
          <a:fillRef idx="3">
            <a:schemeClr val="accent1"/>
          </a:fillRef>
          <a:effectRef idx="3">
            <a:schemeClr val="accent1"/>
          </a:effectRef>
          <a:fontRef idx="minor">
            <a:schemeClr val="lt1"/>
          </a:fontRef>
        </p:style>
        <p:txBody>
          <a:bodyPr rtlCol="0" anchor="ctr"/>
          <a:lstStyle/>
          <a:p>
            <a:pPr algn="ctr"/>
            <a:r>
              <a:rPr lang="en-AU" sz="4267" b="1" dirty="0">
                <a:solidFill>
                  <a:schemeClr val="tx1"/>
                </a:solidFill>
              </a:rPr>
              <a:t>P</a:t>
            </a:r>
          </a:p>
        </p:txBody>
      </p:sp>
      <p:sp>
        <p:nvSpPr>
          <p:cNvPr id="37" name="Oval 36">
            <a:extLst>
              <a:ext uri="{FF2B5EF4-FFF2-40B4-BE49-F238E27FC236}">
                <a16:creationId xmlns:a16="http://schemas.microsoft.com/office/drawing/2014/main" id="{E7ABCA21-1287-47D6-8C40-454F344C4320}"/>
              </a:ext>
            </a:extLst>
          </p:cNvPr>
          <p:cNvSpPr/>
          <p:nvPr/>
        </p:nvSpPr>
        <p:spPr>
          <a:xfrm>
            <a:off x="905730" y="1684751"/>
            <a:ext cx="786245" cy="618834"/>
          </a:xfrm>
          <a:prstGeom prst="ellipse">
            <a:avLst/>
          </a:prstGeom>
        </p:spPr>
        <p:style>
          <a:lnRef idx="0">
            <a:schemeClr val="accent1"/>
          </a:lnRef>
          <a:fillRef idx="3">
            <a:schemeClr val="accent1"/>
          </a:fillRef>
          <a:effectRef idx="3">
            <a:schemeClr val="accent1"/>
          </a:effectRef>
          <a:fontRef idx="minor">
            <a:schemeClr val="lt1"/>
          </a:fontRef>
        </p:style>
        <p:txBody>
          <a:bodyPr rtlCol="0" anchor="ctr"/>
          <a:lstStyle/>
          <a:p>
            <a:pPr algn="ctr"/>
            <a:r>
              <a:rPr lang="en-AU" sz="4267" b="1" dirty="0">
                <a:solidFill>
                  <a:schemeClr val="tx1"/>
                </a:solidFill>
              </a:rPr>
              <a:t>I</a:t>
            </a:r>
          </a:p>
        </p:txBody>
      </p:sp>
      <p:sp>
        <p:nvSpPr>
          <p:cNvPr id="38" name="Oval 37">
            <a:extLst>
              <a:ext uri="{FF2B5EF4-FFF2-40B4-BE49-F238E27FC236}">
                <a16:creationId xmlns:a16="http://schemas.microsoft.com/office/drawing/2014/main" id="{83FBF910-8FE1-4FE7-9762-62E47DECE712}"/>
              </a:ext>
            </a:extLst>
          </p:cNvPr>
          <p:cNvSpPr/>
          <p:nvPr/>
        </p:nvSpPr>
        <p:spPr>
          <a:xfrm>
            <a:off x="7088832" y="1684751"/>
            <a:ext cx="786245" cy="618834"/>
          </a:xfrm>
          <a:prstGeom prst="ellipse">
            <a:avLst/>
          </a:prstGeom>
        </p:spPr>
        <p:style>
          <a:lnRef idx="0">
            <a:schemeClr val="accent1"/>
          </a:lnRef>
          <a:fillRef idx="3">
            <a:schemeClr val="accent1"/>
          </a:fillRef>
          <a:effectRef idx="3">
            <a:schemeClr val="accent1"/>
          </a:effectRef>
          <a:fontRef idx="minor">
            <a:schemeClr val="lt1"/>
          </a:fontRef>
        </p:style>
        <p:txBody>
          <a:bodyPr rtlCol="0" anchor="ctr"/>
          <a:lstStyle/>
          <a:p>
            <a:pPr algn="ctr"/>
            <a:r>
              <a:rPr lang="en-AU" sz="4267" b="1" dirty="0">
                <a:solidFill>
                  <a:schemeClr val="tx1"/>
                </a:solidFill>
              </a:rPr>
              <a:t>I</a:t>
            </a:r>
          </a:p>
        </p:txBody>
      </p:sp>
      <p:sp>
        <p:nvSpPr>
          <p:cNvPr id="39" name="Oval 38">
            <a:extLst>
              <a:ext uri="{FF2B5EF4-FFF2-40B4-BE49-F238E27FC236}">
                <a16:creationId xmlns:a16="http://schemas.microsoft.com/office/drawing/2014/main" id="{2180132B-9FC1-46FF-9613-93DB0E9BFAD7}"/>
              </a:ext>
            </a:extLst>
          </p:cNvPr>
          <p:cNvSpPr/>
          <p:nvPr/>
        </p:nvSpPr>
        <p:spPr>
          <a:xfrm>
            <a:off x="3256009" y="39903"/>
            <a:ext cx="786245" cy="618834"/>
          </a:xfrm>
          <a:prstGeom prst="ellipse">
            <a:avLst/>
          </a:prstGeom>
        </p:spPr>
        <p:style>
          <a:lnRef idx="0">
            <a:schemeClr val="accent1"/>
          </a:lnRef>
          <a:fillRef idx="3">
            <a:schemeClr val="accent1"/>
          </a:fillRef>
          <a:effectRef idx="3">
            <a:schemeClr val="accent1"/>
          </a:effectRef>
          <a:fontRef idx="minor">
            <a:schemeClr val="lt1"/>
          </a:fontRef>
        </p:style>
        <p:txBody>
          <a:bodyPr rtlCol="0" anchor="ctr"/>
          <a:lstStyle/>
          <a:p>
            <a:pPr algn="ctr"/>
            <a:r>
              <a:rPr lang="en-AU" sz="4267" b="1" dirty="0">
                <a:solidFill>
                  <a:schemeClr val="tx1"/>
                </a:solidFill>
              </a:rPr>
              <a:t>?</a:t>
            </a:r>
          </a:p>
        </p:txBody>
      </p:sp>
      <p:sp>
        <p:nvSpPr>
          <p:cNvPr id="40" name="Title 3">
            <a:extLst>
              <a:ext uri="{FF2B5EF4-FFF2-40B4-BE49-F238E27FC236}">
                <a16:creationId xmlns:a16="http://schemas.microsoft.com/office/drawing/2014/main" id="{D748E559-9774-4B9D-BB11-DA4DB6A74DE0}"/>
              </a:ext>
            </a:extLst>
          </p:cNvPr>
          <p:cNvSpPr txBox="1">
            <a:spLocks/>
          </p:cNvSpPr>
          <p:nvPr/>
        </p:nvSpPr>
        <p:spPr>
          <a:xfrm>
            <a:off x="7944642" y="5818617"/>
            <a:ext cx="1881691" cy="545173"/>
          </a:xfrm>
          <a:prstGeom prst="rect">
            <a:avLst/>
          </a:prstGeom>
          <a:effectLst>
            <a:outerShdw blurRad="25400" dir="17880000">
              <a:srgbClr val="000000">
                <a:alpha val="46000"/>
              </a:srgbClr>
            </a:outerShdw>
          </a:effectLst>
        </p:spPr>
        <p:txBody>
          <a:bodyPr vert="horz" lIns="91440" tIns="45720" rIns="91440" bIns="45720" rtlCol="0" anchor="ctr">
            <a:normAutofit/>
          </a:bodyPr>
          <a:lstStyle>
            <a:lvl1pPr algn="ctr" defTabSz="457200" rtl="0" eaLnBrk="1" latinLnBrk="0" hangingPunct="1">
              <a:lnSpc>
                <a:spcPct val="90000"/>
              </a:lnSpc>
              <a:spcBef>
                <a:spcPct val="0"/>
              </a:spcBef>
              <a:buNone/>
              <a:defRPr sz="40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j-lt"/>
                <a:ea typeface="+mj-ea"/>
                <a:cs typeface="Trebuchet M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AU" sz="2800" dirty="0">
                <a:solidFill>
                  <a:srgbClr val="FF0000"/>
                </a:solidFill>
                <a:latin typeface="+mn-lt"/>
                <a:ea typeface="+mn-ea"/>
                <a:cs typeface="+mn-cs"/>
              </a:rPr>
              <a:t>level-4</a:t>
            </a:r>
          </a:p>
        </p:txBody>
      </p:sp>
      <p:sp>
        <p:nvSpPr>
          <p:cNvPr id="41" name="Title 3">
            <a:extLst>
              <a:ext uri="{FF2B5EF4-FFF2-40B4-BE49-F238E27FC236}">
                <a16:creationId xmlns:a16="http://schemas.microsoft.com/office/drawing/2014/main" id="{22FF269C-F1BF-4735-AA8C-1A0648D8050C}"/>
              </a:ext>
            </a:extLst>
          </p:cNvPr>
          <p:cNvSpPr txBox="1">
            <a:spLocks/>
          </p:cNvSpPr>
          <p:nvPr/>
        </p:nvSpPr>
        <p:spPr>
          <a:xfrm>
            <a:off x="10227263" y="3224173"/>
            <a:ext cx="1881691" cy="545173"/>
          </a:xfrm>
          <a:prstGeom prst="rect">
            <a:avLst/>
          </a:prstGeom>
          <a:effectLst>
            <a:outerShdw blurRad="25400" dir="17880000">
              <a:srgbClr val="000000">
                <a:alpha val="46000"/>
              </a:srgbClr>
            </a:outerShdw>
          </a:effectLst>
        </p:spPr>
        <p:txBody>
          <a:bodyPr vert="horz" lIns="91440" tIns="45720" rIns="91440" bIns="45720" rtlCol="0" anchor="ctr">
            <a:normAutofit/>
          </a:bodyPr>
          <a:lstStyle>
            <a:lvl1pPr algn="ctr" defTabSz="457200" rtl="0" eaLnBrk="1" latinLnBrk="0" hangingPunct="1">
              <a:lnSpc>
                <a:spcPct val="90000"/>
              </a:lnSpc>
              <a:spcBef>
                <a:spcPct val="0"/>
              </a:spcBef>
              <a:buNone/>
              <a:defRPr sz="40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j-lt"/>
                <a:ea typeface="+mj-ea"/>
                <a:cs typeface="Trebuchet M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AU" sz="2800" dirty="0">
                <a:solidFill>
                  <a:srgbClr val="FF0000"/>
                </a:solidFill>
                <a:latin typeface="+mn-lt"/>
                <a:ea typeface="+mn-ea"/>
                <a:cs typeface="+mn-cs"/>
              </a:rPr>
              <a:t>level-3</a:t>
            </a:r>
          </a:p>
        </p:txBody>
      </p:sp>
      <p:sp>
        <p:nvSpPr>
          <p:cNvPr id="42" name="Title 3">
            <a:extLst>
              <a:ext uri="{FF2B5EF4-FFF2-40B4-BE49-F238E27FC236}">
                <a16:creationId xmlns:a16="http://schemas.microsoft.com/office/drawing/2014/main" id="{7C8E4D1E-BAC2-4519-8B6D-1928A218D5C1}"/>
              </a:ext>
            </a:extLst>
          </p:cNvPr>
          <p:cNvSpPr txBox="1">
            <a:spLocks/>
          </p:cNvSpPr>
          <p:nvPr/>
        </p:nvSpPr>
        <p:spPr>
          <a:xfrm>
            <a:off x="8358287" y="1583475"/>
            <a:ext cx="1881691" cy="545173"/>
          </a:xfrm>
          <a:prstGeom prst="rect">
            <a:avLst/>
          </a:prstGeom>
          <a:effectLst>
            <a:outerShdw blurRad="25400" dir="17880000">
              <a:srgbClr val="000000">
                <a:alpha val="46000"/>
              </a:srgbClr>
            </a:outerShdw>
          </a:effectLst>
        </p:spPr>
        <p:txBody>
          <a:bodyPr vert="horz" lIns="91440" tIns="45720" rIns="91440" bIns="45720" rtlCol="0" anchor="ctr">
            <a:normAutofit/>
          </a:bodyPr>
          <a:lstStyle>
            <a:lvl1pPr algn="ctr" defTabSz="457200" rtl="0" eaLnBrk="1" latinLnBrk="0" hangingPunct="1">
              <a:lnSpc>
                <a:spcPct val="90000"/>
              </a:lnSpc>
              <a:spcBef>
                <a:spcPct val="0"/>
              </a:spcBef>
              <a:buNone/>
              <a:defRPr sz="40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j-lt"/>
                <a:ea typeface="+mj-ea"/>
                <a:cs typeface="Trebuchet M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AU" sz="2800" dirty="0">
                <a:solidFill>
                  <a:srgbClr val="FF0000"/>
                </a:solidFill>
                <a:latin typeface="+mn-lt"/>
                <a:ea typeface="+mn-ea"/>
                <a:cs typeface="+mn-cs"/>
              </a:rPr>
              <a:t>level-2</a:t>
            </a:r>
          </a:p>
        </p:txBody>
      </p:sp>
      <p:sp>
        <p:nvSpPr>
          <p:cNvPr id="43" name="Title 3">
            <a:extLst>
              <a:ext uri="{FF2B5EF4-FFF2-40B4-BE49-F238E27FC236}">
                <a16:creationId xmlns:a16="http://schemas.microsoft.com/office/drawing/2014/main" id="{AE0C92A4-C20C-441F-A264-0FE65A675588}"/>
              </a:ext>
            </a:extLst>
          </p:cNvPr>
          <p:cNvSpPr txBox="1">
            <a:spLocks/>
          </p:cNvSpPr>
          <p:nvPr/>
        </p:nvSpPr>
        <p:spPr>
          <a:xfrm>
            <a:off x="7549217" y="557597"/>
            <a:ext cx="1881691" cy="545173"/>
          </a:xfrm>
          <a:prstGeom prst="rect">
            <a:avLst/>
          </a:prstGeom>
          <a:effectLst>
            <a:outerShdw blurRad="25400" dir="17880000">
              <a:srgbClr val="000000">
                <a:alpha val="46000"/>
              </a:srgbClr>
            </a:outerShdw>
          </a:effectLst>
        </p:spPr>
        <p:txBody>
          <a:bodyPr vert="horz" lIns="91440" tIns="45720" rIns="91440" bIns="45720" rtlCol="0" anchor="ctr">
            <a:normAutofit/>
          </a:bodyPr>
          <a:lstStyle>
            <a:lvl1pPr algn="ctr" defTabSz="457200" rtl="0" eaLnBrk="1" latinLnBrk="0" hangingPunct="1">
              <a:lnSpc>
                <a:spcPct val="90000"/>
              </a:lnSpc>
              <a:spcBef>
                <a:spcPct val="0"/>
              </a:spcBef>
              <a:buNone/>
              <a:defRPr sz="40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j-lt"/>
                <a:ea typeface="+mj-ea"/>
                <a:cs typeface="Trebuchet M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AU" sz="2800" dirty="0">
                <a:solidFill>
                  <a:srgbClr val="FF0000"/>
                </a:solidFill>
                <a:latin typeface="+mn-lt"/>
                <a:ea typeface="+mn-ea"/>
                <a:cs typeface="+mn-cs"/>
              </a:rPr>
              <a:t>level-1</a:t>
            </a:r>
          </a:p>
        </p:txBody>
      </p:sp>
    </p:spTree>
    <p:extLst>
      <p:ext uri="{BB962C8B-B14F-4D97-AF65-F5344CB8AC3E}">
        <p14:creationId xmlns:p14="http://schemas.microsoft.com/office/powerpoint/2010/main" val="418734450"/>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p:cNvSpPr>
            <a:spLocks noGrp="1"/>
          </p:cNvSpPr>
          <p:nvPr>
            <p:ph type="sldNum" sz="quarter" idx="12"/>
          </p:nvPr>
        </p:nvSpPr>
        <p:spPr/>
        <p:txBody>
          <a:bodyPr/>
          <a:lstStyle/>
          <a:p>
            <a:fld id="{55670E94-029C-4BA8-8D44-FBB339E4924F}" type="slidenum">
              <a:rPr lang="en-AU" smtClean="0">
                <a:solidFill>
                  <a:schemeClr val="tx1"/>
                </a:solidFill>
              </a:rPr>
              <a:pPr/>
              <a:t>28</a:t>
            </a:fld>
            <a:endParaRPr lang="en-AU" dirty="0">
              <a:solidFill>
                <a:schemeClr val="tx1"/>
              </a:solidFill>
            </a:endParaRPr>
          </a:p>
        </p:txBody>
      </p:sp>
      <p:sp>
        <p:nvSpPr>
          <p:cNvPr id="5" name="Rectangle 4"/>
          <p:cNvSpPr/>
          <p:nvPr/>
        </p:nvSpPr>
        <p:spPr>
          <a:xfrm>
            <a:off x="3764156" y="384043"/>
            <a:ext cx="3928041" cy="999066"/>
          </a:xfrm>
          <a:prstGeom prst="rect">
            <a:avLst/>
          </a:prstGeom>
          <a:solidFill>
            <a:schemeClr val="bg1"/>
          </a:solid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NZ" sz="2200" dirty="0">
                <a:solidFill>
                  <a:schemeClr val="tx1"/>
                </a:solidFill>
              </a:rPr>
              <a:t>1 gain an access to a user’s private information</a:t>
            </a:r>
          </a:p>
        </p:txBody>
      </p:sp>
      <p:cxnSp>
        <p:nvCxnSpPr>
          <p:cNvPr id="6" name="Straight Connector 5"/>
          <p:cNvCxnSpPr>
            <a:cxnSpLocks/>
            <a:stCxn id="5" idx="2"/>
            <a:endCxn id="7" idx="0"/>
          </p:cNvCxnSpPr>
          <p:nvPr/>
        </p:nvCxnSpPr>
        <p:spPr>
          <a:xfrm flipH="1">
            <a:off x="2718224" y="1383109"/>
            <a:ext cx="3009953" cy="727409"/>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7" name="Rounded Rectangle 6"/>
          <p:cNvSpPr/>
          <p:nvPr/>
        </p:nvSpPr>
        <p:spPr>
          <a:xfrm>
            <a:off x="1278791" y="2110518"/>
            <a:ext cx="2878865" cy="999067"/>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NZ" sz="2200" dirty="0">
                <a:solidFill>
                  <a:schemeClr val="tx1"/>
                </a:solidFill>
              </a:rPr>
              <a:t>1.1 gain direct access to the database</a:t>
            </a:r>
          </a:p>
        </p:txBody>
      </p:sp>
      <p:sp>
        <p:nvSpPr>
          <p:cNvPr id="8" name="Rounded Rectangle 7"/>
          <p:cNvSpPr/>
          <p:nvPr/>
        </p:nvSpPr>
        <p:spPr>
          <a:xfrm>
            <a:off x="4394553" y="2110519"/>
            <a:ext cx="2667247" cy="999066"/>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NZ" sz="2200" dirty="0">
                <a:solidFill>
                  <a:schemeClr val="tx1"/>
                </a:solidFill>
              </a:rPr>
              <a:t>1.2 login as a target user</a:t>
            </a:r>
          </a:p>
        </p:txBody>
      </p:sp>
      <p:sp>
        <p:nvSpPr>
          <p:cNvPr id="9" name="Rounded Rectangle 8"/>
          <p:cNvSpPr/>
          <p:nvPr/>
        </p:nvSpPr>
        <p:spPr>
          <a:xfrm>
            <a:off x="7298697" y="2110519"/>
            <a:ext cx="2667247" cy="999066"/>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NZ" sz="2200" dirty="0">
                <a:solidFill>
                  <a:schemeClr val="tx1"/>
                </a:solidFill>
              </a:rPr>
              <a:t>1.3 hijack user session</a:t>
            </a:r>
          </a:p>
        </p:txBody>
      </p:sp>
      <p:cxnSp>
        <p:nvCxnSpPr>
          <p:cNvPr id="17" name="Straight Connector 16"/>
          <p:cNvCxnSpPr>
            <a:cxnSpLocks/>
            <a:stCxn id="5" idx="2"/>
            <a:endCxn id="8" idx="0"/>
          </p:cNvCxnSpPr>
          <p:nvPr/>
        </p:nvCxnSpPr>
        <p:spPr>
          <a:xfrm>
            <a:off x="5728177" y="1383109"/>
            <a:ext cx="0" cy="72741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8" name="Straight Connector 17"/>
          <p:cNvCxnSpPr>
            <a:cxnSpLocks/>
            <a:stCxn id="5" idx="2"/>
            <a:endCxn id="9" idx="0"/>
          </p:cNvCxnSpPr>
          <p:nvPr/>
        </p:nvCxnSpPr>
        <p:spPr>
          <a:xfrm>
            <a:off x="5728177" y="1383109"/>
            <a:ext cx="2904144" cy="72741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10" name="Rounded Rectangle 10">
            <a:extLst>
              <a:ext uri="{FF2B5EF4-FFF2-40B4-BE49-F238E27FC236}">
                <a16:creationId xmlns:a16="http://schemas.microsoft.com/office/drawing/2014/main" id="{2C036C30-C5EA-4F19-8978-832C0165CF1B}"/>
              </a:ext>
            </a:extLst>
          </p:cNvPr>
          <p:cNvSpPr/>
          <p:nvPr/>
        </p:nvSpPr>
        <p:spPr>
          <a:xfrm>
            <a:off x="190824" y="3752329"/>
            <a:ext cx="3399043" cy="1253296"/>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NZ" sz="2200" dirty="0">
                <a:solidFill>
                  <a:schemeClr val="tx1"/>
                </a:solidFill>
              </a:rPr>
              <a:t>1.1.1 exploit a software vulnerability in the system</a:t>
            </a:r>
          </a:p>
        </p:txBody>
      </p:sp>
      <p:cxnSp>
        <p:nvCxnSpPr>
          <p:cNvPr id="11" name="Straight Connector 10">
            <a:extLst>
              <a:ext uri="{FF2B5EF4-FFF2-40B4-BE49-F238E27FC236}">
                <a16:creationId xmlns:a16="http://schemas.microsoft.com/office/drawing/2014/main" id="{8BB23C53-39B3-45A0-932F-7C70A20FC24F}"/>
              </a:ext>
            </a:extLst>
          </p:cNvPr>
          <p:cNvCxnSpPr>
            <a:cxnSpLocks/>
            <a:stCxn id="7" idx="2"/>
            <a:endCxn id="10" idx="0"/>
          </p:cNvCxnSpPr>
          <p:nvPr/>
        </p:nvCxnSpPr>
        <p:spPr>
          <a:xfrm flipH="1">
            <a:off x="1890346" y="3109585"/>
            <a:ext cx="827878" cy="6427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19" name="Rounded Rectangle 13">
            <a:extLst>
              <a:ext uri="{FF2B5EF4-FFF2-40B4-BE49-F238E27FC236}">
                <a16:creationId xmlns:a16="http://schemas.microsoft.com/office/drawing/2014/main" id="{D94C59C5-226B-48FA-AC32-E5D4ED75A4C7}"/>
              </a:ext>
            </a:extLst>
          </p:cNvPr>
          <p:cNvSpPr/>
          <p:nvPr/>
        </p:nvSpPr>
        <p:spPr>
          <a:xfrm>
            <a:off x="9181301" y="3752329"/>
            <a:ext cx="2665420" cy="1253296"/>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NZ" sz="2200" dirty="0">
                <a:solidFill>
                  <a:schemeClr val="tx1"/>
                </a:solidFill>
              </a:rPr>
              <a:t>1.3.1 steal user session cookie</a:t>
            </a:r>
          </a:p>
        </p:txBody>
      </p:sp>
      <p:cxnSp>
        <p:nvCxnSpPr>
          <p:cNvPr id="20" name="Straight Connector 19">
            <a:extLst>
              <a:ext uri="{FF2B5EF4-FFF2-40B4-BE49-F238E27FC236}">
                <a16:creationId xmlns:a16="http://schemas.microsoft.com/office/drawing/2014/main" id="{34275EBC-EB06-463D-9768-3136A45B2A8E}"/>
              </a:ext>
            </a:extLst>
          </p:cNvPr>
          <p:cNvCxnSpPr>
            <a:cxnSpLocks/>
            <a:stCxn id="9" idx="2"/>
            <a:endCxn id="19" idx="0"/>
          </p:cNvCxnSpPr>
          <p:nvPr/>
        </p:nvCxnSpPr>
        <p:spPr>
          <a:xfrm>
            <a:off x="8632321" y="3109585"/>
            <a:ext cx="1881690" cy="6427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22" name="Rounded Rectangle 11">
            <a:extLst>
              <a:ext uri="{FF2B5EF4-FFF2-40B4-BE49-F238E27FC236}">
                <a16:creationId xmlns:a16="http://schemas.microsoft.com/office/drawing/2014/main" id="{F15A1BFD-0CE5-42D3-973C-87E746E01E64}"/>
              </a:ext>
            </a:extLst>
          </p:cNvPr>
          <p:cNvSpPr/>
          <p:nvPr/>
        </p:nvSpPr>
        <p:spPr>
          <a:xfrm>
            <a:off x="3943543" y="3752329"/>
            <a:ext cx="1958488" cy="1253296"/>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NZ" sz="2200" dirty="0">
                <a:solidFill>
                  <a:schemeClr val="tx1"/>
                </a:solidFill>
              </a:rPr>
              <a:t>1.2.1 brute-force login</a:t>
            </a:r>
          </a:p>
        </p:txBody>
      </p:sp>
      <p:sp>
        <p:nvSpPr>
          <p:cNvPr id="23" name="Rounded Rectangle 12">
            <a:extLst>
              <a:ext uri="{FF2B5EF4-FFF2-40B4-BE49-F238E27FC236}">
                <a16:creationId xmlns:a16="http://schemas.microsoft.com/office/drawing/2014/main" id="{6691EEBD-2317-42B5-B2B1-017891B1A73B}"/>
              </a:ext>
            </a:extLst>
          </p:cNvPr>
          <p:cNvSpPr/>
          <p:nvPr/>
        </p:nvSpPr>
        <p:spPr>
          <a:xfrm>
            <a:off x="6289971" y="3752329"/>
            <a:ext cx="2665419" cy="1253296"/>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NZ" sz="2200" dirty="0">
                <a:solidFill>
                  <a:schemeClr val="tx1"/>
                </a:solidFill>
              </a:rPr>
              <a:t>1.2.2 steal user private credentials</a:t>
            </a:r>
          </a:p>
        </p:txBody>
      </p:sp>
      <p:cxnSp>
        <p:nvCxnSpPr>
          <p:cNvPr id="24" name="Straight Connector 23">
            <a:extLst>
              <a:ext uri="{FF2B5EF4-FFF2-40B4-BE49-F238E27FC236}">
                <a16:creationId xmlns:a16="http://schemas.microsoft.com/office/drawing/2014/main" id="{34CA2EB8-00D2-431F-B330-F60CC068FC65}"/>
              </a:ext>
            </a:extLst>
          </p:cNvPr>
          <p:cNvCxnSpPr>
            <a:cxnSpLocks/>
            <a:stCxn id="8" idx="2"/>
            <a:endCxn id="22" idx="0"/>
          </p:cNvCxnSpPr>
          <p:nvPr/>
        </p:nvCxnSpPr>
        <p:spPr>
          <a:xfrm flipH="1">
            <a:off x="4922787" y="3109585"/>
            <a:ext cx="805390" cy="6427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7" name="Straight Connector 26">
            <a:extLst>
              <a:ext uri="{FF2B5EF4-FFF2-40B4-BE49-F238E27FC236}">
                <a16:creationId xmlns:a16="http://schemas.microsoft.com/office/drawing/2014/main" id="{BCD34379-1273-40FC-BA3D-3A72F6C11760}"/>
              </a:ext>
            </a:extLst>
          </p:cNvPr>
          <p:cNvCxnSpPr>
            <a:cxnSpLocks/>
            <a:stCxn id="8" idx="2"/>
            <a:endCxn id="23" idx="0"/>
          </p:cNvCxnSpPr>
          <p:nvPr/>
        </p:nvCxnSpPr>
        <p:spPr>
          <a:xfrm>
            <a:off x="5728177" y="3109585"/>
            <a:ext cx="1894504" cy="6427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21" name="Rounded Rectangle 26">
            <a:extLst>
              <a:ext uri="{FF2B5EF4-FFF2-40B4-BE49-F238E27FC236}">
                <a16:creationId xmlns:a16="http://schemas.microsoft.com/office/drawing/2014/main" id="{48AEA7A6-8293-4E2E-A8F3-8B354ACD9109}"/>
              </a:ext>
            </a:extLst>
          </p:cNvPr>
          <p:cNvSpPr/>
          <p:nvPr/>
        </p:nvSpPr>
        <p:spPr>
          <a:xfrm>
            <a:off x="2216873" y="5674868"/>
            <a:ext cx="2347646" cy="886917"/>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NZ" sz="2200" dirty="0">
                <a:solidFill>
                  <a:schemeClr val="tx1"/>
                </a:solidFill>
              </a:rPr>
              <a:t>1.2.1.1 identify a target username</a:t>
            </a:r>
          </a:p>
        </p:txBody>
      </p:sp>
      <p:sp>
        <p:nvSpPr>
          <p:cNvPr id="25" name="Rounded Rectangle 27">
            <a:extLst>
              <a:ext uri="{FF2B5EF4-FFF2-40B4-BE49-F238E27FC236}">
                <a16:creationId xmlns:a16="http://schemas.microsoft.com/office/drawing/2014/main" id="{EDA5D8E8-4AF7-4C72-99BE-F499FEC9E682}"/>
              </a:ext>
            </a:extLst>
          </p:cNvPr>
          <p:cNvSpPr/>
          <p:nvPr/>
        </p:nvSpPr>
        <p:spPr>
          <a:xfrm>
            <a:off x="5297561" y="5674868"/>
            <a:ext cx="2825098" cy="886917"/>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NZ" sz="2200" dirty="0">
                <a:solidFill>
                  <a:schemeClr val="tx1"/>
                </a:solidFill>
              </a:rPr>
              <a:t>1.2.1.2 identify a target user password</a:t>
            </a:r>
          </a:p>
        </p:txBody>
      </p:sp>
      <p:cxnSp>
        <p:nvCxnSpPr>
          <p:cNvPr id="26" name="Straight Connector 25">
            <a:extLst>
              <a:ext uri="{FF2B5EF4-FFF2-40B4-BE49-F238E27FC236}">
                <a16:creationId xmlns:a16="http://schemas.microsoft.com/office/drawing/2014/main" id="{C6CCF372-A0D7-4F6A-ACFB-261A163BFD95}"/>
              </a:ext>
            </a:extLst>
          </p:cNvPr>
          <p:cNvCxnSpPr>
            <a:cxnSpLocks/>
            <a:stCxn id="22" idx="2"/>
            <a:endCxn id="21" idx="0"/>
          </p:cNvCxnSpPr>
          <p:nvPr/>
        </p:nvCxnSpPr>
        <p:spPr>
          <a:xfrm flipH="1">
            <a:off x="3390696" y="5005625"/>
            <a:ext cx="1532091" cy="669243"/>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8" name="Straight Connector 27">
            <a:extLst>
              <a:ext uri="{FF2B5EF4-FFF2-40B4-BE49-F238E27FC236}">
                <a16:creationId xmlns:a16="http://schemas.microsoft.com/office/drawing/2014/main" id="{51396790-B262-44A9-A46E-3C3965A45178}"/>
              </a:ext>
            </a:extLst>
          </p:cNvPr>
          <p:cNvCxnSpPr>
            <a:cxnSpLocks/>
            <a:stCxn id="22" idx="2"/>
            <a:endCxn id="25" idx="0"/>
          </p:cNvCxnSpPr>
          <p:nvPr/>
        </p:nvCxnSpPr>
        <p:spPr>
          <a:xfrm>
            <a:off x="4922787" y="5005625"/>
            <a:ext cx="1787323" cy="669243"/>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29" name="Freeform 30">
            <a:extLst>
              <a:ext uri="{FF2B5EF4-FFF2-40B4-BE49-F238E27FC236}">
                <a16:creationId xmlns:a16="http://schemas.microsoft.com/office/drawing/2014/main" id="{5B0A19D0-C4AD-46C3-BE93-66A81168DC00}"/>
              </a:ext>
            </a:extLst>
          </p:cNvPr>
          <p:cNvSpPr/>
          <p:nvPr/>
        </p:nvSpPr>
        <p:spPr>
          <a:xfrm>
            <a:off x="4677793" y="5110687"/>
            <a:ext cx="489987" cy="162181"/>
          </a:xfrm>
          <a:custGeom>
            <a:avLst/>
            <a:gdLst>
              <a:gd name="connsiteX0" fmla="*/ 0 w 476250"/>
              <a:gd name="connsiteY0" fmla="*/ 0 h 142944"/>
              <a:gd name="connsiteX1" fmla="*/ 228600 w 476250"/>
              <a:gd name="connsiteY1" fmla="*/ 142875 h 142944"/>
              <a:gd name="connsiteX2" fmla="*/ 476250 w 476250"/>
              <a:gd name="connsiteY2" fmla="*/ 19050 h 142944"/>
              <a:gd name="connsiteX0" fmla="*/ 0 w 476250"/>
              <a:gd name="connsiteY0" fmla="*/ 0 h 142978"/>
              <a:gd name="connsiteX1" fmla="*/ 228600 w 476250"/>
              <a:gd name="connsiteY1" fmla="*/ 142875 h 142978"/>
              <a:gd name="connsiteX2" fmla="*/ 476250 w 476250"/>
              <a:gd name="connsiteY2" fmla="*/ 19050 h 142978"/>
              <a:gd name="connsiteX0" fmla="*/ 0 w 476250"/>
              <a:gd name="connsiteY0" fmla="*/ 0 h 147735"/>
              <a:gd name="connsiteX1" fmla="*/ 247650 w 476250"/>
              <a:gd name="connsiteY1" fmla="*/ 147638 h 147735"/>
              <a:gd name="connsiteX2" fmla="*/ 476250 w 476250"/>
              <a:gd name="connsiteY2" fmla="*/ 19050 h 147735"/>
              <a:gd name="connsiteX0" fmla="*/ 0 w 476250"/>
              <a:gd name="connsiteY0" fmla="*/ 0 h 147661"/>
              <a:gd name="connsiteX1" fmla="*/ 247650 w 476250"/>
              <a:gd name="connsiteY1" fmla="*/ 147638 h 147661"/>
              <a:gd name="connsiteX2" fmla="*/ 476250 w 476250"/>
              <a:gd name="connsiteY2" fmla="*/ 19050 h 147661"/>
              <a:gd name="connsiteX0" fmla="*/ 0 w 464344"/>
              <a:gd name="connsiteY0" fmla="*/ 0 h 147690"/>
              <a:gd name="connsiteX1" fmla="*/ 247650 w 464344"/>
              <a:gd name="connsiteY1" fmla="*/ 147638 h 147690"/>
              <a:gd name="connsiteX2" fmla="*/ 464344 w 464344"/>
              <a:gd name="connsiteY2" fmla="*/ 14288 h 147690"/>
              <a:gd name="connsiteX0" fmla="*/ 0 w 464344"/>
              <a:gd name="connsiteY0" fmla="*/ 0 h 147701"/>
              <a:gd name="connsiteX1" fmla="*/ 247650 w 464344"/>
              <a:gd name="connsiteY1" fmla="*/ 147638 h 147701"/>
              <a:gd name="connsiteX2" fmla="*/ 464344 w 464344"/>
              <a:gd name="connsiteY2" fmla="*/ 14288 h 147701"/>
              <a:gd name="connsiteX0" fmla="*/ 0 w 464344"/>
              <a:gd name="connsiteY0" fmla="*/ 0 h 147701"/>
              <a:gd name="connsiteX1" fmla="*/ 247650 w 464344"/>
              <a:gd name="connsiteY1" fmla="*/ 147638 h 147701"/>
              <a:gd name="connsiteX2" fmla="*/ 464344 w 464344"/>
              <a:gd name="connsiteY2" fmla="*/ 14288 h 147701"/>
              <a:gd name="connsiteX0" fmla="*/ 0 w 464344"/>
              <a:gd name="connsiteY0" fmla="*/ 0 h 147701"/>
              <a:gd name="connsiteX1" fmla="*/ 247650 w 464344"/>
              <a:gd name="connsiteY1" fmla="*/ 147638 h 147701"/>
              <a:gd name="connsiteX2" fmla="*/ 464344 w 464344"/>
              <a:gd name="connsiteY2" fmla="*/ 14288 h 147701"/>
              <a:gd name="connsiteX0" fmla="*/ 0 w 464344"/>
              <a:gd name="connsiteY0" fmla="*/ 0 h 150080"/>
              <a:gd name="connsiteX1" fmla="*/ 204788 w 464344"/>
              <a:gd name="connsiteY1" fmla="*/ 150019 h 150080"/>
              <a:gd name="connsiteX2" fmla="*/ 464344 w 464344"/>
              <a:gd name="connsiteY2" fmla="*/ 14288 h 150080"/>
            </a:gdLst>
            <a:ahLst/>
            <a:cxnLst>
              <a:cxn ang="0">
                <a:pos x="connsiteX0" y="connsiteY0"/>
              </a:cxn>
              <a:cxn ang="0">
                <a:pos x="connsiteX1" y="connsiteY1"/>
              </a:cxn>
              <a:cxn ang="0">
                <a:pos x="connsiteX2" y="connsiteY2"/>
              </a:cxn>
            </a:cxnLst>
            <a:rect l="l" t="t" r="r" b="b"/>
            <a:pathLst>
              <a:path w="464344" h="150080">
                <a:moveTo>
                  <a:pt x="0" y="0"/>
                </a:moveTo>
                <a:cubicBezTo>
                  <a:pt x="67468" y="100806"/>
                  <a:pt x="127397" y="147638"/>
                  <a:pt x="204788" y="150019"/>
                </a:cubicBezTo>
                <a:cubicBezTo>
                  <a:pt x="282179" y="152400"/>
                  <a:pt x="407989" y="84932"/>
                  <a:pt x="464344" y="14288"/>
                </a:cubicBezTo>
              </a:path>
            </a:pathLst>
          </a:cu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Z" sz="1867">
              <a:solidFill>
                <a:schemeClr val="tx1"/>
              </a:solidFill>
            </a:endParaRPr>
          </a:p>
        </p:txBody>
      </p:sp>
      <p:sp>
        <p:nvSpPr>
          <p:cNvPr id="30" name="Oval 29">
            <a:extLst>
              <a:ext uri="{FF2B5EF4-FFF2-40B4-BE49-F238E27FC236}">
                <a16:creationId xmlns:a16="http://schemas.microsoft.com/office/drawing/2014/main" id="{AB4598D5-F164-4547-BBAB-3C8393AF0598}"/>
              </a:ext>
            </a:extLst>
          </p:cNvPr>
          <p:cNvSpPr/>
          <p:nvPr/>
        </p:nvSpPr>
        <p:spPr>
          <a:xfrm>
            <a:off x="1915019" y="5402281"/>
            <a:ext cx="616416" cy="545173"/>
          </a:xfrm>
          <a:prstGeom prst="ellipse">
            <a:avLst/>
          </a:prstGeom>
        </p:spPr>
        <p:style>
          <a:lnRef idx="0">
            <a:schemeClr val="accent1"/>
          </a:lnRef>
          <a:fillRef idx="3">
            <a:schemeClr val="accent1"/>
          </a:fillRef>
          <a:effectRef idx="3">
            <a:schemeClr val="accent1"/>
          </a:effectRef>
          <a:fontRef idx="minor">
            <a:schemeClr val="lt1"/>
          </a:fontRef>
        </p:style>
        <p:txBody>
          <a:bodyPr rtlCol="0" anchor="ctr"/>
          <a:lstStyle/>
          <a:p>
            <a:pPr algn="ctr"/>
            <a:r>
              <a:rPr lang="en-AU" sz="4267" b="1" dirty="0">
                <a:solidFill>
                  <a:schemeClr val="tx1"/>
                </a:solidFill>
              </a:rPr>
              <a:t>P</a:t>
            </a:r>
          </a:p>
        </p:txBody>
      </p:sp>
      <p:sp>
        <p:nvSpPr>
          <p:cNvPr id="31" name="Oval 30">
            <a:extLst>
              <a:ext uri="{FF2B5EF4-FFF2-40B4-BE49-F238E27FC236}">
                <a16:creationId xmlns:a16="http://schemas.microsoft.com/office/drawing/2014/main" id="{508C91C8-10D4-44EF-BBF4-7ADAA0445AB9}"/>
              </a:ext>
            </a:extLst>
          </p:cNvPr>
          <p:cNvSpPr/>
          <p:nvPr/>
        </p:nvSpPr>
        <p:spPr>
          <a:xfrm>
            <a:off x="5005219" y="5441163"/>
            <a:ext cx="616416" cy="545173"/>
          </a:xfrm>
          <a:prstGeom prst="ellipse">
            <a:avLst/>
          </a:prstGeom>
        </p:spPr>
        <p:style>
          <a:lnRef idx="0">
            <a:schemeClr val="accent1"/>
          </a:lnRef>
          <a:fillRef idx="3">
            <a:schemeClr val="accent1"/>
          </a:fillRef>
          <a:effectRef idx="3">
            <a:schemeClr val="accent1"/>
          </a:effectRef>
          <a:fontRef idx="minor">
            <a:schemeClr val="lt1"/>
          </a:fontRef>
        </p:style>
        <p:txBody>
          <a:bodyPr rtlCol="0" anchor="ctr"/>
          <a:lstStyle/>
          <a:p>
            <a:pPr algn="ctr"/>
            <a:r>
              <a:rPr lang="en-AU" sz="4267" b="1" dirty="0">
                <a:solidFill>
                  <a:schemeClr val="tx1"/>
                </a:solidFill>
              </a:rPr>
              <a:t>I</a:t>
            </a:r>
          </a:p>
        </p:txBody>
      </p:sp>
      <p:sp>
        <p:nvSpPr>
          <p:cNvPr id="32" name="Oval 31">
            <a:extLst>
              <a:ext uri="{FF2B5EF4-FFF2-40B4-BE49-F238E27FC236}">
                <a16:creationId xmlns:a16="http://schemas.microsoft.com/office/drawing/2014/main" id="{54A25A00-115A-492C-BA33-4B607B747252}"/>
              </a:ext>
            </a:extLst>
          </p:cNvPr>
          <p:cNvSpPr/>
          <p:nvPr/>
        </p:nvSpPr>
        <p:spPr>
          <a:xfrm>
            <a:off x="83046" y="3479742"/>
            <a:ext cx="616416" cy="545173"/>
          </a:xfrm>
          <a:prstGeom prst="ellipse">
            <a:avLst/>
          </a:prstGeom>
        </p:spPr>
        <p:style>
          <a:lnRef idx="0">
            <a:schemeClr val="accent1"/>
          </a:lnRef>
          <a:fillRef idx="3">
            <a:schemeClr val="accent1"/>
          </a:fillRef>
          <a:effectRef idx="3">
            <a:schemeClr val="accent1"/>
          </a:effectRef>
          <a:fontRef idx="minor">
            <a:schemeClr val="lt1"/>
          </a:fontRef>
        </p:style>
        <p:txBody>
          <a:bodyPr rtlCol="0" anchor="ctr"/>
          <a:lstStyle/>
          <a:p>
            <a:pPr algn="ctr"/>
            <a:r>
              <a:rPr lang="en-AU" sz="4267" b="1" dirty="0">
                <a:solidFill>
                  <a:schemeClr val="tx1"/>
                </a:solidFill>
              </a:rPr>
              <a:t>I</a:t>
            </a:r>
          </a:p>
        </p:txBody>
      </p:sp>
      <p:sp>
        <p:nvSpPr>
          <p:cNvPr id="33" name="Oval 32">
            <a:extLst>
              <a:ext uri="{FF2B5EF4-FFF2-40B4-BE49-F238E27FC236}">
                <a16:creationId xmlns:a16="http://schemas.microsoft.com/office/drawing/2014/main" id="{FA824842-60D5-4E37-9453-8F6F3B01DA78}"/>
              </a:ext>
            </a:extLst>
          </p:cNvPr>
          <p:cNvSpPr/>
          <p:nvPr/>
        </p:nvSpPr>
        <p:spPr>
          <a:xfrm>
            <a:off x="6070476" y="3479741"/>
            <a:ext cx="616416" cy="545173"/>
          </a:xfrm>
          <a:prstGeom prst="ellipse">
            <a:avLst/>
          </a:prstGeom>
        </p:spPr>
        <p:style>
          <a:lnRef idx="0">
            <a:schemeClr val="accent1"/>
          </a:lnRef>
          <a:fillRef idx="3">
            <a:schemeClr val="accent1"/>
          </a:fillRef>
          <a:effectRef idx="3">
            <a:schemeClr val="accent1"/>
          </a:effectRef>
          <a:fontRef idx="minor">
            <a:schemeClr val="lt1"/>
          </a:fontRef>
        </p:style>
        <p:txBody>
          <a:bodyPr rtlCol="0" anchor="ctr"/>
          <a:lstStyle/>
          <a:p>
            <a:pPr algn="ctr"/>
            <a:r>
              <a:rPr lang="en-AU" sz="4267" b="1" dirty="0">
                <a:solidFill>
                  <a:schemeClr val="tx1"/>
                </a:solidFill>
              </a:rPr>
              <a:t>P</a:t>
            </a:r>
          </a:p>
        </p:txBody>
      </p:sp>
      <p:sp>
        <p:nvSpPr>
          <p:cNvPr id="34" name="Oval 33">
            <a:extLst>
              <a:ext uri="{FF2B5EF4-FFF2-40B4-BE49-F238E27FC236}">
                <a16:creationId xmlns:a16="http://schemas.microsoft.com/office/drawing/2014/main" id="{2C239F9B-A794-4B58-A171-FCF382BCF3A7}"/>
              </a:ext>
            </a:extLst>
          </p:cNvPr>
          <p:cNvSpPr/>
          <p:nvPr/>
        </p:nvSpPr>
        <p:spPr>
          <a:xfrm>
            <a:off x="9122700" y="3479742"/>
            <a:ext cx="616416" cy="545173"/>
          </a:xfrm>
          <a:prstGeom prst="ellipse">
            <a:avLst/>
          </a:prstGeom>
        </p:spPr>
        <p:style>
          <a:lnRef idx="0">
            <a:schemeClr val="accent1"/>
          </a:lnRef>
          <a:fillRef idx="3">
            <a:schemeClr val="accent1"/>
          </a:fillRef>
          <a:effectRef idx="3">
            <a:schemeClr val="accent1"/>
          </a:effectRef>
          <a:fontRef idx="minor">
            <a:schemeClr val="lt1"/>
          </a:fontRef>
        </p:style>
        <p:txBody>
          <a:bodyPr rtlCol="0" anchor="ctr"/>
          <a:lstStyle/>
          <a:p>
            <a:pPr algn="ctr"/>
            <a:r>
              <a:rPr lang="en-AU" sz="4267" b="1" dirty="0">
                <a:solidFill>
                  <a:schemeClr val="tx1"/>
                </a:solidFill>
              </a:rPr>
              <a:t>I</a:t>
            </a:r>
          </a:p>
        </p:txBody>
      </p:sp>
      <p:sp>
        <p:nvSpPr>
          <p:cNvPr id="35" name="Oval 34">
            <a:extLst>
              <a:ext uri="{FF2B5EF4-FFF2-40B4-BE49-F238E27FC236}">
                <a16:creationId xmlns:a16="http://schemas.microsoft.com/office/drawing/2014/main" id="{D3F166B9-56B3-4CFA-81C0-7F8301DF6A79}"/>
              </a:ext>
            </a:extLst>
          </p:cNvPr>
          <p:cNvSpPr/>
          <p:nvPr/>
        </p:nvSpPr>
        <p:spPr>
          <a:xfrm>
            <a:off x="3734046" y="3496760"/>
            <a:ext cx="616416" cy="545173"/>
          </a:xfrm>
          <a:prstGeom prst="ellipse">
            <a:avLst/>
          </a:prstGeom>
        </p:spPr>
        <p:style>
          <a:lnRef idx="0">
            <a:schemeClr val="accent1"/>
          </a:lnRef>
          <a:fillRef idx="3">
            <a:schemeClr val="accent1"/>
          </a:fillRef>
          <a:effectRef idx="3">
            <a:schemeClr val="accent1"/>
          </a:effectRef>
          <a:fontRef idx="minor">
            <a:schemeClr val="lt1"/>
          </a:fontRef>
        </p:style>
        <p:txBody>
          <a:bodyPr rtlCol="0" anchor="ctr"/>
          <a:lstStyle/>
          <a:p>
            <a:pPr algn="ctr"/>
            <a:r>
              <a:rPr lang="en-AU" sz="4267" b="1" dirty="0">
                <a:solidFill>
                  <a:schemeClr val="tx1"/>
                </a:solidFill>
              </a:rPr>
              <a:t>I</a:t>
            </a:r>
          </a:p>
        </p:txBody>
      </p:sp>
      <p:sp>
        <p:nvSpPr>
          <p:cNvPr id="36" name="Oval 35">
            <a:extLst>
              <a:ext uri="{FF2B5EF4-FFF2-40B4-BE49-F238E27FC236}">
                <a16:creationId xmlns:a16="http://schemas.microsoft.com/office/drawing/2014/main" id="{D7052A90-879E-4394-93C6-AFA769801788}"/>
              </a:ext>
            </a:extLst>
          </p:cNvPr>
          <p:cNvSpPr/>
          <p:nvPr/>
        </p:nvSpPr>
        <p:spPr>
          <a:xfrm>
            <a:off x="4136534" y="1684751"/>
            <a:ext cx="786245" cy="618834"/>
          </a:xfrm>
          <a:prstGeom prst="ellipse">
            <a:avLst/>
          </a:prstGeom>
        </p:spPr>
        <p:style>
          <a:lnRef idx="0">
            <a:schemeClr val="accent1"/>
          </a:lnRef>
          <a:fillRef idx="3">
            <a:schemeClr val="accent1"/>
          </a:fillRef>
          <a:effectRef idx="3">
            <a:schemeClr val="accent1"/>
          </a:effectRef>
          <a:fontRef idx="minor">
            <a:schemeClr val="lt1"/>
          </a:fontRef>
        </p:style>
        <p:txBody>
          <a:bodyPr rtlCol="0" anchor="ctr"/>
          <a:lstStyle/>
          <a:p>
            <a:pPr algn="ctr"/>
            <a:r>
              <a:rPr lang="en-AU" sz="4267" b="1" dirty="0">
                <a:solidFill>
                  <a:schemeClr val="tx1"/>
                </a:solidFill>
              </a:rPr>
              <a:t>P</a:t>
            </a:r>
          </a:p>
        </p:txBody>
      </p:sp>
      <p:sp>
        <p:nvSpPr>
          <p:cNvPr id="37" name="Oval 36">
            <a:extLst>
              <a:ext uri="{FF2B5EF4-FFF2-40B4-BE49-F238E27FC236}">
                <a16:creationId xmlns:a16="http://schemas.microsoft.com/office/drawing/2014/main" id="{E7ABCA21-1287-47D6-8C40-454F344C4320}"/>
              </a:ext>
            </a:extLst>
          </p:cNvPr>
          <p:cNvSpPr/>
          <p:nvPr/>
        </p:nvSpPr>
        <p:spPr>
          <a:xfrm>
            <a:off x="905730" y="1684751"/>
            <a:ext cx="786245" cy="618834"/>
          </a:xfrm>
          <a:prstGeom prst="ellipse">
            <a:avLst/>
          </a:prstGeom>
        </p:spPr>
        <p:style>
          <a:lnRef idx="0">
            <a:schemeClr val="accent1"/>
          </a:lnRef>
          <a:fillRef idx="3">
            <a:schemeClr val="accent1"/>
          </a:fillRef>
          <a:effectRef idx="3">
            <a:schemeClr val="accent1"/>
          </a:effectRef>
          <a:fontRef idx="minor">
            <a:schemeClr val="lt1"/>
          </a:fontRef>
        </p:style>
        <p:txBody>
          <a:bodyPr rtlCol="0" anchor="ctr"/>
          <a:lstStyle/>
          <a:p>
            <a:pPr algn="ctr"/>
            <a:r>
              <a:rPr lang="en-AU" sz="4267" b="1" dirty="0">
                <a:solidFill>
                  <a:schemeClr val="tx1"/>
                </a:solidFill>
              </a:rPr>
              <a:t>I</a:t>
            </a:r>
          </a:p>
        </p:txBody>
      </p:sp>
      <p:sp>
        <p:nvSpPr>
          <p:cNvPr id="38" name="Oval 37">
            <a:extLst>
              <a:ext uri="{FF2B5EF4-FFF2-40B4-BE49-F238E27FC236}">
                <a16:creationId xmlns:a16="http://schemas.microsoft.com/office/drawing/2014/main" id="{83FBF910-8FE1-4FE7-9762-62E47DECE712}"/>
              </a:ext>
            </a:extLst>
          </p:cNvPr>
          <p:cNvSpPr/>
          <p:nvPr/>
        </p:nvSpPr>
        <p:spPr>
          <a:xfrm>
            <a:off x="7088832" y="1684751"/>
            <a:ext cx="786245" cy="618834"/>
          </a:xfrm>
          <a:prstGeom prst="ellipse">
            <a:avLst/>
          </a:prstGeom>
        </p:spPr>
        <p:style>
          <a:lnRef idx="0">
            <a:schemeClr val="accent1"/>
          </a:lnRef>
          <a:fillRef idx="3">
            <a:schemeClr val="accent1"/>
          </a:fillRef>
          <a:effectRef idx="3">
            <a:schemeClr val="accent1"/>
          </a:effectRef>
          <a:fontRef idx="minor">
            <a:schemeClr val="lt1"/>
          </a:fontRef>
        </p:style>
        <p:txBody>
          <a:bodyPr rtlCol="0" anchor="ctr"/>
          <a:lstStyle/>
          <a:p>
            <a:pPr algn="ctr"/>
            <a:r>
              <a:rPr lang="en-AU" sz="4267" b="1" dirty="0">
                <a:solidFill>
                  <a:schemeClr val="tx1"/>
                </a:solidFill>
              </a:rPr>
              <a:t>I</a:t>
            </a:r>
          </a:p>
        </p:txBody>
      </p:sp>
      <p:sp>
        <p:nvSpPr>
          <p:cNvPr id="39" name="Oval 38">
            <a:extLst>
              <a:ext uri="{FF2B5EF4-FFF2-40B4-BE49-F238E27FC236}">
                <a16:creationId xmlns:a16="http://schemas.microsoft.com/office/drawing/2014/main" id="{2180132B-9FC1-46FF-9613-93DB0E9BFAD7}"/>
              </a:ext>
            </a:extLst>
          </p:cNvPr>
          <p:cNvSpPr/>
          <p:nvPr/>
        </p:nvSpPr>
        <p:spPr>
          <a:xfrm>
            <a:off x="3256009" y="39903"/>
            <a:ext cx="786245" cy="618834"/>
          </a:xfrm>
          <a:prstGeom prst="ellipse">
            <a:avLst/>
          </a:prstGeom>
        </p:spPr>
        <p:style>
          <a:lnRef idx="0">
            <a:schemeClr val="accent1"/>
          </a:lnRef>
          <a:fillRef idx="3">
            <a:schemeClr val="accent1"/>
          </a:fillRef>
          <a:effectRef idx="3">
            <a:schemeClr val="accent1"/>
          </a:effectRef>
          <a:fontRef idx="minor">
            <a:schemeClr val="lt1"/>
          </a:fontRef>
        </p:style>
        <p:txBody>
          <a:bodyPr rtlCol="0" anchor="ctr"/>
          <a:lstStyle/>
          <a:p>
            <a:pPr algn="ctr"/>
            <a:r>
              <a:rPr lang="en-AU" sz="4267" b="1" dirty="0">
                <a:solidFill>
                  <a:schemeClr val="tx1"/>
                </a:solidFill>
              </a:rPr>
              <a:t>P</a:t>
            </a:r>
          </a:p>
        </p:txBody>
      </p:sp>
      <p:sp>
        <p:nvSpPr>
          <p:cNvPr id="40" name="Title 3">
            <a:extLst>
              <a:ext uri="{FF2B5EF4-FFF2-40B4-BE49-F238E27FC236}">
                <a16:creationId xmlns:a16="http://schemas.microsoft.com/office/drawing/2014/main" id="{D748E559-9774-4B9D-BB11-DA4DB6A74DE0}"/>
              </a:ext>
            </a:extLst>
          </p:cNvPr>
          <p:cNvSpPr txBox="1">
            <a:spLocks/>
          </p:cNvSpPr>
          <p:nvPr/>
        </p:nvSpPr>
        <p:spPr>
          <a:xfrm>
            <a:off x="7944642" y="5818617"/>
            <a:ext cx="1881691" cy="545173"/>
          </a:xfrm>
          <a:prstGeom prst="rect">
            <a:avLst/>
          </a:prstGeom>
          <a:effectLst>
            <a:outerShdw blurRad="25400" dir="17880000">
              <a:srgbClr val="000000">
                <a:alpha val="46000"/>
              </a:srgbClr>
            </a:outerShdw>
          </a:effectLst>
        </p:spPr>
        <p:txBody>
          <a:bodyPr vert="horz" lIns="91440" tIns="45720" rIns="91440" bIns="45720" rtlCol="0" anchor="ctr">
            <a:normAutofit/>
          </a:bodyPr>
          <a:lstStyle>
            <a:lvl1pPr algn="ctr" defTabSz="457200" rtl="0" eaLnBrk="1" latinLnBrk="0" hangingPunct="1">
              <a:lnSpc>
                <a:spcPct val="90000"/>
              </a:lnSpc>
              <a:spcBef>
                <a:spcPct val="0"/>
              </a:spcBef>
              <a:buNone/>
              <a:defRPr sz="40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j-lt"/>
                <a:ea typeface="+mj-ea"/>
                <a:cs typeface="Trebuchet M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AU" sz="2800" dirty="0">
                <a:solidFill>
                  <a:srgbClr val="FF0000"/>
                </a:solidFill>
                <a:latin typeface="+mn-lt"/>
                <a:ea typeface="+mn-ea"/>
                <a:cs typeface="+mn-cs"/>
              </a:rPr>
              <a:t>level-4</a:t>
            </a:r>
          </a:p>
        </p:txBody>
      </p:sp>
      <p:sp>
        <p:nvSpPr>
          <p:cNvPr id="41" name="Title 3">
            <a:extLst>
              <a:ext uri="{FF2B5EF4-FFF2-40B4-BE49-F238E27FC236}">
                <a16:creationId xmlns:a16="http://schemas.microsoft.com/office/drawing/2014/main" id="{22FF269C-F1BF-4735-AA8C-1A0648D8050C}"/>
              </a:ext>
            </a:extLst>
          </p:cNvPr>
          <p:cNvSpPr txBox="1">
            <a:spLocks/>
          </p:cNvSpPr>
          <p:nvPr/>
        </p:nvSpPr>
        <p:spPr>
          <a:xfrm>
            <a:off x="10227263" y="3224173"/>
            <a:ext cx="1881691" cy="545173"/>
          </a:xfrm>
          <a:prstGeom prst="rect">
            <a:avLst/>
          </a:prstGeom>
          <a:effectLst>
            <a:outerShdw blurRad="25400" dir="17880000">
              <a:srgbClr val="000000">
                <a:alpha val="46000"/>
              </a:srgbClr>
            </a:outerShdw>
          </a:effectLst>
        </p:spPr>
        <p:txBody>
          <a:bodyPr vert="horz" lIns="91440" tIns="45720" rIns="91440" bIns="45720" rtlCol="0" anchor="ctr">
            <a:normAutofit/>
          </a:bodyPr>
          <a:lstStyle>
            <a:lvl1pPr algn="ctr" defTabSz="457200" rtl="0" eaLnBrk="1" latinLnBrk="0" hangingPunct="1">
              <a:lnSpc>
                <a:spcPct val="90000"/>
              </a:lnSpc>
              <a:spcBef>
                <a:spcPct val="0"/>
              </a:spcBef>
              <a:buNone/>
              <a:defRPr sz="40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j-lt"/>
                <a:ea typeface="+mj-ea"/>
                <a:cs typeface="Trebuchet M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AU" sz="2800" dirty="0">
                <a:solidFill>
                  <a:srgbClr val="FF0000"/>
                </a:solidFill>
                <a:latin typeface="+mn-lt"/>
                <a:ea typeface="+mn-ea"/>
                <a:cs typeface="+mn-cs"/>
              </a:rPr>
              <a:t>level-3</a:t>
            </a:r>
          </a:p>
        </p:txBody>
      </p:sp>
      <p:sp>
        <p:nvSpPr>
          <p:cNvPr id="42" name="Title 3">
            <a:extLst>
              <a:ext uri="{FF2B5EF4-FFF2-40B4-BE49-F238E27FC236}">
                <a16:creationId xmlns:a16="http://schemas.microsoft.com/office/drawing/2014/main" id="{7C8E4D1E-BAC2-4519-8B6D-1928A218D5C1}"/>
              </a:ext>
            </a:extLst>
          </p:cNvPr>
          <p:cNvSpPr txBox="1">
            <a:spLocks/>
          </p:cNvSpPr>
          <p:nvPr/>
        </p:nvSpPr>
        <p:spPr>
          <a:xfrm>
            <a:off x="8358287" y="1583475"/>
            <a:ext cx="1881691" cy="545173"/>
          </a:xfrm>
          <a:prstGeom prst="rect">
            <a:avLst/>
          </a:prstGeom>
          <a:effectLst>
            <a:outerShdw blurRad="25400" dir="17880000">
              <a:srgbClr val="000000">
                <a:alpha val="46000"/>
              </a:srgbClr>
            </a:outerShdw>
          </a:effectLst>
        </p:spPr>
        <p:txBody>
          <a:bodyPr vert="horz" lIns="91440" tIns="45720" rIns="91440" bIns="45720" rtlCol="0" anchor="ctr">
            <a:normAutofit/>
          </a:bodyPr>
          <a:lstStyle>
            <a:lvl1pPr algn="ctr" defTabSz="457200" rtl="0" eaLnBrk="1" latinLnBrk="0" hangingPunct="1">
              <a:lnSpc>
                <a:spcPct val="90000"/>
              </a:lnSpc>
              <a:spcBef>
                <a:spcPct val="0"/>
              </a:spcBef>
              <a:buNone/>
              <a:defRPr sz="40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j-lt"/>
                <a:ea typeface="+mj-ea"/>
                <a:cs typeface="Trebuchet M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AU" sz="2800" dirty="0">
                <a:solidFill>
                  <a:srgbClr val="FF0000"/>
                </a:solidFill>
                <a:latin typeface="+mn-lt"/>
                <a:ea typeface="+mn-ea"/>
                <a:cs typeface="+mn-cs"/>
              </a:rPr>
              <a:t>level-2</a:t>
            </a:r>
          </a:p>
        </p:txBody>
      </p:sp>
      <p:sp>
        <p:nvSpPr>
          <p:cNvPr id="43" name="Title 3">
            <a:extLst>
              <a:ext uri="{FF2B5EF4-FFF2-40B4-BE49-F238E27FC236}">
                <a16:creationId xmlns:a16="http://schemas.microsoft.com/office/drawing/2014/main" id="{AE0C92A4-C20C-441F-A264-0FE65A675588}"/>
              </a:ext>
            </a:extLst>
          </p:cNvPr>
          <p:cNvSpPr txBox="1">
            <a:spLocks/>
          </p:cNvSpPr>
          <p:nvPr/>
        </p:nvSpPr>
        <p:spPr>
          <a:xfrm>
            <a:off x="7549217" y="557597"/>
            <a:ext cx="1881691" cy="545173"/>
          </a:xfrm>
          <a:prstGeom prst="rect">
            <a:avLst/>
          </a:prstGeom>
          <a:effectLst>
            <a:outerShdw blurRad="25400" dir="17880000">
              <a:srgbClr val="000000">
                <a:alpha val="46000"/>
              </a:srgbClr>
            </a:outerShdw>
          </a:effectLst>
        </p:spPr>
        <p:txBody>
          <a:bodyPr vert="horz" lIns="91440" tIns="45720" rIns="91440" bIns="45720" rtlCol="0" anchor="ctr">
            <a:normAutofit/>
          </a:bodyPr>
          <a:lstStyle>
            <a:lvl1pPr algn="ctr" defTabSz="457200" rtl="0" eaLnBrk="1" latinLnBrk="0" hangingPunct="1">
              <a:lnSpc>
                <a:spcPct val="90000"/>
              </a:lnSpc>
              <a:spcBef>
                <a:spcPct val="0"/>
              </a:spcBef>
              <a:buNone/>
              <a:defRPr sz="40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j-lt"/>
                <a:ea typeface="+mj-ea"/>
                <a:cs typeface="Trebuchet M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AU" sz="2800" dirty="0">
                <a:solidFill>
                  <a:srgbClr val="FF0000"/>
                </a:solidFill>
                <a:latin typeface="+mn-lt"/>
                <a:ea typeface="+mn-ea"/>
                <a:cs typeface="+mn-cs"/>
              </a:rPr>
              <a:t>level-1</a:t>
            </a:r>
          </a:p>
        </p:txBody>
      </p:sp>
    </p:spTree>
    <p:extLst>
      <p:ext uri="{BB962C8B-B14F-4D97-AF65-F5344CB8AC3E}">
        <p14:creationId xmlns:p14="http://schemas.microsoft.com/office/powerpoint/2010/main" val="3112697426"/>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p:cNvSpPr>
            <a:spLocks noGrp="1"/>
          </p:cNvSpPr>
          <p:nvPr>
            <p:ph type="sldNum" sz="quarter" idx="12"/>
          </p:nvPr>
        </p:nvSpPr>
        <p:spPr/>
        <p:txBody>
          <a:bodyPr/>
          <a:lstStyle/>
          <a:p>
            <a:fld id="{55670E94-029C-4BA8-8D44-FBB339E4924F}" type="slidenum">
              <a:rPr lang="en-AU" smtClean="0">
                <a:solidFill>
                  <a:schemeClr val="tx1"/>
                </a:solidFill>
              </a:rPr>
              <a:pPr/>
              <a:t>29</a:t>
            </a:fld>
            <a:endParaRPr lang="en-AU" dirty="0">
              <a:solidFill>
                <a:schemeClr val="tx1"/>
              </a:solidFill>
            </a:endParaRPr>
          </a:p>
        </p:txBody>
      </p:sp>
      <p:sp>
        <p:nvSpPr>
          <p:cNvPr id="5" name="Rectangle 4"/>
          <p:cNvSpPr/>
          <p:nvPr/>
        </p:nvSpPr>
        <p:spPr>
          <a:xfrm>
            <a:off x="3764156" y="384043"/>
            <a:ext cx="3928041" cy="999066"/>
          </a:xfrm>
          <a:prstGeom prst="rect">
            <a:avLst/>
          </a:prstGeom>
          <a:solidFill>
            <a:schemeClr val="bg1"/>
          </a:solid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NZ" sz="2200" dirty="0">
                <a:solidFill>
                  <a:schemeClr val="tx1"/>
                </a:solidFill>
              </a:rPr>
              <a:t>1 gain an access to a user’s private information</a:t>
            </a:r>
          </a:p>
        </p:txBody>
      </p:sp>
      <p:cxnSp>
        <p:nvCxnSpPr>
          <p:cNvPr id="6" name="Straight Connector 5"/>
          <p:cNvCxnSpPr>
            <a:cxnSpLocks/>
            <a:stCxn id="5" idx="2"/>
            <a:endCxn id="7" idx="0"/>
          </p:cNvCxnSpPr>
          <p:nvPr/>
        </p:nvCxnSpPr>
        <p:spPr>
          <a:xfrm flipH="1">
            <a:off x="2718224" y="1383109"/>
            <a:ext cx="3009953" cy="727409"/>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7" name="Rounded Rectangle 6"/>
          <p:cNvSpPr/>
          <p:nvPr/>
        </p:nvSpPr>
        <p:spPr>
          <a:xfrm>
            <a:off x="1278791" y="2110518"/>
            <a:ext cx="2878865" cy="999067"/>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NZ" sz="2200" dirty="0">
                <a:solidFill>
                  <a:schemeClr val="tx1"/>
                </a:solidFill>
              </a:rPr>
              <a:t>1.1 gain direct access to the database</a:t>
            </a:r>
          </a:p>
        </p:txBody>
      </p:sp>
      <p:sp>
        <p:nvSpPr>
          <p:cNvPr id="8" name="Rounded Rectangle 7"/>
          <p:cNvSpPr/>
          <p:nvPr/>
        </p:nvSpPr>
        <p:spPr>
          <a:xfrm>
            <a:off x="4394553" y="2110519"/>
            <a:ext cx="2667247" cy="999066"/>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NZ" sz="2200" dirty="0">
                <a:solidFill>
                  <a:schemeClr val="tx1"/>
                </a:solidFill>
              </a:rPr>
              <a:t>1.2 login as target user</a:t>
            </a:r>
          </a:p>
        </p:txBody>
      </p:sp>
      <p:sp>
        <p:nvSpPr>
          <p:cNvPr id="9" name="Rounded Rectangle 8"/>
          <p:cNvSpPr/>
          <p:nvPr/>
        </p:nvSpPr>
        <p:spPr>
          <a:xfrm>
            <a:off x="7298697" y="2110519"/>
            <a:ext cx="2667247" cy="999066"/>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NZ" sz="2200" dirty="0">
                <a:solidFill>
                  <a:schemeClr val="tx1"/>
                </a:solidFill>
              </a:rPr>
              <a:t>1.3 hijack user session</a:t>
            </a:r>
          </a:p>
        </p:txBody>
      </p:sp>
      <p:cxnSp>
        <p:nvCxnSpPr>
          <p:cNvPr id="17" name="Straight Connector 16"/>
          <p:cNvCxnSpPr>
            <a:cxnSpLocks/>
            <a:stCxn id="5" idx="2"/>
            <a:endCxn id="8" idx="0"/>
          </p:cNvCxnSpPr>
          <p:nvPr/>
        </p:nvCxnSpPr>
        <p:spPr>
          <a:xfrm>
            <a:off x="5728177" y="1383109"/>
            <a:ext cx="0" cy="72741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8" name="Straight Connector 17"/>
          <p:cNvCxnSpPr>
            <a:cxnSpLocks/>
            <a:stCxn id="5" idx="2"/>
            <a:endCxn id="9" idx="0"/>
          </p:cNvCxnSpPr>
          <p:nvPr/>
        </p:nvCxnSpPr>
        <p:spPr>
          <a:xfrm>
            <a:off x="5728177" y="1383109"/>
            <a:ext cx="2904144" cy="72741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10" name="Rounded Rectangle 10">
            <a:extLst>
              <a:ext uri="{FF2B5EF4-FFF2-40B4-BE49-F238E27FC236}">
                <a16:creationId xmlns:a16="http://schemas.microsoft.com/office/drawing/2014/main" id="{2C036C30-C5EA-4F19-8978-832C0165CF1B}"/>
              </a:ext>
            </a:extLst>
          </p:cNvPr>
          <p:cNvSpPr/>
          <p:nvPr/>
        </p:nvSpPr>
        <p:spPr>
          <a:xfrm>
            <a:off x="190824" y="3752329"/>
            <a:ext cx="3399043" cy="1253296"/>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NZ" sz="2200" dirty="0">
                <a:solidFill>
                  <a:schemeClr val="tx1"/>
                </a:solidFill>
              </a:rPr>
              <a:t>1.1.1 exploit a software vulnerability in the system</a:t>
            </a:r>
          </a:p>
        </p:txBody>
      </p:sp>
      <p:cxnSp>
        <p:nvCxnSpPr>
          <p:cNvPr id="11" name="Straight Connector 10">
            <a:extLst>
              <a:ext uri="{FF2B5EF4-FFF2-40B4-BE49-F238E27FC236}">
                <a16:creationId xmlns:a16="http://schemas.microsoft.com/office/drawing/2014/main" id="{8BB23C53-39B3-45A0-932F-7C70A20FC24F}"/>
              </a:ext>
            </a:extLst>
          </p:cNvPr>
          <p:cNvCxnSpPr>
            <a:cxnSpLocks/>
            <a:stCxn id="7" idx="2"/>
            <a:endCxn id="10" idx="0"/>
          </p:cNvCxnSpPr>
          <p:nvPr/>
        </p:nvCxnSpPr>
        <p:spPr>
          <a:xfrm flipH="1">
            <a:off x="1890346" y="3109585"/>
            <a:ext cx="827878" cy="6427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19" name="Rounded Rectangle 13">
            <a:extLst>
              <a:ext uri="{FF2B5EF4-FFF2-40B4-BE49-F238E27FC236}">
                <a16:creationId xmlns:a16="http://schemas.microsoft.com/office/drawing/2014/main" id="{D94C59C5-226B-48FA-AC32-E5D4ED75A4C7}"/>
              </a:ext>
            </a:extLst>
          </p:cNvPr>
          <p:cNvSpPr/>
          <p:nvPr/>
        </p:nvSpPr>
        <p:spPr>
          <a:xfrm>
            <a:off x="9181301" y="3752329"/>
            <a:ext cx="2665420" cy="1253296"/>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NZ" sz="2200" dirty="0">
                <a:solidFill>
                  <a:schemeClr val="tx1"/>
                </a:solidFill>
              </a:rPr>
              <a:t>1.3.1 steal user session cookie</a:t>
            </a:r>
          </a:p>
        </p:txBody>
      </p:sp>
      <p:cxnSp>
        <p:nvCxnSpPr>
          <p:cNvPr id="20" name="Straight Connector 19">
            <a:extLst>
              <a:ext uri="{FF2B5EF4-FFF2-40B4-BE49-F238E27FC236}">
                <a16:creationId xmlns:a16="http://schemas.microsoft.com/office/drawing/2014/main" id="{34275EBC-EB06-463D-9768-3136A45B2A8E}"/>
              </a:ext>
            </a:extLst>
          </p:cNvPr>
          <p:cNvCxnSpPr>
            <a:cxnSpLocks/>
            <a:stCxn id="9" idx="2"/>
            <a:endCxn id="19" idx="0"/>
          </p:cNvCxnSpPr>
          <p:nvPr/>
        </p:nvCxnSpPr>
        <p:spPr>
          <a:xfrm>
            <a:off x="8632321" y="3109585"/>
            <a:ext cx="1881690" cy="6427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22" name="Rounded Rectangle 11">
            <a:extLst>
              <a:ext uri="{FF2B5EF4-FFF2-40B4-BE49-F238E27FC236}">
                <a16:creationId xmlns:a16="http://schemas.microsoft.com/office/drawing/2014/main" id="{F15A1BFD-0CE5-42D3-973C-87E746E01E64}"/>
              </a:ext>
            </a:extLst>
          </p:cNvPr>
          <p:cNvSpPr/>
          <p:nvPr/>
        </p:nvSpPr>
        <p:spPr>
          <a:xfrm>
            <a:off x="3943543" y="3752329"/>
            <a:ext cx="1958488" cy="1253296"/>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NZ" sz="2200" dirty="0">
                <a:solidFill>
                  <a:schemeClr val="tx1"/>
                </a:solidFill>
              </a:rPr>
              <a:t>1.2.1 brute-force login</a:t>
            </a:r>
          </a:p>
        </p:txBody>
      </p:sp>
      <p:sp>
        <p:nvSpPr>
          <p:cNvPr id="23" name="Rounded Rectangle 12">
            <a:extLst>
              <a:ext uri="{FF2B5EF4-FFF2-40B4-BE49-F238E27FC236}">
                <a16:creationId xmlns:a16="http://schemas.microsoft.com/office/drawing/2014/main" id="{6691EEBD-2317-42B5-B2B1-017891B1A73B}"/>
              </a:ext>
            </a:extLst>
          </p:cNvPr>
          <p:cNvSpPr/>
          <p:nvPr/>
        </p:nvSpPr>
        <p:spPr>
          <a:xfrm>
            <a:off x="6289971" y="3752329"/>
            <a:ext cx="2665419" cy="1253296"/>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NZ" sz="2200" dirty="0">
                <a:solidFill>
                  <a:schemeClr val="tx1"/>
                </a:solidFill>
              </a:rPr>
              <a:t>1.2.2 steal user private credentials</a:t>
            </a:r>
          </a:p>
        </p:txBody>
      </p:sp>
      <p:cxnSp>
        <p:nvCxnSpPr>
          <p:cNvPr id="24" name="Straight Connector 23">
            <a:extLst>
              <a:ext uri="{FF2B5EF4-FFF2-40B4-BE49-F238E27FC236}">
                <a16:creationId xmlns:a16="http://schemas.microsoft.com/office/drawing/2014/main" id="{34CA2EB8-00D2-431F-B330-F60CC068FC65}"/>
              </a:ext>
            </a:extLst>
          </p:cNvPr>
          <p:cNvCxnSpPr>
            <a:cxnSpLocks/>
            <a:stCxn id="8" idx="2"/>
            <a:endCxn id="22" idx="0"/>
          </p:cNvCxnSpPr>
          <p:nvPr/>
        </p:nvCxnSpPr>
        <p:spPr>
          <a:xfrm flipH="1">
            <a:off x="4922787" y="3109585"/>
            <a:ext cx="805390" cy="6427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7" name="Straight Connector 26">
            <a:extLst>
              <a:ext uri="{FF2B5EF4-FFF2-40B4-BE49-F238E27FC236}">
                <a16:creationId xmlns:a16="http://schemas.microsoft.com/office/drawing/2014/main" id="{BCD34379-1273-40FC-BA3D-3A72F6C11760}"/>
              </a:ext>
            </a:extLst>
          </p:cNvPr>
          <p:cNvCxnSpPr>
            <a:cxnSpLocks/>
            <a:stCxn id="8" idx="2"/>
            <a:endCxn id="23" idx="0"/>
          </p:cNvCxnSpPr>
          <p:nvPr/>
        </p:nvCxnSpPr>
        <p:spPr>
          <a:xfrm>
            <a:off x="5728177" y="3109585"/>
            <a:ext cx="1894504" cy="6427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21" name="Rounded Rectangle 26">
            <a:extLst>
              <a:ext uri="{FF2B5EF4-FFF2-40B4-BE49-F238E27FC236}">
                <a16:creationId xmlns:a16="http://schemas.microsoft.com/office/drawing/2014/main" id="{48AEA7A6-8293-4E2E-A8F3-8B354ACD9109}"/>
              </a:ext>
            </a:extLst>
          </p:cNvPr>
          <p:cNvSpPr/>
          <p:nvPr/>
        </p:nvSpPr>
        <p:spPr>
          <a:xfrm>
            <a:off x="2216873" y="5674868"/>
            <a:ext cx="2347646" cy="886917"/>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NZ" sz="2200" dirty="0">
                <a:solidFill>
                  <a:schemeClr val="tx1"/>
                </a:solidFill>
              </a:rPr>
              <a:t>1.2.1.1 identify a target username</a:t>
            </a:r>
          </a:p>
        </p:txBody>
      </p:sp>
      <p:sp>
        <p:nvSpPr>
          <p:cNvPr id="25" name="Rounded Rectangle 27">
            <a:extLst>
              <a:ext uri="{FF2B5EF4-FFF2-40B4-BE49-F238E27FC236}">
                <a16:creationId xmlns:a16="http://schemas.microsoft.com/office/drawing/2014/main" id="{EDA5D8E8-4AF7-4C72-99BE-F499FEC9E682}"/>
              </a:ext>
            </a:extLst>
          </p:cNvPr>
          <p:cNvSpPr/>
          <p:nvPr/>
        </p:nvSpPr>
        <p:spPr>
          <a:xfrm>
            <a:off x="5297561" y="5674868"/>
            <a:ext cx="2825098" cy="886917"/>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NZ" sz="2200" dirty="0">
                <a:solidFill>
                  <a:schemeClr val="tx1"/>
                </a:solidFill>
              </a:rPr>
              <a:t>1.2.1.2 identify a target user password</a:t>
            </a:r>
          </a:p>
        </p:txBody>
      </p:sp>
      <p:cxnSp>
        <p:nvCxnSpPr>
          <p:cNvPr id="26" name="Straight Connector 25">
            <a:extLst>
              <a:ext uri="{FF2B5EF4-FFF2-40B4-BE49-F238E27FC236}">
                <a16:creationId xmlns:a16="http://schemas.microsoft.com/office/drawing/2014/main" id="{C6CCF372-A0D7-4F6A-ACFB-261A163BFD95}"/>
              </a:ext>
            </a:extLst>
          </p:cNvPr>
          <p:cNvCxnSpPr>
            <a:cxnSpLocks/>
            <a:stCxn id="22" idx="2"/>
            <a:endCxn id="21" idx="0"/>
          </p:cNvCxnSpPr>
          <p:nvPr/>
        </p:nvCxnSpPr>
        <p:spPr>
          <a:xfrm flipH="1">
            <a:off x="3390696" y="5005625"/>
            <a:ext cx="1532091" cy="669243"/>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8" name="Straight Connector 27">
            <a:extLst>
              <a:ext uri="{FF2B5EF4-FFF2-40B4-BE49-F238E27FC236}">
                <a16:creationId xmlns:a16="http://schemas.microsoft.com/office/drawing/2014/main" id="{51396790-B262-44A9-A46E-3C3965A45178}"/>
              </a:ext>
            </a:extLst>
          </p:cNvPr>
          <p:cNvCxnSpPr>
            <a:cxnSpLocks/>
            <a:stCxn id="22" idx="2"/>
            <a:endCxn id="25" idx="0"/>
          </p:cNvCxnSpPr>
          <p:nvPr/>
        </p:nvCxnSpPr>
        <p:spPr>
          <a:xfrm>
            <a:off x="4922787" y="5005625"/>
            <a:ext cx="1787323" cy="669243"/>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29" name="Freeform 30">
            <a:extLst>
              <a:ext uri="{FF2B5EF4-FFF2-40B4-BE49-F238E27FC236}">
                <a16:creationId xmlns:a16="http://schemas.microsoft.com/office/drawing/2014/main" id="{5B0A19D0-C4AD-46C3-BE93-66A81168DC00}"/>
              </a:ext>
            </a:extLst>
          </p:cNvPr>
          <p:cNvSpPr/>
          <p:nvPr/>
        </p:nvSpPr>
        <p:spPr>
          <a:xfrm>
            <a:off x="4677793" y="5110687"/>
            <a:ext cx="489987" cy="162181"/>
          </a:xfrm>
          <a:custGeom>
            <a:avLst/>
            <a:gdLst>
              <a:gd name="connsiteX0" fmla="*/ 0 w 476250"/>
              <a:gd name="connsiteY0" fmla="*/ 0 h 142944"/>
              <a:gd name="connsiteX1" fmla="*/ 228600 w 476250"/>
              <a:gd name="connsiteY1" fmla="*/ 142875 h 142944"/>
              <a:gd name="connsiteX2" fmla="*/ 476250 w 476250"/>
              <a:gd name="connsiteY2" fmla="*/ 19050 h 142944"/>
              <a:gd name="connsiteX0" fmla="*/ 0 w 476250"/>
              <a:gd name="connsiteY0" fmla="*/ 0 h 142978"/>
              <a:gd name="connsiteX1" fmla="*/ 228600 w 476250"/>
              <a:gd name="connsiteY1" fmla="*/ 142875 h 142978"/>
              <a:gd name="connsiteX2" fmla="*/ 476250 w 476250"/>
              <a:gd name="connsiteY2" fmla="*/ 19050 h 142978"/>
              <a:gd name="connsiteX0" fmla="*/ 0 w 476250"/>
              <a:gd name="connsiteY0" fmla="*/ 0 h 147735"/>
              <a:gd name="connsiteX1" fmla="*/ 247650 w 476250"/>
              <a:gd name="connsiteY1" fmla="*/ 147638 h 147735"/>
              <a:gd name="connsiteX2" fmla="*/ 476250 w 476250"/>
              <a:gd name="connsiteY2" fmla="*/ 19050 h 147735"/>
              <a:gd name="connsiteX0" fmla="*/ 0 w 476250"/>
              <a:gd name="connsiteY0" fmla="*/ 0 h 147661"/>
              <a:gd name="connsiteX1" fmla="*/ 247650 w 476250"/>
              <a:gd name="connsiteY1" fmla="*/ 147638 h 147661"/>
              <a:gd name="connsiteX2" fmla="*/ 476250 w 476250"/>
              <a:gd name="connsiteY2" fmla="*/ 19050 h 147661"/>
              <a:gd name="connsiteX0" fmla="*/ 0 w 464344"/>
              <a:gd name="connsiteY0" fmla="*/ 0 h 147690"/>
              <a:gd name="connsiteX1" fmla="*/ 247650 w 464344"/>
              <a:gd name="connsiteY1" fmla="*/ 147638 h 147690"/>
              <a:gd name="connsiteX2" fmla="*/ 464344 w 464344"/>
              <a:gd name="connsiteY2" fmla="*/ 14288 h 147690"/>
              <a:gd name="connsiteX0" fmla="*/ 0 w 464344"/>
              <a:gd name="connsiteY0" fmla="*/ 0 h 147701"/>
              <a:gd name="connsiteX1" fmla="*/ 247650 w 464344"/>
              <a:gd name="connsiteY1" fmla="*/ 147638 h 147701"/>
              <a:gd name="connsiteX2" fmla="*/ 464344 w 464344"/>
              <a:gd name="connsiteY2" fmla="*/ 14288 h 147701"/>
              <a:gd name="connsiteX0" fmla="*/ 0 w 464344"/>
              <a:gd name="connsiteY0" fmla="*/ 0 h 147701"/>
              <a:gd name="connsiteX1" fmla="*/ 247650 w 464344"/>
              <a:gd name="connsiteY1" fmla="*/ 147638 h 147701"/>
              <a:gd name="connsiteX2" fmla="*/ 464344 w 464344"/>
              <a:gd name="connsiteY2" fmla="*/ 14288 h 147701"/>
              <a:gd name="connsiteX0" fmla="*/ 0 w 464344"/>
              <a:gd name="connsiteY0" fmla="*/ 0 h 147701"/>
              <a:gd name="connsiteX1" fmla="*/ 247650 w 464344"/>
              <a:gd name="connsiteY1" fmla="*/ 147638 h 147701"/>
              <a:gd name="connsiteX2" fmla="*/ 464344 w 464344"/>
              <a:gd name="connsiteY2" fmla="*/ 14288 h 147701"/>
              <a:gd name="connsiteX0" fmla="*/ 0 w 464344"/>
              <a:gd name="connsiteY0" fmla="*/ 0 h 150080"/>
              <a:gd name="connsiteX1" fmla="*/ 204788 w 464344"/>
              <a:gd name="connsiteY1" fmla="*/ 150019 h 150080"/>
              <a:gd name="connsiteX2" fmla="*/ 464344 w 464344"/>
              <a:gd name="connsiteY2" fmla="*/ 14288 h 150080"/>
            </a:gdLst>
            <a:ahLst/>
            <a:cxnLst>
              <a:cxn ang="0">
                <a:pos x="connsiteX0" y="connsiteY0"/>
              </a:cxn>
              <a:cxn ang="0">
                <a:pos x="connsiteX1" y="connsiteY1"/>
              </a:cxn>
              <a:cxn ang="0">
                <a:pos x="connsiteX2" y="connsiteY2"/>
              </a:cxn>
            </a:cxnLst>
            <a:rect l="l" t="t" r="r" b="b"/>
            <a:pathLst>
              <a:path w="464344" h="150080">
                <a:moveTo>
                  <a:pt x="0" y="0"/>
                </a:moveTo>
                <a:cubicBezTo>
                  <a:pt x="67468" y="100806"/>
                  <a:pt x="127397" y="147638"/>
                  <a:pt x="204788" y="150019"/>
                </a:cubicBezTo>
                <a:cubicBezTo>
                  <a:pt x="282179" y="152400"/>
                  <a:pt x="407989" y="84932"/>
                  <a:pt x="464344" y="14288"/>
                </a:cubicBezTo>
              </a:path>
            </a:pathLst>
          </a:cu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Z" sz="1867">
              <a:solidFill>
                <a:schemeClr val="tx1"/>
              </a:solidFill>
            </a:endParaRPr>
          </a:p>
        </p:txBody>
      </p:sp>
      <p:sp>
        <p:nvSpPr>
          <p:cNvPr id="30" name="Rectangle 29">
            <a:extLst>
              <a:ext uri="{FF2B5EF4-FFF2-40B4-BE49-F238E27FC236}">
                <a16:creationId xmlns:a16="http://schemas.microsoft.com/office/drawing/2014/main" id="{20EF3B05-885E-498F-A8E4-6AC25C376F9F}"/>
              </a:ext>
            </a:extLst>
          </p:cNvPr>
          <p:cNvSpPr/>
          <p:nvPr/>
        </p:nvSpPr>
        <p:spPr>
          <a:xfrm>
            <a:off x="1603373" y="5478962"/>
            <a:ext cx="761892" cy="391812"/>
          </a:xfrm>
          <a:prstGeom prst="rect">
            <a:avLst/>
          </a:prstGeom>
          <a:solidFill>
            <a:schemeClr val="bg1"/>
          </a:solidFill>
          <a:ln>
            <a:solidFill>
              <a:srgbClr val="FF0000"/>
            </a:solidFill>
          </a:ln>
        </p:spPr>
        <p:style>
          <a:lnRef idx="2">
            <a:schemeClr val="dk1"/>
          </a:lnRef>
          <a:fillRef idx="1">
            <a:schemeClr val="lt1"/>
          </a:fillRef>
          <a:effectRef idx="0">
            <a:schemeClr val="dk1"/>
          </a:effectRef>
          <a:fontRef idx="minor">
            <a:schemeClr val="dk1"/>
          </a:fontRef>
        </p:style>
        <p:txBody>
          <a:bodyPr rtlCol="0" anchor="ctr"/>
          <a:lstStyle/>
          <a:p>
            <a:pPr algn="ctr"/>
            <a:r>
              <a:rPr lang="en-AU" sz="2400" dirty="0">
                <a:solidFill>
                  <a:schemeClr val="tx1"/>
                </a:solidFill>
              </a:rPr>
              <a:t>$5</a:t>
            </a:r>
          </a:p>
        </p:txBody>
      </p:sp>
      <p:sp>
        <p:nvSpPr>
          <p:cNvPr id="32" name="Rectangle 31">
            <a:extLst>
              <a:ext uri="{FF2B5EF4-FFF2-40B4-BE49-F238E27FC236}">
                <a16:creationId xmlns:a16="http://schemas.microsoft.com/office/drawing/2014/main" id="{B0CCAB7D-1A6A-4B49-ADF4-74E9DEE9B106}"/>
              </a:ext>
            </a:extLst>
          </p:cNvPr>
          <p:cNvSpPr/>
          <p:nvPr/>
        </p:nvSpPr>
        <p:spPr>
          <a:xfrm>
            <a:off x="4809513" y="5478962"/>
            <a:ext cx="882604" cy="391812"/>
          </a:xfrm>
          <a:prstGeom prst="rect">
            <a:avLst/>
          </a:prstGeom>
          <a:solidFill>
            <a:schemeClr val="bg1"/>
          </a:solidFill>
          <a:ln>
            <a:solidFill>
              <a:srgbClr val="FF0000"/>
            </a:solidFill>
          </a:ln>
        </p:spPr>
        <p:style>
          <a:lnRef idx="2">
            <a:schemeClr val="dk1"/>
          </a:lnRef>
          <a:fillRef idx="1">
            <a:schemeClr val="lt1"/>
          </a:fillRef>
          <a:effectRef idx="0">
            <a:schemeClr val="dk1"/>
          </a:effectRef>
          <a:fontRef idx="minor">
            <a:schemeClr val="dk1"/>
          </a:fontRef>
        </p:style>
        <p:txBody>
          <a:bodyPr rtlCol="0" anchor="ctr"/>
          <a:lstStyle/>
          <a:p>
            <a:pPr algn="ctr"/>
            <a:r>
              <a:rPr lang="en-AU" sz="2400" dirty="0">
                <a:solidFill>
                  <a:schemeClr val="tx1"/>
                </a:solidFill>
              </a:rPr>
              <a:t>$50</a:t>
            </a:r>
          </a:p>
        </p:txBody>
      </p:sp>
      <p:sp>
        <p:nvSpPr>
          <p:cNvPr id="33" name="Rectangle 32">
            <a:extLst>
              <a:ext uri="{FF2B5EF4-FFF2-40B4-BE49-F238E27FC236}">
                <a16:creationId xmlns:a16="http://schemas.microsoft.com/office/drawing/2014/main" id="{E8DB1E72-A239-4700-8EE3-FA9A660DF2E1}"/>
              </a:ext>
            </a:extLst>
          </p:cNvPr>
          <p:cNvSpPr/>
          <p:nvPr/>
        </p:nvSpPr>
        <p:spPr>
          <a:xfrm>
            <a:off x="11103637" y="3556423"/>
            <a:ext cx="860213" cy="418310"/>
          </a:xfrm>
          <a:prstGeom prst="rect">
            <a:avLst/>
          </a:prstGeom>
          <a:solidFill>
            <a:schemeClr val="bg1"/>
          </a:solidFill>
          <a:ln>
            <a:solidFill>
              <a:srgbClr val="FF0000"/>
            </a:solidFill>
          </a:ln>
        </p:spPr>
        <p:style>
          <a:lnRef idx="2">
            <a:schemeClr val="dk1"/>
          </a:lnRef>
          <a:fillRef idx="1">
            <a:schemeClr val="lt1"/>
          </a:fillRef>
          <a:effectRef idx="0">
            <a:schemeClr val="dk1"/>
          </a:effectRef>
          <a:fontRef idx="minor">
            <a:schemeClr val="dk1"/>
          </a:fontRef>
        </p:style>
        <p:txBody>
          <a:bodyPr rtlCol="0" anchor="ctr"/>
          <a:lstStyle/>
          <a:p>
            <a:pPr algn="ctr"/>
            <a:r>
              <a:rPr lang="en-AU" sz="2400" dirty="0">
                <a:solidFill>
                  <a:schemeClr val="tx1"/>
                </a:solidFill>
              </a:rPr>
              <a:t>$50</a:t>
            </a:r>
          </a:p>
        </p:txBody>
      </p:sp>
      <p:sp>
        <p:nvSpPr>
          <p:cNvPr id="34" name="Rectangle 33">
            <a:extLst>
              <a:ext uri="{FF2B5EF4-FFF2-40B4-BE49-F238E27FC236}">
                <a16:creationId xmlns:a16="http://schemas.microsoft.com/office/drawing/2014/main" id="{8AC90A8D-D30A-4E3D-8D34-53D2955D945B}"/>
              </a:ext>
            </a:extLst>
          </p:cNvPr>
          <p:cNvSpPr/>
          <p:nvPr/>
        </p:nvSpPr>
        <p:spPr>
          <a:xfrm>
            <a:off x="41810" y="3556422"/>
            <a:ext cx="976893" cy="418311"/>
          </a:xfrm>
          <a:prstGeom prst="rect">
            <a:avLst/>
          </a:prstGeom>
          <a:solidFill>
            <a:schemeClr val="bg1"/>
          </a:solidFill>
          <a:ln>
            <a:solidFill>
              <a:srgbClr val="FF0000"/>
            </a:solidFill>
          </a:ln>
        </p:spPr>
        <p:style>
          <a:lnRef idx="2">
            <a:schemeClr val="dk1"/>
          </a:lnRef>
          <a:fillRef idx="1">
            <a:schemeClr val="lt1"/>
          </a:fillRef>
          <a:effectRef idx="0">
            <a:schemeClr val="dk1"/>
          </a:effectRef>
          <a:fontRef idx="minor">
            <a:schemeClr val="dk1"/>
          </a:fontRef>
        </p:style>
        <p:txBody>
          <a:bodyPr rtlCol="0" anchor="ctr"/>
          <a:lstStyle/>
          <a:p>
            <a:pPr algn="ctr"/>
            <a:r>
              <a:rPr lang="en-AU" sz="2400" dirty="0">
                <a:solidFill>
                  <a:schemeClr val="tx1"/>
                </a:solidFill>
              </a:rPr>
              <a:t>$200</a:t>
            </a:r>
          </a:p>
        </p:txBody>
      </p:sp>
      <p:sp>
        <p:nvSpPr>
          <p:cNvPr id="35" name="Rectangle 34">
            <a:extLst>
              <a:ext uri="{FF2B5EF4-FFF2-40B4-BE49-F238E27FC236}">
                <a16:creationId xmlns:a16="http://schemas.microsoft.com/office/drawing/2014/main" id="{A798A2C8-FC4E-4826-9700-32E66ABF5DA8}"/>
              </a:ext>
            </a:extLst>
          </p:cNvPr>
          <p:cNvSpPr/>
          <p:nvPr/>
        </p:nvSpPr>
        <p:spPr>
          <a:xfrm>
            <a:off x="8042695" y="3582922"/>
            <a:ext cx="992793" cy="391812"/>
          </a:xfrm>
          <a:prstGeom prst="rect">
            <a:avLst/>
          </a:prstGeom>
          <a:solidFill>
            <a:schemeClr val="bg1"/>
          </a:solidFill>
          <a:ln>
            <a:solidFill>
              <a:srgbClr val="FF0000"/>
            </a:solidFill>
          </a:ln>
        </p:spPr>
        <p:style>
          <a:lnRef idx="2">
            <a:schemeClr val="dk1"/>
          </a:lnRef>
          <a:fillRef idx="1">
            <a:schemeClr val="lt1"/>
          </a:fillRef>
          <a:effectRef idx="0">
            <a:schemeClr val="dk1"/>
          </a:effectRef>
          <a:fontRef idx="minor">
            <a:schemeClr val="dk1"/>
          </a:fontRef>
        </p:style>
        <p:txBody>
          <a:bodyPr rtlCol="0" anchor="ctr"/>
          <a:lstStyle/>
          <a:p>
            <a:pPr algn="ctr"/>
            <a:r>
              <a:rPr lang="en-AU" sz="2400" dirty="0">
                <a:solidFill>
                  <a:schemeClr val="tx1"/>
                </a:solidFill>
              </a:rPr>
              <a:t>$400</a:t>
            </a:r>
          </a:p>
        </p:txBody>
      </p:sp>
      <p:sp>
        <p:nvSpPr>
          <p:cNvPr id="31" name="Rectangle 30">
            <a:extLst>
              <a:ext uri="{FF2B5EF4-FFF2-40B4-BE49-F238E27FC236}">
                <a16:creationId xmlns:a16="http://schemas.microsoft.com/office/drawing/2014/main" id="{295701D9-F539-48C9-A46F-BBEACA5C26A6}"/>
              </a:ext>
            </a:extLst>
          </p:cNvPr>
          <p:cNvSpPr/>
          <p:nvPr/>
        </p:nvSpPr>
        <p:spPr>
          <a:xfrm>
            <a:off x="3745370" y="3556422"/>
            <a:ext cx="882604" cy="391812"/>
          </a:xfrm>
          <a:prstGeom prst="rect">
            <a:avLst/>
          </a:prstGeom>
          <a:solidFill>
            <a:schemeClr val="bg1"/>
          </a:solidFill>
          <a:ln>
            <a:solidFill>
              <a:srgbClr val="FF0000"/>
            </a:solidFill>
          </a:ln>
        </p:spPr>
        <p:style>
          <a:lnRef idx="2">
            <a:schemeClr val="dk1"/>
          </a:lnRef>
          <a:fillRef idx="1">
            <a:schemeClr val="lt1"/>
          </a:fillRef>
          <a:effectRef idx="0">
            <a:schemeClr val="dk1"/>
          </a:effectRef>
          <a:fontRef idx="minor">
            <a:schemeClr val="dk1"/>
          </a:fontRef>
        </p:style>
        <p:txBody>
          <a:bodyPr rtlCol="0" anchor="ctr"/>
          <a:lstStyle/>
          <a:p>
            <a:pPr algn="ctr"/>
            <a:r>
              <a:rPr lang="en-AU" sz="2400" dirty="0">
                <a:solidFill>
                  <a:schemeClr val="tx1"/>
                </a:solidFill>
              </a:rPr>
              <a:t>?</a:t>
            </a:r>
          </a:p>
        </p:txBody>
      </p:sp>
      <p:sp>
        <p:nvSpPr>
          <p:cNvPr id="36" name="Rectangle 35">
            <a:extLst>
              <a:ext uri="{FF2B5EF4-FFF2-40B4-BE49-F238E27FC236}">
                <a16:creationId xmlns:a16="http://schemas.microsoft.com/office/drawing/2014/main" id="{DAE14CF3-B82E-4FAF-ADA8-60C372CFF61F}"/>
              </a:ext>
            </a:extLst>
          </p:cNvPr>
          <p:cNvSpPr/>
          <p:nvPr/>
        </p:nvSpPr>
        <p:spPr>
          <a:xfrm>
            <a:off x="706401" y="1831275"/>
            <a:ext cx="882604" cy="391812"/>
          </a:xfrm>
          <a:prstGeom prst="rect">
            <a:avLst/>
          </a:prstGeom>
          <a:solidFill>
            <a:schemeClr val="bg1"/>
          </a:solidFill>
          <a:ln>
            <a:solidFill>
              <a:srgbClr val="FF0000"/>
            </a:solidFill>
          </a:ln>
        </p:spPr>
        <p:style>
          <a:lnRef idx="2">
            <a:schemeClr val="dk1"/>
          </a:lnRef>
          <a:fillRef idx="1">
            <a:schemeClr val="lt1"/>
          </a:fillRef>
          <a:effectRef idx="0">
            <a:schemeClr val="dk1"/>
          </a:effectRef>
          <a:fontRef idx="minor">
            <a:schemeClr val="dk1"/>
          </a:fontRef>
        </p:style>
        <p:txBody>
          <a:bodyPr rtlCol="0" anchor="ctr"/>
          <a:lstStyle/>
          <a:p>
            <a:pPr algn="ctr"/>
            <a:r>
              <a:rPr lang="en-AU" sz="2400" dirty="0">
                <a:solidFill>
                  <a:schemeClr val="tx1"/>
                </a:solidFill>
              </a:rPr>
              <a:t>?</a:t>
            </a:r>
          </a:p>
        </p:txBody>
      </p:sp>
      <p:sp>
        <p:nvSpPr>
          <p:cNvPr id="37" name="Rectangle 36">
            <a:extLst>
              <a:ext uri="{FF2B5EF4-FFF2-40B4-BE49-F238E27FC236}">
                <a16:creationId xmlns:a16="http://schemas.microsoft.com/office/drawing/2014/main" id="{F83990CD-2B16-4C88-BF70-2AF40779D113}"/>
              </a:ext>
            </a:extLst>
          </p:cNvPr>
          <p:cNvSpPr/>
          <p:nvPr/>
        </p:nvSpPr>
        <p:spPr>
          <a:xfrm>
            <a:off x="4297506" y="1844172"/>
            <a:ext cx="882604" cy="391812"/>
          </a:xfrm>
          <a:prstGeom prst="rect">
            <a:avLst/>
          </a:prstGeom>
          <a:solidFill>
            <a:schemeClr val="bg1"/>
          </a:solidFill>
          <a:ln>
            <a:solidFill>
              <a:srgbClr val="FF0000"/>
            </a:solidFill>
          </a:ln>
        </p:spPr>
        <p:style>
          <a:lnRef idx="2">
            <a:schemeClr val="dk1"/>
          </a:lnRef>
          <a:fillRef idx="1">
            <a:schemeClr val="lt1"/>
          </a:fillRef>
          <a:effectRef idx="0">
            <a:schemeClr val="dk1"/>
          </a:effectRef>
          <a:fontRef idx="minor">
            <a:schemeClr val="dk1"/>
          </a:fontRef>
        </p:style>
        <p:txBody>
          <a:bodyPr rtlCol="0" anchor="ctr"/>
          <a:lstStyle/>
          <a:p>
            <a:pPr algn="ctr"/>
            <a:r>
              <a:rPr lang="en-AU" sz="2400" dirty="0">
                <a:solidFill>
                  <a:schemeClr val="tx1"/>
                </a:solidFill>
              </a:rPr>
              <a:t>?</a:t>
            </a:r>
          </a:p>
        </p:txBody>
      </p:sp>
      <p:sp>
        <p:nvSpPr>
          <p:cNvPr id="38" name="Rectangle 37">
            <a:extLst>
              <a:ext uri="{FF2B5EF4-FFF2-40B4-BE49-F238E27FC236}">
                <a16:creationId xmlns:a16="http://schemas.microsoft.com/office/drawing/2014/main" id="{3D0CE1A7-5CDC-4D41-8A41-F10C56E3D496}"/>
              </a:ext>
            </a:extLst>
          </p:cNvPr>
          <p:cNvSpPr/>
          <p:nvPr/>
        </p:nvSpPr>
        <p:spPr>
          <a:xfrm>
            <a:off x="9131864" y="1816660"/>
            <a:ext cx="882604" cy="391812"/>
          </a:xfrm>
          <a:prstGeom prst="rect">
            <a:avLst/>
          </a:prstGeom>
          <a:solidFill>
            <a:schemeClr val="bg1"/>
          </a:solidFill>
          <a:ln>
            <a:solidFill>
              <a:srgbClr val="FF0000"/>
            </a:solidFill>
          </a:ln>
        </p:spPr>
        <p:style>
          <a:lnRef idx="2">
            <a:schemeClr val="dk1"/>
          </a:lnRef>
          <a:fillRef idx="1">
            <a:schemeClr val="lt1"/>
          </a:fillRef>
          <a:effectRef idx="0">
            <a:schemeClr val="dk1"/>
          </a:effectRef>
          <a:fontRef idx="minor">
            <a:schemeClr val="dk1"/>
          </a:fontRef>
        </p:style>
        <p:txBody>
          <a:bodyPr rtlCol="0" anchor="ctr"/>
          <a:lstStyle/>
          <a:p>
            <a:pPr algn="ctr"/>
            <a:r>
              <a:rPr lang="en-AU" sz="2400" dirty="0">
                <a:solidFill>
                  <a:schemeClr val="tx1"/>
                </a:solidFill>
              </a:rPr>
              <a:t>?</a:t>
            </a:r>
          </a:p>
        </p:txBody>
      </p:sp>
      <p:sp>
        <p:nvSpPr>
          <p:cNvPr id="39" name="Rectangle 38">
            <a:extLst>
              <a:ext uri="{FF2B5EF4-FFF2-40B4-BE49-F238E27FC236}">
                <a16:creationId xmlns:a16="http://schemas.microsoft.com/office/drawing/2014/main" id="{490FC93E-35E9-4D36-8A6D-A694C53F9EF7}"/>
              </a:ext>
            </a:extLst>
          </p:cNvPr>
          <p:cNvSpPr/>
          <p:nvPr/>
        </p:nvSpPr>
        <p:spPr>
          <a:xfrm>
            <a:off x="3148565" y="168222"/>
            <a:ext cx="882604" cy="391812"/>
          </a:xfrm>
          <a:prstGeom prst="rect">
            <a:avLst/>
          </a:prstGeom>
          <a:solidFill>
            <a:schemeClr val="bg1"/>
          </a:solidFill>
          <a:ln>
            <a:solidFill>
              <a:srgbClr val="FF0000"/>
            </a:solidFill>
          </a:ln>
        </p:spPr>
        <p:style>
          <a:lnRef idx="2">
            <a:schemeClr val="dk1"/>
          </a:lnRef>
          <a:fillRef idx="1">
            <a:schemeClr val="lt1"/>
          </a:fillRef>
          <a:effectRef idx="0">
            <a:schemeClr val="dk1"/>
          </a:effectRef>
          <a:fontRef idx="minor">
            <a:schemeClr val="dk1"/>
          </a:fontRef>
        </p:style>
        <p:txBody>
          <a:bodyPr rtlCol="0" anchor="ctr"/>
          <a:lstStyle/>
          <a:p>
            <a:pPr algn="ctr"/>
            <a:r>
              <a:rPr lang="en-AU" sz="2400" dirty="0">
                <a:solidFill>
                  <a:schemeClr val="tx1"/>
                </a:solidFill>
              </a:rPr>
              <a:t>?</a:t>
            </a:r>
          </a:p>
        </p:txBody>
      </p:sp>
      <p:sp>
        <p:nvSpPr>
          <p:cNvPr id="40" name="Title 3">
            <a:extLst>
              <a:ext uri="{FF2B5EF4-FFF2-40B4-BE49-F238E27FC236}">
                <a16:creationId xmlns:a16="http://schemas.microsoft.com/office/drawing/2014/main" id="{2C78D3C9-B165-4666-85F0-BCBD18BD8417}"/>
              </a:ext>
            </a:extLst>
          </p:cNvPr>
          <p:cNvSpPr>
            <a:spLocks noGrp="1"/>
          </p:cNvSpPr>
          <p:nvPr>
            <p:ph type="title"/>
          </p:nvPr>
        </p:nvSpPr>
        <p:spPr>
          <a:xfrm>
            <a:off x="55586" y="871543"/>
            <a:ext cx="3795020" cy="606549"/>
          </a:xfrm>
        </p:spPr>
        <p:txBody>
          <a:bodyPr>
            <a:normAutofit/>
          </a:bodyPr>
          <a:lstStyle/>
          <a:p>
            <a:r>
              <a:rPr lang="en-AU" sz="2800" dirty="0">
                <a:solidFill>
                  <a:srgbClr val="FFC000"/>
                </a:solidFill>
                <a:latin typeface="+mn-lt"/>
                <a:ea typeface="+mn-ea"/>
                <a:cs typeface="+mn-cs"/>
              </a:rPr>
              <a:t>Calculate attack cost?</a:t>
            </a:r>
          </a:p>
        </p:txBody>
      </p:sp>
      <p:sp>
        <p:nvSpPr>
          <p:cNvPr id="41" name="Title 3">
            <a:extLst>
              <a:ext uri="{FF2B5EF4-FFF2-40B4-BE49-F238E27FC236}">
                <a16:creationId xmlns:a16="http://schemas.microsoft.com/office/drawing/2014/main" id="{FE4A92F9-E550-442B-8912-D2678F8278F8}"/>
              </a:ext>
            </a:extLst>
          </p:cNvPr>
          <p:cNvSpPr txBox="1">
            <a:spLocks/>
          </p:cNvSpPr>
          <p:nvPr/>
        </p:nvSpPr>
        <p:spPr>
          <a:xfrm>
            <a:off x="7944642" y="5818617"/>
            <a:ext cx="1881691" cy="545173"/>
          </a:xfrm>
          <a:prstGeom prst="rect">
            <a:avLst/>
          </a:prstGeom>
          <a:effectLst>
            <a:outerShdw blurRad="25400" dir="17880000">
              <a:srgbClr val="000000">
                <a:alpha val="46000"/>
              </a:srgbClr>
            </a:outerShdw>
          </a:effectLst>
        </p:spPr>
        <p:txBody>
          <a:bodyPr vert="horz" lIns="91440" tIns="45720" rIns="91440" bIns="45720" rtlCol="0" anchor="ctr">
            <a:normAutofit/>
          </a:bodyPr>
          <a:lstStyle>
            <a:lvl1pPr algn="ctr" defTabSz="457200" rtl="0" eaLnBrk="1" latinLnBrk="0" hangingPunct="1">
              <a:lnSpc>
                <a:spcPct val="90000"/>
              </a:lnSpc>
              <a:spcBef>
                <a:spcPct val="0"/>
              </a:spcBef>
              <a:buNone/>
              <a:defRPr sz="40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j-lt"/>
                <a:ea typeface="+mj-ea"/>
                <a:cs typeface="Trebuchet M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AU" sz="2800" dirty="0">
                <a:solidFill>
                  <a:srgbClr val="FF0000"/>
                </a:solidFill>
                <a:latin typeface="+mn-lt"/>
                <a:ea typeface="+mn-ea"/>
                <a:cs typeface="+mn-cs"/>
              </a:rPr>
              <a:t>level-4</a:t>
            </a:r>
          </a:p>
        </p:txBody>
      </p:sp>
      <p:sp>
        <p:nvSpPr>
          <p:cNvPr id="42" name="Title 3">
            <a:extLst>
              <a:ext uri="{FF2B5EF4-FFF2-40B4-BE49-F238E27FC236}">
                <a16:creationId xmlns:a16="http://schemas.microsoft.com/office/drawing/2014/main" id="{4EC7469D-5123-418F-805A-6CBCEC213319}"/>
              </a:ext>
            </a:extLst>
          </p:cNvPr>
          <p:cNvSpPr txBox="1">
            <a:spLocks/>
          </p:cNvSpPr>
          <p:nvPr/>
        </p:nvSpPr>
        <p:spPr>
          <a:xfrm>
            <a:off x="9652052" y="4987690"/>
            <a:ext cx="1881691" cy="545173"/>
          </a:xfrm>
          <a:prstGeom prst="rect">
            <a:avLst/>
          </a:prstGeom>
          <a:effectLst>
            <a:outerShdw blurRad="25400" dir="17880000">
              <a:srgbClr val="000000">
                <a:alpha val="46000"/>
              </a:srgbClr>
            </a:outerShdw>
          </a:effectLst>
        </p:spPr>
        <p:txBody>
          <a:bodyPr vert="horz" lIns="91440" tIns="45720" rIns="91440" bIns="45720" rtlCol="0" anchor="ctr">
            <a:normAutofit/>
          </a:bodyPr>
          <a:lstStyle>
            <a:lvl1pPr algn="ctr" defTabSz="457200" rtl="0" eaLnBrk="1" latinLnBrk="0" hangingPunct="1">
              <a:lnSpc>
                <a:spcPct val="90000"/>
              </a:lnSpc>
              <a:spcBef>
                <a:spcPct val="0"/>
              </a:spcBef>
              <a:buNone/>
              <a:defRPr sz="40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j-lt"/>
                <a:ea typeface="+mj-ea"/>
                <a:cs typeface="Trebuchet M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AU" sz="2800" dirty="0">
                <a:solidFill>
                  <a:srgbClr val="FF0000"/>
                </a:solidFill>
                <a:latin typeface="+mn-lt"/>
                <a:ea typeface="+mn-ea"/>
                <a:cs typeface="+mn-cs"/>
              </a:rPr>
              <a:t>level-3</a:t>
            </a:r>
          </a:p>
        </p:txBody>
      </p:sp>
      <p:sp>
        <p:nvSpPr>
          <p:cNvPr id="43" name="Title 3">
            <a:extLst>
              <a:ext uri="{FF2B5EF4-FFF2-40B4-BE49-F238E27FC236}">
                <a16:creationId xmlns:a16="http://schemas.microsoft.com/office/drawing/2014/main" id="{973DDB44-C3CF-4DFD-A0DF-800D8762DEB6}"/>
              </a:ext>
            </a:extLst>
          </p:cNvPr>
          <p:cNvSpPr txBox="1">
            <a:spLocks/>
          </p:cNvSpPr>
          <p:nvPr/>
        </p:nvSpPr>
        <p:spPr>
          <a:xfrm>
            <a:off x="9652052" y="2390709"/>
            <a:ext cx="1881691" cy="545173"/>
          </a:xfrm>
          <a:prstGeom prst="rect">
            <a:avLst/>
          </a:prstGeom>
          <a:effectLst>
            <a:outerShdw blurRad="25400" dir="17880000">
              <a:srgbClr val="000000">
                <a:alpha val="46000"/>
              </a:srgbClr>
            </a:outerShdw>
          </a:effectLst>
        </p:spPr>
        <p:txBody>
          <a:bodyPr vert="horz" lIns="91440" tIns="45720" rIns="91440" bIns="45720" rtlCol="0" anchor="ctr">
            <a:normAutofit/>
          </a:bodyPr>
          <a:lstStyle>
            <a:lvl1pPr algn="ctr" defTabSz="457200" rtl="0" eaLnBrk="1" latinLnBrk="0" hangingPunct="1">
              <a:lnSpc>
                <a:spcPct val="90000"/>
              </a:lnSpc>
              <a:spcBef>
                <a:spcPct val="0"/>
              </a:spcBef>
              <a:buNone/>
              <a:defRPr sz="40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j-lt"/>
                <a:ea typeface="+mj-ea"/>
                <a:cs typeface="Trebuchet M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AU" sz="2800" dirty="0">
                <a:solidFill>
                  <a:srgbClr val="FF0000"/>
                </a:solidFill>
                <a:latin typeface="+mn-lt"/>
                <a:ea typeface="+mn-ea"/>
                <a:cs typeface="+mn-cs"/>
              </a:rPr>
              <a:t>level-2</a:t>
            </a:r>
          </a:p>
        </p:txBody>
      </p:sp>
      <p:sp>
        <p:nvSpPr>
          <p:cNvPr id="44" name="Title 3">
            <a:extLst>
              <a:ext uri="{FF2B5EF4-FFF2-40B4-BE49-F238E27FC236}">
                <a16:creationId xmlns:a16="http://schemas.microsoft.com/office/drawing/2014/main" id="{F9E82DF7-34DB-4AFE-AAC8-42B2DEE67712}"/>
              </a:ext>
            </a:extLst>
          </p:cNvPr>
          <p:cNvSpPr txBox="1">
            <a:spLocks/>
          </p:cNvSpPr>
          <p:nvPr/>
        </p:nvSpPr>
        <p:spPr>
          <a:xfrm>
            <a:off x="7549217" y="557597"/>
            <a:ext cx="1881691" cy="545173"/>
          </a:xfrm>
          <a:prstGeom prst="rect">
            <a:avLst/>
          </a:prstGeom>
          <a:effectLst>
            <a:outerShdw blurRad="25400" dir="17880000">
              <a:srgbClr val="000000">
                <a:alpha val="46000"/>
              </a:srgbClr>
            </a:outerShdw>
          </a:effectLst>
        </p:spPr>
        <p:txBody>
          <a:bodyPr vert="horz" lIns="91440" tIns="45720" rIns="91440" bIns="45720" rtlCol="0" anchor="ctr">
            <a:normAutofit/>
          </a:bodyPr>
          <a:lstStyle>
            <a:lvl1pPr algn="ctr" defTabSz="457200" rtl="0" eaLnBrk="1" latinLnBrk="0" hangingPunct="1">
              <a:lnSpc>
                <a:spcPct val="90000"/>
              </a:lnSpc>
              <a:spcBef>
                <a:spcPct val="0"/>
              </a:spcBef>
              <a:buNone/>
              <a:defRPr sz="40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j-lt"/>
                <a:ea typeface="+mj-ea"/>
                <a:cs typeface="Trebuchet M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AU" sz="2800" dirty="0">
                <a:solidFill>
                  <a:srgbClr val="FF0000"/>
                </a:solidFill>
                <a:latin typeface="+mn-lt"/>
                <a:ea typeface="+mn-ea"/>
                <a:cs typeface="+mn-cs"/>
              </a:rPr>
              <a:t>level-1</a:t>
            </a:r>
          </a:p>
        </p:txBody>
      </p:sp>
    </p:spTree>
    <p:extLst>
      <p:ext uri="{BB962C8B-B14F-4D97-AF65-F5344CB8AC3E}">
        <p14:creationId xmlns:p14="http://schemas.microsoft.com/office/powerpoint/2010/main" val="135200445"/>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p:cNvSpPr>
            <a:spLocks noGrp="1"/>
          </p:cNvSpPr>
          <p:nvPr>
            <p:ph type="sldNum" sz="quarter" idx="12"/>
          </p:nvPr>
        </p:nvSpPr>
        <p:spPr/>
        <p:txBody>
          <a:bodyPr/>
          <a:lstStyle/>
          <a:p>
            <a:fld id="{55670E94-029C-4BA8-8D44-FBB339E4924F}" type="slidenum">
              <a:rPr lang="en-AU" smtClean="0">
                <a:solidFill>
                  <a:schemeClr val="tx1"/>
                </a:solidFill>
              </a:rPr>
              <a:pPr/>
              <a:t>30</a:t>
            </a:fld>
            <a:endParaRPr lang="en-AU" dirty="0">
              <a:solidFill>
                <a:schemeClr val="tx1"/>
              </a:solidFill>
            </a:endParaRPr>
          </a:p>
        </p:txBody>
      </p:sp>
      <p:sp>
        <p:nvSpPr>
          <p:cNvPr id="5" name="Rectangle 4"/>
          <p:cNvSpPr/>
          <p:nvPr/>
        </p:nvSpPr>
        <p:spPr>
          <a:xfrm>
            <a:off x="3764156" y="384043"/>
            <a:ext cx="3928041" cy="999066"/>
          </a:xfrm>
          <a:prstGeom prst="rect">
            <a:avLst/>
          </a:prstGeom>
          <a:solidFill>
            <a:schemeClr val="bg1"/>
          </a:solid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NZ" sz="2200" dirty="0">
                <a:solidFill>
                  <a:schemeClr val="tx1"/>
                </a:solidFill>
              </a:rPr>
              <a:t>1 gain an access to a user’s private information</a:t>
            </a:r>
          </a:p>
        </p:txBody>
      </p:sp>
      <p:cxnSp>
        <p:nvCxnSpPr>
          <p:cNvPr id="6" name="Straight Connector 5"/>
          <p:cNvCxnSpPr>
            <a:cxnSpLocks/>
            <a:stCxn id="5" idx="2"/>
            <a:endCxn id="7" idx="0"/>
          </p:cNvCxnSpPr>
          <p:nvPr/>
        </p:nvCxnSpPr>
        <p:spPr>
          <a:xfrm flipH="1">
            <a:off x="2718224" y="1383109"/>
            <a:ext cx="3009953" cy="727409"/>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7" name="Rounded Rectangle 6"/>
          <p:cNvSpPr/>
          <p:nvPr/>
        </p:nvSpPr>
        <p:spPr>
          <a:xfrm>
            <a:off x="1278791" y="2110518"/>
            <a:ext cx="2878865" cy="999067"/>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NZ" sz="2200" dirty="0">
                <a:solidFill>
                  <a:schemeClr val="tx1"/>
                </a:solidFill>
              </a:rPr>
              <a:t>1.1 gain direct access to the database</a:t>
            </a:r>
          </a:p>
        </p:txBody>
      </p:sp>
      <p:sp>
        <p:nvSpPr>
          <p:cNvPr id="8" name="Rounded Rectangle 7"/>
          <p:cNvSpPr/>
          <p:nvPr/>
        </p:nvSpPr>
        <p:spPr>
          <a:xfrm>
            <a:off x="4394553" y="2110519"/>
            <a:ext cx="2667247" cy="999066"/>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NZ" sz="2200" dirty="0">
                <a:solidFill>
                  <a:schemeClr val="tx1"/>
                </a:solidFill>
              </a:rPr>
              <a:t>1.2 login as target user</a:t>
            </a:r>
          </a:p>
        </p:txBody>
      </p:sp>
      <p:sp>
        <p:nvSpPr>
          <p:cNvPr id="9" name="Rounded Rectangle 8"/>
          <p:cNvSpPr/>
          <p:nvPr/>
        </p:nvSpPr>
        <p:spPr>
          <a:xfrm>
            <a:off x="7298697" y="2110519"/>
            <a:ext cx="2667247" cy="999066"/>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NZ" sz="2200" dirty="0">
                <a:solidFill>
                  <a:schemeClr val="tx1"/>
                </a:solidFill>
              </a:rPr>
              <a:t>1.3 hijack user session</a:t>
            </a:r>
          </a:p>
        </p:txBody>
      </p:sp>
      <p:cxnSp>
        <p:nvCxnSpPr>
          <p:cNvPr id="17" name="Straight Connector 16"/>
          <p:cNvCxnSpPr>
            <a:cxnSpLocks/>
            <a:stCxn id="5" idx="2"/>
            <a:endCxn id="8" idx="0"/>
          </p:cNvCxnSpPr>
          <p:nvPr/>
        </p:nvCxnSpPr>
        <p:spPr>
          <a:xfrm>
            <a:off x="5728177" y="1383109"/>
            <a:ext cx="0" cy="72741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8" name="Straight Connector 17"/>
          <p:cNvCxnSpPr>
            <a:cxnSpLocks/>
            <a:stCxn id="5" idx="2"/>
            <a:endCxn id="9" idx="0"/>
          </p:cNvCxnSpPr>
          <p:nvPr/>
        </p:nvCxnSpPr>
        <p:spPr>
          <a:xfrm>
            <a:off x="5728177" y="1383109"/>
            <a:ext cx="2904144" cy="72741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10" name="Rounded Rectangle 10">
            <a:extLst>
              <a:ext uri="{FF2B5EF4-FFF2-40B4-BE49-F238E27FC236}">
                <a16:creationId xmlns:a16="http://schemas.microsoft.com/office/drawing/2014/main" id="{2C036C30-C5EA-4F19-8978-832C0165CF1B}"/>
              </a:ext>
            </a:extLst>
          </p:cNvPr>
          <p:cNvSpPr/>
          <p:nvPr/>
        </p:nvSpPr>
        <p:spPr>
          <a:xfrm>
            <a:off x="190824" y="3752329"/>
            <a:ext cx="3399043" cy="1253296"/>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NZ" sz="2200" dirty="0">
                <a:solidFill>
                  <a:schemeClr val="tx1"/>
                </a:solidFill>
              </a:rPr>
              <a:t>1.1.1 exploit a software vulnerability in the system</a:t>
            </a:r>
          </a:p>
        </p:txBody>
      </p:sp>
      <p:cxnSp>
        <p:nvCxnSpPr>
          <p:cNvPr id="11" name="Straight Connector 10">
            <a:extLst>
              <a:ext uri="{FF2B5EF4-FFF2-40B4-BE49-F238E27FC236}">
                <a16:creationId xmlns:a16="http://schemas.microsoft.com/office/drawing/2014/main" id="{8BB23C53-39B3-45A0-932F-7C70A20FC24F}"/>
              </a:ext>
            </a:extLst>
          </p:cNvPr>
          <p:cNvCxnSpPr>
            <a:cxnSpLocks/>
            <a:stCxn id="7" idx="2"/>
            <a:endCxn id="10" idx="0"/>
          </p:cNvCxnSpPr>
          <p:nvPr/>
        </p:nvCxnSpPr>
        <p:spPr>
          <a:xfrm flipH="1">
            <a:off x="1890346" y="3109585"/>
            <a:ext cx="827878" cy="6427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19" name="Rounded Rectangle 13">
            <a:extLst>
              <a:ext uri="{FF2B5EF4-FFF2-40B4-BE49-F238E27FC236}">
                <a16:creationId xmlns:a16="http://schemas.microsoft.com/office/drawing/2014/main" id="{D94C59C5-226B-48FA-AC32-E5D4ED75A4C7}"/>
              </a:ext>
            </a:extLst>
          </p:cNvPr>
          <p:cNvSpPr/>
          <p:nvPr/>
        </p:nvSpPr>
        <p:spPr>
          <a:xfrm>
            <a:off x="9181301" y="3752329"/>
            <a:ext cx="2665420" cy="1253296"/>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NZ" sz="2200" dirty="0">
                <a:solidFill>
                  <a:schemeClr val="tx1"/>
                </a:solidFill>
              </a:rPr>
              <a:t>1.3.1 steal user session cookie</a:t>
            </a:r>
          </a:p>
        </p:txBody>
      </p:sp>
      <p:cxnSp>
        <p:nvCxnSpPr>
          <p:cNvPr id="20" name="Straight Connector 19">
            <a:extLst>
              <a:ext uri="{FF2B5EF4-FFF2-40B4-BE49-F238E27FC236}">
                <a16:creationId xmlns:a16="http://schemas.microsoft.com/office/drawing/2014/main" id="{34275EBC-EB06-463D-9768-3136A45B2A8E}"/>
              </a:ext>
            </a:extLst>
          </p:cNvPr>
          <p:cNvCxnSpPr>
            <a:cxnSpLocks/>
            <a:stCxn id="9" idx="2"/>
            <a:endCxn id="19" idx="0"/>
          </p:cNvCxnSpPr>
          <p:nvPr/>
        </p:nvCxnSpPr>
        <p:spPr>
          <a:xfrm>
            <a:off x="8632321" y="3109585"/>
            <a:ext cx="1881690" cy="6427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22" name="Rounded Rectangle 11">
            <a:extLst>
              <a:ext uri="{FF2B5EF4-FFF2-40B4-BE49-F238E27FC236}">
                <a16:creationId xmlns:a16="http://schemas.microsoft.com/office/drawing/2014/main" id="{F15A1BFD-0CE5-42D3-973C-87E746E01E64}"/>
              </a:ext>
            </a:extLst>
          </p:cNvPr>
          <p:cNvSpPr/>
          <p:nvPr/>
        </p:nvSpPr>
        <p:spPr>
          <a:xfrm>
            <a:off x="3943543" y="3752329"/>
            <a:ext cx="1958488" cy="1253296"/>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NZ" sz="2200" dirty="0">
                <a:solidFill>
                  <a:schemeClr val="tx1"/>
                </a:solidFill>
              </a:rPr>
              <a:t>1.2.1 brute-force login</a:t>
            </a:r>
          </a:p>
        </p:txBody>
      </p:sp>
      <p:sp>
        <p:nvSpPr>
          <p:cNvPr id="23" name="Rounded Rectangle 12">
            <a:extLst>
              <a:ext uri="{FF2B5EF4-FFF2-40B4-BE49-F238E27FC236}">
                <a16:creationId xmlns:a16="http://schemas.microsoft.com/office/drawing/2014/main" id="{6691EEBD-2317-42B5-B2B1-017891B1A73B}"/>
              </a:ext>
            </a:extLst>
          </p:cNvPr>
          <p:cNvSpPr/>
          <p:nvPr/>
        </p:nvSpPr>
        <p:spPr>
          <a:xfrm>
            <a:off x="6289971" y="3752329"/>
            <a:ext cx="2665419" cy="1253296"/>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NZ" sz="2200" dirty="0">
                <a:solidFill>
                  <a:schemeClr val="tx1"/>
                </a:solidFill>
              </a:rPr>
              <a:t>1.2.2 steal user private credentials</a:t>
            </a:r>
          </a:p>
        </p:txBody>
      </p:sp>
      <p:cxnSp>
        <p:nvCxnSpPr>
          <p:cNvPr id="24" name="Straight Connector 23">
            <a:extLst>
              <a:ext uri="{FF2B5EF4-FFF2-40B4-BE49-F238E27FC236}">
                <a16:creationId xmlns:a16="http://schemas.microsoft.com/office/drawing/2014/main" id="{34CA2EB8-00D2-431F-B330-F60CC068FC65}"/>
              </a:ext>
            </a:extLst>
          </p:cNvPr>
          <p:cNvCxnSpPr>
            <a:cxnSpLocks/>
            <a:stCxn id="8" idx="2"/>
            <a:endCxn id="22" idx="0"/>
          </p:cNvCxnSpPr>
          <p:nvPr/>
        </p:nvCxnSpPr>
        <p:spPr>
          <a:xfrm flipH="1">
            <a:off x="4922787" y="3109585"/>
            <a:ext cx="805390" cy="6427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7" name="Straight Connector 26">
            <a:extLst>
              <a:ext uri="{FF2B5EF4-FFF2-40B4-BE49-F238E27FC236}">
                <a16:creationId xmlns:a16="http://schemas.microsoft.com/office/drawing/2014/main" id="{BCD34379-1273-40FC-BA3D-3A72F6C11760}"/>
              </a:ext>
            </a:extLst>
          </p:cNvPr>
          <p:cNvCxnSpPr>
            <a:cxnSpLocks/>
            <a:stCxn id="8" idx="2"/>
            <a:endCxn id="23" idx="0"/>
          </p:cNvCxnSpPr>
          <p:nvPr/>
        </p:nvCxnSpPr>
        <p:spPr>
          <a:xfrm>
            <a:off x="5728177" y="3109585"/>
            <a:ext cx="1894504" cy="6427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21" name="Rounded Rectangle 26">
            <a:extLst>
              <a:ext uri="{FF2B5EF4-FFF2-40B4-BE49-F238E27FC236}">
                <a16:creationId xmlns:a16="http://schemas.microsoft.com/office/drawing/2014/main" id="{48AEA7A6-8293-4E2E-A8F3-8B354ACD9109}"/>
              </a:ext>
            </a:extLst>
          </p:cNvPr>
          <p:cNvSpPr/>
          <p:nvPr/>
        </p:nvSpPr>
        <p:spPr>
          <a:xfrm>
            <a:off x="2216873" y="5674868"/>
            <a:ext cx="2347646" cy="886917"/>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NZ" sz="2200" dirty="0">
                <a:solidFill>
                  <a:schemeClr val="tx1"/>
                </a:solidFill>
              </a:rPr>
              <a:t>1.2.1.1 identify a target username</a:t>
            </a:r>
          </a:p>
        </p:txBody>
      </p:sp>
      <p:sp>
        <p:nvSpPr>
          <p:cNvPr id="25" name="Rounded Rectangle 27">
            <a:extLst>
              <a:ext uri="{FF2B5EF4-FFF2-40B4-BE49-F238E27FC236}">
                <a16:creationId xmlns:a16="http://schemas.microsoft.com/office/drawing/2014/main" id="{EDA5D8E8-4AF7-4C72-99BE-F499FEC9E682}"/>
              </a:ext>
            </a:extLst>
          </p:cNvPr>
          <p:cNvSpPr/>
          <p:nvPr/>
        </p:nvSpPr>
        <p:spPr>
          <a:xfrm>
            <a:off x="5297561" y="5674868"/>
            <a:ext cx="2825098" cy="886917"/>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NZ" sz="2200" dirty="0">
                <a:solidFill>
                  <a:schemeClr val="tx1"/>
                </a:solidFill>
              </a:rPr>
              <a:t>1.2.1.2 identify a target user password</a:t>
            </a:r>
          </a:p>
        </p:txBody>
      </p:sp>
      <p:cxnSp>
        <p:nvCxnSpPr>
          <p:cNvPr id="26" name="Straight Connector 25">
            <a:extLst>
              <a:ext uri="{FF2B5EF4-FFF2-40B4-BE49-F238E27FC236}">
                <a16:creationId xmlns:a16="http://schemas.microsoft.com/office/drawing/2014/main" id="{C6CCF372-A0D7-4F6A-ACFB-261A163BFD95}"/>
              </a:ext>
            </a:extLst>
          </p:cNvPr>
          <p:cNvCxnSpPr>
            <a:cxnSpLocks/>
            <a:stCxn id="22" idx="2"/>
            <a:endCxn id="21" idx="0"/>
          </p:cNvCxnSpPr>
          <p:nvPr/>
        </p:nvCxnSpPr>
        <p:spPr>
          <a:xfrm flipH="1">
            <a:off x="3390696" y="5005625"/>
            <a:ext cx="1532091" cy="669243"/>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8" name="Straight Connector 27">
            <a:extLst>
              <a:ext uri="{FF2B5EF4-FFF2-40B4-BE49-F238E27FC236}">
                <a16:creationId xmlns:a16="http://schemas.microsoft.com/office/drawing/2014/main" id="{51396790-B262-44A9-A46E-3C3965A45178}"/>
              </a:ext>
            </a:extLst>
          </p:cNvPr>
          <p:cNvCxnSpPr>
            <a:cxnSpLocks/>
            <a:stCxn id="22" idx="2"/>
            <a:endCxn id="25" idx="0"/>
          </p:cNvCxnSpPr>
          <p:nvPr/>
        </p:nvCxnSpPr>
        <p:spPr>
          <a:xfrm>
            <a:off x="4922787" y="5005625"/>
            <a:ext cx="1787323" cy="669243"/>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29" name="Freeform 30">
            <a:extLst>
              <a:ext uri="{FF2B5EF4-FFF2-40B4-BE49-F238E27FC236}">
                <a16:creationId xmlns:a16="http://schemas.microsoft.com/office/drawing/2014/main" id="{5B0A19D0-C4AD-46C3-BE93-66A81168DC00}"/>
              </a:ext>
            </a:extLst>
          </p:cNvPr>
          <p:cNvSpPr/>
          <p:nvPr/>
        </p:nvSpPr>
        <p:spPr>
          <a:xfrm>
            <a:off x="4677793" y="5110687"/>
            <a:ext cx="489987" cy="162181"/>
          </a:xfrm>
          <a:custGeom>
            <a:avLst/>
            <a:gdLst>
              <a:gd name="connsiteX0" fmla="*/ 0 w 476250"/>
              <a:gd name="connsiteY0" fmla="*/ 0 h 142944"/>
              <a:gd name="connsiteX1" fmla="*/ 228600 w 476250"/>
              <a:gd name="connsiteY1" fmla="*/ 142875 h 142944"/>
              <a:gd name="connsiteX2" fmla="*/ 476250 w 476250"/>
              <a:gd name="connsiteY2" fmla="*/ 19050 h 142944"/>
              <a:gd name="connsiteX0" fmla="*/ 0 w 476250"/>
              <a:gd name="connsiteY0" fmla="*/ 0 h 142978"/>
              <a:gd name="connsiteX1" fmla="*/ 228600 w 476250"/>
              <a:gd name="connsiteY1" fmla="*/ 142875 h 142978"/>
              <a:gd name="connsiteX2" fmla="*/ 476250 w 476250"/>
              <a:gd name="connsiteY2" fmla="*/ 19050 h 142978"/>
              <a:gd name="connsiteX0" fmla="*/ 0 w 476250"/>
              <a:gd name="connsiteY0" fmla="*/ 0 h 147735"/>
              <a:gd name="connsiteX1" fmla="*/ 247650 w 476250"/>
              <a:gd name="connsiteY1" fmla="*/ 147638 h 147735"/>
              <a:gd name="connsiteX2" fmla="*/ 476250 w 476250"/>
              <a:gd name="connsiteY2" fmla="*/ 19050 h 147735"/>
              <a:gd name="connsiteX0" fmla="*/ 0 w 476250"/>
              <a:gd name="connsiteY0" fmla="*/ 0 h 147661"/>
              <a:gd name="connsiteX1" fmla="*/ 247650 w 476250"/>
              <a:gd name="connsiteY1" fmla="*/ 147638 h 147661"/>
              <a:gd name="connsiteX2" fmla="*/ 476250 w 476250"/>
              <a:gd name="connsiteY2" fmla="*/ 19050 h 147661"/>
              <a:gd name="connsiteX0" fmla="*/ 0 w 464344"/>
              <a:gd name="connsiteY0" fmla="*/ 0 h 147690"/>
              <a:gd name="connsiteX1" fmla="*/ 247650 w 464344"/>
              <a:gd name="connsiteY1" fmla="*/ 147638 h 147690"/>
              <a:gd name="connsiteX2" fmla="*/ 464344 w 464344"/>
              <a:gd name="connsiteY2" fmla="*/ 14288 h 147690"/>
              <a:gd name="connsiteX0" fmla="*/ 0 w 464344"/>
              <a:gd name="connsiteY0" fmla="*/ 0 h 147701"/>
              <a:gd name="connsiteX1" fmla="*/ 247650 w 464344"/>
              <a:gd name="connsiteY1" fmla="*/ 147638 h 147701"/>
              <a:gd name="connsiteX2" fmla="*/ 464344 w 464344"/>
              <a:gd name="connsiteY2" fmla="*/ 14288 h 147701"/>
              <a:gd name="connsiteX0" fmla="*/ 0 w 464344"/>
              <a:gd name="connsiteY0" fmla="*/ 0 h 147701"/>
              <a:gd name="connsiteX1" fmla="*/ 247650 w 464344"/>
              <a:gd name="connsiteY1" fmla="*/ 147638 h 147701"/>
              <a:gd name="connsiteX2" fmla="*/ 464344 w 464344"/>
              <a:gd name="connsiteY2" fmla="*/ 14288 h 147701"/>
              <a:gd name="connsiteX0" fmla="*/ 0 w 464344"/>
              <a:gd name="connsiteY0" fmla="*/ 0 h 147701"/>
              <a:gd name="connsiteX1" fmla="*/ 247650 w 464344"/>
              <a:gd name="connsiteY1" fmla="*/ 147638 h 147701"/>
              <a:gd name="connsiteX2" fmla="*/ 464344 w 464344"/>
              <a:gd name="connsiteY2" fmla="*/ 14288 h 147701"/>
              <a:gd name="connsiteX0" fmla="*/ 0 w 464344"/>
              <a:gd name="connsiteY0" fmla="*/ 0 h 150080"/>
              <a:gd name="connsiteX1" fmla="*/ 204788 w 464344"/>
              <a:gd name="connsiteY1" fmla="*/ 150019 h 150080"/>
              <a:gd name="connsiteX2" fmla="*/ 464344 w 464344"/>
              <a:gd name="connsiteY2" fmla="*/ 14288 h 150080"/>
            </a:gdLst>
            <a:ahLst/>
            <a:cxnLst>
              <a:cxn ang="0">
                <a:pos x="connsiteX0" y="connsiteY0"/>
              </a:cxn>
              <a:cxn ang="0">
                <a:pos x="connsiteX1" y="connsiteY1"/>
              </a:cxn>
              <a:cxn ang="0">
                <a:pos x="connsiteX2" y="connsiteY2"/>
              </a:cxn>
            </a:cxnLst>
            <a:rect l="l" t="t" r="r" b="b"/>
            <a:pathLst>
              <a:path w="464344" h="150080">
                <a:moveTo>
                  <a:pt x="0" y="0"/>
                </a:moveTo>
                <a:cubicBezTo>
                  <a:pt x="67468" y="100806"/>
                  <a:pt x="127397" y="147638"/>
                  <a:pt x="204788" y="150019"/>
                </a:cubicBezTo>
                <a:cubicBezTo>
                  <a:pt x="282179" y="152400"/>
                  <a:pt x="407989" y="84932"/>
                  <a:pt x="464344" y="14288"/>
                </a:cubicBezTo>
              </a:path>
            </a:pathLst>
          </a:cu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Z" sz="1867">
              <a:solidFill>
                <a:schemeClr val="tx1"/>
              </a:solidFill>
            </a:endParaRPr>
          </a:p>
        </p:txBody>
      </p:sp>
      <p:sp>
        <p:nvSpPr>
          <p:cNvPr id="30" name="Rectangle 29">
            <a:extLst>
              <a:ext uri="{FF2B5EF4-FFF2-40B4-BE49-F238E27FC236}">
                <a16:creationId xmlns:a16="http://schemas.microsoft.com/office/drawing/2014/main" id="{20EF3B05-885E-498F-A8E4-6AC25C376F9F}"/>
              </a:ext>
            </a:extLst>
          </p:cNvPr>
          <p:cNvSpPr/>
          <p:nvPr/>
        </p:nvSpPr>
        <p:spPr>
          <a:xfrm>
            <a:off x="1603373" y="5478962"/>
            <a:ext cx="761892" cy="391812"/>
          </a:xfrm>
          <a:prstGeom prst="rect">
            <a:avLst/>
          </a:prstGeom>
          <a:solidFill>
            <a:schemeClr val="bg1"/>
          </a:solidFill>
          <a:ln>
            <a:solidFill>
              <a:srgbClr val="FF0000"/>
            </a:solidFill>
          </a:ln>
        </p:spPr>
        <p:style>
          <a:lnRef idx="2">
            <a:schemeClr val="dk1"/>
          </a:lnRef>
          <a:fillRef idx="1">
            <a:schemeClr val="lt1"/>
          </a:fillRef>
          <a:effectRef idx="0">
            <a:schemeClr val="dk1"/>
          </a:effectRef>
          <a:fontRef idx="minor">
            <a:schemeClr val="dk1"/>
          </a:fontRef>
        </p:style>
        <p:txBody>
          <a:bodyPr rtlCol="0" anchor="ctr"/>
          <a:lstStyle/>
          <a:p>
            <a:pPr algn="ctr"/>
            <a:r>
              <a:rPr lang="en-AU" sz="2400" dirty="0">
                <a:solidFill>
                  <a:schemeClr val="tx1"/>
                </a:solidFill>
              </a:rPr>
              <a:t>$5</a:t>
            </a:r>
          </a:p>
        </p:txBody>
      </p:sp>
      <p:sp>
        <p:nvSpPr>
          <p:cNvPr id="32" name="Rectangle 31">
            <a:extLst>
              <a:ext uri="{FF2B5EF4-FFF2-40B4-BE49-F238E27FC236}">
                <a16:creationId xmlns:a16="http://schemas.microsoft.com/office/drawing/2014/main" id="{B0CCAB7D-1A6A-4B49-ADF4-74E9DEE9B106}"/>
              </a:ext>
            </a:extLst>
          </p:cNvPr>
          <p:cNvSpPr/>
          <p:nvPr/>
        </p:nvSpPr>
        <p:spPr>
          <a:xfrm>
            <a:off x="4809513" y="5478962"/>
            <a:ext cx="882604" cy="391812"/>
          </a:xfrm>
          <a:prstGeom prst="rect">
            <a:avLst/>
          </a:prstGeom>
          <a:solidFill>
            <a:schemeClr val="bg1"/>
          </a:solidFill>
          <a:ln>
            <a:solidFill>
              <a:srgbClr val="FF0000"/>
            </a:solidFill>
          </a:ln>
        </p:spPr>
        <p:style>
          <a:lnRef idx="2">
            <a:schemeClr val="dk1"/>
          </a:lnRef>
          <a:fillRef idx="1">
            <a:schemeClr val="lt1"/>
          </a:fillRef>
          <a:effectRef idx="0">
            <a:schemeClr val="dk1"/>
          </a:effectRef>
          <a:fontRef idx="minor">
            <a:schemeClr val="dk1"/>
          </a:fontRef>
        </p:style>
        <p:txBody>
          <a:bodyPr rtlCol="0" anchor="ctr"/>
          <a:lstStyle/>
          <a:p>
            <a:pPr algn="ctr"/>
            <a:r>
              <a:rPr lang="en-AU" sz="2400" dirty="0">
                <a:solidFill>
                  <a:schemeClr val="tx1"/>
                </a:solidFill>
              </a:rPr>
              <a:t>$50</a:t>
            </a:r>
          </a:p>
        </p:txBody>
      </p:sp>
      <p:sp>
        <p:nvSpPr>
          <p:cNvPr id="33" name="Rectangle 32">
            <a:extLst>
              <a:ext uri="{FF2B5EF4-FFF2-40B4-BE49-F238E27FC236}">
                <a16:creationId xmlns:a16="http://schemas.microsoft.com/office/drawing/2014/main" id="{E8DB1E72-A239-4700-8EE3-FA9A660DF2E1}"/>
              </a:ext>
            </a:extLst>
          </p:cNvPr>
          <p:cNvSpPr/>
          <p:nvPr/>
        </p:nvSpPr>
        <p:spPr>
          <a:xfrm>
            <a:off x="11103637" y="3556423"/>
            <a:ext cx="860213" cy="418310"/>
          </a:xfrm>
          <a:prstGeom prst="rect">
            <a:avLst/>
          </a:prstGeom>
          <a:solidFill>
            <a:schemeClr val="bg1"/>
          </a:solidFill>
          <a:ln>
            <a:solidFill>
              <a:srgbClr val="FF0000"/>
            </a:solidFill>
          </a:ln>
        </p:spPr>
        <p:style>
          <a:lnRef idx="2">
            <a:schemeClr val="dk1"/>
          </a:lnRef>
          <a:fillRef idx="1">
            <a:schemeClr val="lt1"/>
          </a:fillRef>
          <a:effectRef idx="0">
            <a:schemeClr val="dk1"/>
          </a:effectRef>
          <a:fontRef idx="minor">
            <a:schemeClr val="dk1"/>
          </a:fontRef>
        </p:style>
        <p:txBody>
          <a:bodyPr rtlCol="0" anchor="ctr"/>
          <a:lstStyle/>
          <a:p>
            <a:pPr algn="ctr"/>
            <a:r>
              <a:rPr lang="en-AU" sz="2400" dirty="0">
                <a:solidFill>
                  <a:schemeClr val="tx1"/>
                </a:solidFill>
              </a:rPr>
              <a:t>$50</a:t>
            </a:r>
          </a:p>
        </p:txBody>
      </p:sp>
      <p:sp>
        <p:nvSpPr>
          <p:cNvPr id="34" name="Rectangle 33">
            <a:extLst>
              <a:ext uri="{FF2B5EF4-FFF2-40B4-BE49-F238E27FC236}">
                <a16:creationId xmlns:a16="http://schemas.microsoft.com/office/drawing/2014/main" id="{8AC90A8D-D30A-4E3D-8D34-53D2955D945B}"/>
              </a:ext>
            </a:extLst>
          </p:cNvPr>
          <p:cNvSpPr/>
          <p:nvPr/>
        </p:nvSpPr>
        <p:spPr>
          <a:xfrm>
            <a:off x="41810" y="3556422"/>
            <a:ext cx="976893" cy="418311"/>
          </a:xfrm>
          <a:prstGeom prst="rect">
            <a:avLst/>
          </a:prstGeom>
          <a:solidFill>
            <a:schemeClr val="bg1"/>
          </a:solidFill>
          <a:ln>
            <a:solidFill>
              <a:srgbClr val="FF0000"/>
            </a:solidFill>
          </a:ln>
        </p:spPr>
        <p:style>
          <a:lnRef idx="2">
            <a:schemeClr val="dk1"/>
          </a:lnRef>
          <a:fillRef idx="1">
            <a:schemeClr val="lt1"/>
          </a:fillRef>
          <a:effectRef idx="0">
            <a:schemeClr val="dk1"/>
          </a:effectRef>
          <a:fontRef idx="minor">
            <a:schemeClr val="dk1"/>
          </a:fontRef>
        </p:style>
        <p:txBody>
          <a:bodyPr rtlCol="0" anchor="ctr"/>
          <a:lstStyle/>
          <a:p>
            <a:pPr algn="ctr"/>
            <a:r>
              <a:rPr lang="en-AU" sz="2400" dirty="0">
                <a:solidFill>
                  <a:schemeClr val="tx1"/>
                </a:solidFill>
              </a:rPr>
              <a:t>$200</a:t>
            </a:r>
          </a:p>
        </p:txBody>
      </p:sp>
      <p:sp>
        <p:nvSpPr>
          <p:cNvPr id="35" name="Rectangle 34">
            <a:extLst>
              <a:ext uri="{FF2B5EF4-FFF2-40B4-BE49-F238E27FC236}">
                <a16:creationId xmlns:a16="http://schemas.microsoft.com/office/drawing/2014/main" id="{A798A2C8-FC4E-4826-9700-32E66ABF5DA8}"/>
              </a:ext>
            </a:extLst>
          </p:cNvPr>
          <p:cNvSpPr/>
          <p:nvPr/>
        </p:nvSpPr>
        <p:spPr>
          <a:xfrm>
            <a:off x="8042695" y="3582922"/>
            <a:ext cx="992793" cy="391812"/>
          </a:xfrm>
          <a:prstGeom prst="rect">
            <a:avLst/>
          </a:prstGeom>
          <a:solidFill>
            <a:schemeClr val="bg1"/>
          </a:solidFill>
          <a:ln>
            <a:solidFill>
              <a:srgbClr val="FF0000"/>
            </a:solidFill>
          </a:ln>
        </p:spPr>
        <p:style>
          <a:lnRef idx="2">
            <a:schemeClr val="dk1"/>
          </a:lnRef>
          <a:fillRef idx="1">
            <a:schemeClr val="lt1"/>
          </a:fillRef>
          <a:effectRef idx="0">
            <a:schemeClr val="dk1"/>
          </a:effectRef>
          <a:fontRef idx="minor">
            <a:schemeClr val="dk1"/>
          </a:fontRef>
        </p:style>
        <p:txBody>
          <a:bodyPr rtlCol="0" anchor="ctr"/>
          <a:lstStyle/>
          <a:p>
            <a:pPr algn="ctr"/>
            <a:r>
              <a:rPr lang="en-AU" sz="2400" dirty="0">
                <a:solidFill>
                  <a:schemeClr val="tx1"/>
                </a:solidFill>
              </a:rPr>
              <a:t>$400</a:t>
            </a:r>
          </a:p>
        </p:txBody>
      </p:sp>
      <p:sp>
        <p:nvSpPr>
          <p:cNvPr id="31" name="Rectangle 30">
            <a:extLst>
              <a:ext uri="{FF2B5EF4-FFF2-40B4-BE49-F238E27FC236}">
                <a16:creationId xmlns:a16="http://schemas.microsoft.com/office/drawing/2014/main" id="{295701D9-F539-48C9-A46F-BBEACA5C26A6}"/>
              </a:ext>
            </a:extLst>
          </p:cNvPr>
          <p:cNvSpPr/>
          <p:nvPr/>
        </p:nvSpPr>
        <p:spPr>
          <a:xfrm>
            <a:off x="3745370" y="3556422"/>
            <a:ext cx="882604" cy="391812"/>
          </a:xfrm>
          <a:prstGeom prst="rect">
            <a:avLst/>
          </a:prstGeom>
          <a:solidFill>
            <a:schemeClr val="bg1"/>
          </a:solidFill>
          <a:ln>
            <a:solidFill>
              <a:srgbClr val="FF0000"/>
            </a:solidFill>
          </a:ln>
        </p:spPr>
        <p:style>
          <a:lnRef idx="2">
            <a:schemeClr val="dk1"/>
          </a:lnRef>
          <a:fillRef idx="1">
            <a:schemeClr val="lt1"/>
          </a:fillRef>
          <a:effectRef idx="0">
            <a:schemeClr val="dk1"/>
          </a:effectRef>
          <a:fontRef idx="minor">
            <a:schemeClr val="dk1"/>
          </a:fontRef>
        </p:style>
        <p:txBody>
          <a:bodyPr rtlCol="0" anchor="ctr"/>
          <a:lstStyle/>
          <a:p>
            <a:pPr algn="ctr"/>
            <a:r>
              <a:rPr lang="en-AU" sz="2400" dirty="0">
                <a:solidFill>
                  <a:schemeClr val="tx1"/>
                </a:solidFill>
              </a:rPr>
              <a:t>55</a:t>
            </a:r>
          </a:p>
        </p:txBody>
      </p:sp>
      <p:sp>
        <p:nvSpPr>
          <p:cNvPr id="36" name="Rectangle 35">
            <a:extLst>
              <a:ext uri="{FF2B5EF4-FFF2-40B4-BE49-F238E27FC236}">
                <a16:creationId xmlns:a16="http://schemas.microsoft.com/office/drawing/2014/main" id="{DAE14CF3-B82E-4FAF-ADA8-60C372CFF61F}"/>
              </a:ext>
            </a:extLst>
          </p:cNvPr>
          <p:cNvSpPr/>
          <p:nvPr/>
        </p:nvSpPr>
        <p:spPr>
          <a:xfrm>
            <a:off x="706401" y="1831275"/>
            <a:ext cx="882604" cy="391812"/>
          </a:xfrm>
          <a:prstGeom prst="rect">
            <a:avLst/>
          </a:prstGeom>
          <a:solidFill>
            <a:schemeClr val="bg1"/>
          </a:solidFill>
          <a:ln>
            <a:solidFill>
              <a:srgbClr val="FF0000"/>
            </a:solidFill>
          </a:ln>
        </p:spPr>
        <p:style>
          <a:lnRef idx="2">
            <a:schemeClr val="dk1"/>
          </a:lnRef>
          <a:fillRef idx="1">
            <a:schemeClr val="lt1"/>
          </a:fillRef>
          <a:effectRef idx="0">
            <a:schemeClr val="dk1"/>
          </a:effectRef>
          <a:fontRef idx="minor">
            <a:schemeClr val="dk1"/>
          </a:fontRef>
        </p:style>
        <p:txBody>
          <a:bodyPr rtlCol="0" anchor="ctr"/>
          <a:lstStyle/>
          <a:p>
            <a:pPr algn="ctr"/>
            <a:r>
              <a:rPr lang="en-AU" sz="2400" dirty="0">
                <a:solidFill>
                  <a:schemeClr val="tx1"/>
                </a:solidFill>
              </a:rPr>
              <a:t>?</a:t>
            </a:r>
          </a:p>
        </p:txBody>
      </p:sp>
      <p:sp>
        <p:nvSpPr>
          <p:cNvPr id="37" name="Rectangle 36">
            <a:extLst>
              <a:ext uri="{FF2B5EF4-FFF2-40B4-BE49-F238E27FC236}">
                <a16:creationId xmlns:a16="http://schemas.microsoft.com/office/drawing/2014/main" id="{F83990CD-2B16-4C88-BF70-2AF40779D113}"/>
              </a:ext>
            </a:extLst>
          </p:cNvPr>
          <p:cNvSpPr/>
          <p:nvPr/>
        </p:nvSpPr>
        <p:spPr>
          <a:xfrm>
            <a:off x="4297506" y="1844172"/>
            <a:ext cx="882604" cy="391812"/>
          </a:xfrm>
          <a:prstGeom prst="rect">
            <a:avLst/>
          </a:prstGeom>
          <a:solidFill>
            <a:schemeClr val="bg1"/>
          </a:solidFill>
          <a:ln>
            <a:solidFill>
              <a:srgbClr val="FF0000"/>
            </a:solidFill>
          </a:ln>
        </p:spPr>
        <p:style>
          <a:lnRef idx="2">
            <a:schemeClr val="dk1"/>
          </a:lnRef>
          <a:fillRef idx="1">
            <a:schemeClr val="lt1"/>
          </a:fillRef>
          <a:effectRef idx="0">
            <a:schemeClr val="dk1"/>
          </a:effectRef>
          <a:fontRef idx="minor">
            <a:schemeClr val="dk1"/>
          </a:fontRef>
        </p:style>
        <p:txBody>
          <a:bodyPr rtlCol="0" anchor="ctr"/>
          <a:lstStyle/>
          <a:p>
            <a:pPr algn="ctr"/>
            <a:r>
              <a:rPr lang="en-AU" sz="2400" dirty="0">
                <a:solidFill>
                  <a:schemeClr val="tx1"/>
                </a:solidFill>
              </a:rPr>
              <a:t>?</a:t>
            </a:r>
          </a:p>
        </p:txBody>
      </p:sp>
      <p:sp>
        <p:nvSpPr>
          <p:cNvPr id="38" name="Rectangle 37">
            <a:extLst>
              <a:ext uri="{FF2B5EF4-FFF2-40B4-BE49-F238E27FC236}">
                <a16:creationId xmlns:a16="http://schemas.microsoft.com/office/drawing/2014/main" id="{3D0CE1A7-5CDC-4D41-8A41-F10C56E3D496}"/>
              </a:ext>
            </a:extLst>
          </p:cNvPr>
          <p:cNvSpPr/>
          <p:nvPr/>
        </p:nvSpPr>
        <p:spPr>
          <a:xfrm>
            <a:off x="9131864" y="1816660"/>
            <a:ext cx="882604" cy="391812"/>
          </a:xfrm>
          <a:prstGeom prst="rect">
            <a:avLst/>
          </a:prstGeom>
          <a:solidFill>
            <a:schemeClr val="bg1"/>
          </a:solidFill>
          <a:ln>
            <a:solidFill>
              <a:srgbClr val="FF0000"/>
            </a:solidFill>
          </a:ln>
        </p:spPr>
        <p:style>
          <a:lnRef idx="2">
            <a:schemeClr val="dk1"/>
          </a:lnRef>
          <a:fillRef idx="1">
            <a:schemeClr val="lt1"/>
          </a:fillRef>
          <a:effectRef idx="0">
            <a:schemeClr val="dk1"/>
          </a:effectRef>
          <a:fontRef idx="minor">
            <a:schemeClr val="dk1"/>
          </a:fontRef>
        </p:style>
        <p:txBody>
          <a:bodyPr rtlCol="0" anchor="ctr"/>
          <a:lstStyle/>
          <a:p>
            <a:pPr algn="ctr"/>
            <a:r>
              <a:rPr lang="en-AU" sz="2400" dirty="0">
                <a:solidFill>
                  <a:schemeClr val="tx1"/>
                </a:solidFill>
              </a:rPr>
              <a:t>?</a:t>
            </a:r>
          </a:p>
        </p:txBody>
      </p:sp>
      <p:sp>
        <p:nvSpPr>
          <p:cNvPr id="39" name="Rectangle 38">
            <a:extLst>
              <a:ext uri="{FF2B5EF4-FFF2-40B4-BE49-F238E27FC236}">
                <a16:creationId xmlns:a16="http://schemas.microsoft.com/office/drawing/2014/main" id="{490FC93E-35E9-4D36-8A6D-A694C53F9EF7}"/>
              </a:ext>
            </a:extLst>
          </p:cNvPr>
          <p:cNvSpPr/>
          <p:nvPr/>
        </p:nvSpPr>
        <p:spPr>
          <a:xfrm>
            <a:off x="3148565" y="168222"/>
            <a:ext cx="882604" cy="391812"/>
          </a:xfrm>
          <a:prstGeom prst="rect">
            <a:avLst/>
          </a:prstGeom>
          <a:solidFill>
            <a:schemeClr val="bg1"/>
          </a:solidFill>
          <a:ln>
            <a:solidFill>
              <a:srgbClr val="FF0000"/>
            </a:solidFill>
          </a:ln>
        </p:spPr>
        <p:style>
          <a:lnRef idx="2">
            <a:schemeClr val="dk1"/>
          </a:lnRef>
          <a:fillRef idx="1">
            <a:schemeClr val="lt1"/>
          </a:fillRef>
          <a:effectRef idx="0">
            <a:schemeClr val="dk1"/>
          </a:effectRef>
          <a:fontRef idx="minor">
            <a:schemeClr val="dk1"/>
          </a:fontRef>
        </p:style>
        <p:txBody>
          <a:bodyPr rtlCol="0" anchor="ctr"/>
          <a:lstStyle/>
          <a:p>
            <a:pPr algn="ctr"/>
            <a:r>
              <a:rPr lang="en-AU" sz="2400" dirty="0">
                <a:solidFill>
                  <a:schemeClr val="tx1"/>
                </a:solidFill>
              </a:rPr>
              <a:t>?</a:t>
            </a:r>
          </a:p>
        </p:txBody>
      </p:sp>
      <p:sp>
        <p:nvSpPr>
          <p:cNvPr id="40" name="Title 3">
            <a:extLst>
              <a:ext uri="{FF2B5EF4-FFF2-40B4-BE49-F238E27FC236}">
                <a16:creationId xmlns:a16="http://schemas.microsoft.com/office/drawing/2014/main" id="{181F2B7E-3147-4736-BC14-9D61C6281204}"/>
              </a:ext>
            </a:extLst>
          </p:cNvPr>
          <p:cNvSpPr txBox="1">
            <a:spLocks/>
          </p:cNvSpPr>
          <p:nvPr/>
        </p:nvSpPr>
        <p:spPr>
          <a:xfrm>
            <a:off x="7944642" y="5818617"/>
            <a:ext cx="1881691" cy="545173"/>
          </a:xfrm>
          <a:prstGeom prst="rect">
            <a:avLst/>
          </a:prstGeom>
          <a:effectLst>
            <a:outerShdw blurRad="25400" dir="17880000">
              <a:srgbClr val="000000">
                <a:alpha val="46000"/>
              </a:srgbClr>
            </a:outerShdw>
          </a:effectLst>
        </p:spPr>
        <p:txBody>
          <a:bodyPr vert="horz" lIns="91440" tIns="45720" rIns="91440" bIns="45720" rtlCol="0" anchor="ctr">
            <a:normAutofit/>
          </a:bodyPr>
          <a:lstStyle>
            <a:lvl1pPr algn="ctr" defTabSz="457200" rtl="0" eaLnBrk="1" latinLnBrk="0" hangingPunct="1">
              <a:lnSpc>
                <a:spcPct val="90000"/>
              </a:lnSpc>
              <a:spcBef>
                <a:spcPct val="0"/>
              </a:spcBef>
              <a:buNone/>
              <a:defRPr sz="40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j-lt"/>
                <a:ea typeface="+mj-ea"/>
                <a:cs typeface="Trebuchet M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AU" sz="2800" dirty="0">
                <a:solidFill>
                  <a:srgbClr val="FF0000"/>
                </a:solidFill>
                <a:latin typeface="+mn-lt"/>
                <a:ea typeface="+mn-ea"/>
                <a:cs typeface="+mn-cs"/>
              </a:rPr>
              <a:t>level-4</a:t>
            </a:r>
          </a:p>
        </p:txBody>
      </p:sp>
      <p:sp>
        <p:nvSpPr>
          <p:cNvPr id="43" name="Title 3">
            <a:extLst>
              <a:ext uri="{FF2B5EF4-FFF2-40B4-BE49-F238E27FC236}">
                <a16:creationId xmlns:a16="http://schemas.microsoft.com/office/drawing/2014/main" id="{5D63C3E0-42F9-4588-88B0-7C5423CECA6F}"/>
              </a:ext>
            </a:extLst>
          </p:cNvPr>
          <p:cNvSpPr txBox="1">
            <a:spLocks/>
          </p:cNvSpPr>
          <p:nvPr/>
        </p:nvSpPr>
        <p:spPr>
          <a:xfrm>
            <a:off x="7549217" y="557597"/>
            <a:ext cx="1881691" cy="545173"/>
          </a:xfrm>
          <a:prstGeom prst="rect">
            <a:avLst/>
          </a:prstGeom>
          <a:effectLst>
            <a:outerShdw blurRad="25400" dir="17880000">
              <a:srgbClr val="000000">
                <a:alpha val="46000"/>
              </a:srgbClr>
            </a:outerShdw>
          </a:effectLst>
        </p:spPr>
        <p:txBody>
          <a:bodyPr vert="horz" lIns="91440" tIns="45720" rIns="91440" bIns="45720" rtlCol="0" anchor="ctr">
            <a:normAutofit/>
          </a:bodyPr>
          <a:lstStyle>
            <a:lvl1pPr algn="ctr" defTabSz="457200" rtl="0" eaLnBrk="1" latinLnBrk="0" hangingPunct="1">
              <a:lnSpc>
                <a:spcPct val="90000"/>
              </a:lnSpc>
              <a:spcBef>
                <a:spcPct val="0"/>
              </a:spcBef>
              <a:buNone/>
              <a:defRPr sz="40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j-lt"/>
                <a:ea typeface="+mj-ea"/>
                <a:cs typeface="Trebuchet M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AU" sz="2800" dirty="0">
                <a:solidFill>
                  <a:srgbClr val="FF0000"/>
                </a:solidFill>
                <a:latin typeface="+mn-lt"/>
                <a:ea typeface="+mn-ea"/>
                <a:cs typeface="+mn-cs"/>
              </a:rPr>
              <a:t>level-1</a:t>
            </a:r>
          </a:p>
        </p:txBody>
      </p:sp>
      <p:sp>
        <p:nvSpPr>
          <p:cNvPr id="44" name="Title 3">
            <a:extLst>
              <a:ext uri="{FF2B5EF4-FFF2-40B4-BE49-F238E27FC236}">
                <a16:creationId xmlns:a16="http://schemas.microsoft.com/office/drawing/2014/main" id="{EE68D5F4-F09B-45CF-9807-82F53D339836}"/>
              </a:ext>
            </a:extLst>
          </p:cNvPr>
          <p:cNvSpPr txBox="1">
            <a:spLocks/>
          </p:cNvSpPr>
          <p:nvPr/>
        </p:nvSpPr>
        <p:spPr>
          <a:xfrm>
            <a:off x="9652052" y="4987690"/>
            <a:ext cx="1881691" cy="545173"/>
          </a:xfrm>
          <a:prstGeom prst="rect">
            <a:avLst/>
          </a:prstGeom>
          <a:effectLst>
            <a:outerShdw blurRad="25400" dir="17880000">
              <a:srgbClr val="000000">
                <a:alpha val="46000"/>
              </a:srgbClr>
            </a:outerShdw>
          </a:effectLst>
        </p:spPr>
        <p:txBody>
          <a:bodyPr vert="horz" lIns="91440" tIns="45720" rIns="91440" bIns="45720" rtlCol="0" anchor="ctr">
            <a:normAutofit/>
          </a:bodyPr>
          <a:lstStyle>
            <a:lvl1pPr algn="ctr" defTabSz="457200" rtl="0" eaLnBrk="1" latinLnBrk="0" hangingPunct="1">
              <a:lnSpc>
                <a:spcPct val="90000"/>
              </a:lnSpc>
              <a:spcBef>
                <a:spcPct val="0"/>
              </a:spcBef>
              <a:buNone/>
              <a:defRPr sz="40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j-lt"/>
                <a:ea typeface="+mj-ea"/>
                <a:cs typeface="Trebuchet M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AU" sz="2800" dirty="0">
                <a:solidFill>
                  <a:srgbClr val="FF0000"/>
                </a:solidFill>
                <a:latin typeface="+mn-lt"/>
                <a:ea typeface="+mn-ea"/>
                <a:cs typeface="+mn-cs"/>
              </a:rPr>
              <a:t>level-3</a:t>
            </a:r>
          </a:p>
        </p:txBody>
      </p:sp>
      <p:sp>
        <p:nvSpPr>
          <p:cNvPr id="45" name="Title 3">
            <a:extLst>
              <a:ext uri="{FF2B5EF4-FFF2-40B4-BE49-F238E27FC236}">
                <a16:creationId xmlns:a16="http://schemas.microsoft.com/office/drawing/2014/main" id="{1EF962D0-7935-4A0B-8AF0-0F6EC3D4BF93}"/>
              </a:ext>
            </a:extLst>
          </p:cNvPr>
          <p:cNvSpPr txBox="1">
            <a:spLocks/>
          </p:cNvSpPr>
          <p:nvPr/>
        </p:nvSpPr>
        <p:spPr>
          <a:xfrm>
            <a:off x="9652052" y="2390709"/>
            <a:ext cx="1881691" cy="545173"/>
          </a:xfrm>
          <a:prstGeom prst="rect">
            <a:avLst/>
          </a:prstGeom>
          <a:effectLst>
            <a:outerShdw blurRad="25400" dir="17880000">
              <a:srgbClr val="000000">
                <a:alpha val="46000"/>
              </a:srgbClr>
            </a:outerShdw>
          </a:effectLst>
        </p:spPr>
        <p:txBody>
          <a:bodyPr vert="horz" lIns="91440" tIns="45720" rIns="91440" bIns="45720" rtlCol="0" anchor="ctr">
            <a:normAutofit/>
          </a:bodyPr>
          <a:lstStyle>
            <a:lvl1pPr algn="ctr" defTabSz="457200" rtl="0" eaLnBrk="1" latinLnBrk="0" hangingPunct="1">
              <a:lnSpc>
                <a:spcPct val="90000"/>
              </a:lnSpc>
              <a:spcBef>
                <a:spcPct val="0"/>
              </a:spcBef>
              <a:buNone/>
              <a:defRPr sz="40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j-lt"/>
                <a:ea typeface="+mj-ea"/>
                <a:cs typeface="Trebuchet M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AU" sz="2800" dirty="0">
                <a:solidFill>
                  <a:srgbClr val="FF0000"/>
                </a:solidFill>
                <a:latin typeface="+mn-lt"/>
                <a:ea typeface="+mn-ea"/>
                <a:cs typeface="+mn-cs"/>
              </a:rPr>
              <a:t>level-2</a:t>
            </a:r>
          </a:p>
        </p:txBody>
      </p:sp>
    </p:spTree>
    <p:extLst>
      <p:ext uri="{BB962C8B-B14F-4D97-AF65-F5344CB8AC3E}">
        <p14:creationId xmlns:p14="http://schemas.microsoft.com/office/powerpoint/2010/main" val="1468448164"/>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p:cNvSpPr>
            <a:spLocks noGrp="1"/>
          </p:cNvSpPr>
          <p:nvPr>
            <p:ph type="sldNum" sz="quarter" idx="12"/>
          </p:nvPr>
        </p:nvSpPr>
        <p:spPr/>
        <p:txBody>
          <a:bodyPr/>
          <a:lstStyle/>
          <a:p>
            <a:fld id="{55670E94-029C-4BA8-8D44-FBB339E4924F}" type="slidenum">
              <a:rPr lang="en-AU" smtClean="0">
                <a:solidFill>
                  <a:schemeClr val="tx1"/>
                </a:solidFill>
              </a:rPr>
              <a:pPr/>
              <a:t>31</a:t>
            </a:fld>
            <a:endParaRPr lang="en-AU" dirty="0">
              <a:solidFill>
                <a:schemeClr val="tx1"/>
              </a:solidFill>
            </a:endParaRPr>
          </a:p>
        </p:txBody>
      </p:sp>
      <p:sp>
        <p:nvSpPr>
          <p:cNvPr id="5" name="Rectangle 4"/>
          <p:cNvSpPr/>
          <p:nvPr/>
        </p:nvSpPr>
        <p:spPr>
          <a:xfrm>
            <a:off x="3764156" y="384043"/>
            <a:ext cx="3928041" cy="999066"/>
          </a:xfrm>
          <a:prstGeom prst="rect">
            <a:avLst/>
          </a:prstGeom>
          <a:solidFill>
            <a:schemeClr val="bg1"/>
          </a:solid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NZ" sz="2200" dirty="0">
                <a:solidFill>
                  <a:schemeClr val="tx1"/>
                </a:solidFill>
              </a:rPr>
              <a:t>1 gain an access to a user’s private information</a:t>
            </a:r>
          </a:p>
        </p:txBody>
      </p:sp>
      <p:cxnSp>
        <p:nvCxnSpPr>
          <p:cNvPr id="6" name="Straight Connector 5"/>
          <p:cNvCxnSpPr>
            <a:cxnSpLocks/>
            <a:stCxn id="5" idx="2"/>
            <a:endCxn id="7" idx="0"/>
          </p:cNvCxnSpPr>
          <p:nvPr/>
        </p:nvCxnSpPr>
        <p:spPr>
          <a:xfrm flipH="1">
            <a:off x="2718224" y="1383109"/>
            <a:ext cx="3009953" cy="727409"/>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7" name="Rounded Rectangle 6"/>
          <p:cNvSpPr/>
          <p:nvPr/>
        </p:nvSpPr>
        <p:spPr>
          <a:xfrm>
            <a:off x="1278791" y="2110518"/>
            <a:ext cx="2878865" cy="999067"/>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NZ" sz="2200" dirty="0">
                <a:solidFill>
                  <a:schemeClr val="tx1"/>
                </a:solidFill>
              </a:rPr>
              <a:t>1.1 gain direct access to the database</a:t>
            </a:r>
          </a:p>
        </p:txBody>
      </p:sp>
      <p:sp>
        <p:nvSpPr>
          <p:cNvPr id="8" name="Rounded Rectangle 7"/>
          <p:cNvSpPr/>
          <p:nvPr/>
        </p:nvSpPr>
        <p:spPr>
          <a:xfrm>
            <a:off x="4394553" y="2110519"/>
            <a:ext cx="2667247" cy="999066"/>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NZ" sz="2200" dirty="0">
                <a:solidFill>
                  <a:schemeClr val="tx1"/>
                </a:solidFill>
              </a:rPr>
              <a:t>1.2 login as target user</a:t>
            </a:r>
          </a:p>
        </p:txBody>
      </p:sp>
      <p:sp>
        <p:nvSpPr>
          <p:cNvPr id="9" name="Rounded Rectangle 8"/>
          <p:cNvSpPr/>
          <p:nvPr/>
        </p:nvSpPr>
        <p:spPr>
          <a:xfrm>
            <a:off x="7298697" y="2110519"/>
            <a:ext cx="2667247" cy="999066"/>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NZ" sz="2200" dirty="0">
                <a:solidFill>
                  <a:schemeClr val="tx1"/>
                </a:solidFill>
              </a:rPr>
              <a:t>1.3 hijack user session</a:t>
            </a:r>
          </a:p>
        </p:txBody>
      </p:sp>
      <p:cxnSp>
        <p:nvCxnSpPr>
          <p:cNvPr id="17" name="Straight Connector 16"/>
          <p:cNvCxnSpPr>
            <a:cxnSpLocks/>
            <a:stCxn id="5" idx="2"/>
            <a:endCxn id="8" idx="0"/>
          </p:cNvCxnSpPr>
          <p:nvPr/>
        </p:nvCxnSpPr>
        <p:spPr>
          <a:xfrm>
            <a:off x="5728177" y="1383109"/>
            <a:ext cx="0" cy="72741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8" name="Straight Connector 17"/>
          <p:cNvCxnSpPr>
            <a:cxnSpLocks/>
            <a:stCxn id="5" idx="2"/>
            <a:endCxn id="9" idx="0"/>
          </p:cNvCxnSpPr>
          <p:nvPr/>
        </p:nvCxnSpPr>
        <p:spPr>
          <a:xfrm>
            <a:off x="5728177" y="1383109"/>
            <a:ext cx="2904144" cy="72741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10" name="Rounded Rectangle 10">
            <a:extLst>
              <a:ext uri="{FF2B5EF4-FFF2-40B4-BE49-F238E27FC236}">
                <a16:creationId xmlns:a16="http://schemas.microsoft.com/office/drawing/2014/main" id="{2C036C30-C5EA-4F19-8978-832C0165CF1B}"/>
              </a:ext>
            </a:extLst>
          </p:cNvPr>
          <p:cNvSpPr/>
          <p:nvPr/>
        </p:nvSpPr>
        <p:spPr>
          <a:xfrm>
            <a:off x="190824" y="3752329"/>
            <a:ext cx="3399043" cy="1253296"/>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NZ" sz="2200" dirty="0">
                <a:solidFill>
                  <a:schemeClr val="tx1"/>
                </a:solidFill>
              </a:rPr>
              <a:t>1.1.1 exploit a software vulnerability in the system</a:t>
            </a:r>
          </a:p>
        </p:txBody>
      </p:sp>
      <p:cxnSp>
        <p:nvCxnSpPr>
          <p:cNvPr id="11" name="Straight Connector 10">
            <a:extLst>
              <a:ext uri="{FF2B5EF4-FFF2-40B4-BE49-F238E27FC236}">
                <a16:creationId xmlns:a16="http://schemas.microsoft.com/office/drawing/2014/main" id="{8BB23C53-39B3-45A0-932F-7C70A20FC24F}"/>
              </a:ext>
            </a:extLst>
          </p:cNvPr>
          <p:cNvCxnSpPr>
            <a:cxnSpLocks/>
            <a:stCxn id="7" idx="2"/>
            <a:endCxn id="10" idx="0"/>
          </p:cNvCxnSpPr>
          <p:nvPr/>
        </p:nvCxnSpPr>
        <p:spPr>
          <a:xfrm flipH="1">
            <a:off x="1890346" y="3109585"/>
            <a:ext cx="827878" cy="6427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19" name="Rounded Rectangle 13">
            <a:extLst>
              <a:ext uri="{FF2B5EF4-FFF2-40B4-BE49-F238E27FC236}">
                <a16:creationId xmlns:a16="http://schemas.microsoft.com/office/drawing/2014/main" id="{D94C59C5-226B-48FA-AC32-E5D4ED75A4C7}"/>
              </a:ext>
            </a:extLst>
          </p:cNvPr>
          <p:cNvSpPr/>
          <p:nvPr/>
        </p:nvSpPr>
        <p:spPr>
          <a:xfrm>
            <a:off x="9181301" y="3752329"/>
            <a:ext cx="2665420" cy="1253296"/>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NZ" sz="2200" dirty="0">
                <a:solidFill>
                  <a:schemeClr val="tx1"/>
                </a:solidFill>
              </a:rPr>
              <a:t>1.3.1 steal user session cookie</a:t>
            </a:r>
          </a:p>
        </p:txBody>
      </p:sp>
      <p:cxnSp>
        <p:nvCxnSpPr>
          <p:cNvPr id="20" name="Straight Connector 19">
            <a:extLst>
              <a:ext uri="{FF2B5EF4-FFF2-40B4-BE49-F238E27FC236}">
                <a16:creationId xmlns:a16="http://schemas.microsoft.com/office/drawing/2014/main" id="{34275EBC-EB06-463D-9768-3136A45B2A8E}"/>
              </a:ext>
            </a:extLst>
          </p:cNvPr>
          <p:cNvCxnSpPr>
            <a:cxnSpLocks/>
            <a:stCxn id="9" idx="2"/>
            <a:endCxn id="19" idx="0"/>
          </p:cNvCxnSpPr>
          <p:nvPr/>
        </p:nvCxnSpPr>
        <p:spPr>
          <a:xfrm>
            <a:off x="8632321" y="3109585"/>
            <a:ext cx="1881690" cy="6427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22" name="Rounded Rectangle 11">
            <a:extLst>
              <a:ext uri="{FF2B5EF4-FFF2-40B4-BE49-F238E27FC236}">
                <a16:creationId xmlns:a16="http://schemas.microsoft.com/office/drawing/2014/main" id="{F15A1BFD-0CE5-42D3-973C-87E746E01E64}"/>
              </a:ext>
            </a:extLst>
          </p:cNvPr>
          <p:cNvSpPr/>
          <p:nvPr/>
        </p:nvSpPr>
        <p:spPr>
          <a:xfrm>
            <a:off x="3943543" y="3752329"/>
            <a:ext cx="1958488" cy="1253296"/>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NZ" sz="2200" dirty="0">
                <a:solidFill>
                  <a:schemeClr val="tx1"/>
                </a:solidFill>
              </a:rPr>
              <a:t>1.2.1 brute-force login</a:t>
            </a:r>
          </a:p>
        </p:txBody>
      </p:sp>
      <p:sp>
        <p:nvSpPr>
          <p:cNvPr id="23" name="Rounded Rectangle 12">
            <a:extLst>
              <a:ext uri="{FF2B5EF4-FFF2-40B4-BE49-F238E27FC236}">
                <a16:creationId xmlns:a16="http://schemas.microsoft.com/office/drawing/2014/main" id="{6691EEBD-2317-42B5-B2B1-017891B1A73B}"/>
              </a:ext>
            </a:extLst>
          </p:cNvPr>
          <p:cNvSpPr/>
          <p:nvPr/>
        </p:nvSpPr>
        <p:spPr>
          <a:xfrm>
            <a:off x="6289971" y="3752329"/>
            <a:ext cx="2665419" cy="1253296"/>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NZ" sz="2200" dirty="0">
                <a:solidFill>
                  <a:schemeClr val="tx1"/>
                </a:solidFill>
              </a:rPr>
              <a:t>1.2.2 steal user private credentials</a:t>
            </a:r>
          </a:p>
        </p:txBody>
      </p:sp>
      <p:cxnSp>
        <p:nvCxnSpPr>
          <p:cNvPr id="24" name="Straight Connector 23">
            <a:extLst>
              <a:ext uri="{FF2B5EF4-FFF2-40B4-BE49-F238E27FC236}">
                <a16:creationId xmlns:a16="http://schemas.microsoft.com/office/drawing/2014/main" id="{34CA2EB8-00D2-431F-B330-F60CC068FC65}"/>
              </a:ext>
            </a:extLst>
          </p:cNvPr>
          <p:cNvCxnSpPr>
            <a:cxnSpLocks/>
            <a:stCxn id="8" idx="2"/>
            <a:endCxn id="22" idx="0"/>
          </p:cNvCxnSpPr>
          <p:nvPr/>
        </p:nvCxnSpPr>
        <p:spPr>
          <a:xfrm flipH="1">
            <a:off x="4922787" y="3109585"/>
            <a:ext cx="805390" cy="6427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7" name="Straight Connector 26">
            <a:extLst>
              <a:ext uri="{FF2B5EF4-FFF2-40B4-BE49-F238E27FC236}">
                <a16:creationId xmlns:a16="http://schemas.microsoft.com/office/drawing/2014/main" id="{BCD34379-1273-40FC-BA3D-3A72F6C11760}"/>
              </a:ext>
            </a:extLst>
          </p:cNvPr>
          <p:cNvCxnSpPr>
            <a:cxnSpLocks/>
            <a:stCxn id="8" idx="2"/>
            <a:endCxn id="23" idx="0"/>
          </p:cNvCxnSpPr>
          <p:nvPr/>
        </p:nvCxnSpPr>
        <p:spPr>
          <a:xfrm>
            <a:off x="5728177" y="3109585"/>
            <a:ext cx="1894504" cy="6427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21" name="Rounded Rectangle 26">
            <a:extLst>
              <a:ext uri="{FF2B5EF4-FFF2-40B4-BE49-F238E27FC236}">
                <a16:creationId xmlns:a16="http://schemas.microsoft.com/office/drawing/2014/main" id="{48AEA7A6-8293-4E2E-A8F3-8B354ACD9109}"/>
              </a:ext>
            </a:extLst>
          </p:cNvPr>
          <p:cNvSpPr/>
          <p:nvPr/>
        </p:nvSpPr>
        <p:spPr>
          <a:xfrm>
            <a:off x="2216873" y="5674868"/>
            <a:ext cx="2347646" cy="886917"/>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NZ" sz="2200" dirty="0">
                <a:solidFill>
                  <a:schemeClr val="tx1"/>
                </a:solidFill>
              </a:rPr>
              <a:t>1.2.1.1 identify a target username</a:t>
            </a:r>
          </a:p>
        </p:txBody>
      </p:sp>
      <p:sp>
        <p:nvSpPr>
          <p:cNvPr id="25" name="Rounded Rectangle 27">
            <a:extLst>
              <a:ext uri="{FF2B5EF4-FFF2-40B4-BE49-F238E27FC236}">
                <a16:creationId xmlns:a16="http://schemas.microsoft.com/office/drawing/2014/main" id="{EDA5D8E8-4AF7-4C72-99BE-F499FEC9E682}"/>
              </a:ext>
            </a:extLst>
          </p:cNvPr>
          <p:cNvSpPr/>
          <p:nvPr/>
        </p:nvSpPr>
        <p:spPr>
          <a:xfrm>
            <a:off x="5297561" y="5674868"/>
            <a:ext cx="2825098" cy="886917"/>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NZ" sz="2200" dirty="0">
                <a:solidFill>
                  <a:schemeClr val="tx1"/>
                </a:solidFill>
              </a:rPr>
              <a:t>1.2.1.2 identify a target user password</a:t>
            </a:r>
          </a:p>
        </p:txBody>
      </p:sp>
      <p:cxnSp>
        <p:nvCxnSpPr>
          <p:cNvPr id="26" name="Straight Connector 25">
            <a:extLst>
              <a:ext uri="{FF2B5EF4-FFF2-40B4-BE49-F238E27FC236}">
                <a16:creationId xmlns:a16="http://schemas.microsoft.com/office/drawing/2014/main" id="{C6CCF372-A0D7-4F6A-ACFB-261A163BFD95}"/>
              </a:ext>
            </a:extLst>
          </p:cNvPr>
          <p:cNvCxnSpPr>
            <a:cxnSpLocks/>
            <a:stCxn id="22" idx="2"/>
            <a:endCxn id="21" idx="0"/>
          </p:cNvCxnSpPr>
          <p:nvPr/>
        </p:nvCxnSpPr>
        <p:spPr>
          <a:xfrm flipH="1">
            <a:off x="3390696" y="5005625"/>
            <a:ext cx="1532091" cy="669243"/>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8" name="Straight Connector 27">
            <a:extLst>
              <a:ext uri="{FF2B5EF4-FFF2-40B4-BE49-F238E27FC236}">
                <a16:creationId xmlns:a16="http://schemas.microsoft.com/office/drawing/2014/main" id="{51396790-B262-44A9-A46E-3C3965A45178}"/>
              </a:ext>
            </a:extLst>
          </p:cNvPr>
          <p:cNvCxnSpPr>
            <a:cxnSpLocks/>
            <a:stCxn id="22" idx="2"/>
            <a:endCxn id="25" idx="0"/>
          </p:cNvCxnSpPr>
          <p:nvPr/>
        </p:nvCxnSpPr>
        <p:spPr>
          <a:xfrm>
            <a:off x="4922787" y="5005625"/>
            <a:ext cx="1787323" cy="669243"/>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29" name="Freeform 30">
            <a:extLst>
              <a:ext uri="{FF2B5EF4-FFF2-40B4-BE49-F238E27FC236}">
                <a16:creationId xmlns:a16="http://schemas.microsoft.com/office/drawing/2014/main" id="{5B0A19D0-C4AD-46C3-BE93-66A81168DC00}"/>
              </a:ext>
            </a:extLst>
          </p:cNvPr>
          <p:cNvSpPr/>
          <p:nvPr/>
        </p:nvSpPr>
        <p:spPr>
          <a:xfrm>
            <a:off x="4677793" y="5110687"/>
            <a:ext cx="489987" cy="162181"/>
          </a:xfrm>
          <a:custGeom>
            <a:avLst/>
            <a:gdLst>
              <a:gd name="connsiteX0" fmla="*/ 0 w 476250"/>
              <a:gd name="connsiteY0" fmla="*/ 0 h 142944"/>
              <a:gd name="connsiteX1" fmla="*/ 228600 w 476250"/>
              <a:gd name="connsiteY1" fmla="*/ 142875 h 142944"/>
              <a:gd name="connsiteX2" fmla="*/ 476250 w 476250"/>
              <a:gd name="connsiteY2" fmla="*/ 19050 h 142944"/>
              <a:gd name="connsiteX0" fmla="*/ 0 w 476250"/>
              <a:gd name="connsiteY0" fmla="*/ 0 h 142978"/>
              <a:gd name="connsiteX1" fmla="*/ 228600 w 476250"/>
              <a:gd name="connsiteY1" fmla="*/ 142875 h 142978"/>
              <a:gd name="connsiteX2" fmla="*/ 476250 w 476250"/>
              <a:gd name="connsiteY2" fmla="*/ 19050 h 142978"/>
              <a:gd name="connsiteX0" fmla="*/ 0 w 476250"/>
              <a:gd name="connsiteY0" fmla="*/ 0 h 147735"/>
              <a:gd name="connsiteX1" fmla="*/ 247650 w 476250"/>
              <a:gd name="connsiteY1" fmla="*/ 147638 h 147735"/>
              <a:gd name="connsiteX2" fmla="*/ 476250 w 476250"/>
              <a:gd name="connsiteY2" fmla="*/ 19050 h 147735"/>
              <a:gd name="connsiteX0" fmla="*/ 0 w 476250"/>
              <a:gd name="connsiteY0" fmla="*/ 0 h 147661"/>
              <a:gd name="connsiteX1" fmla="*/ 247650 w 476250"/>
              <a:gd name="connsiteY1" fmla="*/ 147638 h 147661"/>
              <a:gd name="connsiteX2" fmla="*/ 476250 w 476250"/>
              <a:gd name="connsiteY2" fmla="*/ 19050 h 147661"/>
              <a:gd name="connsiteX0" fmla="*/ 0 w 464344"/>
              <a:gd name="connsiteY0" fmla="*/ 0 h 147690"/>
              <a:gd name="connsiteX1" fmla="*/ 247650 w 464344"/>
              <a:gd name="connsiteY1" fmla="*/ 147638 h 147690"/>
              <a:gd name="connsiteX2" fmla="*/ 464344 w 464344"/>
              <a:gd name="connsiteY2" fmla="*/ 14288 h 147690"/>
              <a:gd name="connsiteX0" fmla="*/ 0 w 464344"/>
              <a:gd name="connsiteY0" fmla="*/ 0 h 147701"/>
              <a:gd name="connsiteX1" fmla="*/ 247650 w 464344"/>
              <a:gd name="connsiteY1" fmla="*/ 147638 h 147701"/>
              <a:gd name="connsiteX2" fmla="*/ 464344 w 464344"/>
              <a:gd name="connsiteY2" fmla="*/ 14288 h 147701"/>
              <a:gd name="connsiteX0" fmla="*/ 0 w 464344"/>
              <a:gd name="connsiteY0" fmla="*/ 0 h 147701"/>
              <a:gd name="connsiteX1" fmla="*/ 247650 w 464344"/>
              <a:gd name="connsiteY1" fmla="*/ 147638 h 147701"/>
              <a:gd name="connsiteX2" fmla="*/ 464344 w 464344"/>
              <a:gd name="connsiteY2" fmla="*/ 14288 h 147701"/>
              <a:gd name="connsiteX0" fmla="*/ 0 w 464344"/>
              <a:gd name="connsiteY0" fmla="*/ 0 h 147701"/>
              <a:gd name="connsiteX1" fmla="*/ 247650 w 464344"/>
              <a:gd name="connsiteY1" fmla="*/ 147638 h 147701"/>
              <a:gd name="connsiteX2" fmla="*/ 464344 w 464344"/>
              <a:gd name="connsiteY2" fmla="*/ 14288 h 147701"/>
              <a:gd name="connsiteX0" fmla="*/ 0 w 464344"/>
              <a:gd name="connsiteY0" fmla="*/ 0 h 150080"/>
              <a:gd name="connsiteX1" fmla="*/ 204788 w 464344"/>
              <a:gd name="connsiteY1" fmla="*/ 150019 h 150080"/>
              <a:gd name="connsiteX2" fmla="*/ 464344 w 464344"/>
              <a:gd name="connsiteY2" fmla="*/ 14288 h 150080"/>
            </a:gdLst>
            <a:ahLst/>
            <a:cxnLst>
              <a:cxn ang="0">
                <a:pos x="connsiteX0" y="connsiteY0"/>
              </a:cxn>
              <a:cxn ang="0">
                <a:pos x="connsiteX1" y="connsiteY1"/>
              </a:cxn>
              <a:cxn ang="0">
                <a:pos x="connsiteX2" y="connsiteY2"/>
              </a:cxn>
            </a:cxnLst>
            <a:rect l="l" t="t" r="r" b="b"/>
            <a:pathLst>
              <a:path w="464344" h="150080">
                <a:moveTo>
                  <a:pt x="0" y="0"/>
                </a:moveTo>
                <a:cubicBezTo>
                  <a:pt x="67468" y="100806"/>
                  <a:pt x="127397" y="147638"/>
                  <a:pt x="204788" y="150019"/>
                </a:cubicBezTo>
                <a:cubicBezTo>
                  <a:pt x="282179" y="152400"/>
                  <a:pt x="407989" y="84932"/>
                  <a:pt x="464344" y="14288"/>
                </a:cubicBezTo>
              </a:path>
            </a:pathLst>
          </a:cu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Z" sz="1867">
              <a:solidFill>
                <a:schemeClr val="tx1"/>
              </a:solidFill>
            </a:endParaRPr>
          </a:p>
        </p:txBody>
      </p:sp>
      <p:sp>
        <p:nvSpPr>
          <p:cNvPr id="30" name="Rectangle 29">
            <a:extLst>
              <a:ext uri="{FF2B5EF4-FFF2-40B4-BE49-F238E27FC236}">
                <a16:creationId xmlns:a16="http://schemas.microsoft.com/office/drawing/2014/main" id="{20EF3B05-885E-498F-A8E4-6AC25C376F9F}"/>
              </a:ext>
            </a:extLst>
          </p:cNvPr>
          <p:cNvSpPr/>
          <p:nvPr/>
        </p:nvSpPr>
        <p:spPr>
          <a:xfrm>
            <a:off x="1603373" y="5478962"/>
            <a:ext cx="761892" cy="391812"/>
          </a:xfrm>
          <a:prstGeom prst="rect">
            <a:avLst/>
          </a:prstGeom>
          <a:solidFill>
            <a:schemeClr val="bg1"/>
          </a:solidFill>
          <a:ln>
            <a:solidFill>
              <a:srgbClr val="FF0000"/>
            </a:solidFill>
          </a:ln>
        </p:spPr>
        <p:style>
          <a:lnRef idx="2">
            <a:schemeClr val="dk1"/>
          </a:lnRef>
          <a:fillRef idx="1">
            <a:schemeClr val="lt1"/>
          </a:fillRef>
          <a:effectRef idx="0">
            <a:schemeClr val="dk1"/>
          </a:effectRef>
          <a:fontRef idx="minor">
            <a:schemeClr val="dk1"/>
          </a:fontRef>
        </p:style>
        <p:txBody>
          <a:bodyPr rtlCol="0" anchor="ctr"/>
          <a:lstStyle/>
          <a:p>
            <a:pPr algn="ctr"/>
            <a:r>
              <a:rPr lang="en-AU" sz="2400" dirty="0">
                <a:solidFill>
                  <a:schemeClr val="tx1"/>
                </a:solidFill>
              </a:rPr>
              <a:t>$5</a:t>
            </a:r>
          </a:p>
        </p:txBody>
      </p:sp>
      <p:sp>
        <p:nvSpPr>
          <p:cNvPr id="32" name="Rectangle 31">
            <a:extLst>
              <a:ext uri="{FF2B5EF4-FFF2-40B4-BE49-F238E27FC236}">
                <a16:creationId xmlns:a16="http://schemas.microsoft.com/office/drawing/2014/main" id="{B0CCAB7D-1A6A-4B49-ADF4-74E9DEE9B106}"/>
              </a:ext>
            </a:extLst>
          </p:cNvPr>
          <p:cNvSpPr/>
          <p:nvPr/>
        </p:nvSpPr>
        <p:spPr>
          <a:xfrm>
            <a:off x="4809513" y="5478962"/>
            <a:ext cx="882604" cy="391812"/>
          </a:xfrm>
          <a:prstGeom prst="rect">
            <a:avLst/>
          </a:prstGeom>
          <a:solidFill>
            <a:schemeClr val="bg1"/>
          </a:solidFill>
          <a:ln>
            <a:solidFill>
              <a:srgbClr val="FF0000"/>
            </a:solidFill>
          </a:ln>
        </p:spPr>
        <p:style>
          <a:lnRef idx="2">
            <a:schemeClr val="dk1"/>
          </a:lnRef>
          <a:fillRef idx="1">
            <a:schemeClr val="lt1"/>
          </a:fillRef>
          <a:effectRef idx="0">
            <a:schemeClr val="dk1"/>
          </a:effectRef>
          <a:fontRef idx="minor">
            <a:schemeClr val="dk1"/>
          </a:fontRef>
        </p:style>
        <p:txBody>
          <a:bodyPr rtlCol="0" anchor="ctr"/>
          <a:lstStyle/>
          <a:p>
            <a:pPr algn="ctr"/>
            <a:r>
              <a:rPr lang="en-AU" sz="2400" dirty="0">
                <a:solidFill>
                  <a:schemeClr val="tx1"/>
                </a:solidFill>
              </a:rPr>
              <a:t>$50</a:t>
            </a:r>
          </a:p>
        </p:txBody>
      </p:sp>
      <p:sp>
        <p:nvSpPr>
          <p:cNvPr id="33" name="Rectangle 32">
            <a:extLst>
              <a:ext uri="{FF2B5EF4-FFF2-40B4-BE49-F238E27FC236}">
                <a16:creationId xmlns:a16="http://schemas.microsoft.com/office/drawing/2014/main" id="{E8DB1E72-A239-4700-8EE3-FA9A660DF2E1}"/>
              </a:ext>
            </a:extLst>
          </p:cNvPr>
          <p:cNvSpPr/>
          <p:nvPr/>
        </p:nvSpPr>
        <p:spPr>
          <a:xfrm>
            <a:off x="11103637" y="3556423"/>
            <a:ext cx="860213" cy="418310"/>
          </a:xfrm>
          <a:prstGeom prst="rect">
            <a:avLst/>
          </a:prstGeom>
          <a:solidFill>
            <a:schemeClr val="bg1"/>
          </a:solidFill>
          <a:ln>
            <a:solidFill>
              <a:srgbClr val="FF0000"/>
            </a:solidFill>
          </a:ln>
        </p:spPr>
        <p:style>
          <a:lnRef idx="2">
            <a:schemeClr val="dk1"/>
          </a:lnRef>
          <a:fillRef idx="1">
            <a:schemeClr val="lt1"/>
          </a:fillRef>
          <a:effectRef idx="0">
            <a:schemeClr val="dk1"/>
          </a:effectRef>
          <a:fontRef idx="minor">
            <a:schemeClr val="dk1"/>
          </a:fontRef>
        </p:style>
        <p:txBody>
          <a:bodyPr rtlCol="0" anchor="ctr"/>
          <a:lstStyle/>
          <a:p>
            <a:pPr algn="ctr"/>
            <a:r>
              <a:rPr lang="en-AU" sz="2400" dirty="0">
                <a:solidFill>
                  <a:schemeClr val="tx1"/>
                </a:solidFill>
              </a:rPr>
              <a:t>$50</a:t>
            </a:r>
          </a:p>
        </p:txBody>
      </p:sp>
      <p:sp>
        <p:nvSpPr>
          <p:cNvPr id="34" name="Rectangle 33">
            <a:extLst>
              <a:ext uri="{FF2B5EF4-FFF2-40B4-BE49-F238E27FC236}">
                <a16:creationId xmlns:a16="http://schemas.microsoft.com/office/drawing/2014/main" id="{8AC90A8D-D30A-4E3D-8D34-53D2955D945B}"/>
              </a:ext>
            </a:extLst>
          </p:cNvPr>
          <p:cNvSpPr/>
          <p:nvPr/>
        </p:nvSpPr>
        <p:spPr>
          <a:xfrm>
            <a:off x="41810" y="3556422"/>
            <a:ext cx="976893" cy="418311"/>
          </a:xfrm>
          <a:prstGeom prst="rect">
            <a:avLst/>
          </a:prstGeom>
          <a:solidFill>
            <a:schemeClr val="bg1"/>
          </a:solidFill>
          <a:ln>
            <a:solidFill>
              <a:srgbClr val="FF0000"/>
            </a:solidFill>
          </a:ln>
        </p:spPr>
        <p:style>
          <a:lnRef idx="2">
            <a:schemeClr val="dk1"/>
          </a:lnRef>
          <a:fillRef idx="1">
            <a:schemeClr val="lt1"/>
          </a:fillRef>
          <a:effectRef idx="0">
            <a:schemeClr val="dk1"/>
          </a:effectRef>
          <a:fontRef idx="minor">
            <a:schemeClr val="dk1"/>
          </a:fontRef>
        </p:style>
        <p:txBody>
          <a:bodyPr rtlCol="0" anchor="ctr"/>
          <a:lstStyle/>
          <a:p>
            <a:pPr algn="ctr"/>
            <a:r>
              <a:rPr lang="en-AU" sz="2400" dirty="0">
                <a:solidFill>
                  <a:schemeClr val="tx1"/>
                </a:solidFill>
              </a:rPr>
              <a:t>$200</a:t>
            </a:r>
          </a:p>
        </p:txBody>
      </p:sp>
      <p:sp>
        <p:nvSpPr>
          <p:cNvPr id="35" name="Rectangle 34">
            <a:extLst>
              <a:ext uri="{FF2B5EF4-FFF2-40B4-BE49-F238E27FC236}">
                <a16:creationId xmlns:a16="http://schemas.microsoft.com/office/drawing/2014/main" id="{A798A2C8-FC4E-4826-9700-32E66ABF5DA8}"/>
              </a:ext>
            </a:extLst>
          </p:cNvPr>
          <p:cNvSpPr/>
          <p:nvPr/>
        </p:nvSpPr>
        <p:spPr>
          <a:xfrm>
            <a:off x="8042695" y="3582922"/>
            <a:ext cx="992793" cy="391812"/>
          </a:xfrm>
          <a:prstGeom prst="rect">
            <a:avLst/>
          </a:prstGeom>
          <a:solidFill>
            <a:schemeClr val="bg1"/>
          </a:solidFill>
          <a:ln>
            <a:solidFill>
              <a:srgbClr val="FF0000"/>
            </a:solidFill>
          </a:ln>
        </p:spPr>
        <p:style>
          <a:lnRef idx="2">
            <a:schemeClr val="dk1"/>
          </a:lnRef>
          <a:fillRef idx="1">
            <a:schemeClr val="lt1"/>
          </a:fillRef>
          <a:effectRef idx="0">
            <a:schemeClr val="dk1"/>
          </a:effectRef>
          <a:fontRef idx="minor">
            <a:schemeClr val="dk1"/>
          </a:fontRef>
        </p:style>
        <p:txBody>
          <a:bodyPr rtlCol="0" anchor="ctr"/>
          <a:lstStyle/>
          <a:p>
            <a:pPr algn="ctr"/>
            <a:r>
              <a:rPr lang="en-AU" sz="2400" dirty="0">
                <a:solidFill>
                  <a:schemeClr val="tx1"/>
                </a:solidFill>
              </a:rPr>
              <a:t>$400</a:t>
            </a:r>
          </a:p>
        </p:txBody>
      </p:sp>
      <p:sp>
        <p:nvSpPr>
          <p:cNvPr id="31" name="Rectangle 30">
            <a:extLst>
              <a:ext uri="{FF2B5EF4-FFF2-40B4-BE49-F238E27FC236}">
                <a16:creationId xmlns:a16="http://schemas.microsoft.com/office/drawing/2014/main" id="{295701D9-F539-48C9-A46F-BBEACA5C26A6}"/>
              </a:ext>
            </a:extLst>
          </p:cNvPr>
          <p:cNvSpPr/>
          <p:nvPr/>
        </p:nvSpPr>
        <p:spPr>
          <a:xfrm>
            <a:off x="3745370" y="3556422"/>
            <a:ext cx="882604" cy="391812"/>
          </a:xfrm>
          <a:prstGeom prst="rect">
            <a:avLst/>
          </a:prstGeom>
          <a:solidFill>
            <a:schemeClr val="bg1"/>
          </a:solidFill>
          <a:ln>
            <a:solidFill>
              <a:srgbClr val="FF0000"/>
            </a:solidFill>
          </a:ln>
        </p:spPr>
        <p:style>
          <a:lnRef idx="2">
            <a:schemeClr val="dk1"/>
          </a:lnRef>
          <a:fillRef idx="1">
            <a:schemeClr val="lt1"/>
          </a:fillRef>
          <a:effectRef idx="0">
            <a:schemeClr val="dk1"/>
          </a:effectRef>
          <a:fontRef idx="minor">
            <a:schemeClr val="dk1"/>
          </a:fontRef>
        </p:style>
        <p:txBody>
          <a:bodyPr rtlCol="0" anchor="ctr"/>
          <a:lstStyle/>
          <a:p>
            <a:pPr algn="ctr"/>
            <a:r>
              <a:rPr lang="en-AU" sz="2400" dirty="0">
                <a:solidFill>
                  <a:schemeClr val="tx1"/>
                </a:solidFill>
              </a:rPr>
              <a:t>55</a:t>
            </a:r>
          </a:p>
        </p:txBody>
      </p:sp>
      <p:sp>
        <p:nvSpPr>
          <p:cNvPr id="36" name="Rectangle 35">
            <a:extLst>
              <a:ext uri="{FF2B5EF4-FFF2-40B4-BE49-F238E27FC236}">
                <a16:creationId xmlns:a16="http://schemas.microsoft.com/office/drawing/2014/main" id="{DAE14CF3-B82E-4FAF-ADA8-60C372CFF61F}"/>
              </a:ext>
            </a:extLst>
          </p:cNvPr>
          <p:cNvSpPr/>
          <p:nvPr/>
        </p:nvSpPr>
        <p:spPr>
          <a:xfrm>
            <a:off x="706401" y="1831275"/>
            <a:ext cx="882604" cy="391812"/>
          </a:xfrm>
          <a:prstGeom prst="rect">
            <a:avLst/>
          </a:prstGeom>
          <a:solidFill>
            <a:schemeClr val="bg1"/>
          </a:solidFill>
          <a:ln>
            <a:solidFill>
              <a:srgbClr val="FF0000"/>
            </a:solidFill>
          </a:ln>
        </p:spPr>
        <p:style>
          <a:lnRef idx="2">
            <a:schemeClr val="dk1"/>
          </a:lnRef>
          <a:fillRef idx="1">
            <a:schemeClr val="lt1"/>
          </a:fillRef>
          <a:effectRef idx="0">
            <a:schemeClr val="dk1"/>
          </a:effectRef>
          <a:fontRef idx="minor">
            <a:schemeClr val="dk1"/>
          </a:fontRef>
        </p:style>
        <p:txBody>
          <a:bodyPr rtlCol="0" anchor="ctr"/>
          <a:lstStyle/>
          <a:p>
            <a:pPr algn="ctr"/>
            <a:r>
              <a:rPr lang="en-AU" sz="2400" dirty="0">
                <a:solidFill>
                  <a:schemeClr val="tx1"/>
                </a:solidFill>
              </a:rPr>
              <a:t>$200</a:t>
            </a:r>
          </a:p>
        </p:txBody>
      </p:sp>
      <p:sp>
        <p:nvSpPr>
          <p:cNvPr id="37" name="Rectangle 36">
            <a:extLst>
              <a:ext uri="{FF2B5EF4-FFF2-40B4-BE49-F238E27FC236}">
                <a16:creationId xmlns:a16="http://schemas.microsoft.com/office/drawing/2014/main" id="{F83990CD-2B16-4C88-BF70-2AF40779D113}"/>
              </a:ext>
            </a:extLst>
          </p:cNvPr>
          <p:cNvSpPr/>
          <p:nvPr/>
        </p:nvSpPr>
        <p:spPr>
          <a:xfrm>
            <a:off x="4297506" y="1844172"/>
            <a:ext cx="882604" cy="391812"/>
          </a:xfrm>
          <a:prstGeom prst="rect">
            <a:avLst/>
          </a:prstGeom>
          <a:solidFill>
            <a:schemeClr val="bg1"/>
          </a:solidFill>
          <a:ln>
            <a:solidFill>
              <a:srgbClr val="FF0000"/>
            </a:solidFill>
          </a:ln>
        </p:spPr>
        <p:style>
          <a:lnRef idx="2">
            <a:schemeClr val="dk1"/>
          </a:lnRef>
          <a:fillRef idx="1">
            <a:schemeClr val="lt1"/>
          </a:fillRef>
          <a:effectRef idx="0">
            <a:schemeClr val="dk1"/>
          </a:effectRef>
          <a:fontRef idx="minor">
            <a:schemeClr val="dk1"/>
          </a:fontRef>
        </p:style>
        <p:txBody>
          <a:bodyPr rtlCol="0" anchor="ctr"/>
          <a:lstStyle/>
          <a:p>
            <a:pPr algn="ctr"/>
            <a:r>
              <a:rPr lang="en-AU" sz="2400" dirty="0">
                <a:solidFill>
                  <a:schemeClr val="tx1"/>
                </a:solidFill>
              </a:rPr>
              <a:t>?</a:t>
            </a:r>
          </a:p>
        </p:txBody>
      </p:sp>
      <p:sp>
        <p:nvSpPr>
          <p:cNvPr id="38" name="Rectangle 37">
            <a:extLst>
              <a:ext uri="{FF2B5EF4-FFF2-40B4-BE49-F238E27FC236}">
                <a16:creationId xmlns:a16="http://schemas.microsoft.com/office/drawing/2014/main" id="{3D0CE1A7-5CDC-4D41-8A41-F10C56E3D496}"/>
              </a:ext>
            </a:extLst>
          </p:cNvPr>
          <p:cNvSpPr/>
          <p:nvPr/>
        </p:nvSpPr>
        <p:spPr>
          <a:xfrm>
            <a:off x="9131864" y="1816660"/>
            <a:ext cx="882604" cy="391812"/>
          </a:xfrm>
          <a:prstGeom prst="rect">
            <a:avLst/>
          </a:prstGeom>
          <a:solidFill>
            <a:schemeClr val="bg1"/>
          </a:solidFill>
          <a:ln>
            <a:solidFill>
              <a:srgbClr val="FF0000"/>
            </a:solidFill>
          </a:ln>
        </p:spPr>
        <p:style>
          <a:lnRef idx="2">
            <a:schemeClr val="dk1"/>
          </a:lnRef>
          <a:fillRef idx="1">
            <a:schemeClr val="lt1"/>
          </a:fillRef>
          <a:effectRef idx="0">
            <a:schemeClr val="dk1"/>
          </a:effectRef>
          <a:fontRef idx="minor">
            <a:schemeClr val="dk1"/>
          </a:fontRef>
        </p:style>
        <p:txBody>
          <a:bodyPr rtlCol="0" anchor="ctr"/>
          <a:lstStyle/>
          <a:p>
            <a:pPr algn="ctr"/>
            <a:r>
              <a:rPr lang="en-AU" sz="2400" dirty="0">
                <a:solidFill>
                  <a:schemeClr val="tx1"/>
                </a:solidFill>
              </a:rPr>
              <a:t>?</a:t>
            </a:r>
          </a:p>
        </p:txBody>
      </p:sp>
      <p:sp>
        <p:nvSpPr>
          <p:cNvPr id="39" name="Rectangle 38">
            <a:extLst>
              <a:ext uri="{FF2B5EF4-FFF2-40B4-BE49-F238E27FC236}">
                <a16:creationId xmlns:a16="http://schemas.microsoft.com/office/drawing/2014/main" id="{490FC93E-35E9-4D36-8A6D-A694C53F9EF7}"/>
              </a:ext>
            </a:extLst>
          </p:cNvPr>
          <p:cNvSpPr/>
          <p:nvPr/>
        </p:nvSpPr>
        <p:spPr>
          <a:xfrm>
            <a:off x="3148565" y="168222"/>
            <a:ext cx="882604" cy="391812"/>
          </a:xfrm>
          <a:prstGeom prst="rect">
            <a:avLst/>
          </a:prstGeom>
          <a:solidFill>
            <a:schemeClr val="bg1"/>
          </a:solidFill>
          <a:ln>
            <a:solidFill>
              <a:srgbClr val="FF0000"/>
            </a:solidFill>
          </a:ln>
        </p:spPr>
        <p:style>
          <a:lnRef idx="2">
            <a:schemeClr val="dk1"/>
          </a:lnRef>
          <a:fillRef idx="1">
            <a:schemeClr val="lt1"/>
          </a:fillRef>
          <a:effectRef idx="0">
            <a:schemeClr val="dk1"/>
          </a:effectRef>
          <a:fontRef idx="minor">
            <a:schemeClr val="dk1"/>
          </a:fontRef>
        </p:style>
        <p:txBody>
          <a:bodyPr rtlCol="0" anchor="ctr"/>
          <a:lstStyle/>
          <a:p>
            <a:pPr algn="ctr"/>
            <a:r>
              <a:rPr lang="en-AU" sz="2400" dirty="0">
                <a:solidFill>
                  <a:schemeClr val="tx1"/>
                </a:solidFill>
              </a:rPr>
              <a:t>?</a:t>
            </a:r>
          </a:p>
        </p:txBody>
      </p:sp>
      <p:sp>
        <p:nvSpPr>
          <p:cNvPr id="40" name="Title 3">
            <a:extLst>
              <a:ext uri="{FF2B5EF4-FFF2-40B4-BE49-F238E27FC236}">
                <a16:creationId xmlns:a16="http://schemas.microsoft.com/office/drawing/2014/main" id="{181F2B7E-3147-4736-BC14-9D61C6281204}"/>
              </a:ext>
            </a:extLst>
          </p:cNvPr>
          <p:cNvSpPr txBox="1">
            <a:spLocks/>
          </p:cNvSpPr>
          <p:nvPr/>
        </p:nvSpPr>
        <p:spPr>
          <a:xfrm>
            <a:off x="7944642" y="5818617"/>
            <a:ext cx="1881691" cy="545173"/>
          </a:xfrm>
          <a:prstGeom prst="rect">
            <a:avLst/>
          </a:prstGeom>
          <a:effectLst>
            <a:outerShdw blurRad="25400" dir="17880000">
              <a:srgbClr val="000000">
                <a:alpha val="46000"/>
              </a:srgbClr>
            </a:outerShdw>
          </a:effectLst>
        </p:spPr>
        <p:txBody>
          <a:bodyPr vert="horz" lIns="91440" tIns="45720" rIns="91440" bIns="45720" rtlCol="0" anchor="ctr">
            <a:normAutofit/>
          </a:bodyPr>
          <a:lstStyle>
            <a:lvl1pPr algn="ctr" defTabSz="457200" rtl="0" eaLnBrk="1" latinLnBrk="0" hangingPunct="1">
              <a:lnSpc>
                <a:spcPct val="90000"/>
              </a:lnSpc>
              <a:spcBef>
                <a:spcPct val="0"/>
              </a:spcBef>
              <a:buNone/>
              <a:defRPr sz="40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j-lt"/>
                <a:ea typeface="+mj-ea"/>
                <a:cs typeface="Trebuchet M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AU" sz="2800" dirty="0">
                <a:solidFill>
                  <a:srgbClr val="FF0000"/>
                </a:solidFill>
                <a:latin typeface="+mn-lt"/>
                <a:ea typeface="+mn-ea"/>
                <a:cs typeface="+mn-cs"/>
              </a:rPr>
              <a:t>level-4</a:t>
            </a:r>
          </a:p>
        </p:txBody>
      </p:sp>
      <p:sp>
        <p:nvSpPr>
          <p:cNvPr id="43" name="Title 3">
            <a:extLst>
              <a:ext uri="{FF2B5EF4-FFF2-40B4-BE49-F238E27FC236}">
                <a16:creationId xmlns:a16="http://schemas.microsoft.com/office/drawing/2014/main" id="{5D63C3E0-42F9-4588-88B0-7C5423CECA6F}"/>
              </a:ext>
            </a:extLst>
          </p:cNvPr>
          <p:cNvSpPr txBox="1">
            <a:spLocks/>
          </p:cNvSpPr>
          <p:nvPr/>
        </p:nvSpPr>
        <p:spPr>
          <a:xfrm>
            <a:off x="7549217" y="557597"/>
            <a:ext cx="1881691" cy="545173"/>
          </a:xfrm>
          <a:prstGeom prst="rect">
            <a:avLst/>
          </a:prstGeom>
          <a:effectLst>
            <a:outerShdw blurRad="25400" dir="17880000">
              <a:srgbClr val="000000">
                <a:alpha val="46000"/>
              </a:srgbClr>
            </a:outerShdw>
          </a:effectLst>
        </p:spPr>
        <p:txBody>
          <a:bodyPr vert="horz" lIns="91440" tIns="45720" rIns="91440" bIns="45720" rtlCol="0" anchor="ctr">
            <a:normAutofit/>
          </a:bodyPr>
          <a:lstStyle>
            <a:lvl1pPr algn="ctr" defTabSz="457200" rtl="0" eaLnBrk="1" latinLnBrk="0" hangingPunct="1">
              <a:lnSpc>
                <a:spcPct val="90000"/>
              </a:lnSpc>
              <a:spcBef>
                <a:spcPct val="0"/>
              </a:spcBef>
              <a:buNone/>
              <a:defRPr sz="40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j-lt"/>
                <a:ea typeface="+mj-ea"/>
                <a:cs typeface="Trebuchet M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AU" sz="2800" dirty="0">
                <a:solidFill>
                  <a:srgbClr val="FF0000"/>
                </a:solidFill>
                <a:latin typeface="+mn-lt"/>
                <a:ea typeface="+mn-ea"/>
                <a:cs typeface="+mn-cs"/>
              </a:rPr>
              <a:t>level-1</a:t>
            </a:r>
          </a:p>
        </p:txBody>
      </p:sp>
      <p:sp>
        <p:nvSpPr>
          <p:cNvPr id="44" name="Title 3">
            <a:extLst>
              <a:ext uri="{FF2B5EF4-FFF2-40B4-BE49-F238E27FC236}">
                <a16:creationId xmlns:a16="http://schemas.microsoft.com/office/drawing/2014/main" id="{EE68D5F4-F09B-45CF-9807-82F53D339836}"/>
              </a:ext>
            </a:extLst>
          </p:cNvPr>
          <p:cNvSpPr txBox="1">
            <a:spLocks/>
          </p:cNvSpPr>
          <p:nvPr/>
        </p:nvSpPr>
        <p:spPr>
          <a:xfrm>
            <a:off x="9652052" y="4987690"/>
            <a:ext cx="1881691" cy="545173"/>
          </a:xfrm>
          <a:prstGeom prst="rect">
            <a:avLst/>
          </a:prstGeom>
          <a:effectLst>
            <a:outerShdw blurRad="25400" dir="17880000">
              <a:srgbClr val="000000">
                <a:alpha val="46000"/>
              </a:srgbClr>
            </a:outerShdw>
          </a:effectLst>
        </p:spPr>
        <p:txBody>
          <a:bodyPr vert="horz" lIns="91440" tIns="45720" rIns="91440" bIns="45720" rtlCol="0" anchor="ctr">
            <a:normAutofit/>
          </a:bodyPr>
          <a:lstStyle>
            <a:lvl1pPr algn="ctr" defTabSz="457200" rtl="0" eaLnBrk="1" latinLnBrk="0" hangingPunct="1">
              <a:lnSpc>
                <a:spcPct val="90000"/>
              </a:lnSpc>
              <a:spcBef>
                <a:spcPct val="0"/>
              </a:spcBef>
              <a:buNone/>
              <a:defRPr sz="40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j-lt"/>
                <a:ea typeface="+mj-ea"/>
                <a:cs typeface="Trebuchet M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AU" sz="2800" dirty="0">
                <a:solidFill>
                  <a:srgbClr val="FF0000"/>
                </a:solidFill>
                <a:latin typeface="+mn-lt"/>
                <a:ea typeface="+mn-ea"/>
                <a:cs typeface="+mn-cs"/>
              </a:rPr>
              <a:t>level-3</a:t>
            </a:r>
          </a:p>
        </p:txBody>
      </p:sp>
      <p:sp>
        <p:nvSpPr>
          <p:cNvPr id="45" name="Title 3">
            <a:extLst>
              <a:ext uri="{FF2B5EF4-FFF2-40B4-BE49-F238E27FC236}">
                <a16:creationId xmlns:a16="http://schemas.microsoft.com/office/drawing/2014/main" id="{1EF962D0-7935-4A0B-8AF0-0F6EC3D4BF93}"/>
              </a:ext>
            </a:extLst>
          </p:cNvPr>
          <p:cNvSpPr txBox="1">
            <a:spLocks/>
          </p:cNvSpPr>
          <p:nvPr/>
        </p:nvSpPr>
        <p:spPr>
          <a:xfrm>
            <a:off x="9652052" y="2390709"/>
            <a:ext cx="1881691" cy="545173"/>
          </a:xfrm>
          <a:prstGeom prst="rect">
            <a:avLst/>
          </a:prstGeom>
          <a:effectLst>
            <a:outerShdw blurRad="25400" dir="17880000">
              <a:srgbClr val="000000">
                <a:alpha val="46000"/>
              </a:srgbClr>
            </a:outerShdw>
          </a:effectLst>
        </p:spPr>
        <p:txBody>
          <a:bodyPr vert="horz" lIns="91440" tIns="45720" rIns="91440" bIns="45720" rtlCol="0" anchor="ctr">
            <a:normAutofit/>
          </a:bodyPr>
          <a:lstStyle>
            <a:lvl1pPr algn="ctr" defTabSz="457200" rtl="0" eaLnBrk="1" latinLnBrk="0" hangingPunct="1">
              <a:lnSpc>
                <a:spcPct val="90000"/>
              </a:lnSpc>
              <a:spcBef>
                <a:spcPct val="0"/>
              </a:spcBef>
              <a:buNone/>
              <a:defRPr sz="40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j-lt"/>
                <a:ea typeface="+mj-ea"/>
                <a:cs typeface="Trebuchet M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AU" sz="2800" dirty="0">
                <a:solidFill>
                  <a:srgbClr val="FF0000"/>
                </a:solidFill>
                <a:latin typeface="+mn-lt"/>
                <a:ea typeface="+mn-ea"/>
                <a:cs typeface="+mn-cs"/>
              </a:rPr>
              <a:t>level-2</a:t>
            </a:r>
          </a:p>
        </p:txBody>
      </p:sp>
    </p:spTree>
    <p:extLst>
      <p:ext uri="{BB962C8B-B14F-4D97-AF65-F5344CB8AC3E}">
        <p14:creationId xmlns:p14="http://schemas.microsoft.com/office/powerpoint/2010/main" val="1931951959"/>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p:cNvSpPr>
            <a:spLocks noGrp="1"/>
          </p:cNvSpPr>
          <p:nvPr>
            <p:ph type="sldNum" sz="quarter" idx="12"/>
          </p:nvPr>
        </p:nvSpPr>
        <p:spPr/>
        <p:txBody>
          <a:bodyPr/>
          <a:lstStyle/>
          <a:p>
            <a:fld id="{55670E94-029C-4BA8-8D44-FBB339E4924F}" type="slidenum">
              <a:rPr lang="en-AU" smtClean="0">
                <a:solidFill>
                  <a:schemeClr val="tx1"/>
                </a:solidFill>
              </a:rPr>
              <a:pPr/>
              <a:t>32</a:t>
            </a:fld>
            <a:endParaRPr lang="en-AU" dirty="0">
              <a:solidFill>
                <a:schemeClr val="tx1"/>
              </a:solidFill>
            </a:endParaRPr>
          </a:p>
        </p:txBody>
      </p:sp>
      <p:sp>
        <p:nvSpPr>
          <p:cNvPr id="5" name="Rectangle 4"/>
          <p:cNvSpPr/>
          <p:nvPr/>
        </p:nvSpPr>
        <p:spPr>
          <a:xfrm>
            <a:off x="3764156" y="384043"/>
            <a:ext cx="3928041" cy="999066"/>
          </a:xfrm>
          <a:prstGeom prst="rect">
            <a:avLst/>
          </a:prstGeom>
          <a:solidFill>
            <a:schemeClr val="bg1"/>
          </a:solid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NZ" sz="2200" dirty="0">
                <a:solidFill>
                  <a:schemeClr val="tx1"/>
                </a:solidFill>
              </a:rPr>
              <a:t>1. gain an access to a user’s private information</a:t>
            </a:r>
          </a:p>
        </p:txBody>
      </p:sp>
      <p:cxnSp>
        <p:nvCxnSpPr>
          <p:cNvPr id="6" name="Straight Connector 5"/>
          <p:cNvCxnSpPr>
            <a:cxnSpLocks/>
            <a:stCxn id="5" idx="2"/>
            <a:endCxn id="7" idx="0"/>
          </p:cNvCxnSpPr>
          <p:nvPr/>
        </p:nvCxnSpPr>
        <p:spPr>
          <a:xfrm flipH="1">
            <a:off x="2718224" y="1383109"/>
            <a:ext cx="3009953" cy="727409"/>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7" name="Rounded Rectangle 6"/>
          <p:cNvSpPr/>
          <p:nvPr/>
        </p:nvSpPr>
        <p:spPr>
          <a:xfrm>
            <a:off x="1278791" y="2110518"/>
            <a:ext cx="2878865" cy="999067"/>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NZ" sz="2200" dirty="0">
                <a:solidFill>
                  <a:schemeClr val="tx1"/>
                </a:solidFill>
              </a:rPr>
              <a:t>1.1. gain direct access to the database</a:t>
            </a:r>
          </a:p>
        </p:txBody>
      </p:sp>
      <p:sp>
        <p:nvSpPr>
          <p:cNvPr id="8" name="Rounded Rectangle 7"/>
          <p:cNvSpPr/>
          <p:nvPr/>
        </p:nvSpPr>
        <p:spPr>
          <a:xfrm>
            <a:off x="4394553" y="2110519"/>
            <a:ext cx="2667247" cy="999066"/>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NZ" sz="2200" dirty="0">
                <a:solidFill>
                  <a:schemeClr val="tx1"/>
                </a:solidFill>
              </a:rPr>
              <a:t>1.2. login as a target user</a:t>
            </a:r>
          </a:p>
        </p:txBody>
      </p:sp>
      <p:sp>
        <p:nvSpPr>
          <p:cNvPr id="9" name="Rounded Rectangle 8"/>
          <p:cNvSpPr/>
          <p:nvPr/>
        </p:nvSpPr>
        <p:spPr>
          <a:xfrm>
            <a:off x="7298697" y="2110519"/>
            <a:ext cx="2667247" cy="999066"/>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NZ" sz="2200" dirty="0">
                <a:solidFill>
                  <a:schemeClr val="tx1"/>
                </a:solidFill>
              </a:rPr>
              <a:t>1.3. hijack user session</a:t>
            </a:r>
          </a:p>
        </p:txBody>
      </p:sp>
      <p:cxnSp>
        <p:nvCxnSpPr>
          <p:cNvPr id="17" name="Straight Connector 16"/>
          <p:cNvCxnSpPr>
            <a:cxnSpLocks/>
            <a:stCxn id="5" idx="2"/>
            <a:endCxn id="8" idx="0"/>
          </p:cNvCxnSpPr>
          <p:nvPr/>
        </p:nvCxnSpPr>
        <p:spPr>
          <a:xfrm>
            <a:off x="5728177" y="1383109"/>
            <a:ext cx="0" cy="72741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8" name="Straight Connector 17"/>
          <p:cNvCxnSpPr>
            <a:cxnSpLocks/>
            <a:stCxn id="5" idx="2"/>
            <a:endCxn id="9" idx="0"/>
          </p:cNvCxnSpPr>
          <p:nvPr/>
        </p:nvCxnSpPr>
        <p:spPr>
          <a:xfrm>
            <a:off x="5728177" y="1383109"/>
            <a:ext cx="2904144" cy="72741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10" name="Rounded Rectangle 10">
            <a:extLst>
              <a:ext uri="{FF2B5EF4-FFF2-40B4-BE49-F238E27FC236}">
                <a16:creationId xmlns:a16="http://schemas.microsoft.com/office/drawing/2014/main" id="{2C036C30-C5EA-4F19-8978-832C0165CF1B}"/>
              </a:ext>
            </a:extLst>
          </p:cNvPr>
          <p:cNvSpPr/>
          <p:nvPr/>
        </p:nvSpPr>
        <p:spPr>
          <a:xfrm>
            <a:off x="190824" y="3752329"/>
            <a:ext cx="3399043" cy="1253296"/>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NZ" sz="2200" dirty="0">
                <a:solidFill>
                  <a:schemeClr val="tx1"/>
                </a:solidFill>
              </a:rPr>
              <a:t>1.1.1. exploit a software vulnerability in the system</a:t>
            </a:r>
          </a:p>
        </p:txBody>
      </p:sp>
      <p:cxnSp>
        <p:nvCxnSpPr>
          <p:cNvPr id="11" name="Straight Connector 10">
            <a:extLst>
              <a:ext uri="{FF2B5EF4-FFF2-40B4-BE49-F238E27FC236}">
                <a16:creationId xmlns:a16="http://schemas.microsoft.com/office/drawing/2014/main" id="{8BB23C53-39B3-45A0-932F-7C70A20FC24F}"/>
              </a:ext>
            </a:extLst>
          </p:cNvPr>
          <p:cNvCxnSpPr>
            <a:cxnSpLocks/>
            <a:stCxn id="7" idx="2"/>
            <a:endCxn id="10" idx="0"/>
          </p:cNvCxnSpPr>
          <p:nvPr/>
        </p:nvCxnSpPr>
        <p:spPr>
          <a:xfrm flipH="1">
            <a:off x="1890346" y="3109585"/>
            <a:ext cx="827878" cy="6427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19" name="Rounded Rectangle 13">
            <a:extLst>
              <a:ext uri="{FF2B5EF4-FFF2-40B4-BE49-F238E27FC236}">
                <a16:creationId xmlns:a16="http://schemas.microsoft.com/office/drawing/2014/main" id="{D94C59C5-226B-48FA-AC32-E5D4ED75A4C7}"/>
              </a:ext>
            </a:extLst>
          </p:cNvPr>
          <p:cNvSpPr/>
          <p:nvPr/>
        </p:nvSpPr>
        <p:spPr>
          <a:xfrm>
            <a:off x="9181301" y="3752329"/>
            <a:ext cx="2665420" cy="1253296"/>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NZ" sz="2200" dirty="0">
                <a:solidFill>
                  <a:schemeClr val="tx1"/>
                </a:solidFill>
              </a:rPr>
              <a:t>1.3.1. steal user session cookie</a:t>
            </a:r>
          </a:p>
        </p:txBody>
      </p:sp>
      <p:cxnSp>
        <p:nvCxnSpPr>
          <p:cNvPr id="20" name="Straight Connector 19">
            <a:extLst>
              <a:ext uri="{FF2B5EF4-FFF2-40B4-BE49-F238E27FC236}">
                <a16:creationId xmlns:a16="http://schemas.microsoft.com/office/drawing/2014/main" id="{34275EBC-EB06-463D-9768-3136A45B2A8E}"/>
              </a:ext>
            </a:extLst>
          </p:cNvPr>
          <p:cNvCxnSpPr>
            <a:cxnSpLocks/>
            <a:stCxn id="9" idx="2"/>
            <a:endCxn id="19" idx="0"/>
          </p:cNvCxnSpPr>
          <p:nvPr/>
        </p:nvCxnSpPr>
        <p:spPr>
          <a:xfrm>
            <a:off x="8632321" y="3109585"/>
            <a:ext cx="1881690" cy="6427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22" name="Rounded Rectangle 11">
            <a:extLst>
              <a:ext uri="{FF2B5EF4-FFF2-40B4-BE49-F238E27FC236}">
                <a16:creationId xmlns:a16="http://schemas.microsoft.com/office/drawing/2014/main" id="{F15A1BFD-0CE5-42D3-973C-87E746E01E64}"/>
              </a:ext>
            </a:extLst>
          </p:cNvPr>
          <p:cNvSpPr/>
          <p:nvPr/>
        </p:nvSpPr>
        <p:spPr>
          <a:xfrm>
            <a:off x="3943543" y="3752329"/>
            <a:ext cx="1958488" cy="1253296"/>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NZ" sz="2200" dirty="0">
                <a:solidFill>
                  <a:schemeClr val="tx1"/>
                </a:solidFill>
              </a:rPr>
              <a:t>1.2.1. brute-force login</a:t>
            </a:r>
          </a:p>
        </p:txBody>
      </p:sp>
      <p:sp>
        <p:nvSpPr>
          <p:cNvPr id="23" name="Rounded Rectangle 12">
            <a:extLst>
              <a:ext uri="{FF2B5EF4-FFF2-40B4-BE49-F238E27FC236}">
                <a16:creationId xmlns:a16="http://schemas.microsoft.com/office/drawing/2014/main" id="{6691EEBD-2317-42B5-B2B1-017891B1A73B}"/>
              </a:ext>
            </a:extLst>
          </p:cNvPr>
          <p:cNvSpPr/>
          <p:nvPr/>
        </p:nvSpPr>
        <p:spPr>
          <a:xfrm>
            <a:off x="6289971" y="3752329"/>
            <a:ext cx="2665419" cy="1253296"/>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NZ" sz="2200" dirty="0">
                <a:solidFill>
                  <a:schemeClr val="tx1"/>
                </a:solidFill>
              </a:rPr>
              <a:t>1.2.2. steal user private credentials</a:t>
            </a:r>
          </a:p>
        </p:txBody>
      </p:sp>
      <p:cxnSp>
        <p:nvCxnSpPr>
          <p:cNvPr id="24" name="Straight Connector 23">
            <a:extLst>
              <a:ext uri="{FF2B5EF4-FFF2-40B4-BE49-F238E27FC236}">
                <a16:creationId xmlns:a16="http://schemas.microsoft.com/office/drawing/2014/main" id="{34CA2EB8-00D2-431F-B330-F60CC068FC65}"/>
              </a:ext>
            </a:extLst>
          </p:cNvPr>
          <p:cNvCxnSpPr>
            <a:cxnSpLocks/>
            <a:stCxn id="8" idx="2"/>
            <a:endCxn id="22" idx="0"/>
          </p:cNvCxnSpPr>
          <p:nvPr/>
        </p:nvCxnSpPr>
        <p:spPr>
          <a:xfrm flipH="1">
            <a:off x="4922787" y="3109585"/>
            <a:ext cx="805390" cy="6427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7" name="Straight Connector 26">
            <a:extLst>
              <a:ext uri="{FF2B5EF4-FFF2-40B4-BE49-F238E27FC236}">
                <a16:creationId xmlns:a16="http://schemas.microsoft.com/office/drawing/2014/main" id="{BCD34379-1273-40FC-BA3D-3A72F6C11760}"/>
              </a:ext>
            </a:extLst>
          </p:cNvPr>
          <p:cNvCxnSpPr>
            <a:cxnSpLocks/>
            <a:stCxn id="8" idx="2"/>
            <a:endCxn id="23" idx="0"/>
          </p:cNvCxnSpPr>
          <p:nvPr/>
        </p:nvCxnSpPr>
        <p:spPr>
          <a:xfrm>
            <a:off x="5728177" y="3109585"/>
            <a:ext cx="1894504" cy="6427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21" name="Rounded Rectangle 26">
            <a:extLst>
              <a:ext uri="{FF2B5EF4-FFF2-40B4-BE49-F238E27FC236}">
                <a16:creationId xmlns:a16="http://schemas.microsoft.com/office/drawing/2014/main" id="{48AEA7A6-8293-4E2E-A8F3-8B354ACD9109}"/>
              </a:ext>
            </a:extLst>
          </p:cNvPr>
          <p:cNvSpPr/>
          <p:nvPr/>
        </p:nvSpPr>
        <p:spPr>
          <a:xfrm>
            <a:off x="2216873" y="5674868"/>
            <a:ext cx="2347646" cy="886917"/>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NZ" sz="2200" dirty="0">
                <a:solidFill>
                  <a:schemeClr val="tx1"/>
                </a:solidFill>
              </a:rPr>
              <a:t>1.2.1.1. identify a target username</a:t>
            </a:r>
          </a:p>
        </p:txBody>
      </p:sp>
      <p:sp>
        <p:nvSpPr>
          <p:cNvPr id="25" name="Rounded Rectangle 27">
            <a:extLst>
              <a:ext uri="{FF2B5EF4-FFF2-40B4-BE49-F238E27FC236}">
                <a16:creationId xmlns:a16="http://schemas.microsoft.com/office/drawing/2014/main" id="{EDA5D8E8-4AF7-4C72-99BE-F499FEC9E682}"/>
              </a:ext>
            </a:extLst>
          </p:cNvPr>
          <p:cNvSpPr/>
          <p:nvPr/>
        </p:nvSpPr>
        <p:spPr>
          <a:xfrm>
            <a:off x="5297561" y="5674868"/>
            <a:ext cx="2825098" cy="886917"/>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NZ" sz="2200" dirty="0">
                <a:solidFill>
                  <a:schemeClr val="tx1"/>
                </a:solidFill>
              </a:rPr>
              <a:t>1.2.1.2. identify a target user password</a:t>
            </a:r>
          </a:p>
        </p:txBody>
      </p:sp>
      <p:cxnSp>
        <p:nvCxnSpPr>
          <p:cNvPr id="26" name="Straight Connector 25">
            <a:extLst>
              <a:ext uri="{FF2B5EF4-FFF2-40B4-BE49-F238E27FC236}">
                <a16:creationId xmlns:a16="http://schemas.microsoft.com/office/drawing/2014/main" id="{C6CCF372-A0D7-4F6A-ACFB-261A163BFD95}"/>
              </a:ext>
            </a:extLst>
          </p:cNvPr>
          <p:cNvCxnSpPr>
            <a:cxnSpLocks/>
            <a:stCxn id="22" idx="2"/>
            <a:endCxn id="21" idx="0"/>
          </p:cNvCxnSpPr>
          <p:nvPr/>
        </p:nvCxnSpPr>
        <p:spPr>
          <a:xfrm flipH="1">
            <a:off x="3390696" y="5005625"/>
            <a:ext cx="1532091" cy="669243"/>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8" name="Straight Connector 27">
            <a:extLst>
              <a:ext uri="{FF2B5EF4-FFF2-40B4-BE49-F238E27FC236}">
                <a16:creationId xmlns:a16="http://schemas.microsoft.com/office/drawing/2014/main" id="{51396790-B262-44A9-A46E-3C3965A45178}"/>
              </a:ext>
            </a:extLst>
          </p:cNvPr>
          <p:cNvCxnSpPr>
            <a:cxnSpLocks/>
            <a:stCxn id="22" idx="2"/>
            <a:endCxn id="25" idx="0"/>
          </p:cNvCxnSpPr>
          <p:nvPr/>
        </p:nvCxnSpPr>
        <p:spPr>
          <a:xfrm>
            <a:off x="4922787" y="5005625"/>
            <a:ext cx="1787323" cy="669243"/>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29" name="Freeform 30">
            <a:extLst>
              <a:ext uri="{FF2B5EF4-FFF2-40B4-BE49-F238E27FC236}">
                <a16:creationId xmlns:a16="http://schemas.microsoft.com/office/drawing/2014/main" id="{5B0A19D0-C4AD-46C3-BE93-66A81168DC00}"/>
              </a:ext>
            </a:extLst>
          </p:cNvPr>
          <p:cNvSpPr/>
          <p:nvPr/>
        </p:nvSpPr>
        <p:spPr>
          <a:xfrm>
            <a:off x="4677793" y="5110687"/>
            <a:ext cx="489987" cy="162181"/>
          </a:xfrm>
          <a:custGeom>
            <a:avLst/>
            <a:gdLst>
              <a:gd name="connsiteX0" fmla="*/ 0 w 476250"/>
              <a:gd name="connsiteY0" fmla="*/ 0 h 142944"/>
              <a:gd name="connsiteX1" fmla="*/ 228600 w 476250"/>
              <a:gd name="connsiteY1" fmla="*/ 142875 h 142944"/>
              <a:gd name="connsiteX2" fmla="*/ 476250 w 476250"/>
              <a:gd name="connsiteY2" fmla="*/ 19050 h 142944"/>
              <a:gd name="connsiteX0" fmla="*/ 0 w 476250"/>
              <a:gd name="connsiteY0" fmla="*/ 0 h 142978"/>
              <a:gd name="connsiteX1" fmla="*/ 228600 w 476250"/>
              <a:gd name="connsiteY1" fmla="*/ 142875 h 142978"/>
              <a:gd name="connsiteX2" fmla="*/ 476250 w 476250"/>
              <a:gd name="connsiteY2" fmla="*/ 19050 h 142978"/>
              <a:gd name="connsiteX0" fmla="*/ 0 w 476250"/>
              <a:gd name="connsiteY0" fmla="*/ 0 h 147735"/>
              <a:gd name="connsiteX1" fmla="*/ 247650 w 476250"/>
              <a:gd name="connsiteY1" fmla="*/ 147638 h 147735"/>
              <a:gd name="connsiteX2" fmla="*/ 476250 w 476250"/>
              <a:gd name="connsiteY2" fmla="*/ 19050 h 147735"/>
              <a:gd name="connsiteX0" fmla="*/ 0 w 476250"/>
              <a:gd name="connsiteY0" fmla="*/ 0 h 147661"/>
              <a:gd name="connsiteX1" fmla="*/ 247650 w 476250"/>
              <a:gd name="connsiteY1" fmla="*/ 147638 h 147661"/>
              <a:gd name="connsiteX2" fmla="*/ 476250 w 476250"/>
              <a:gd name="connsiteY2" fmla="*/ 19050 h 147661"/>
              <a:gd name="connsiteX0" fmla="*/ 0 w 464344"/>
              <a:gd name="connsiteY0" fmla="*/ 0 h 147690"/>
              <a:gd name="connsiteX1" fmla="*/ 247650 w 464344"/>
              <a:gd name="connsiteY1" fmla="*/ 147638 h 147690"/>
              <a:gd name="connsiteX2" fmla="*/ 464344 w 464344"/>
              <a:gd name="connsiteY2" fmla="*/ 14288 h 147690"/>
              <a:gd name="connsiteX0" fmla="*/ 0 w 464344"/>
              <a:gd name="connsiteY0" fmla="*/ 0 h 147701"/>
              <a:gd name="connsiteX1" fmla="*/ 247650 w 464344"/>
              <a:gd name="connsiteY1" fmla="*/ 147638 h 147701"/>
              <a:gd name="connsiteX2" fmla="*/ 464344 w 464344"/>
              <a:gd name="connsiteY2" fmla="*/ 14288 h 147701"/>
              <a:gd name="connsiteX0" fmla="*/ 0 w 464344"/>
              <a:gd name="connsiteY0" fmla="*/ 0 h 147701"/>
              <a:gd name="connsiteX1" fmla="*/ 247650 w 464344"/>
              <a:gd name="connsiteY1" fmla="*/ 147638 h 147701"/>
              <a:gd name="connsiteX2" fmla="*/ 464344 w 464344"/>
              <a:gd name="connsiteY2" fmla="*/ 14288 h 147701"/>
              <a:gd name="connsiteX0" fmla="*/ 0 w 464344"/>
              <a:gd name="connsiteY0" fmla="*/ 0 h 147701"/>
              <a:gd name="connsiteX1" fmla="*/ 247650 w 464344"/>
              <a:gd name="connsiteY1" fmla="*/ 147638 h 147701"/>
              <a:gd name="connsiteX2" fmla="*/ 464344 w 464344"/>
              <a:gd name="connsiteY2" fmla="*/ 14288 h 147701"/>
              <a:gd name="connsiteX0" fmla="*/ 0 w 464344"/>
              <a:gd name="connsiteY0" fmla="*/ 0 h 150080"/>
              <a:gd name="connsiteX1" fmla="*/ 204788 w 464344"/>
              <a:gd name="connsiteY1" fmla="*/ 150019 h 150080"/>
              <a:gd name="connsiteX2" fmla="*/ 464344 w 464344"/>
              <a:gd name="connsiteY2" fmla="*/ 14288 h 150080"/>
            </a:gdLst>
            <a:ahLst/>
            <a:cxnLst>
              <a:cxn ang="0">
                <a:pos x="connsiteX0" y="connsiteY0"/>
              </a:cxn>
              <a:cxn ang="0">
                <a:pos x="connsiteX1" y="connsiteY1"/>
              </a:cxn>
              <a:cxn ang="0">
                <a:pos x="connsiteX2" y="connsiteY2"/>
              </a:cxn>
            </a:cxnLst>
            <a:rect l="l" t="t" r="r" b="b"/>
            <a:pathLst>
              <a:path w="464344" h="150080">
                <a:moveTo>
                  <a:pt x="0" y="0"/>
                </a:moveTo>
                <a:cubicBezTo>
                  <a:pt x="67468" y="100806"/>
                  <a:pt x="127397" y="147638"/>
                  <a:pt x="204788" y="150019"/>
                </a:cubicBezTo>
                <a:cubicBezTo>
                  <a:pt x="282179" y="152400"/>
                  <a:pt x="407989" y="84932"/>
                  <a:pt x="464344" y="14288"/>
                </a:cubicBezTo>
              </a:path>
            </a:pathLst>
          </a:cu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Z" sz="1867">
              <a:solidFill>
                <a:schemeClr val="tx1"/>
              </a:solidFill>
            </a:endParaRPr>
          </a:p>
        </p:txBody>
      </p:sp>
      <p:sp>
        <p:nvSpPr>
          <p:cNvPr id="30" name="Rectangle 29">
            <a:extLst>
              <a:ext uri="{FF2B5EF4-FFF2-40B4-BE49-F238E27FC236}">
                <a16:creationId xmlns:a16="http://schemas.microsoft.com/office/drawing/2014/main" id="{20EF3B05-885E-498F-A8E4-6AC25C376F9F}"/>
              </a:ext>
            </a:extLst>
          </p:cNvPr>
          <p:cNvSpPr/>
          <p:nvPr/>
        </p:nvSpPr>
        <p:spPr>
          <a:xfrm>
            <a:off x="1603373" y="5478962"/>
            <a:ext cx="761892" cy="391812"/>
          </a:xfrm>
          <a:prstGeom prst="rect">
            <a:avLst/>
          </a:prstGeom>
          <a:solidFill>
            <a:schemeClr val="bg1"/>
          </a:solidFill>
          <a:ln>
            <a:solidFill>
              <a:srgbClr val="FF0000"/>
            </a:solidFill>
          </a:ln>
        </p:spPr>
        <p:style>
          <a:lnRef idx="2">
            <a:schemeClr val="dk1"/>
          </a:lnRef>
          <a:fillRef idx="1">
            <a:schemeClr val="lt1"/>
          </a:fillRef>
          <a:effectRef idx="0">
            <a:schemeClr val="dk1"/>
          </a:effectRef>
          <a:fontRef idx="minor">
            <a:schemeClr val="dk1"/>
          </a:fontRef>
        </p:style>
        <p:txBody>
          <a:bodyPr rtlCol="0" anchor="ctr"/>
          <a:lstStyle/>
          <a:p>
            <a:pPr algn="ctr"/>
            <a:r>
              <a:rPr lang="en-AU" sz="2400" dirty="0">
                <a:solidFill>
                  <a:schemeClr val="tx1"/>
                </a:solidFill>
              </a:rPr>
              <a:t>$5</a:t>
            </a:r>
          </a:p>
        </p:txBody>
      </p:sp>
      <p:sp>
        <p:nvSpPr>
          <p:cNvPr id="32" name="Rectangle 31">
            <a:extLst>
              <a:ext uri="{FF2B5EF4-FFF2-40B4-BE49-F238E27FC236}">
                <a16:creationId xmlns:a16="http://schemas.microsoft.com/office/drawing/2014/main" id="{B0CCAB7D-1A6A-4B49-ADF4-74E9DEE9B106}"/>
              </a:ext>
            </a:extLst>
          </p:cNvPr>
          <p:cNvSpPr/>
          <p:nvPr/>
        </p:nvSpPr>
        <p:spPr>
          <a:xfrm>
            <a:off x="4809513" y="5478962"/>
            <a:ext cx="882604" cy="391812"/>
          </a:xfrm>
          <a:prstGeom prst="rect">
            <a:avLst/>
          </a:prstGeom>
          <a:solidFill>
            <a:schemeClr val="bg1"/>
          </a:solidFill>
          <a:ln>
            <a:solidFill>
              <a:srgbClr val="FF0000"/>
            </a:solidFill>
          </a:ln>
        </p:spPr>
        <p:style>
          <a:lnRef idx="2">
            <a:schemeClr val="dk1"/>
          </a:lnRef>
          <a:fillRef idx="1">
            <a:schemeClr val="lt1"/>
          </a:fillRef>
          <a:effectRef idx="0">
            <a:schemeClr val="dk1"/>
          </a:effectRef>
          <a:fontRef idx="minor">
            <a:schemeClr val="dk1"/>
          </a:fontRef>
        </p:style>
        <p:txBody>
          <a:bodyPr rtlCol="0" anchor="ctr"/>
          <a:lstStyle/>
          <a:p>
            <a:pPr algn="ctr"/>
            <a:r>
              <a:rPr lang="en-AU" sz="2400" dirty="0">
                <a:solidFill>
                  <a:schemeClr val="tx1"/>
                </a:solidFill>
              </a:rPr>
              <a:t>$50</a:t>
            </a:r>
          </a:p>
        </p:txBody>
      </p:sp>
      <p:sp>
        <p:nvSpPr>
          <p:cNvPr id="33" name="Rectangle 32">
            <a:extLst>
              <a:ext uri="{FF2B5EF4-FFF2-40B4-BE49-F238E27FC236}">
                <a16:creationId xmlns:a16="http://schemas.microsoft.com/office/drawing/2014/main" id="{E8DB1E72-A239-4700-8EE3-FA9A660DF2E1}"/>
              </a:ext>
            </a:extLst>
          </p:cNvPr>
          <p:cNvSpPr/>
          <p:nvPr/>
        </p:nvSpPr>
        <p:spPr>
          <a:xfrm>
            <a:off x="11103637" y="3556423"/>
            <a:ext cx="860213" cy="418310"/>
          </a:xfrm>
          <a:prstGeom prst="rect">
            <a:avLst/>
          </a:prstGeom>
          <a:solidFill>
            <a:schemeClr val="bg1"/>
          </a:solidFill>
          <a:ln>
            <a:solidFill>
              <a:srgbClr val="FF0000"/>
            </a:solidFill>
          </a:ln>
        </p:spPr>
        <p:style>
          <a:lnRef idx="2">
            <a:schemeClr val="dk1"/>
          </a:lnRef>
          <a:fillRef idx="1">
            <a:schemeClr val="lt1"/>
          </a:fillRef>
          <a:effectRef idx="0">
            <a:schemeClr val="dk1"/>
          </a:effectRef>
          <a:fontRef idx="minor">
            <a:schemeClr val="dk1"/>
          </a:fontRef>
        </p:style>
        <p:txBody>
          <a:bodyPr rtlCol="0" anchor="ctr"/>
          <a:lstStyle/>
          <a:p>
            <a:pPr algn="ctr"/>
            <a:r>
              <a:rPr lang="en-AU" sz="2400" dirty="0">
                <a:solidFill>
                  <a:schemeClr val="tx1"/>
                </a:solidFill>
              </a:rPr>
              <a:t>$50</a:t>
            </a:r>
          </a:p>
        </p:txBody>
      </p:sp>
      <p:sp>
        <p:nvSpPr>
          <p:cNvPr id="34" name="Rectangle 33">
            <a:extLst>
              <a:ext uri="{FF2B5EF4-FFF2-40B4-BE49-F238E27FC236}">
                <a16:creationId xmlns:a16="http://schemas.microsoft.com/office/drawing/2014/main" id="{8AC90A8D-D30A-4E3D-8D34-53D2955D945B}"/>
              </a:ext>
            </a:extLst>
          </p:cNvPr>
          <p:cNvSpPr/>
          <p:nvPr/>
        </p:nvSpPr>
        <p:spPr>
          <a:xfrm>
            <a:off x="41810" y="3556422"/>
            <a:ext cx="976893" cy="418311"/>
          </a:xfrm>
          <a:prstGeom prst="rect">
            <a:avLst/>
          </a:prstGeom>
          <a:solidFill>
            <a:schemeClr val="bg1"/>
          </a:solidFill>
          <a:ln>
            <a:solidFill>
              <a:srgbClr val="FF0000"/>
            </a:solidFill>
          </a:ln>
        </p:spPr>
        <p:style>
          <a:lnRef idx="2">
            <a:schemeClr val="dk1"/>
          </a:lnRef>
          <a:fillRef idx="1">
            <a:schemeClr val="lt1"/>
          </a:fillRef>
          <a:effectRef idx="0">
            <a:schemeClr val="dk1"/>
          </a:effectRef>
          <a:fontRef idx="minor">
            <a:schemeClr val="dk1"/>
          </a:fontRef>
        </p:style>
        <p:txBody>
          <a:bodyPr rtlCol="0" anchor="ctr"/>
          <a:lstStyle/>
          <a:p>
            <a:pPr algn="ctr"/>
            <a:r>
              <a:rPr lang="en-AU" sz="2400" dirty="0">
                <a:solidFill>
                  <a:schemeClr val="tx1"/>
                </a:solidFill>
              </a:rPr>
              <a:t>$200</a:t>
            </a:r>
          </a:p>
        </p:txBody>
      </p:sp>
      <p:sp>
        <p:nvSpPr>
          <p:cNvPr id="35" name="Rectangle 34">
            <a:extLst>
              <a:ext uri="{FF2B5EF4-FFF2-40B4-BE49-F238E27FC236}">
                <a16:creationId xmlns:a16="http://schemas.microsoft.com/office/drawing/2014/main" id="{A798A2C8-FC4E-4826-9700-32E66ABF5DA8}"/>
              </a:ext>
            </a:extLst>
          </p:cNvPr>
          <p:cNvSpPr/>
          <p:nvPr/>
        </p:nvSpPr>
        <p:spPr>
          <a:xfrm>
            <a:off x="8042695" y="3582922"/>
            <a:ext cx="992793" cy="391812"/>
          </a:xfrm>
          <a:prstGeom prst="rect">
            <a:avLst/>
          </a:prstGeom>
          <a:solidFill>
            <a:schemeClr val="bg1"/>
          </a:solidFill>
          <a:ln>
            <a:solidFill>
              <a:srgbClr val="FF0000"/>
            </a:solidFill>
          </a:ln>
        </p:spPr>
        <p:style>
          <a:lnRef idx="2">
            <a:schemeClr val="dk1"/>
          </a:lnRef>
          <a:fillRef idx="1">
            <a:schemeClr val="lt1"/>
          </a:fillRef>
          <a:effectRef idx="0">
            <a:schemeClr val="dk1"/>
          </a:effectRef>
          <a:fontRef idx="minor">
            <a:schemeClr val="dk1"/>
          </a:fontRef>
        </p:style>
        <p:txBody>
          <a:bodyPr rtlCol="0" anchor="ctr"/>
          <a:lstStyle/>
          <a:p>
            <a:pPr algn="ctr"/>
            <a:r>
              <a:rPr lang="en-AU" sz="2400" dirty="0">
                <a:solidFill>
                  <a:schemeClr val="tx1"/>
                </a:solidFill>
              </a:rPr>
              <a:t>$400</a:t>
            </a:r>
          </a:p>
        </p:txBody>
      </p:sp>
      <p:sp>
        <p:nvSpPr>
          <p:cNvPr id="31" name="Rectangle 30">
            <a:extLst>
              <a:ext uri="{FF2B5EF4-FFF2-40B4-BE49-F238E27FC236}">
                <a16:creationId xmlns:a16="http://schemas.microsoft.com/office/drawing/2014/main" id="{295701D9-F539-48C9-A46F-BBEACA5C26A6}"/>
              </a:ext>
            </a:extLst>
          </p:cNvPr>
          <p:cNvSpPr/>
          <p:nvPr/>
        </p:nvSpPr>
        <p:spPr>
          <a:xfrm>
            <a:off x="3745370" y="3556422"/>
            <a:ext cx="882604" cy="391812"/>
          </a:xfrm>
          <a:prstGeom prst="rect">
            <a:avLst/>
          </a:prstGeom>
          <a:solidFill>
            <a:schemeClr val="bg1"/>
          </a:solidFill>
          <a:ln>
            <a:solidFill>
              <a:srgbClr val="FF0000"/>
            </a:solidFill>
          </a:ln>
        </p:spPr>
        <p:style>
          <a:lnRef idx="2">
            <a:schemeClr val="dk1"/>
          </a:lnRef>
          <a:fillRef idx="1">
            <a:schemeClr val="lt1"/>
          </a:fillRef>
          <a:effectRef idx="0">
            <a:schemeClr val="dk1"/>
          </a:effectRef>
          <a:fontRef idx="minor">
            <a:schemeClr val="dk1"/>
          </a:fontRef>
        </p:style>
        <p:txBody>
          <a:bodyPr rtlCol="0" anchor="ctr"/>
          <a:lstStyle/>
          <a:p>
            <a:pPr algn="ctr"/>
            <a:r>
              <a:rPr lang="en-AU" sz="2400" dirty="0">
                <a:solidFill>
                  <a:schemeClr val="tx1"/>
                </a:solidFill>
              </a:rPr>
              <a:t>$55</a:t>
            </a:r>
          </a:p>
        </p:txBody>
      </p:sp>
      <p:sp>
        <p:nvSpPr>
          <p:cNvPr id="36" name="Rectangle 35">
            <a:extLst>
              <a:ext uri="{FF2B5EF4-FFF2-40B4-BE49-F238E27FC236}">
                <a16:creationId xmlns:a16="http://schemas.microsoft.com/office/drawing/2014/main" id="{DAE14CF3-B82E-4FAF-ADA8-60C372CFF61F}"/>
              </a:ext>
            </a:extLst>
          </p:cNvPr>
          <p:cNvSpPr/>
          <p:nvPr/>
        </p:nvSpPr>
        <p:spPr>
          <a:xfrm>
            <a:off x="706401" y="1831275"/>
            <a:ext cx="882604" cy="391812"/>
          </a:xfrm>
          <a:prstGeom prst="rect">
            <a:avLst/>
          </a:prstGeom>
          <a:solidFill>
            <a:schemeClr val="bg1"/>
          </a:solidFill>
          <a:ln>
            <a:solidFill>
              <a:srgbClr val="FF0000"/>
            </a:solidFill>
          </a:ln>
        </p:spPr>
        <p:style>
          <a:lnRef idx="2">
            <a:schemeClr val="dk1"/>
          </a:lnRef>
          <a:fillRef idx="1">
            <a:schemeClr val="lt1"/>
          </a:fillRef>
          <a:effectRef idx="0">
            <a:schemeClr val="dk1"/>
          </a:effectRef>
          <a:fontRef idx="minor">
            <a:schemeClr val="dk1"/>
          </a:fontRef>
        </p:style>
        <p:txBody>
          <a:bodyPr rtlCol="0" anchor="ctr"/>
          <a:lstStyle/>
          <a:p>
            <a:pPr algn="ctr"/>
            <a:r>
              <a:rPr lang="en-AU" sz="2400" dirty="0">
                <a:solidFill>
                  <a:schemeClr val="tx1"/>
                </a:solidFill>
              </a:rPr>
              <a:t>$200</a:t>
            </a:r>
          </a:p>
        </p:txBody>
      </p:sp>
      <p:sp>
        <p:nvSpPr>
          <p:cNvPr id="37" name="Rectangle 36">
            <a:extLst>
              <a:ext uri="{FF2B5EF4-FFF2-40B4-BE49-F238E27FC236}">
                <a16:creationId xmlns:a16="http://schemas.microsoft.com/office/drawing/2014/main" id="{F83990CD-2B16-4C88-BF70-2AF40779D113}"/>
              </a:ext>
            </a:extLst>
          </p:cNvPr>
          <p:cNvSpPr/>
          <p:nvPr/>
        </p:nvSpPr>
        <p:spPr>
          <a:xfrm>
            <a:off x="4297506" y="1844172"/>
            <a:ext cx="882604" cy="391812"/>
          </a:xfrm>
          <a:prstGeom prst="rect">
            <a:avLst/>
          </a:prstGeom>
          <a:solidFill>
            <a:schemeClr val="bg1"/>
          </a:solidFill>
          <a:ln>
            <a:solidFill>
              <a:srgbClr val="FF0000"/>
            </a:solidFill>
          </a:ln>
        </p:spPr>
        <p:style>
          <a:lnRef idx="2">
            <a:schemeClr val="dk1"/>
          </a:lnRef>
          <a:fillRef idx="1">
            <a:schemeClr val="lt1"/>
          </a:fillRef>
          <a:effectRef idx="0">
            <a:schemeClr val="dk1"/>
          </a:effectRef>
          <a:fontRef idx="minor">
            <a:schemeClr val="dk1"/>
          </a:fontRef>
        </p:style>
        <p:txBody>
          <a:bodyPr rtlCol="0" anchor="ctr"/>
          <a:lstStyle/>
          <a:p>
            <a:pPr algn="ctr"/>
            <a:r>
              <a:rPr lang="en-AU" sz="2400" dirty="0">
                <a:solidFill>
                  <a:schemeClr val="tx1"/>
                </a:solidFill>
              </a:rPr>
              <a:t>?</a:t>
            </a:r>
          </a:p>
        </p:txBody>
      </p:sp>
      <p:sp>
        <p:nvSpPr>
          <p:cNvPr id="38" name="Rectangle 37">
            <a:extLst>
              <a:ext uri="{FF2B5EF4-FFF2-40B4-BE49-F238E27FC236}">
                <a16:creationId xmlns:a16="http://schemas.microsoft.com/office/drawing/2014/main" id="{3D0CE1A7-5CDC-4D41-8A41-F10C56E3D496}"/>
              </a:ext>
            </a:extLst>
          </p:cNvPr>
          <p:cNvSpPr/>
          <p:nvPr/>
        </p:nvSpPr>
        <p:spPr>
          <a:xfrm>
            <a:off x="9131864" y="1816660"/>
            <a:ext cx="882604" cy="391812"/>
          </a:xfrm>
          <a:prstGeom prst="rect">
            <a:avLst/>
          </a:prstGeom>
          <a:solidFill>
            <a:schemeClr val="bg1"/>
          </a:solidFill>
          <a:ln>
            <a:solidFill>
              <a:srgbClr val="FF0000"/>
            </a:solidFill>
          </a:ln>
        </p:spPr>
        <p:style>
          <a:lnRef idx="2">
            <a:schemeClr val="dk1"/>
          </a:lnRef>
          <a:fillRef idx="1">
            <a:schemeClr val="lt1"/>
          </a:fillRef>
          <a:effectRef idx="0">
            <a:schemeClr val="dk1"/>
          </a:effectRef>
          <a:fontRef idx="minor">
            <a:schemeClr val="dk1"/>
          </a:fontRef>
        </p:style>
        <p:txBody>
          <a:bodyPr rtlCol="0" anchor="ctr"/>
          <a:lstStyle/>
          <a:p>
            <a:pPr algn="ctr"/>
            <a:r>
              <a:rPr lang="en-AU" sz="2400" dirty="0">
                <a:solidFill>
                  <a:schemeClr val="tx1"/>
                </a:solidFill>
              </a:rPr>
              <a:t>$50</a:t>
            </a:r>
          </a:p>
        </p:txBody>
      </p:sp>
      <p:sp>
        <p:nvSpPr>
          <p:cNvPr id="39" name="Rectangle 38">
            <a:extLst>
              <a:ext uri="{FF2B5EF4-FFF2-40B4-BE49-F238E27FC236}">
                <a16:creationId xmlns:a16="http://schemas.microsoft.com/office/drawing/2014/main" id="{490FC93E-35E9-4D36-8A6D-A694C53F9EF7}"/>
              </a:ext>
            </a:extLst>
          </p:cNvPr>
          <p:cNvSpPr/>
          <p:nvPr/>
        </p:nvSpPr>
        <p:spPr>
          <a:xfrm>
            <a:off x="3148565" y="168222"/>
            <a:ext cx="882604" cy="391812"/>
          </a:xfrm>
          <a:prstGeom prst="rect">
            <a:avLst/>
          </a:prstGeom>
          <a:solidFill>
            <a:schemeClr val="bg1"/>
          </a:solidFill>
          <a:ln>
            <a:solidFill>
              <a:srgbClr val="FF0000"/>
            </a:solidFill>
          </a:ln>
        </p:spPr>
        <p:style>
          <a:lnRef idx="2">
            <a:schemeClr val="dk1"/>
          </a:lnRef>
          <a:fillRef idx="1">
            <a:schemeClr val="lt1"/>
          </a:fillRef>
          <a:effectRef idx="0">
            <a:schemeClr val="dk1"/>
          </a:effectRef>
          <a:fontRef idx="minor">
            <a:schemeClr val="dk1"/>
          </a:fontRef>
        </p:style>
        <p:txBody>
          <a:bodyPr rtlCol="0" anchor="ctr"/>
          <a:lstStyle/>
          <a:p>
            <a:pPr algn="ctr"/>
            <a:r>
              <a:rPr lang="en-AU" sz="2400" dirty="0">
                <a:solidFill>
                  <a:schemeClr val="tx1"/>
                </a:solidFill>
              </a:rPr>
              <a:t>?</a:t>
            </a:r>
          </a:p>
        </p:txBody>
      </p:sp>
      <p:sp>
        <p:nvSpPr>
          <p:cNvPr id="40" name="Title 3">
            <a:extLst>
              <a:ext uri="{FF2B5EF4-FFF2-40B4-BE49-F238E27FC236}">
                <a16:creationId xmlns:a16="http://schemas.microsoft.com/office/drawing/2014/main" id="{77E56294-71E3-4679-A567-5295B71143D4}"/>
              </a:ext>
            </a:extLst>
          </p:cNvPr>
          <p:cNvSpPr txBox="1">
            <a:spLocks/>
          </p:cNvSpPr>
          <p:nvPr/>
        </p:nvSpPr>
        <p:spPr>
          <a:xfrm>
            <a:off x="7944642" y="5818617"/>
            <a:ext cx="1881691" cy="545173"/>
          </a:xfrm>
          <a:prstGeom prst="rect">
            <a:avLst/>
          </a:prstGeom>
          <a:effectLst>
            <a:outerShdw blurRad="25400" dir="17880000">
              <a:srgbClr val="000000">
                <a:alpha val="46000"/>
              </a:srgbClr>
            </a:outerShdw>
          </a:effectLst>
        </p:spPr>
        <p:txBody>
          <a:bodyPr vert="horz" lIns="91440" tIns="45720" rIns="91440" bIns="45720" rtlCol="0" anchor="ctr">
            <a:normAutofit/>
          </a:bodyPr>
          <a:lstStyle>
            <a:lvl1pPr algn="ctr" defTabSz="457200" rtl="0" eaLnBrk="1" latinLnBrk="0" hangingPunct="1">
              <a:lnSpc>
                <a:spcPct val="90000"/>
              </a:lnSpc>
              <a:spcBef>
                <a:spcPct val="0"/>
              </a:spcBef>
              <a:buNone/>
              <a:defRPr sz="40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j-lt"/>
                <a:ea typeface="+mj-ea"/>
                <a:cs typeface="Trebuchet M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AU" sz="2800" dirty="0">
                <a:solidFill>
                  <a:srgbClr val="FF0000"/>
                </a:solidFill>
                <a:latin typeface="+mn-lt"/>
                <a:ea typeface="+mn-ea"/>
                <a:cs typeface="+mn-cs"/>
              </a:rPr>
              <a:t>level-4</a:t>
            </a:r>
          </a:p>
        </p:txBody>
      </p:sp>
      <p:sp>
        <p:nvSpPr>
          <p:cNvPr id="43" name="Title 3">
            <a:extLst>
              <a:ext uri="{FF2B5EF4-FFF2-40B4-BE49-F238E27FC236}">
                <a16:creationId xmlns:a16="http://schemas.microsoft.com/office/drawing/2014/main" id="{44980104-93A5-43A1-AF31-68C53C305EF0}"/>
              </a:ext>
            </a:extLst>
          </p:cNvPr>
          <p:cNvSpPr txBox="1">
            <a:spLocks/>
          </p:cNvSpPr>
          <p:nvPr/>
        </p:nvSpPr>
        <p:spPr>
          <a:xfrm>
            <a:off x="7549217" y="557597"/>
            <a:ext cx="1881691" cy="545173"/>
          </a:xfrm>
          <a:prstGeom prst="rect">
            <a:avLst/>
          </a:prstGeom>
          <a:effectLst>
            <a:outerShdw blurRad="25400" dir="17880000">
              <a:srgbClr val="000000">
                <a:alpha val="46000"/>
              </a:srgbClr>
            </a:outerShdw>
          </a:effectLst>
        </p:spPr>
        <p:txBody>
          <a:bodyPr vert="horz" lIns="91440" tIns="45720" rIns="91440" bIns="45720" rtlCol="0" anchor="ctr">
            <a:normAutofit/>
          </a:bodyPr>
          <a:lstStyle>
            <a:lvl1pPr algn="ctr" defTabSz="457200" rtl="0" eaLnBrk="1" latinLnBrk="0" hangingPunct="1">
              <a:lnSpc>
                <a:spcPct val="90000"/>
              </a:lnSpc>
              <a:spcBef>
                <a:spcPct val="0"/>
              </a:spcBef>
              <a:buNone/>
              <a:defRPr sz="40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j-lt"/>
                <a:ea typeface="+mj-ea"/>
                <a:cs typeface="Trebuchet M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AU" sz="2800" dirty="0">
                <a:solidFill>
                  <a:srgbClr val="FF0000"/>
                </a:solidFill>
                <a:latin typeface="+mn-lt"/>
                <a:ea typeface="+mn-ea"/>
                <a:cs typeface="+mn-cs"/>
              </a:rPr>
              <a:t>level-1</a:t>
            </a:r>
          </a:p>
        </p:txBody>
      </p:sp>
      <p:sp>
        <p:nvSpPr>
          <p:cNvPr id="44" name="Title 3">
            <a:extLst>
              <a:ext uri="{FF2B5EF4-FFF2-40B4-BE49-F238E27FC236}">
                <a16:creationId xmlns:a16="http://schemas.microsoft.com/office/drawing/2014/main" id="{E1EF9C46-70DA-4180-84B7-43643C737E09}"/>
              </a:ext>
            </a:extLst>
          </p:cNvPr>
          <p:cNvSpPr txBox="1">
            <a:spLocks/>
          </p:cNvSpPr>
          <p:nvPr/>
        </p:nvSpPr>
        <p:spPr>
          <a:xfrm>
            <a:off x="9652052" y="4987690"/>
            <a:ext cx="1881691" cy="545173"/>
          </a:xfrm>
          <a:prstGeom prst="rect">
            <a:avLst/>
          </a:prstGeom>
          <a:effectLst>
            <a:outerShdw blurRad="25400" dir="17880000">
              <a:srgbClr val="000000">
                <a:alpha val="46000"/>
              </a:srgbClr>
            </a:outerShdw>
          </a:effectLst>
        </p:spPr>
        <p:txBody>
          <a:bodyPr vert="horz" lIns="91440" tIns="45720" rIns="91440" bIns="45720" rtlCol="0" anchor="ctr">
            <a:normAutofit/>
          </a:bodyPr>
          <a:lstStyle>
            <a:lvl1pPr algn="ctr" defTabSz="457200" rtl="0" eaLnBrk="1" latinLnBrk="0" hangingPunct="1">
              <a:lnSpc>
                <a:spcPct val="90000"/>
              </a:lnSpc>
              <a:spcBef>
                <a:spcPct val="0"/>
              </a:spcBef>
              <a:buNone/>
              <a:defRPr sz="40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j-lt"/>
                <a:ea typeface="+mj-ea"/>
                <a:cs typeface="Trebuchet M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AU" sz="2800" dirty="0">
                <a:solidFill>
                  <a:srgbClr val="FF0000"/>
                </a:solidFill>
                <a:latin typeface="+mn-lt"/>
                <a:ea typeface="+mn-ea"/>
                <a:cs typeface="+mn-cs"/>
              </a:rPr>
              <a:t>level-3</a:t>
            </a:r>
          </a:p>
        </p:txBody>
      </p:sp>
      <p:sp>
        <p:nvSpPr>
          <p:cNvPr id="45" name="Title 3">
            <a:extLst>
              <a:ext uri="{FF2B5EF4-FFF2-40B4-BE49-F238E27FC236}">
                <a16:creationId xmlns:a16="http://schemas.microsoft.com/office/drawing/2014/main" id="{34594912-E1D0-4387-9848-394B6119B50E}"/>
              </a:ext>
            </a:extLst>
          </p:cNvPr>
          <p:cNvSpPr txBox="1">
            <a:spLocks/>
          </p:cNvSpPr>
          <p:nvPr/>
        </p:nvSpPr>
        <p:spPr>
          <a:xfrm>
            <a:off x="9652052" y="2390709"/>
            <a:ext cx="1881691" cy="545173"/>
          </a:xfrm>
          <a:prstGeom prst="rect">
            <a:avLst/>
          </a:prstGeom>
          <a:effectLst>
            <a:outerShdw blurRad="25400" dir="17880000">
              <a:srgbClr val="000000">
                <a:alpha val="46000"/>
              </a:srgbClr>
            </a:outerShdw>
          </a:effectLst>
        </p:spPr>
        <p:txBody>
          <a:bodyPr vert="horz" lIns="91440" tIns="45720" rIns="91440" bIns="45720" rtlCol="0" anchor="ctr">
            <a:normAutofit/>
          </a:bodyPr>
          <a:lstStyle>
            <a:lvl1pPr algn="ctr" defTabSz="457200" rtl="0" eaLnBrk="1" latinLnBrk="0" hangingPunct="1">
              <a:lnSpc>
                <a:spcPct val="90000"/>
              </a:lnSpc>
              <a:spcBef>
                <a:spcPct val="0"/>
              </a:spcBef>
              <a:buNone/>
              <a:defRPr sz="40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j-lt"/>
                <a:ea typeface="+mj-ea"/>
                <a:cs typeface="Trebuchet M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AU" sz="2800" dirty="0">
                <a:solidFill>
                  <a:srgbClr val="FF0000"/>
                </a:solidFill>
                <a:latin typeface="+mn-lt"/>
                <a:ea typeface="+mn-ea"/>
                <a:cs typeface="+mn-cs"/>
              </a:rPr>
              <a:t>level-2</a:t>
            </a:r>
          </a:p>
        </p:txBody>
      </p:sp>
    </p:spTree>
    <p:extLst>
      <p:ext uri="{BB962C8B-B14F-4D97-AF65-F5344CB8AC3E}">
        <p14:creationId xmlns:p14="http://schemas.microsoft.com/office/powerpoint/2010/main" val="1658819727"/>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p:cNvSpPr>
            <a:spLocks noGrp="1"/>
          </p:cNvSpPr>
          <p:nvPr>
            <p:ph type="sldNum" sz="quarter" idx="12"/>
          </p:nvPr>
        </p:nvSpPr>
        <p:spPr/>
        <p:txBody>
          <a:bodyPr/>
          <a:lstStyle/>
          <a:p>
            <a:fld id="{55670E94-029C-4BA8-8D44-FBB339E4924F}" type="slidenum">
              <a:rPr lang="en-AU" smtClean="0">
                <a:solidFill>
                  <a:schemeClr val="tx1"/>
                </a:solidFill>
              </a:rPr>
              <a:pPr/>
              <a:t>33</a:t>
            </a:fld>
            <a:endParaRPr lang="en-AU" dirty="0">
              <a:solidFill>
                <a:schemeClr val="tx1"/>
              </a:solidFill>
            </a:endParaRPr>
          </a:p>
        </p:txBody>
      </p:sp>
      <p:sp>
        <p:nvSpPr>
          <p:cNvPr id="5" name="Rectangle 4"/>
          <p:cNvSpPr/>
          <p:nvPr/>
        </p:nvSpPr>
        <p:spPr>
          <a:xfrm>
            <a:off x="3764156" y="384043"/>
            <a:ext cx="3928041" cy="999066"/>
          </a:xfrm>
          <a:prstGeom prst="rect">
            <a:avLst/>
          </a:prstGeom>
          <a:solidFill>
            <a:schemeClr val="bg1"/>
          </a:solid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NZ" sz="2200" dirty="0">
                <a:solidFill>
                  <a:schemeClr val="tx1"/>
                </a:solidFill>
              </a:rPr>
              <a:t>1. gain an access to a user’s private information</a:t>
            </a:r>
          </a:p>
        </p:txBody>
      </p:sp>
      <p:cxnSp>
        <p:nvCxnSpPr>
          <p:cNvPr id="6" name="Straight Connector 5"/>
          <p:cNvCxnSpPr>
            <a:cxnSpLocks/>
            <a:stCxn id="5" idx="2"/>
            <a:endCxn id="7" idx="0"/>
          </p:cNvCxnSpPr>
          <p:nvPr/>
        </p:nvCxnSpPr>
        <p:spPr>
          <a:xfrm flipH="1">
            <a:off x="2718224" y="1383109"/>
            <a:ext cx="3009953" cy="727409"/>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7" name="Rounded Rectangle 6"/>
          <p:cNvSpPr/>
          <p:nvPr/>
        </p:nvSpPr>
        <p:spPr>
          <a:xfrm>
            <a:off x="1278791" y="2110518"/>
            <a:ext cx="2878865" cy="999067"/>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NZ" sz="2200" dirty="0">
                <a:solidFill>
                  <a:schemeClr val="tx1"/>
                </a:solidFill>
              </a:rPr>
              <a:t>1.1. gain direct access to the database</a:t>
            </a:r>
          </a:p>
        </p:txBody>
      </p:sp>
      <p:sp>
        <p:nvSpPr>
          <p:cNvPr id="8" name="Rounded Rectangle 7"/>
          <p:cNvSpPr/>
          <p:nvPr/>
        </p:nvSpPr>
        <p:spPr>
          <a:xfrm>
            <a:off x="4394553" y="2110519"/>
            <a:ext cx="2667247" cy="999066"/>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NZ" sz="2200" dirty="0">
                <a:solidFill>
                  <a:schemeClr val="tx1"/>
                </a:solidFill>
              </a:rPr>
              <a:t>1.2. login as a target user</a:t>
            </a:r>
          </a:p>
        </p:txBody>
      </p:sp>
      <p:sp>
        <p:nvSpPr>
          <p:cNvPr id="9" name="Rounded Rectangle 8"/>
          <p:cNvSpPr/>
          <p:nvPr/>
        </p:nvSpPr>
        <p:spPr>
          <a:xfrm>
            <a:off x="7298697" y="2110519"/>
            <a:ext cx="2667247" cy="999066"/>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NZ" sz="2200" dirty="0">
                <a:solidFill>
                  <a:schemeClr val="tx1"/>
                </a:solidFill>
              </a:rPr>
              <a:t>1.3. hijack user session</a:t>
            </a:r>
          </a:p>
        </p:txBody>
      </p:sp>
      <p:cxnSp>
        <p:nvCxnSpPr>
          <p:cNvPr id="17" name="Straight Connector 16"/>
          <p:cNvCxnSpPr>
            <a:cxnSpLocks/>
            <a:stCxn id="5" idx="2"/>
            <a:endCxn id="8" idx="0"/>
          </p:cNvCxnSpPr>
          <p:nvPr/>
        </p:nvCxnSpPr>
        <p:spPr>
          <a:xfrm>
            <a:off x="5728177" y="1383109"/>
            <a:ext cx="0" cy="72741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8" name="Straight Connector 17"/>
          <p:cNvCxnSpPr>
            <a:cxnSpLocks/>
            <a:stCxn id="5" idx="2"/>
            <a:endCxn id="9" idx="0"/>
          </p:cNvCxnSpPr>
          <p:nvPr/>
        </p:nvCxnSpPr>
        <p:spPr>
          <a:xfrm>
            <a:off x="5728177" y="1383109"/>
            <a:ext cx="2904144" cy="72741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10" name="Rounded Rectangle 10">
            <a:extLst>
              <a:ext uri="{FF2B5EF4-FFF2-40B4-BE49-F238E27FC236}">
                <a16:creationId xmlns:a16="http://schemas.microsoft.com/office/drawing/2014/main" id="{2C036C30-C5EA-4F19-8978-832C0165CF1B}"/>
              </a:ext>
            </a:extLst>
          </p:cNvPr>
          <p:cNvSpPr/>
          <p:nvPr/>
        </p:nvSpPr>
        <p:spPr>
          <a:xfrm>
            <a:off x="190824" y="3752329"/>
            <a:ext cx="3399043" cy="1253296"/>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NZ" sz="2200" dirty="0">
                <a:solidFill>
                  <a:schemeClr val="tx1"/>
                </a:solidFill>
              </a:rPr>
              <a:t>1.1.1. exploit a software vulnerability in the system</a:t>
            </a:r>
          </a:p>
        </p:txBody>
      </p:sp>
      <p:cxnSp>
        <p:nvCxnSpPr>
          <p:cNvPr id="11" name="Straight Connector 10">
            <a:extLst>
              <a:ext uri="{FF2B5EF4-FFF2-40B4-BE49-F238E27FC236}">
                <a16:creationId xmlns:a16="http://schemas.microsoft.com/office/drawing/2014/main" id="{8BB23C53-39B3-45A0-932F-7C70A20FC24F}"/>
              </a:ext>
            </a:extLst>
          </p:cNvPr>
          <p:cNvCxnSpPr>
            <a:cxnSpLocks/>
            <a:stCxn id="7" idx="2"/>
            <a:endCxn id="10" idx="0"/>
          </p:cNvCxnSpPr>
          <p:nvPr/>
        </p:nvCxnSpPr>
        <p:spPr>
          <a:xfrm flipH="1">
            <a:off x="1890346" y="3109585"/>
            <a:ext cx="827878" cy="6427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19" name="Rounded Rectangle 13">
            <a:extLst>
              <a:ext uri="{FF2B5EF4-FFF2-40B4-BE49-F238E27FC236}">
                <a16:creationId xmlns:a16="http://schemas.microsoft.com/office/drawing/2014/main" id="{D94C59C5-226B-48FA-AC32-E5D4ED75A4C7}"/>
              </a:ext>
            </a:extLst>
          </p:cNvPr>
          <p:cNvSpPr/>
          <p:nvPr/>
        </p:nvSpPr>
        <p:spPr>
          <a:xfrm>
            <a:off x="9181301" y="3752329"/>
            <a:ext cx="2665420" cy="1253296"/>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NZ" sz="2200" dirty="0">
                <a:solidFill>
                  <a:schemeClr val="tx1"/>
                </a:solidFill>
              </a:rPr>
              <a:t>1.3.1. steal user session cookie</a:t>
            </a:r>
          </a:p>
        </p:txBody>
      </p:sp>
      <p:cxnSp>
        <p:nvCxnSpPr>
          <p:cNvPr id="20" name="Straight Connector 19">
            <a:extLst>
              <a:ext uri="{FF2B5EF4-FFF2-40B4-BE49-F238E27FC236}">
                <a16:creationId xmlns:a16="http://schemas.microsoft.com/office/drawing/2014/main" id="{34275EBC-EB06-463D-9768-3136A45B2A8E}"/>
              </a:ext>
            </a:extLst>
          </p:cNvPr>
          <p:cNvCxnSpPr>
            <a:cxnSpLocks/>
            <a:stCxn id="9" idx="2"/>
            <a:endCxn id="19" idx="0"/>
          </p:cNvCxnSpPr>
          <p:nvPr/>
        </p:nvCxnSpPr>
        <p:spPr>
          <a:xfrm>
            <a:off x="8632321" y="3109585"/>
            <a:ext cx="1881690" cy="6427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22" name="Rounded Rectangle 11">
            <a:extLst>
              <a:ext uri="{FF2B5EF4-FFF2-40B4-BE49-F238E27FC236}">
                <a16:creationId xmlns:a16="http://schemas.microsoft.com/office/drawing/2014/main" id="{F15A1BFD-0CE5-42D3-973C-87E746E01E64}"/>
              </a:ext>
            </a:extLst>
          </p:cNvPr>
          <p:cNvSpPr/>
          <p:nvPr/>
        </p:nvSpPr>
        <p:spPr>
          <a:xfrm>
            <a:off x="3943543" y="3752329"/>
            <a:ext cx="1958488" cy="1253296"/>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NZ" sz="2200" dirty="0">
                <a:solidFill>
                  <a:schemeClr val="tx1"/>
                </a:solidFill>
              </a:rPr>
              <a:t>1.2.1. brute-force login</a:t>
            </a:r>
          </a:p>
        </p:txBody>
      </p:sp>
      <p:sp>
        <p:nvSpPr>
          <p:cNvPr id="23" name="Rounded Rectangle 12">
            <a:extLst>
              <a:ext uri="{FF2B5EF4-FFF2-40B4-BE49-F238E27FC236}">
                <a16:creationId xmlns:a16="http://schemas.microsoft.com/office/drawing/2014/main" id="{6691EEBD-2317-42B5-B2B1-017891B1A73B}"/>
              </a:ext>
            </a:extLst>
          </p:cNvPr>
          <p:cNvSpPr/>
          <p:nvPr/>
        </p:nvSpPr>
        <p:spPr>
          <a:xfrm>
            <a:off x="6289971" y="3752329"/>
            <a:ext cx="2665419" cy="1253296"/>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NZ" sz="2200" dirty="0">
                <a:solidFill>
                  <a:schemeClr val="tx1"/>
                </a:solidFill>
              </a:rPr>
              <a:t>1.2.2. steal user private credentials</a:t>
            </a:r>
          </a:p>
        </p:txBody>
      </p:sp>
      <p:cxnSp>
        <p:nvCxnSpPr>
          <p:cNvPr id="24" name="Straight Connector 23">
            <a:extLst>
              <a:ext uri="{FF2B5EF4-FFF2-40B4-BE49-F238E27FC236}">
                <a16:creationId xmlns:a16="http://schemas.microsoft.com/office/drawing/2014/main" id="{34CA2EB8-00D2-431F-B330-F60CC068FC65}"/>
              </a:ext>
            </a:extLst>
          </p:cNvPr>
          <p:cNvCxnSpPr>
            <a:cxnSpLocks/>
            <a:stCxn id="8" idx="2"/>
            <a:endCxn id="22" idx="0"/>
          </p:cNvCxnSpPr>
          <p:nvPr/>
        </p:nvCxnSpPr>
        <p:spPr>
          <a:xfrm flipH="1">
            <a:off x="4922787" y="3109585"/>
            <a:ext cx="805390" cy="6427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7" name="Straight Connector 26">
            <a:extLst>
              <a:ext uri="{FF2B5EF4-FFF2-40B4-BE49-F238E27FC236}">
                <a16:creationId xmlns:a16="http://schemas.microsoft.com/office/drawing/2014/main" id="{BCD34379-1273-40FC-BA3D-3A72F6C11760}"/>
              </a:ext>
            </a:extLst>
          </p:cNvPr>
          <p:cNvCxnSpPr>
            <a:cxnSpLocks/>
            <a:stCxn id="8" idx="2"/>
            <a:endCxn id="23" idx="0"/>
          </p:cNvCxnSpPr>
          <p:nvPr/>
        </p:nvCxnSpPr>
        <p:spPr>
          <a:xfrm>
            <a:off x="5728177" y="3109585"/>
            <a:ext cx="1894504" cy="6427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21" name="Rounded Rectangle 26">
            <a:extLst>
              <a:ext uri="{FF2B5EF4-FFF2-40B4-BE49-F238E27FC236}">
                <a16:creationId xmlns:a16="http://schemas.microsoft.com/office/drawing/2014/main" id="{48AEA7A6-8293-4E2E-A8F3-8B354ACD9109}"/>
              </a:ext>
            </a:extLst>
          </p:cNvPr>
          <p:cNvSpPr/>
          <p:nvPr/>
        </p:nvSpPr>
        <p:spPr>
          <a:xfrm>
            <a:off x="2216873" y="5674868"/>
            <a:ext cx="2347646" cy="886917"/>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NZ" sz="2200" dirty="0">
                <a:solidFill>
                  <a:schemeClr val="tx1"/>
                </a:solidFill>
              </a:rPr>
              <a:t>1.2.1.1. identify a target username</a:t>
            </a:r>
          </a:p>
        </p:txBody>
      </p:sp>
      <p:sp>
        <p:nvSpPr>
          <p:cNvPr id="25" name="Rounded Rectangle 27">
            <a:extLst>
              <a:ext uri="{FF2B5EF4-FFF2-40B4-BE49-F238E27FC236}">
                <a16:creationId xmlns:a16="http://schemas.microsoft.com/office/drawing/2014/main" id="{EDA5D8E8-4AF7-4C72-99BE-F499FEC9E682}"/>
              </a:ext>
            </a:extLst>
          </p:cNvPr>
          <p:cNvSpPr/>
          <p:nvPr/>
        </p:nvSpPr>
        <p:spPr>
          <a:xfrm>
            <a:off x="5297561" y="5674868"/>
            <a:ext cx="2825098" cy="886917"/>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NZ" sz="2200" dirty="0">
                <a:solidFill>
                  <a:schemeClr val="tx1"/>
                </a:solidFill>
              </a:rPr>
              <a:t>1.2.1.2. identify a target user password</a:t>
            </a:r>
          </a:p>
        </p:txBody>
      </p:sp>
      <p:cxnSp>
        <p:nvCxnSpPr>
          <p:cNvPr id="26" name="Straight Connector 25">
            <a:extLst>
              <a:ext uri="{FF2B5EF4-FFF2-40B4-BE49-F238E27FC236}">
                <a16:creationId xmlns:a16="http://schemas.microsoft.com/office/drawing/2014/main" id="{C6CCF372-A0D7-4F6A-ACFB-261A163BFD95}"/>
              </a:ext>
            </a:extLst>
          </p:cNvPr>
          <p:cNvCxnSpPr>
            <a:cxnSpLocks/>
            <a:stCxn id="22" idx="2"/>
            <a:endCxn id="21" idx="0"/>
          </p:cNvCxnSpPr>
          <p:nvPr/>
        </p:nvCxnSpPr>
        <p:spPr>
          <a:xfrm flipH="1">
            <a:off x="3390696" y="5005625"/>
            <a:ext cx="1532091" cy="669243"/>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8" name="Straight Connector 27">
            <a:extLst>
              <a:ext uri="{FF2B5EF4-FFF2-40B4-BE49-F238E27FC236}">
                <a16:creationId xmlns:a16="http://schemas.microsoft.com/office/drawing/2014/main" id="{51396790-B262-44A9-A46E-3C3965A45178}"/>
              </a:ext>
            </a:extLst>
          </p:cNvPr>
          <p:cNvCxnSpPr>
            <a:cxnSpLocks/>
            <a:stCxn id="22" idx="2"/>
            <a:endCxn id="25" idx="0"/>
          </p:cNvCxnSpPr>
          <p:nvPr/>
        </p:nvCxnSpPr>
        <p:spPr>
          <a:xfrm>
            <a:off x="4922787" y="5005625"/>
            <a:ext cx="1787323" cy="669243"/>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29" name="Freeform 30">
            <a:extLst>
              <a:ext uri="{FF2B5EF4-FFF2-40B4-BE49-F238E27FC236}">
                <a16:creationId xmlns:a16="http://schemas.microsoft.com/office/drawing/2014/main" id="{5B0A19D0-C4AD-46C3-BE93-66A81168DC00}"/>
              </a:ext>
            </a:extLst>
          </p:cNvPr>
          <p:cNvSpPr/>
          <p:nvPr/>
        </p:nvSpPr>
        <p:spPr>
          <a:xfrm>
            <a:off x="4677793" y="5110687"/>
            <a:ext cx="489987" cy="162181"/>
          </a:xfrm>
          <a:custGeom>
            <a:avLst/>
            <a:gdLst>
              <a:gd name="connsiteX0" fmla="*/ 0 w 476250"/>
              <a:gd name="connsiteY0" fmla="*/ 0 h 142944"/>
              <a:gd name="connsiteX1" fmla="*/ 228600 w 476250"/>
              <a:gd name="connsiteY1" fmla="*/ 142875 h 142944"/>
              <a:gd name="connsiteX2" fmla="*/ 476250 w 476250"/>
              <a:gd name="connsiteY2" fmla="*/ 19050 h 142944"/>
              <a:gd name="connsiteX0" fmla="*/ 0 w 476250"/>
              <a:gd name="connsiteY0" fmla="*/ 0 h 142978"/>
              <a:gd name="connsiteX1" fmla="*/ 228600 w 476250"/>
              <a:gd name="connsiteY1" fmla="*/ 142875 h 142978"/>
              <a:gd name="connsiteX2" fmla="*/ 476250 w 476250"/>
              <a:gd name="connsiteY2" fmla="*/ 19050 h 142978"/>
              <a:gd name="connsiteX0" fmla="*/ 0 w 476250"/>
              <a:gd name="connsiteY0" fmla="*/ 0 h 147735"/>
              <a:gd name="connsiteX1" fmla="*/ 247650 w 476250"/>
              <a:gd name="connsiteY1" fmla="*/ 147638 h 147735"/>
              <a:gd name="connsiteX2" fmla="*/ 476250 w 476250"/>
              <a:gd name="connsiteY2" fmla="*/ 19050 h 147735"/>
              <a:gd name="connsiteX0" fmla="*/ 0 w 476250"/>
              <a:gd name="connsiteY0" fmla="*/ 0 h 147661"/>
              <a:gd name="connsiteX1" fmla="*/ 247650 w 476250"/>
              <a:gd name="connsiteY1" fmla="*/ 147638 h 147661"/>
              <a:gd name="connsiteX2" fmla="*/ 476250 w 476250"/>
              <a:gd name="connsiteY2" fmla="*/ 19050 h 147661"/>
              <a:gd name="connsiteX0" fmla="*/ 0 w 464344"/>
              <a:gd name="connsiteY0" fmla="*/ 0 h 147690"/>
              <a:gd name="connsiteX1" fmla="*/ 247650 w 464344"/>
              <a:gd name="connsiteY1" fmla="*/ 147638 h 147690"/>
              <a:gd name="connsiteX2" fmla="*/ 464344 w 464344"/>
              <a:gd name="connsiteY2" fmla="*/ 14288 h 147690"/>
              <a:gd name="connsiteX0" fmla="*/ 0 w 464344"/>
              <a:gd name="connsiteY0" fmla="*/ 0 h 147701"/>
              <a:gd name="connsiteX1" fmla="*/ 247650 w 464344"/>
              <a:gd name="connsiteY1" fmla="*/ 147638 h 147701"/>
              <a:gd name="connsiteX2" fmla="*/ 464344 w 464344"/>
              <a:gd name="connsiteY2" fmla="*/ 14288 h 147701"/>
              <a:gd name="connsiteX0" fmla="*/ 0 w 464344"/>
              <a:gd name="connsiteY0" fmla="*/ 0 h 147701"/>
              <a:gd name="connsiteX1" fmla="*/ 247650 w 464344"/>
              <a:gd name="connsiteY1" fmla="*/ 147638 h 147701"/>
              <a:gd name="connsiteX2" fmla="*/ 464344 w 464344"/>
              <a:gd name="connsiteY2" fmla="*/ 14288 h 147701"/>
              <a:gd name="connsiteX0" fmla="*/ 0 w 464344"/>
              <a:gd name="connsiteY0" fmla="*/ 0 h 147701"/>
              <a:gd name="connsiteX1" fmla="*/ 247650 w 464344"/>
              <a:gd name="connsiteY1" fmla="*/ 147638 h 147701"/>
              <a:gd name="connsiteX2" fmla="*/ 464344 w 464344"/>
              <a:gd name="connsiteY2" fmla="*/ 14288 h 147701"/>
              <a:gd name="connsiteX0" fmla="*/ 0 w 464344"/>
              <a:gd name="connsiteY0" fmla="*/ 0 h 150080"/>
              <a:gd name="connsiteX1" fmla="*/ 204788 w 464344"/>
              <a:gd name="connsiteY1" fmla="*/ 150019 h 150080"/>
              <a:gd name="connsiteX2" fmla="*/ 464344 w 464344"/>
              <a:gd name="connsiteY2" fmla="*/ 14288 h 150080"/>
            </a:gdLst>
            <a:ahLst/>
            <a:cxnLst>
              <a:cxn ang="0">
                <a:pos x="connsiteX0" y="connsiteY0"/>
              </a:cxn>
              <a:cxn ang="0">
                <a:pos x="connsiteX1" y="connsiteY1"/>
              </a:cxn>
              <a:cxn ang="0">
                <a:pos x="connsiteX2" y="connsiteY2"/>
              </a:cxn>
            </a:cxnLst>
            <a:rect l="l" t="t" r="r" b="b"/>
            <a:pathLst>
              <a:path w="464344" h="150080">
                <a:moveTo>
                  <a:pt x="0" y="0"/>
                </a:moveTo>
                <a:cubicBezTo>
                  <a:pt x="67468" y="100806"/>
                  <a:pt x="127397" y="147638"/>
                  <a:pt x="204788" y="150019"/>
                </a:cubicBezTo>
                <a:cubicBezTo>
                  <a:pt x="282179" y="152400"/>
                  <a:pt x="407989" y="84932"/>
                  <a:pt x="464344" y="14288"/>
                </a:cubicBezTo>
              </a:path>
            </a:pathLst>
          </a:cu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Z" sz="1867">
              <a:solidFill>
                <a:schemeClr val="tx1"/>
              </a:solidFill>
            </a:endParaRPr>
          </a:p>
        </p:txBody>
      </p:sp>
      <p:sp>
        <p:nvSpPr>
          <p:cNvPr id="30" name="Rectangle 29">
            <a:extLst>
              <a:ext uri="{FF2B5EF4-FFF2-40B4-BE49-F238E27FC236}">
                <a16:creationId xmlns:a16="http://schemas.microsoft.com/office/drawing/2014/main" id="{20EF3B05-885E-498F-A8E4-6AC25C376F9F}"/>
              </a:ext>
            </a:extLst>
          </p:cNvPr>
          <p:cNvSpPr/>
          <p:nvPr/>
        </p:nvSpPr>
        <p:spPr>
          <a:xfrm>
            <a:off x="1603373" y="5478962"/>
            <a:ext cx="761892" cy="391812"/>
          </a:xfrm>
          <a:prstGeom prst="rect">
            <a:avLst/>
          </a:prstGeom>
          <a:solidFill>
            <a:schemeClr val="bg1"/>
          </a:solidFill>
          <a:ln>
            <a:solidFill>
              <a:srgbClr val="FF0000"/>
            </a:solidFill>
          </a:ln>
        </p:spPr>
        <p:style>
          <a:lnRef idx="2">
            <a:schemeClr val="dk1"/>
          </a:lnRef>
          <a:fillRef idx="1">
            <a:schemeClr val="lt1"/>
          </a:fillRef>
          <a:effectRef idx="0">
            <a:schemeClr val="dk1"/>
          </a:effectRef>
          <a:fontRef idx="minor">
            <a:schemeClr val="dk1"/>
          </a:fontRef>
        </p:style>
        <p:txBody>
          <a:bodyPr rtlCol="0" anchor="ctr"/>
          <a:lstStyle/>
          <a:p>
            <a:pPr algn="ctr"/>
            <a:r>
              <a:rPr lang="en-AU" sz="2400" dirty="0">
                <a:solidFill>
                  <a:schemeClr val="tx1"/>
                </a:solidFill>
              </a:rPr>
              <a:t>$5</a:t>
            </a:r>
          </a:p>
        </p:txBody>
      </p:sp>
      <p:sp>
        <p:nvSpPr>
          <p:cNvPr id="32" name="Rectangle 31">
            <a:extLst>
              <a:ext uri="{FF2B5EF4-FFF2-40B4-BE49-F238E27FC236}">
                <a16:creationId xmlns:a16="http://schemas.microsoft.com/office/drawing/2014/main" id="{B0CCAB7D-1A6A-4B49-ADF4-74E9DEE9B106}"/>
              </a:ext>
            </a:extLst>
          </p:cNvPr>
          <p:cNvSpPr/>
          <p:nvPr/>
        </p:nvSpPr>
        <p:spPr>
          <a:xfrm>
            <a:off x="4809513" y="5478962"/>
            <a:ext cx="882604" cy="391812"/>
          </a:xfrm>
          <a:prstGeom prst="rect">
            <a:avLst/>
          </a:prstGeom>
          <a:solidFill>
            <a:schemeClr val="bg1"/>
          </a:solidFill>
          <a:ln>
            <a:solidFill>
              <a:srgbClr val="FF0000"/>
            </a:solidFill>
          </a:ln>
        </p:spPr>
        <p:style>
          <a:lnRef idx="2">
            <a:schemeClr val="dk1"/>
          </a:lnRef>
          <a:fillRef idx="1">
            <a:schemeClr val="lt1"/>
          </a:fillRef>
          <a:effectRef idx="0">
            <a:schemeClr val="dk1"/>
          </a:effectRef>
          <a:fontRef idx="minor">
            <a:schemeClr val="dk1"/>
          </a:fontRef>
        </p:style>
        <p:txBody>
          <a:bodyPr rtlCol="0" anchor="ctr"/>
          <a:lstStyle/>
          <a:p>
            <a:pPr algn="ctr"/>
            <a:r>
              <a:rPr lang="en-AU" sz="2400" dirty="0">
                <a:solidFill>
                  <a:schemeClr val="tx1"/>
                </a:solidFill>
              </a:rPr>
              <a:t>$50</a:t>
            </a:r>
          </a:p>
        </p:txBody>
      </p:sp>
      <p:sp>
        <p:nvSpPr>
          <p:cNvPr id="33" name="Rectangle 32">
            <a:extLst>
              <a:ext uri="{FF2B5EF4-FFF2-40B4-BE49-F238E27FC236}">
                <a16:creationId xmlns:a16="http://schemas.microsoft.com/office/drawing/2014/main" id="{E8DB1E72-A239-4700-8EE3-FA9A660DF2E1}"/>
              </a:ext>
            </a:extLst>
          </p:cNvPr>
          <p:cNvSpPr/>
          <p:nvPr/>
        </p:nvSpPr>
        <p:spPr>
          <a:xfrm>
            <a:off x="11103637" y="3556423"/>
            <a:ext cx="860213" cy="418310"/>
          </a:xfrm>
          <a:prstGeom prst="rect">
            <a:avLst/>
          </a:prstGeom>
          <a:solidFill>
            <a:schemeClr val="bg1"/>
          </a:solidFill>
          <a:ln>
            <a:solidFill>
              <a:srgbClr val="FF0000"/>
            </a:solidFill>
          </a:ln>
        </p:spPr>
        <p:style>
          <a:lnRef idx="2">
            <a:schemeClr val="dk1"/>
          </a:lnRef>
          <a:fillRef idx="1">
            <a:schemeClr val="lt1"/>
          </a:fillRef>
          <a:effectRef idx="0">
            <a:schemeClr val="dk1"/>
          </a:effectRef>
          <a:fontRef idx="minor">
            <a:schemeClr val="dk1"/>
          </a:fontRef>
        </p:style>
        <p:txBody>
          <a:bodyPr rtlCol="0" anchor="ctr"/>
          <a:lstStyle/>
          <a:p>
            <a:pPr algn="ctr"/>
            <a:r>
              <a:rPr lang="en-AU" sz="2400" dirty="0">
                <a:solidFill>
                  <a:schemeClr val="tx1"/>
                </a:solidFill>
              </a:rPr>
              <a:t>$50</a:t>
            </a:r>
          </a:p>
        </p:txBody>
      </p:sp>
      <p:sp>
        <p:nvSpPr>
          <p:cNvPr id="34" name="Rectangle 33">
            <a:extLst>
              <a:ext uri="{FF2B5EF4-FFF2-40B4-BE49-F238E27FC236}">
                <a16:creationId xmlns:a16="http://schemas.microsoft.com/office/drawing/2014/main" id="{8AC90A8D-D30A-4E3D-8D34-53D2955D945B}"/>
              </a:ext>
            </a:extLst>
          </p:cNvPr>
          <p:cNvSpPr/>
          <p:nvPr/>
        </p:nvSpPr>
        <p:spPr>
          <a:xfrm>
            <a:off x="41810" y="3556422"/>
            <a:ext cx="976893" cy="418311"/>
          </a:xfrm>
          <a:prstGeom prst="rect">
            <a:avLst/>
          </a:prstGeom>
          <a:solidFill>
            <a:schemeClr val="bg1"/>
          </a:solidFill>
          <a:ln>
            <a:solidFill>
              <a:srgbClr val="FF0000"/>
            </a:solidFill>
          </a:ln>
        </p:spPr>
        <p:style>
          <a:lnRef idx="2">
            <a:schemeClr val="dk1"/>
          </a:lnRef>
          <a:fillRef idx="1">
            <a:schemeClr val="lt1"/>
          </a:fillRef>
          <a:effectRef idx="0">
            <a:schemeClr val="dk1"/>
          </a:effectRef>
          <a:fontRef idx="minor">
            <a:schemeClr val="dk1"/>
          </a:fontRef>
        </p:style>
        <p:txBody>
          <a:bodyPr rtlCol="0" anchor="ctr"/>
          <a:lstStyle/>
          <a:p>
            <a:pPr algn="ctr"/>
            <a:r>
              <a:rPr lang="en-AU" sz="2400" dirty="0">
                <a:solidFill>
                  <a:schemeClr val="tx1"/>
                </a:solidFill>
              </a:rPr>
              <a:t>$200</a:t>
            </a:r>
          </a:p>
        </p:txBody>
      </p:sp>
      <p:sp>
        <p:nvSpPr>
          <p:cNvPr id="35" name="Rectangle 34">
            <a:extLst>
              <a:ext uri="{FF2B5EF4-FFF2-40B4-BE49-F238E27FC236}">
                <a16:creationId xmlns:a16="http://schemas.microsoft.com/office/drawing/2014/main" id="{A798A2C8-FC4E-4826-9700-32E66ABF5DA8}"/>
              </a:ext>
            </a:extLst>
          </p:cNvPr>
          <p:cNvSpPr/>
          <p:nvPr/>
        </p:nvSpPr>
        <p:spPr>
          <a:xfrm>
            <a:off x="8042695" y="3582922"/>
            <a:ext cx="992793" cy="391812"/>
          </a:xfrm>
          <a:prstGeom prst="rect">
            <a:avLst/>
          </a:prstGeom>
          <a:solidFill>
            <a:schemeClr val="bg1"/>
          </a:solidFill>
          <a:ln>
            <a:solidFill>
              <a:srgbClr val="FF0000"/>
            </a:solidFill>
          </a:ln>
        </p:spPr>
        <p:style>
          <a:lnRef idx="2">
            <a:schemeClr val="dk1"/>
          </a:lnRef>
          <a:fillRef idx="1">
            <a:schemeClr val="lt1"/>
          </a:fillRef>
          <a:effectRef idx="0">
            <a:schemeClr val="dk1"/>
          </a:effectRef>
          <a:fontRef idx="minor">
            <a:schemeClr val="dk1"/>
          </a:fontRef>
        </p:style>
        <p:txBody>
          <a:bodyPr rtlCol="0" anchor="ctr"/>
          <a:lstStyle/>
          <a:p>
            <a:pPr algn="ctr"/>
            <a:r>
              <a:rPr lang="en-AU" sz="2400" dirty="0">
                <a:solidFill>
                  <a:schemeClr val="tx1"/>
                </a:solidFill>
              </a:rPr>
              <a:t>$400</a:t>
            </a:r>
          </a:p>
        </p:txBody>
      </p:sp>
      <p:sp>
        <p:nvSpPr>
          <p:cNvPr id="31" name="Rectangle 30">
            <a:extLst>
              <a:ext uri="{FF2B5EF4-FFF2-40B4-BE49-F238E27FC236}">
                <a16:creationId xmlns:a16="http://schemas.microsoft.com/office/drawing/2014/main" id="{295701D9-F539-48C9-A46F-BBEACA5C26A6}"/>
              </a:ext>
            </a:extLst>
          </p:cNvPr>
          <p:cNvSpPr/>
          <p:nvPr/>
        </p:nvSpPr>
        <p:spPr>
          <a:xfrm>
            <a:off x="3745370" y="3556422"/>
            <a:ext cx="882604" cy="391812"/>
          </a:xfrm>
          <a:prstGeom prst="rect">
            <a:avLst/>
          </a:prstGeom>
          <a:solidFill>
            <a:schemeClr val="bg1"/>
          </a:solidFill>
          <a:ln>
            <a:solidFill>
              <a:srgbClr val="FF0000"/>
            </a:solidFill>
          </a:ln>
        </p:spPr>
        <p:style>
          <a:lnRef idx="2">
            <a:schemeClr val="dk1"/>
          </a:lnRef>
          <a:fillRef idx="1">
            <a:schemeClr val="lt1"/>
          </a:fillRef>
          <a:effectRef idx="0">
            <a:schemeClr val="dk1"/>
          </a:effectRef>
          <a:fontRef idx="minor">
            <a:schemeClr val="dk1"/>
          </a:fontRef>
        </p:style>
        <p:txBody>
          <a:bodyPr rtlCol="0" anchor="ctr"/>
          <a:lstStyle/>
          <a:p>
            <a:pPr algn="ctr"/>
            <a:r>
              <a:rPr lang="en-AU" sz="2400" dirty="0">
                <a:solidFill>
                  <a:schemeClr val="tx1"/>
                </a:solidFill>
              </a:rPr>
              <a:t>$55</a:t>
            </a:r>
          </a:p>
        </p:txBody>
      </p:sp>
      <p:sp>
        <p:nvSpPr>
          <p:cNvPr id="36" name="Rectangle 35">
            <a:extLst>
              <a:ext uri="{FF2B5EF4-FFF2-40B4-BE49-F238E27FC236}">
                <a16:creationId xmlns:a16="http://schemas.microsoft.com/office/drawing/2014/main" id="{DAE14CF3-B82E-4FAF-ADA8-60C372CFF61F}"/>
              </a:ext>
            </a:extLst>
          </p:cNvPr>
          <p:cNvSpPr/>
          <p:nvPr/>
        </p:nvSpPr>
        <p:spPr>
          <a:xfrm>
            <a:off x="706401" y="1831275"/>
            <a:ext cx="882604" cy="391812"/>
          </a:xfrm>
          <a:prstGeom prst="rect">
            <a:avLst/>
          </a:prstGeom>
          <a:solidFill>
            <a:schemeClr val="bg1"/>
          </a:solidFill>
          <a:ln>
            <a:solidFill>
              <a:srgbClr val="FF0000"/>
            </a:solidFill>
          </a:ln>
        </p:spPr>
        <p:style>
          <a:lnRef idx="2">
            <a:schemeClr val="dk1"/>
          </a:lnRef>
          <a:fillRef idx="1">
            <a:schemeClr val="lt1"/>
          </a:fillRef>
          <a:effectRef idx="0">
            <a:schemeClr val="dk1"/>
          </a:effectRef>
          <a:fontRef idx="minor">
            <a:schemeClr val="dk1"/>
          </a:fontRef>
        </p:style>
        <p:txBody>
          <a:bodyPr rtlCol="0" anchor="ctr"/>
          <a:lstStyle/>
          <a:p>
            <a:pPr algn="ctr"/>
            <a:r>
              <a:rPr lang="en-AU" sz="2400" dirty="0">
                <a:solidFill>
                  <a:schemeClr val="tx1"/>
                </a:solidFill>
              </a:rPr>
              <a:t>$200</a:t>
            </a:r>
          </a:p>
        </p:txBody>
      </p:sp>
      <p:sp>
        <p:nvSpPr>
          <p:cNvPr id="37" name="Rectangle 36">
            <a:extLst>
              <a:ext uri="{FF2B5EF4-FFF2-40B4-BE49-F238E27FC236}">
                <a16:creationId xmlns:a16="http://schemas.microsoft.com/office/drawing/2014/main" id="{F83990CD-2B16-4C88-BF70-2AF40779D113}"/>
              </a:ext>
            </a:extLst>
          </p:cNvPr>
          <p:cNvSpPr/>
          <p:nvPr/>
        </p:nvSpPr>
        <p:spPr>
          <a:xfrm>
            <a:off x="4297506" y="1844172"/>
            <a:ext cx="882604" cy="391812"/>
          </a:xfrm>
          <a:prstGeom prst="rect">
            <a:avLst/>
          </a:prstGeom>
          <a:solidFill>
            <a:schemeClr val="bg1"/>
          </a:solidFill>
          <a:ln>
            <a:solidFill>
              <a:srgbClr val="FF0000"/>
            </a:solidFill>
          </a:ln>
        </p:spPr>
        <p:style>
          <a:lnRef idx="2">
            <a:schemeClr val="dk1"/>
          </a:lnRef>
          <a:fillRef idx="1">
            <a:schemeClr val="lt1"/>
          </a:fillRef>
          <a:effectRef idx="0">
            <a:schemeClr val="dk1"/>
          </a:effectRef>
          <a:fontRef idx="minor">
            <a:schemeClr val="dk1"/>
          </a:fontRef>
        </p:style>
        <p:txBody>
          <a:bodyPr rtlCol="0" anchor="ctr"/>
          <a:lstStyle/>
          <a:p>
            <a:pPr algn="ctr"/>
            <a:r>
              <a:rPr lang="en-AU" sz="2400" dirty="0">
                <a:solidFill>
                  <a:schemeClr val="tx1"/>
                </a:solidFill>
              </a:rPr>
              <a:t>$55</a:t>
            </a:r>
          </a:p>
        </p:txBody>
      </p:sp>
      <p:sp>
        <p:nvSpPr>
          <p:cNvPr id="38" name="Rectangle 37">
            <a:extLst>
              <a:ext uri="{FF2B5EF4-FFF2-40B4-BE49-F238E27FC236}">
                <a16:creationId xmlns:a16="http://schemas.microsoft.com/office/drawing/2014/main" id="{3D0CE1A7-5CDC-4D41-8A41-F10C56E3D496}"/>
              </a:ext>
            </a:extLst>
          </p:cNvPr>
          <p:cNvSpPr/>
          <p:nvPr/>
        </p:nvSpPr>
        <p:spPr>
          <a:xfrm>
            <a:off x="9131864" y="1816660"/>
            <a:ext cx="882604" cy="391812"/>
          </a:xfrm>
          <a:prstGeom prst="rect">
            <a:avLst/>
          </a:prstGeom>
          <a:solidFill>
            <a:schemeClr val="bg1"/>
          </a:solidFill>
          <a:ln>
            <a:solidFill>
              <a:srgbClr val="FF0000"/>
            </a:solidFill>
          </a:ln>
        </p:spPr>
        <p:style>
          <a:lnRef idx="2">
            <a:schemeClr val="dk1"/>
          </a:lnRef>
          <a:fillRef idx="1">
            <a:schemeClr val="lt1"/>
          </a:fillRef>
          <a:effectRef idx="0">
            <a:schemeClr val="dk1"/>
          </a:effectRef>
          <a:fontRef idx="minor">
            <a:schemeClr val="dk1"/>
          </a:fontRef>
        </p:style>
        <p:txBody>
          <a:bodyPr rtlCol="0" anchor="ctr"/>
          <a:lstStyle/>
          <a:p>
            <a:pPr algn="ctr"/>
            <a:r>
              <a:rPr lang="en-AU" sz="2400" dirty="0">
                <a:solidFill>
                  <a:schemeClr val="tx1"/>
                </a:solidFill>
              </a:rPr>
              <a:t>$50</a:t>
            </a:r>
          </a:p>
        </p:txBody>
      </p:sp>
      <p:sp>
        <p:nvSpPr>
          <p:cNvPr id="39" name="Rectangle 38">
            <a:extLst>
              <a:ext uri="{FF2B5EF4-FFF2-40B4-BE49-F238E27FC236}">
                <a16:creationId xmlns:a16="http://schemas.microsoft.com/office/drawing/2014/main" id="{490FC93E-35E9-4D36-8A6D-A694C53F9EF7}"/>
              </a:ext>
            </a:extLst>
          </p:cNvPr>
          <p:cNvSpPr/>
          <p:nvPr/>
        </p:nvSpPr>
        <p:spPr>
          <a:xfrm>
            <a:off x="3148565" y="168222"/>
            <a:ext cx="882604" cy="391812"/>
          </a:xfrm>
          <a:prstGeom prst="rect">
            <a:avLst/>
          </a:prstGeom>
          <a:solidFill>
            <a:schemeClr val="bg1"/>
          </a:solidFill>
          <a:ln>
            <a:solidFill>
              <a:srgbClr val="FF0000"/>
            </a:solidFill>
          </a:ln>
        </p:spPr>
        <p:style>
          <a:lnRef idx="2">
            <a:schemeClr val="dk1"/>
          </a:lnRef>
          <a:fillRef idx="1">
            <a:schemeClr val="lt1"/>
          </a:fillRef>
          <a:effectRef idx="0">
            <a:schemeClr val="dk1"/>
          </a:effectRef>
          <a:fontRef idx="minor">
            <a:schemeClr val="dk1"/>
          </a:fontRef>
        </p:style>
        <p:txBody>
          <a:bodyPr rtlCol="0" anchor="ctr"/>
          <a:lstStyle/>
          <a:p>
            <a:pPr algn="ctr"/>
            <a:r>
              <a:rPr lang="en-AU" sz="2400" dirty="0">
                <a:solidFill>
                  <a:schemeClr val="tx1"/>
                </a:solidFill>
              </a:rPr>
              <a:t>?</a:t>
            </a:r>
          </a:p>
        </p:txBody>
      </p:sp>
      <p:sp>
        <p:nvSpPr>
          <p:cNvPr id="40" name="Title 3">
            <a:extLst>
              <a:ext uri="{FF2B5EF4-FFF2-40B4-BE49-F238E27FC236}">
                <a16:creationId xmlns:a16="http://schemas.microsoft.com/office/drawing/2014/main" id="{619A3148-F7D7-470D-BDE5-6329928323E2}"/>
              </a:ext>
            </a:extLst>
          </p:cNvPr>
          <p:cNvSpPr txBox="1">
            <a:spLocks/>
          </p:cNvSpPr>
          <p:nvPr/>
        </p:nvSpPr>
        <p:spPr>
          <a:xfrm>
            <a:off x="7944642" y="5818617"/>
            <a:ext cx="1881691" cy="545173"/>
          </a:xfrm>
          <a:prstGeom prst="rect">
            <a:avLst/>
          </a:prstGeom>
          <a:effectLst>
            <a:outerShdw blurRad="25400" dir="17880000">
              <a:srgbClr val="000000">
                <a:alpha val="46000"/>
              </a:srgbClr>
            </a:outerShdw>
          </a:effectLst>
        </p:spPr>
        <p:txBody>
          <a:bodyPr vert="horz" lIns="91440" tIns="45720" rIns="91440" bIns="45720" rtlCol="0" anchor="ctr">
            <a:normAutofit/>
          </a:bodyPr>
          <a:lstStyle>
            <a:lvl1pPr algn="ctr" defTabSz="457200" rtl="0" eaLnBrk="1" latinLnBrk="0" hangingPunct="1">
              <a:lnSpc>
                <a:spcPct val="90000"/>
              </a:lnSpc>
              <a:spcBef>
                <a:spcPct val="0"/>
              </a:spcBef>
              <a:buNone/>
              <a:defRPr sz="40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j-lt"/>
                <a:ea typeface="+mj-ea"/>
                <a:cs typeface="Trebuchet M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AU" sz="2800" dirty="0">
                <a:solidFill>
                  <a:srgbClr val="FF0000"/>
                </a:solidFill>
                <a:latin typeface="+mn-lt"/>
                <a:ea typeface="+mn-ea"/>
                <a:cs typeface="+mn-cs"/>
              </a:rPr>
              <a:t>level-4</a:t>
            </a:r>
          </a:p>
        </p:txBody>
      </p:sp>
      <p:sp>
        <p:nvSpPr>
          <p:cNvPr id="43" name="Title 3">
            <a:extLst>
              <a:ext uri="{FF2B5EF4-FFF2-40B4-BE49-F238E27FC236}">
                <a16:creationId xmlns:a16="http://schemas.microsoft.com/office/drawing/2014/main" id="{3DBE7274-9C39-44FE-BA45-71C7F6B8B4C6}"/>
              </a:ext>
            </a:extLst>
          </p:cNvPr>
          <p:cNvSpPr txBox="1">
            <a:spLocks/>
          </p:cNvSpPr>
          <p:nvPr/>
        </p:nvSpPr>
        <p:spPr>
          <a:xfrm>
            <a:off x="7549217" y="557597"/>
            <a:ext cx="1881691" cy="545173"/>
          </a:xfrm>
          <a:prstGeom prst="rect">
            <a:avLst/>
          </a:prstGeom>
          <a:effectLst>
            <a:outerShdw blurRad="25400" dir="17880000">
              <a:srgbClr val="000000">
                <a:alpha val="46000"/>
              </a:srgbClr>
            </a:outerShdw>
          </a:effectLst>
        </p:spPr>
        <p:txBody>
          <a:bodyPr vert="horz" lIns="91440" tIns="45720" rIns="91440" bIns="45720" rtlCol="0" anchor="ctr">
            <a:normAutofit/>
          </a:bodyPr>
          <a:lstStyle>
            <a:lvl1pPr algn="ctr" defTabSz="457200" rtl="0" eaLnBrk="1" latinLnBrk="0" hangingPunct="1">
              <a:lnSpc>
                <a:spcPct val="90000"/>
              </a:lnSpc>
              <a:spcBef>
                <a:spcPct val="0"/>
              </a:spcBef>
              <a:buNone/>
              <a:defRPr sz="40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j-lt"/>
                <a:ea typeface="+mj-ea"/>
                <a:cs typeface="Trebuchet M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AU" sz="2800" dirty="0">
                <a:solidFill>
                  <a:srgbClr val="FF0000"/>
                </a:solidFill>
                <a:latin typeface="+mn-lt"/>
                <a:ea typeface="+mn-ea"/>
                <a:cs typeface="+mn-cs"/>
              </a:rPr>
              <a:t>level-1</a:t>
            </a:r>
          </a:p>
        </p:txBody>
      </p:sp>
      <p:sp>
        <p:nvSpPr>
          <p:cNvPr id="44" name="Title 3">
            <a:extLst>
              <a:ext uri="{FF2B5EF4-FFF2-40B4-BE49-F238E27FC236}">
                <a16:creationId xmlns:a16="http://schemas.microsoft.com/office/drawing/2014/main" id="{7CEB93BF-CA63-45FC-A164-92D835E34303}"/>
              </a:ext>
            </a:extLst>
          </p:cNvPr>
          <p:cNvSpPr txBox="1">
            <a:spLocks/>
          </p:cNvSpPr>
          <p:nvPr/>
        </p:nvSpPr>
        <p:spPr>
          <a:xfrm>
            <a:off x="9652052" y="4987690"/>
            <a:ext cx="1881691" cy="545173"/>
          </a:xfrm>
          <a:prstGeom prst="rect">
            <a:avLst/>
          </a:prstGeom>
          <a:effectLst>
            <a:outerShdw blurRad="25400" dir="17880000">
              <a:srgbClr val="000000">
                <a:alpha val="46000"/>
              </a:srgbClr>
            </a:outerShdw>
          </a:effectLst>
        </p:spPr>
        <p:txBody>
          <a:bodyPr vert="horz" lIns="91440" tIns="45720" rIns="91440" bIns="45720" rtlCol="0" anchor="ctr">
            <a:normAutofit/>
          </a:bodyPr>
          <a:lstStyle>
            <a:lvl1pPr algn="ctr" defTabSz="457200" rtl="0" eaLnBrk="1" latinLnBrk="0" hangingPunct="1">
              <a:lnSpc>
                <a:spcPct val="90000"/>
              </a:lnSpc>
              <a:spcBef>
                <a:spcPct val="0"/>
              </a:spcBef>
              <a:buNone/>
              <a:defRPr sz="40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j-lt"/>
                <a:ea typeface="+mj-ea"/>
                <a:cs typeface="Trebuchet M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AU" sz="2800" dirty="0">
                <a:solidFill>
                  <a:srgbClr val="FF0000"/>
                </a:solidFill>
                <a:latin typeface="+mn-lt"/>
                <a:ea typeface="+mn-ea"/>
                <a:cs typeface="+mn-cs"/>
              </a:rPr>
              <a:t>level-3</a:t>
            </a:r>
          </a:p>
        </p:txBody>
      </p:sp>
      <p:sp>
        <p:nvSpPr>
          <p:cNvPr id="45" name="Title 3">
            <a:extLst>
              <a:ext uri="{FF2B5EF4-FFF2-40B4-BE49-F238E27FC236}">
                <a16:creationId xmlns:a16="http://schemas.microsoft.com/office/drawing/2014/main" id="{9A08FCA8-AE35-4E9F-B191-AE3F69C2E763}"/>
              </a:ext>
            </a:extLst>
          </p:cNvPr>
          <p:cNvSpPr txBox="1">
            <a:spLocks/>
          </p:cNvSpPr>
          <p:nvPr/>
        </p:nvSpPr>
        <p:spPr>
          <a:xfrm>
            <a:off x="9652052" y="2390709"/>
            <a:ext cx="1881691" cy="545173"/>
          </a:xfrm>
          <a:prstGeom prst="rect">
            <a:avLst/>
          </a:prstGeom>
          <a:effectLst>
            <a:outerShdw blurRad="25400" dir="17880000">
              <a:srgbClr val="000000">
                <a:alpha val="46000"/>
              </a:srgbClr>
            </a:outerShdw>
          </a:effectLst>
        </p:spPr>
        <p:txBody>
          <a:bodyPr vert="horz" lIns="91440" tIns="45720" rIns="91440" bIns="45720" rtlCol="0" anchor="ctr">
            <a:normAutofit/>
          </a:bodyPr>
          <a:lstStyle>
            <a:lvl1pPr algn="ctr" defTabSz="457200" rtl="0" eaLnBrk="1" latinLnBrk="0" hangingPunct="1">
              <a:lnSpc>
                <a:spcPct val="90000"/>
              </a:lnSpc>
              <a:spcBef>
                <a:spcPct val="0"/>
              </a:spcBef>
              <a:buNone/>
              <a:defRPr sz="40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j-lt"/>
                <a:ea typeface="+mj-ea"/>
                <a:cs typeface="Trebuchet M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AU" sz="2800" dirty="0">
                <a:solidFill>
                  <a:srgbClr val="FF0000"/>
                </a:solidFill>
                <a:latin typeface="+mn-lt"/>
                <a:ea typeface="+mn-ea"/>
                <a:cs typeface="+mn-cs"/>
              </a:rPr>
              <a:t>level-2</a:t>
            </a:r>
          </a:p>
        </p:txBody>
      </p:sp>
    </p:spTree>
    <p:extLst>
      <p:ext uri="{BB962C8B-B14F-4D97-AF65-F5344CB8AC3E}">
        <p14:creationId xmlns:p14="http://schemas.microsoft.com/office/powerpoint/2010/main" val="2712936894"/>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p:cNvSpPr>
            <a:spLocks noGrp="1"/>
          </p:cNvSpPr>
          <p:nvPr>
            <p:ph type="sldNum" sz="quarter" idx="12"/>
          </p:nvPr>
        </p:nvSpPr>
        <p:spPr/>
        <p:txBody>
          <a:bodyPr/>
          <a:lstStyle/>
          <a:p>
            <a:fld id="{55670E94-029C-4BA8-8D44-FBB339E4924F}" type="slidenum">
              <a:rPr lang="en-AU" smtClean="0">
                <a:solidFill>
                  <a:schemeClr val="tx1"/>
                </a:solidFill>
              </a:rPr>
              <a:pPr/>
              <a:t>34</a:t>
            </a:fld>
            <a:endParaRPr lang="en-AU" dirty="0">
              <a:solidFill>
                <a:schemeClr val="tx1"/>
              </a:solidFill>
            </a:endParaRPr>
          </a:p>
        </p:txBody>
      </p:sp>
      <p:sp>
        <p:nvSpPr>
          <p:cNvPr id="5" name="Rectangle 4"/>
          <p:cNvSpPr/>
          <p:nvPr/>
        </p:nvSpPr>
        <p:spPr>
          <a:xfrm>
            <a:off x="3764156" y="384043"/>
            <a:ext cx="3928041" cy="999066"/>
          </a:xfrm>
          <a:prstGeom prst="rect">
            <a:avLst/>
          </a:prstGeom>
          <a:solidFill>
            <a:schemeClr val="bg1"/>
          </a:solid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NZ" sz="2200" dirty="0">
                <a:solidFill>
                  <a:schemeClr val="tx1"/>
                </a:solidFill>
              </a:rPr>
              <a:t>1. gain an access to a user’s private information</a:t>
            </a:r>
          </a:p>
        </p:txBody>
      </p:sp>
      <p:cxnSp>
        <p:nvCxnSpPr>
          <p:cNvPr id="6" name="Straight Connector 5"/>
          <p:cNvCxnSpPr>
            <a:cxnSpLocks/>
            <a:stCxn id="5" idx="2"/>
            <a:endCxn id="7" idx="0"/>
          </p:cNvCxnSpPr>
          <p:nvPr/>
        </p:nvCxnSpPr>
        <p:spPr>
          <a:xfrm flipH="1">
            <a:off x="2718224" y="1383109"/>
            <a:ext cx="3009953" cy="727409"/>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7" name="Rounded Rectangle 6"/>
          <p:cNvSpPr/>
          <p:nvPr/>
        </p:nvSpPr>
        <p:spPr>
          <a:xfrm>
            <a:off x="1278791" y="2110518"/>
            <a:ext cx="2878865" cy="999067"/>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NZ" sz="2200" dirty="0">
                <a:solidFill>
                  <a:schemeClr val="tx1"/>
                </a:solidFill>
              </a:rPr>
              <a:t>1.1. gain direct access to the database</a:t>
            </a:r>
          </a:p>
        </p:txBody>
      </p:sp>
      <p:sp>
        <p:nvSpPr>
          <p:cNvPr id="8" name="Rounded Rectangle 7"/>
          <p:cNvSpPr/>
          <p:nvPr/>
        </p:nvSpPr>
        <p:spPr>
          <a:xfrm>
            <a:off x="4394553" y="2110519"/>
            <a:ext cx="2667247" cy="999066"/>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NZ" sz="2200" dirty="0">
                <a:solidFill>
                  <a:schemeClr val="tx1"/>
                </a:solidFill>
              </a:rPr>
              <a:t>1.2. Login as target user</a:t>
            </a:r>
          </a:p>
        </p:txBody>
      </p:sp>
      <p:sp>
        <p:nvSpPr>
          <p:cNvPr id="9" name="Rounded Rectangle 8"/>
          <p:cNvSpPr/>
          <p:nvPr/>
        </p:nvSpPr>
        <p:spPr>
          <a:xfrm>
            <a:off x="7298697" y="2110519"/>
            <a:ext cx="2667247" cy="999066"/>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NZ" sz="2200" dirty="0">
                <a:solidFill>
                  <a:schemeClr val="tx1"/>
                </a:solidFill>
              </a:rPr>
              <a:t>1.3. Hijack user session</a:t>
            </a:r>
          </a:p>
        </p:txBody>
      </p:sp>
      <p:cxnSp>
        <p:nvCxnSpPr>
          <p:cNvPr id="17" name="Straight Connector 16"/>
          <p:cNvCxnSpPr>
            <a:cxnSpLocks/>
            <a:stCxn id="5" idx="2"/>
            <a:endCxn id="8" idx="0"/>
          </p:cNvCxnSpPr>
          <p:nvPr/>
        </p:nvCxnSpPr>
        <p:spPr>
          <a:xfrm>
            <a:off x="5728177" y="1383109"/>
            <a:ext cx="0" cy="72741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8" name="Straight Connector 17"/>
          <p:cNvCxnSpPr>
            <a:cxnSpLocks/>
            <a:stCxn id="5" idx="2"/>
            <a:endCxn id="9" idx="0"/>
          </p:cNvCxnSpPr>
          <p:nvPr/>
        </p:nvCxnSpPr>
        <p:spPr>
          <a:xfrm>
            <a:off x="5728177" y="1383109"/>
            <a:ext cx="2904144" cy="72741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10" name="Rounded Rectangle 10">
            <a:extLst>
              <a:ext uri="{FF2B5EF4-FFF2-40B4-BE49-F238E27FC236}">
                <a16:creationId xmlns:a16="http://schemas.microsoft.com/office/drawing/2014/main" id="{2C036C30-C5EA-4F19-8978-832C0165CF1B}"/>
              </a:ext>
            </a:extLst>
          </p:cNvPr>
          <p:cNvSpPr/>
          <p:nvPr/>
        </p:nvSpPr>
        <p:spPr>
          <a:xfrm>
            <a:off x="190824" y="3752329"/>
            <a:ext cx="3399043" cy="1253296"/>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NZ" sz="2200" dirty="0">
                <a:solidFill>
                  <a:schemeClr val="tx1"/>
                </a:solidFill>
              </a:rPr>
              <a:t>1.1.1. exploit a software vulnerability in the system</a:t>
            </a:r>
          </a:p>
        </p:txBody>
      </p:sp>
      <p:cxnSp>
        <p:nvCxnSpPr>
          <p:cNvPr id="11" name="Straight Connector 10">
            <a:extLst>
              <a:ext uri="{FF2B5EF4-FFF2-40B4-BE49-F238E27FC236}">
                <a16:creationId xmlns:a16="http://schemas.microsoft.com/office/drawing/2014/main" id="{8BB23C53-39B3-45A0-932F-7C70A20FC24F}"/>
              </a:ext>
            </a:extLst>
          </p:cNvPr>
          <p:cNvCxnSpPr>
            <a:cxnSpLocks/>
            <a:stCxn id="7" idx="2"/>
            <a:endCxn id="10" idx="0"/>
          </p:cNvCxnSpPr>
          <p:nvPr/>
        </p:nvCxnSpPr>
        <p:spPr>
          <a:xfrm flipH="1">
            <a:off x="1890346" y="3109585"/>
            <a:ext cx="827878" cy="6427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19" name="Rounded Rectangle 13">
            <a:extLst>
              <a:ext uri="{FF2B5EF4-FFF2-40B4-BE49-F238E27FC236}">
                <a16:creationId xmlns:a16="http://schemas.microsoft.com/office/drawing/2014/main" id="{D94C59C5-226B-48FA-AC32-E5D4ED75A4C7}"/>
              </a:ext>
            </a:extLst>
          </p:cNvPr>
          <p:cNvSpPr/>
          <p:nvPr/>
        </p:nvSpPr>
        <p:spPr>
          <a:xfrm>
            <a:off x="9181301" y="3752329"/>
            <a:ext cx="2665420" cy="1253296"/>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NZ" sz="2200" dirty="0">
                <a:solidFill>
                  <a:schemeClr val="tx1"/>
                </a:solidFill>
              </a:rPr>
              <a:t>1.3.1. Steal user session cookie</a:t>
            </a:r>
          </a:p>
        </p:txBody>
      </p:sp>
      <p:cxnSp>
        <p:nvCxnSpPr>
          <p:cNvPr id="20" name="Straight Connector 19">
            <a:extLst>
              <a:ext uri="{FF2B5EF4-FFF2-40B4-BE49-F238E27FC236}">
                <a16:creationId xmlns:a16="http://schemas.microsoft.com/office/drawing/2014/main" id="{34275EBC-EB06-463D-9768-3136A45B2A8E}"/>
              </a:ext>
            </a:extLst>
          </p:cNvPr>
          <p:cNvCxnSpPr>
            <a:cxnSpLocks/>
            <a:stCxn id="9" idx="2"/>
            <a:endCxn id="19" idx="0"/>
          </p:cNvCxnSpPr>
          <p:nvPr/>
        </p:nvCxnSpPr>
        <p:spPr>
          <a:xfrm>
            <a:off x="8632321" y="3109585"/>
            <a:ext cx="1881690" cy="6427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22" name="Rounded Rectangle 11">
            <a:extLst>
              <a:ext uri="{FF2B5EF4-FFF2-40B4-BE49-F238E27FC236}">
                <a16:creationId xmlns:a16="http://schemas.microsoft.com/office/drawing/2014/main" id="{F15A1BFD-0CE5-42D3-973C-87E746E01E64}"/>
              </a:ext>
            </a:extLst>
          </p:cNvPr>
          <p:cNvSpPr/>
          <p:nvPr/>
        </p:nvSpPr>
        <p:spPr>
          <a:xfrm>
            <a:off x="3943543" y="3752329"/>
            <a:ext cx="1958488" cy="1253296"/>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NZ" sz="2200" dirty="0">
                <a:solidFill>
                  <a:schemeClr val="tx1"/>
                </a:solidFill>
              </a:rPr>
              <a:t>1.2.1. brute-force login</a:t>
            </a:r>
          </a:p>
        </p:txBody>
      </p:sp>
      <p:sp>
        <p:nvSpPr>
          <p:cNvPr id="23" name="Rounded Rectangle 12">
            <a:extLst>
              <a:ext uri="{FF2B5EF4-FFF2-40B4-BE49-F238E27FC236}">
                <a16:creationId xmlns:a16="http://schemas.microsoft.com/office/drawing/2014/main" id="{6691EEBD-2317-42B5-B2B1-017891B1A73B}"/>
              </a:ext>
            </a:extLst>
          </p:cNvPr>
          <p:cNvSpPr/>
          <p:nvPr/>
        </p:nvSpPr>
        <p:spPr>
          <a:xfrm>
            <a:off x="6289971" y="3752329"/>
            <a:ext cx="2665419" cy="1253296"/>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NZ" sz="2200" dirty="0">
                <a:solidFill>
                  <a:schemeClr val="tx1"/>
                </a:solidFill>
              </a:rPr>
              <a:t>1.2.2. steal user private credentials</a:t>
            </a:r>
          </a:p>
        </p:txBody>
      </p:sp>
      <p:cxnSp>
        <p:nvCxnSpPr>
          <p:cNvPr id="24" name="Straight Connector 23">
            <a:extLst>
              <a:ext uri="{FF2B5EF4-FFF2-40B4-BE49-F238E27FC236}">
                <a16:creationId xmlns:a16="http://schemas.microsoft.com/office/drawing/2014/main" id="{34CA2EB8-00D2-431F-B330-F60CC068FC65}"/>
              </a:ext>
            </a:extLst>
          </p:cNvPr>
          <p:cNvCxnSpPr>
            <a:cxnSpLocks/>
            <a:stCxn id="8" idx="2"/>
            <a:endCxn id="22" idx="0"/>
          </p:cNvCxnSpPr>
          <p:nvPr/>
        </p:nvCxnSpPr>
        <p:spPr>
          <a:xfrm flipH="1">
            <a:off x="4922787" y="3109585"/>
            <a:ext cx="805390" cy="6427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7" name="Straight Connector 26">
            <a:extLst>
              <a:ext uri="{FF2B5EF4-FFF2-40B4-BE49-F238E27FC236}">
                <a16:creationId xmlns:a16="http://schemas.microsoft.com/office/drawing/2014/main" id="{BCD34379-1273-40FC-BA3D-3A72F6C11760}"/>
              </a:ext>
            </a:extLst>
          </p:cNvPr>
          <p:cNvCxnSpPr>
            <a:cxnSpLocks/>
            <a:stCxn id="8" idx="2"/>
            <a:endCxn id="23" idx="0"/>
          </p:cNvCxnSpPr>
          <p:nvPr/>
        </p:nvCxnSpPr>
        <p:spPr>
          <a:xfrm>
            <a:off x="5728177" y="3109585"/>
            <a:ext cx="1894504" cy="6427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21" name="Rounded Rectangle 26">
            <a:extLst>
              <a:ext uri="{FF2B5EF4-FFF2-40B4-BE49-F238E27FC236}">
                <a16:creationId xmlns:a16="http://schemas.microsoft.com/office/drawing/2014/main" id="{48AEA7A6-8293-4E2E-A8F3-8B354ACD9109}"/>
              </a:ext>
            </a:extLst>
          </p:cNvPr>
          <p:cNvSpPr/>
          <p:nvPr/>
        </p:nvSpPr>
        <p:spPr>
          <a:xfrm>
            <a:off x="2216873" y="5674868"/>
            <a:ext cx="2347646" cy="886917"/>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NZ" sz="2200" dirty="0">
                <a:solidFill>
                  <a:schemeClr val="tx1"/>
                </a:solidFill>
              </a:rPr>
              <a:t>1.2.1.1. identify a target username</a:t>
            </a:r>
          </a:p>
        </p:txBody>
      </p:sp>
      <p:sp>
        <p:nvSpPr>
          <p:cNvPr id="25" name="Rounded Rectangle 27">
            <a:extLst>
              <a:ext uri="{FF2B5EF4-FFF2-40B4-BE49-F238E27FC236}">
                <a16:creationId xmlns:a16="http://schemas.microsoft.com/office/drawing/2014/main" id="{EDA5D8E8-4AF7-4C72-99BE-F499FEC9E682}"/>
              </a:ext>
            </a:extLst>
          </p:cNvPr>
          <p:cNvSpPr/>
          <p:nvPr/>
        </p:nvSpPr>
        <p:spPr>
          <a:xfrm>
            <a:off x="5297561" y="5674868"/>
            <a:ext cx="2825098" cy="886917"/>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NZ" sz="2200" dirty="0">
                <a:solidFill>
                  <a:schemeClr val="tx1"/>
                </a:solidFill>
              </a:rPr>
              <a:t>1.2.1.2. identify a target user password</a:t>
            </a:r>
          </a:p>
        </p:txBody>
      </p:sp>
      <p:cxnSp>
        <p:nvCxnSpPr>
          <p:cNvPr id="26" name="Straight Connector 25">
            <a:extLst>
              <a:ext uri="{FF2B5EF4-FFF2-40B4-BE49-F238E27FC236}">
                <a16:creationId xmlns:a16="http://schemas.microsoft.com/office/drawing/2014/main" id="{C6CCF372-A0D7-4F6A-ACFB-261A163BFD95}"/>
              </a:ext>
            </a:extLst>
          </p:cNvPr>
          <p:cNvCxnSpPr>
            <a:cxnSpLocks/>
            <a:stCxn id="22" idx="2"/>
            <a:endCxn id="21" idx="0"/>
          </p:cNvCxnSpPr>
          <p:nvPr/>
        </p:nvCxnSpPr>
        <p:spPr>
          <a:xfrm flipH="1">
            <a:off x="3390696" y="5005625"/>
            <a:ext cx="1532091" cy="669243"/>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8" name="Straight Connector 27">
            <a:extLst>
              <a:ext uri="{FF2B5EF4-FFF2-40B4-BE49-F238E27FC236}">
                <a16:creationId xmlns:a16="http://schemas.microsoft.com/office/drawing/2014/main" id="{51396790-B262-44A9-A46E-3C3965A45178}"/>
              </a:ext>
            </a:extLst>
          </p:cNvPr>
          <p:cNvCxnSpPr>
            <a:cxnSpLocks/>
            <a:stCxn id="22" idx="2"/>
            <a:endCxn id="25" idx="0"/>
          </p:cNvCxnSpPr>
          <p:nvPr/>
        </p:nvCxnSpPr>
        <p:spPr>
          <a:xfrm>
            <a:off x="4922787" y="5005625"/>
            <a:ext cx="1787323" cy="669243"/>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29" name="Freeform 30">
            <a:extLst>
              <a:ext uri="{FF2B5EF4-FFF2-40B4-BE49-F238E27FC236}">
                <a16:creationId xmlns:a16="http://schemas.microsoft.com/office/drawing/2014/main" id="{5B0A19D0-C4AD-46C3-BE93-66A81168DC00}"/>
              </a:ext>
            </a:extLst>
          </p:cNvPr>
          <p:cNvSpPr/>
          <p:nvPr/>
        </p:nvSpPr>
        <p:spPr>
          <a:xfrm>
            <a:off x="4677793" y="5110687"/>
            <a:ext cx="489987" cy="162181"/>
          </a:xfrm>
          <a:custGeom>
            <a:avLst/>
            <a:gdLst>
              <a:gd name="connsiteX0" fmla="*/ 0 w 476250"/>
              <a:gd name="connsiteY0" fmla="*/ 0 h 142944"/>
              <a:gd name="connsiteX1" fmla="*/ 228600 w 476250"/>
              <a:gd name="connsiteY1" fmla="*/ 142875 h 142944"/>
              <a:gd name="connsiteX2" fmla="*/ 476250 w 476250"/>
              <a:gd name="connsiteY2" fmla="*/ 19050 h 142944"/>
              <a:gd name="connsiteX0" fmla="*/ 0 w 476250"/>
              <a:gd name="connsiteY0" fmla="*/ 0 h 142978"/>
              <a:gd name="connsiteX1" fmla="*/ 228600 w 476250"/>
              <a:gd name="connsiteY1" fmla="*/ 142875 h 142978"/>
              <a:gd name="connsiteX2" fmla="*/ 476250 w 476250"/>
              <a:gd name="connsiteY2" fmla="*/ 19050 h 142978"/>
              <a:gd name="connsiteX0" fmla="*/ 0 w 476250"/>
              <a:gd name="connsiteY0" fmla="*/ 0 h 147735"/>
              <a:gd name="connsiteX1" fmla="*/ 247650 w 476250"/>
              <a:gd name="connsiteY1" fmla="*/ 147638 h 147735"/>
              <a:gd name="connsiteX2" fmla="*/ 476250 w 476250"/>
              <a:gd name="connsiteY2" fmla="*/ 19050 h 147735"/>
              <a:gd name="connsiteX0" fmla="*/ 0 w 476250"/>
              <a:gd name="connsiteY0" fmla="*/ 0 h 147661"/>
              <a:gd name="connsiteX1" fmla="*/ 247650 w 476250"/>
              <a:gd name="connsiteY1" fmla="*/ 147638 h 147661"/>
              <a:gd name="connsiteX2" fmla="*/ 476250 w 476250"/>
              <a:gd name="connsiteY2" fmla="*/ 19050 h 147661"/>
              <a:gd name="connsiteX0" fmla="*/ 0 w 464344"/>
              <a:gd name="connsiteY0" fmla="*/ 0 h 147690"/>
              <a:gd name="connsiteX1" fmla="*/ 247650 w 464344"/>
              <a:gd name="connsiteY1" fmla="*/ 147638 h 147690"/>
              <a:gd name="connsiteX2" fmla="*/ 464344 w 464344"/>
              <a:gd name="connsiteY2" fmla="*/ 14288 h 147690"/>
              <a:gd name="connsiteX0" fmla="*/ 0 w 464344"/>
              <a:gd name="connsiteY0" fmla="*/ 0 h 147701"/>
              <a:gd name="connsiteX1" fmla="*/ 247650 w 464344"/>
              <a:gd name="connsiteY1" fmla="*/ 147638 h 147701"/>
              <a:gd name="connsiteX2" fmla="*/ 464344 w 464344"/>
              <a:gd name="connsiteY2" fmla="*/ 14288 h 147701"/>
              <a:gd name="connsiteX0" fmla="*/ 0 w 464344"/>
              <a:gd name="connsiteY0" fmla="*/ 0 h 147701"/>
              <a:gd name="connsiteX1" fmla="*/ 247650 w 464344"/>
              <a:gd name="connsiteY1" fmla="*/ 147638 h 147701"/>
              <a:gd name="connsiteX2" fmla="*/ 464344 w 464344"/>
              <a:gd name="connsiteY2" fmla="*/ 14288 h 147701"/>
              <a:gd name="connsiteX0" fmla="*/ 0 w 464344"/>
              <a:gd name="connsiteY0" fmla="*/ 0 h 147701"/>
              <a:gd name="connsiteX1" fmla="*/ 247650 w 464344"/>
              <a:gd name="connsiteY1" fmla="*/ 147638 h 147701"/>
              <a:gd name="connsiteX2" fmla="*/ 464344 w 464344"/>
              <a:gd name="connsiteY2" fmla="*/ 14288 h 147701"/>
              <a:gd name="connsiteX0" fmla="*/ 0 w 464344"/>
              <a:gd name="connsiteY0" fmla="*/ 0 h 150080"/>
              <a:gd name="connsiteX1" fmla="*/ 204788 w 464344"/>
              <a:gd name="connsiteY1" fmla="*/ 150019 h 150080"/>
              <a:gd name="connsiteX2" fmla="*/ 464344 w 464344"/>
              <a:gd name="connsiteY2" fmla="*/ 14288 h 150080"/>
            </a:gdLst>
            <a:ahLst/>
            <a:cxnLst>
              <a:cxn ang="0">
                <a:pos x="connsiteX0" y="connsiteY0"/>
              </a:cxn>
              <a:cxn ang="0">
                <a:pos x="connsiteX1" y="connsiteY1"/>
              </a:cxn>
              <a:cxn ang="0">
                <a:pos x="connsiteX2" y="connsiteY2"/>
              </a:cxn>
            </a:cxnLst>
            <a:rect l="l" t="t" r="r" b="b"/>
            <a:pathLst>
              <a:path w="464344" h="150080">
                <a:moveTo>
                  <a:pt x="0" y="0"/>
                </a:moveTo>
                <a:cubicBezTo>
                  <a:pt x="67468" y="100806"/>
                  <a:pt x="127397" y="147638"/>
                  <a:pt x="204788" y="150019"/>
                </a:cubicBezTo>
                <a:cubicBezTo>
                  <a:pt x="282179" y="152400"/>
                  <a:pt x="407989" y="84932"/>
                  <a:pt x="464344" y="14288"/>
                </a:cubicBezTo>
              </a:path>
            </a:pathLst>
          </a:cu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Z" sz="1867">
              <a:solidFill>
                <a:schemeClr val="tx1"/>
              </a:solidFill>
            </a:endParaRPr>
          </a:p>
        </p:txBody>
      </p:sp>
      <p:sp>
        <p:nvSpPr>
          <p:cNvPr id="30" name="Rectangle 29">
            <a:extLst>
              <a:ext uri="{FF2B5EF4-FFF2-40B4-BE49-F238E27FC236}">
                <a16:creationId xmlns:a16="http://schemas.microsoft.com/office/drawing/2014/main" id="{20EF3B05-885E-498F-A8E4-6AC25C376F9F}"/>
              </a:ext>
            </a:extLst>
          </p:cNvPr>
          <p:cNvSpPr/>
          <p:nvPr/>
        </p:nvSpPr>
        <p:spPr>
          <a:xfrm>
            <a:off x="1603373" y="5478962"/>
            <a:ext cx="761892" cy="391812"/>
          </a:xfrm>
          <a:prstGeom prst="rect">
            <a:avLst/>
          </a:prstGeom>
          <a:solidFill>
            <a:schemeClr val="bg1"/>
          </a:solidFill>
          <a:ln>
            <a:solidFill>
              <a:srgbClr val="FF0000"/>
            </a:solidFill>
          </a:ln>
        </p:spPr>
        <p:style>
          <a:lnRef idx="2">
            <a:schemeClr val="dk1"/>
          </a:lnRef>
          <a:fillRef idx="1">
            <a:schemeClr val="lt1"/>
          </a:fillRef>
          <a:effectRef idx="0">
            <a:schemeClr val="dk1"/>
          </a:effectRef>
          <a:fontRef idx="minor">
            <a:schemeClr val="dk1"/>
          </a:fontRef>
        </p:style>
        <p:txBody>
          <a:bodyPr rtlCol="0" anchor="ctr"/>
          <a:lstStyle/>
          <a:p>
            <a:pPr algn="ctr"/>
            <a:r>
              <a:rPr lang="en-AU" sz="2400" dirty="0">
                <a:solidFill>
                  <a:schemeClr val="tx1"/>
                </a:solidFill>
              </a:rPr>
              <a:t>$5</a:t>
            </a:r>
          </a:p>
        </p:txBody>
      </p:sp>
      <p:sp>
        <p:nvSpPr>
          <p:cNvPr id="32" name="Rectangle 31">
            <a:extLst>
              <a:ext uri="{FF2B5EF4-FFF2-40B4-BE49-F238E27FC236}">
                <a16:creationId xmlns:a16="http://schemas.microsoft.com/office/drawing/2014/main" id="{B0CCAB7D-1A6A-4B49-ADF4-74E9DEE9B106}"/>
              </a:ext>
            </a:extLst>
          </p:cNvPr>
          <p:cNvSpPr/>
          <p:nvPr/>
        </p:nvSpPr>
        <p:spPr>
          <a:xfrm>
            <a:off x="4809513" y="5478962"/>
            <a:ext cx="882604" cy="391812"/>
          </a:xfrm>
          <a:prstGeom prst="rect">
            <a:avLst/>
          </a:prstGeom>
          <a:solidFill>
            <a:schemeClr val="bg1"/>
          </a:solidFill>
          <a:ln>
            <a:solidFill>
              <a:srgbClr val="FF0000"/>
            </a:solidFill>
          </a:ln>
        </p:spPr>
        <p:style>
          <a:lnRef idx="2">
            <a:schemeClr val="dk1"/>
          </a:lnRef>
          <a:fillRef idx="1">
            <a:schemeClr val="lt1"/>
          </a:fillRef>
          <a:effectRef idx="0">
            <a:schemeClr val="dk1"/>
          </a:effectRef>
          <a:fontRef idx="minor">
            <a:schemeClr val="dk1"/>
          </a:fontRef>
        </p:style>
        <p:txBody>
          <a:bodyPr rtlCol="0" anchor="ctr"/>
          <a:lstStyle/>
          <a:p>
            <a:pPr algn="ctr"/>
            <a:r>
              <a:rPr lang="en-AU" sz="2400" dirty="0">
                <a:solidFill>
                  <a:schemeClr val="tx1"/>
                </a:solidFill>
              </a:rPr>
              <a:t>$50</a:t>
            </a:r>
          </a:p>
        </p:txBody>
      </p:sp>
      <p:sp>
        <p:nvSpPr>
          <p:cNvPr id="33" name="Rectangle 32">
            <a:extLst>
              <a:ext uri="{FF2B5EF4-FFF2-40B4-BE49-F238E27FC236}">
                <a16:creationId xmlns:a16="http://schemas.microsoft.com/office/drawing/2014/main" id="{E8DB1E72-A239-4700-8EE3-FA9A660DF2E1}"/>
              </a:ext>
            </a:extLst>
          </p:cNvPr>
          <p:cNvSpPr/>
          <p:nvPr/>
        </p:nvSpPr>
        <p:spPr>
          <a:xfrm>
            <a:off x="11103637" y="3556423"/>
            <a:ext cx="860213" cy="418310"/>
          </a:xfrm>
          <a:prstGeom prst="rect">
            <a:avLst/>
          </a:prstGeom>
          <a:solidFill>
            <a:schemeClr val="bg1"/>
          </a:solidFill>
          <a:ln>
            <a:solidFill>
              <a:srgbClr val="FF0000"/>
            </a:solidFill>
          </a:ln>
        </p:spPr>
        <p:style>
          <a:lnRef idx="2">
            <a:schemeClr val="dk1"/>
          </a:lnRef>
          <a:fillRef idx="1">
            <a:schemeClr val="lt1"/>
          </a:fillRef>
          <a:effectRef idx="0">
            <a:schemeClr val="dk1"/>
          </a:effectRef>
          <a:fontRef idx="minor">
            <a:schemeClr val="dk1"/>
          </a:fontRef>
        </p:style>
        <p:txBody>
          <a:bodyPr rtlCol="0" anchor="ctr"/>
          <a:lstStyle/>
          <a:p>
            <a:pPr algn="ctr"/>
            <a:r>
              <a:rPr lang="en-AU" sz="2400" dirty="0">
                <a:solidFill>
                  <a:schemeClr val="tx1"/>
                </a:solidFill>
              </a:rPr>
              <a:t>$50</a:t>
            </a:r>
          </a:p>
        </p:txBody>
      </p:sp>
      <p:sp>
        <p:nvSpPr>
          <p:cNvPr id="34" name="Rectangle 33">
            <a:extLst>
              <a:ext uri="{FF2B5EF4-FFF2-40B4-BE49-F238E27FC236}">
                <a16:creationId xmlns:a16="http://schemas.microsoft.com/office/drawing/2014/main" id="{8AC90A8D-D30A-4E3D-8D34-53D2955D945B}"/>
              </a:ext>
            </a:extLst>
          </p:cNvPr>
          <p:cNvSpPr/>
          <p:nvPr/>
        </p:nvSpPr>
        <p:spPr>
          <a:xfrm>
            <a:off x="41810" y="3556422"/>
            <a:ext cx="976893" cy="418311"/>
          </a:xfrm>
          <a:prstGeom prst="rect">
            <a:avLst/>
          </a:prstGeom>
          <a:solidFill>
            <a:schemeClr val="bg1"/>
          </a:solidFill>
          <a:ln>
            <a:solidFill>
              <a:srgbClr val="FF0000"/>
            </a:solidFill>
          </a:ln>
        </p:spPr>
        <p:style>
          <a:lnRef idx="2">
            <a:schemeClr val="dk1"/>
          </a:lnRef>
          <a:fillRef idx="1">
            <a:schemeClr val="lt1"/>
          </a:fillRef>
          <a:effectRef idx="0">
            <a:schemeClr val="dk1"/>
          </a:effectRef>
          <a:fontRef idx="minor">
            <a:schemeClr val="dk1"/>
          </a:fontRef>
        </p:style>
        <p:txBody>
          <a:bodyPr rtlCol="0" anchor="ctr"/>
          <a:lstStyle/>
          <a:p>
            <a:pPr algn="ctr"/>
            <a:r>
              <a:rPr lang="en-AU" sz="2400" dirty="0">
                <a:solidFill>
                  <a:schemeClr val="tx1"/>
                </a:solidFill>
              </a:rPr>
              <a:t>$200</a:t>
            </a:r>
          </a:p>
        </p:txBody>
      </p:sp>
      <p:sp>
        <p:nvSpPr>
          <p:cNvPr id="35" name="Rectangle 34">
            <a:extLst>
              <a:ext uri="{FF2B5EF4-FFF2-40B4-BE49-F238E27FC236}">
                <a16:creationId xmlns:a16="http://schemas.microsoft.com/office/drawing/2014/main" id="{A798A2C8-FC4E-4826-9700-32E66ABF5DA8}"/>
              </a:ext>
            </a:extLst>
          </p:cNvPr>
          <p:cNvSpPr/>
          <p:nvPr/>
        </p:nvSpPr>
        <p:spPr>
          <a:xfrm>
            <a:off x="8042695" y="3582922"/>
            <a:ext cx="992793" cy="391812"/>
          </a:xfrm>
          <a:prstGeom prst="rect">
            <a:avLst/>
          </a:prstGeom>
          <a:solidFill>
            <a:schemeClr val="bg1"/>
          </a:solidFill>
          <a:ln>
            <a:solidFill>
              <a:srgbClr val="FF0000"/>
            </a:solidFill>
          </a:ln>
        </p:spPr>
        <p:style>
          <a:lnRef idx="2">
            <a:schemeClr val="dk1"/>
          </a:lnRef>
          <a:fillRef idx="1">
            <a:schemeClr val="lt1"/>
          </a:fillRef>
          <a:effectRef idx="0">
            <a:schemeClr val="dk1"/>
          </a:effectRef>
          <a:fontRef idx="minor">
            <a:schemeClr val="dk1"/>
          </a:fontRef>
        </p:style>
        <p:txBody>
          <a:bodyPr rtlCol="0" anchor="ctr"/>
          <a:lstStyle/>
          <a:p>
            <a:pPr algn="ctr"/>
            <a:r>
              <a:rPr lang="en-AU" sz="2400" dirty="0">
                <a:solidFill>
                  <a:schemeClr val="tx1"/>
                </a:solidFill>
              </a:rPr>
              <a:t>$400</a:t>
            </a:r>
          </a:p>
        </p:txBody>
      </p:sp>
      <p:sp>
        <p:nvSpPr>
          <p:cNvPr id="31" name="Rectangle 30">
            <a:extLst>
              <a:ext uri="{FF2B5EF4-FFF2-40B4-BE49-F238E27FC236}">
                <a16:creationId xmlns:a16="http://schemas.microsoft.com/office/drawing/2014/main" id="{295701D9-F539-48C9-A46F-BBEACA5C26A6}"/>
              </a:ext>
            </a:extLst>
          </p:cNvPr>
          <p:cNvSpPr/>
          <p:nvPr/>
        </p:nvSpPr>
        <p:spPr>
          <a:xfrm>
            <a:off x="3745370" y="3556422"/>
            <a:ext cx="882604" cy="391812"/>
          </a:xfrm>
          <a:prstGeom prst="rect">
            <a:avLst/>
          </a:prstGeom>
          <a:solidFill>
            <a:schemeClr val="bg1"/>
          </a:solidFill>
          <a:ln>
            <a:solidFill>
              <a:srgbClr val="FF0000"/>
            </a:solidFill>
          </a:ln>
        </p:spPr>
        <p:style>
          <a:lnRef idx="2">
            <a:schemeClr val="dk1"/>
          </a:lnRef>
          <a:fillRef idx="1">
            <a:schemeClr val="lt1"/>
          </a:fillRef>
          <a:effectRef idx="0">
            <a:schemeClr val="dk1"/>
          </a:effectRef>
          <a:fontRef idx="minor">
            <a:schemeClr val="dk1"/>
          </a:fontRef>
        </p:style>
        <p:txBody>
          <a:bodyPr rtlCol="0" anchor="ctr"/>
          <a:lstStyle/>
          <a:p>
            <a:pPr algn="ctr"/>
            <a:r>
              <a:rPr lang="en-AU" sz="2400" dirty="0">
                <a:solidFill>
                  <a:schemeClr val="tx1"/>
                </a:solidFill>
              </a:rPr>
              <a:t>$55</a:t>
            </a:r>
          </a:p>
        </p:txBody>
      </p:sp>
      <p:sp>
        <p:nvSpPr>
          <p:cNvPr id="36" name="Rectangle 35">
            <a:extLst>
              <a:ext uri="{FF2B5EF4-FFF2-40B4-BE49-F238E27FC236}">
                <a16:creationId xmlns:a16="http://schemas.microsoft.com/office/drawing/2014/main" id="{DAE14CF3-B82E-4FAF-ADA8-60C372CFF61F}"/>
              </a:ext>
            </a:extLst>
          </p:cNvPr>
          <p:cNvSpPr/>
          <p:nvPr/>
        </p:nvSpPr>
        <p:spPr>
          <a:xfrm>
            <a:off x="706401" y="1831275"/>
            <a:ext cx="882604" cy="391812"/>
          </a:xfrm>
          <a:prstGeom prst="rect">
            <a:avLst/>
          </a:prstGeom>
          <a:solidFill>
            <a:schemeClr val="bg1"/>
          </a:solidFill>
          <a:ln>
            <a:solidFill>
              <a:srgbClr val="FF0000"/>
            </a:solidFill>
          </a:ln>
        </p:spPr>
        <p:style>
          <a:lnRef idx="2">
            <a:schemeClr val="dk1"/>
          </a:lnRef>
          <a:fillRef idx="1">
            <a:schemeClr val="lt1"/>
          </a:fillRef>
          <a:effectRef idx="0">
            <a:schemeClr val="dk1"/>
          </a:effectRef>
          <a:fontRef idx="minor">
            <a:schemeClr val="dk1"/>
          </a:fontRef>
        </p:style>
        <p:txBody>
          <a:bodyPr rtlCol="0" anchor="ctr"/>
          <a:lstStyle/>
          <a:p>
            <a:pPr algn="ctr"/>
            <a:r>
              <a:rPr lang="en-AU" sz="2400" dirty="0">
                <a:solidFill>
                  <a:schemeClr val="tx1"/>
                </a:solidFill>
              </a:rPr>
              <a:t>$200</a:t>
            </a:r>
          </a:p>
        </p:txBody>
      </p:sp>
      <p:sp>
        <p:nvSpPr>
          <p:cNvPr id="37" name="Rectangle 36">
            <a:extLst>
              <a:ext uri="{FF2B5EF4-FFF2-40B4-BE49-F238E27FC236}">
                <a16:creationId xmlns:a16="http://schemas.microsoft.com/office/drawing/2014/main" id="{F83990CD-2B16-4C88-BF70-2AF40779D113}"/>
              </a:ext>
            </a:extLst>
          </p:cNvPr>
          <p:cNvSpPr/>
          <p:nvPr/>
        </p:nvSpPr>
        <p:spPr>
          <a:xfrm>
            <a:off x="4297506" y="1844172"/>
            <a:ext cx="882604" cy="391812"/>
          </a:xfrm>
          <a:prstGeom prst="rect">
            <a:avLst/>
          </a:prstGeom>
          <a:solidFill>
            <a:schemeClr val="bg1"/>
          </a:solidFill>
          <a:ln>
            <a:solidFill>
              <a:srgbClr val="FF0000"/>
            </a:solidFill>
          </a:ln>
        </p:spPr>
        <p:style>
          <a:lnRef idx="2">
            <a:schemeClr val="dk1"/>
          </a:lnRef>
          <a:fillRef idx="1">
            <a:schemeClr val="lt1"/>
          </a:fillRef>
          <a:effectRef idx="0">
            <a:schemeClr val="dk1"/>
          </a:effectRef>
          <a:fontRef idx="minor">
            <a:schemeClr val="dk1"/>
          </a:fontRef>
        </p:style>
        <p:txBody>
          <a:bodyPr rtlCol="0" anchor="ctr"/>
          <a:lstStyle/>
          <a:p>
            <a:pPr algn="ctr"/>
            <a:r>
              <a:rPr lang="en-AU" sz="2400" dirty="0">
                <a:solidFill>
                  <a:schemeClr val="tx1"/>
                </a:solidFill>
              </a:rPr>
              <a:t>$55</a:t>
            </a:r>
          </a:p>
        </p:txBody>
      </p:sp>
      <p:sp>
        <p:nvSpPr>
          <p:cNvPr id="38" name="Rectangle 37">
            <a:extLst>
              <a:ext uri="{FF2B5EF4-FFF2-40B4-BE49-F238E27FC236}">
                <a16:creationId xmlns:a16="http://schemas.microsoft.com/office/drawing/2014/main" id="{3D0CE1A7-5CDC-4D41-8A41-F10C56E3D496}"/>
              </a:ext>
            </a:extLst>
          </p:cNvPr>
          <p:cNvSpPr/>
          <p:nvPr/>
        </p:nvSpPr>
        <p:spPr>
          <a:xfrm>
            <a:off x="9131864" y="1816660"/>
            <a:ext cx="882604" cy="391812"/>
          </a:xfrm>
          <a:prstGeom prst="rect">
            <a:avLst/>
          </a:prstGeom>
          <a:solidFill>
            <a:schemeClr val="bg1"/>
          </a:solidFill>
          <a:ln>
            <a:solidFill>
              <a:srgbClr val="FF0000"/>
            </a:solidFill>
          </a:ln>
        </p:spPr>
        <p:style>
          <a:lnRef idx="2">
            <a:schemeClr val="dk1"/>
          </a:lnRef>
          <a:fillRef idx="1">
            <a:schemeClr val="lt1"/>
          </a:fillRef>
          <a:effectRef idx="0">
            <a:schemeClr val="dk1"/>
          </a:effectRef>
          <a:fontRef idx="minor">
            <a:schemeClr val="dk1"/>
          </a:fontRef>
        </p:style>
        <p:txBody>
          <a:bodyPr rtlCol="0" anchor="ctr"/>
          <a:lstStyle/>
          <a:p>
            <a:pPr algn="ctr"/>
            <a:r>
              <a:rPr lang="en-AU" sz="2400" dirty="0">
                <a:solidFill>
                  <a:schemeClr val="tx1"/>
                </a:solidFill>
              </a:rPr>
              <a:t>$50</a:t>
            </a:r>
          </a:p>
        </p:txBody>
      </p:sp>
      <p:sp>
        <p:nvSpPr>
          <p:cNvPr id="39" name="Rectangle 38">
            <a:extLst>
              <a:ext uri="{FF2B5EF4-FFF2-40B4-BE49-F238E27FC236}">
                <a16:creationId xmlns:a16="http://schemas.microsoft.com/office/drawing/2014/main" id="{490FC93E-35E9-4D36-8A6D-A694C53F9EF7}"/>
              </a:ext>
            </a:extLst>
          </p:cNvPr>
          <p:cNvSpPr/>
          <p:nvPr/>
        </p:nvSpPr>
        <p:spPr>
          <a:xfrm>
            <a:off x="3148565" y="168222"/>
            <a:ext cx="882604" cy="391812"/>
          </a:xfrm>
          <a:prstGeom prst="rect">
            <a:avLst/>
          </a:prstGeom>
          <a:solidFill>
            <a:schemeClr val="bg1"/>
          </a:solidFill>
          <a:ln>
            <a:solidFill>
              <a:srgbClr val="FF0000"/>
            </a:solidFill>
          </a:ln>
        </p:spPr>
        <p:style>
          <a:lnRef idx="2">
            <a:schemeClr val="dk1"/>
          </a:lnRef>
          <a:fillRef idx="1">
            <a:schemeClr val="lt1"/>
          </a:fillRef>
          <a:effectRef idx="0">
            <a:schemeClr val="dk1"/>
          </a:effectRef>
          <a:fontRef idx="minor">
            <a:schemeClr val="dk1"/>
          </a:fontRef>
        </p:style>
        <p:txBody>
          <a:bodyPr rtlCol="0" anchor="ctr"/>
          <a:lstStyle/>
          <a:p>
            <a:pPr algn="ctr"/>
            <a:r>
              <a:rPr lang="en-AU" sz="2400" dirty="0">
                <a:solidFill>
                  <a:schemeClr val="tx1"/>
                </a:solidFill>
              </a:rPr>
              <a:t>$50</a:t>
            </a:r>
          </a:p>
        </p:txBody>
      </p:sp>
      <p:sp>
        <p:nvSpPr>
          <p:cNvPr id="40" name="Title 3">
            <a:extLst>
              <a:ext uri="{FF2B5EF4-FFF2-40B4-BE49-F238E27FC236}">
                <a16:creationId xmlns:a16="http://schemas.microsoft.com/office/drawing/2014/main" id="{619A3148-F7D7-470D-BDE5-6329928323E2}"/>
              </a:ext>
            </a:extLst>
          </p:cNvPr>
          <p:cNvSpPr txBox="1">
            <a:spLocks/>
          </p:cNvSpPr>
          <p:nvPr/>
        </p:nvSpPr>
        <p:spPr>
          <a:xfrm>
            <a:off x="7944642" y="5818617"/>
            <a:ext cx="1881691" cy="545173"/>
          </a:xfrm>
          <a:prstGeom prst="rect">
            <a:avLst/>
          </a:prstGeom>
          <a:effectLst>
            <a:outerShdw blurRad="25400" dir="17880000">
              <a:srgbClr val="000000">
                <a:alpha val="46000"/>
              </a:srgbClr>
            </a:outerShdw>
          </a:effectLst>
        </p:spPr>
        <p:txBody>
          <a:bodyPr vert="horz" lIns="91440" tIns="45720" rIns="91440" bIns="45720" rtlCol="0" anchor="ctr">
            <a:normAutofit/>
          </a:bodyPr>
          <a:lstStyle>
            <a:lvl1pPr algn="ctr" defTabSz="457200" rtl="0" eaLnBrk="1" latinLnBrk="0" hangingPunct="1">
              <a:lnSpc>
                <a:spcPct val="90000"/>
              </a:lnSpc>
              <a:spcBef>
                <a:spcPct val="0"/>
              </a:spcBef>
              <a:buNone/>
              <a:defRPr sz="40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j-lt"/>
                <a:ea typeface="+mj-ea"/>
                <a:cs typeface="Trebuchet M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AU" sz="2800" dirty="0">
                <a:solidFill>
                  <a:srgbClr val="FF0000"/>
                </a:solidFill>
                <a:latin typeface="+mn-lt"/>
                <a:ea typeface="+mn-ea"/>
                <a:cs typeface="+mn-cs"/>
              </a:rPr>
              <a:t>level-4</a:t>
            </a:r>
          </a:p>
        </p:txBody>
      </p:sp>
      <p:sp>
        <p:nvSpPr>
          <p:cNvPr id="43" name="Title 3">
            <a:extLst>
              <a:ext uri="{FF2B5EF4-FFF2-40B4-BE49-F238E27FC236}">
                <a16:creationId xmlns:a16="http://schemas.microsoft.com/office/drawing/2014/main" id="{3DBE7274-9C39-44FE-BA45-71C7F6B8B4C6}"/>
              </a:ext>
            </a:extLst>
          </p:cNvPr>
          <p:cNvSpPr txBox="1">
            <a:spLocks/>
          </p:cNvSpPr>
          <p:nvPr/>
        </p:nvSpPr>
        <p:spPr>
          <a:xfrm>
            <a:off x="7549217" y="557597"/>
            <a:ext cx="1881691" cy="545173"/>
          </a:xfrm>
          <a:prstGeom prst="rect">
            <a:avLst/>
          </a:prstGeom>
          <a:effectLst>
            <a:outerShdw blurRad="25400" dir="17880000">
              <a:srgbClr val="000000">
                <a:alpha val="46000"/>
              </a:srgbClr>
            </a:outerShdw>
          </a:effectLst>
        </p:spPr>
        <p:txBody>
          <a:bodyPr vert="horz" lIns="91440" tIns="45720" rIns="91440" bIns="45720" rtlCol="0" anchor="ctr">
            <a:normAutofit/>
          </a:bodyPr>
          <a:lstStyle>
            <a:lvl1pPr algn="ctr" defTabSz="457200" rtl="0" eaLnBrk="1" latinLnBrk="0" hangingPunct="1">
              <a:lnSpc>
                <a:spcPct val="90000"/>
              </a:lnSpc>
              <a:spcBef>
                <a:spcPct val="0"/>
              </a:spcBef>
              <a:buNone/>
              <a:defRPr sz="40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j-lt"/>
                <a:ea typeface="+mj-ea"/>
                <a:cs typeface="Trebuchet M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AU" sz="2800" dirty="0">
                <a:solidFill>
                  <a:srgbClr val="FF0000"/>
                </a:solidFill>
                <a:latin typeface="+mn-lt"/>
                <a:ea typeface="+mn-ea"/>
                <a:cs typeface="+mn-cs"/>
              </a:rPr>
              <a:t>level-1</a:t>
            </a:r>
          </a:p>
        </p:txBody>
      </p:sp>
      <p:sp>
        <p:nvSpPr>
          <p:cNvPr id="44" name="Title 3">
            <a:extLst>
              <a:ext uri="{FF2B5EF4-FFF2-40B4-BE49-F238E27FC236}">
                <a16:creationId xmlns:a16="http://schemas.microsoft.com/office/drawing/2014/main" id="{7CEB93BF-CA63-45FC-A164-92D835E34303}"/>
              </a:ext>
            </a:extLst>
          </p:cNvPr>
          <p:cNvSpPr txBox="1">
            <a:spLocks/>
          </p:cNvSpPr>
          <p:nvPr/>
        </p:nvSpPr>
        <p:spPr>
          <a:xfrm>
            <a:off x="9652052" y="4987690"/>
            <a:ext cx="1881691" cy="545173"/>
          </a:xfrm>
          <a:prstGeom prst="rect">
            <a:avLst/>
          </a:prstGeom>
          <a:effectLst>
            <a:outerShdw blurRad="25400" dir="17880000">
              <a:srgbClr val="000000">
                <a:alpha val="46000"/>
              </a:srgbClr>
            </a:outerShdw>
          </a:effectLst>
        </p:spPr>
        <p:txBody>
          <a:bodyPr vert="horz" lIns="91440" tIns="45720" rIns="91440" bIns="45720" rtlCol="0" anchor="ctr">
            <a:normAutofit/>
          </a:bodyPr>
          <a:lstStyle>
            <a:lvl1pPr algn="ctr" defTabSz="457200" rtl="0" eaLnBrk="1" latinLnBrk="0" hangingPunct="1">
              <a:lnSpc>
                <a:spcPct val="90000"/>
              </a:lnSpc>
              <a:spcBef>
                <a:spcPct val="0"/>
              </a:spcBef>
              <a:buNone/>
              <a:defRPr sz="40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j-lt"/>
                <a:ea typeface="+mj-ea"/>
                <a:cs typeface="Trebuchet M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AU" sz="2800" dirty="0">
                <a:solidFill>
                  <a:srgbClr val="FF0000"/>
                </a:solidFill>
                <a:latin typeface="+mn-lt"/>
                <a:ea typeface="+mn-ea"/>
                <a:cs typeface="+mn-cs"/>
              </a:rPr>
              <a:t>level-3</a:t>
            </a:r>
          </a:p>
        </p:txBody>
      </p:sp>
      <p:sp>
        <p:nvSpPr>
          <p:cNvPr id="45" name="Title 3">
            <a:extLst>
              <a:ext uri="{FF2B5EF4-FFF2-40B4-BE49-F238E27FC236}">
                <a16:creationId xmlns:a16="http://schemas.microsoft.com/office/drawing/2014/main" id="{9A08FCA8-AE35-4E9F-B191-AE3F69C2E763}"/>
              </a:ext>
            </a:extLst>
          </p:cNvPr>
          <p:cNvSpPr txBox="1">
            <a:spLocks/>
          </p:cNvSpPr>
          <p:nvPr/>
        </p:nvSpPr>
        <p:spPr>
          <a:xfrm>
            <a:off x="9652052" y="2390709"/>
            <a:ext cx="1881691" cy="545173"/>
          </a:xfrm>
          <a:prstGeom prst="rect">
            <a:avLst/>
          </a:prstGeom>
          <a:effectLst>
            <a:outerShdw blurRad="25400" dir="17880000">
              <a:srgbClr val="000000">
                <a:alpha val="46000"/>
              </a:srgbClr>
            </a:outerShdw>
          </a:effectLst>
        </p:spPr>
        <p:txBody>
          <a:bodyPr vert="horz" lIns="91440" tIns="45720" rIns="91440" bIns="45720" rtlCol="0" anchor="ctr">
            <a:normAutofit/>
          </a:bodyPr>
          <a:lstStyle>
            <a:lvl1pPr algn="ctr" defTabSz="457200" rtl="0" eaLnBrk="1" latinLnBrk="0" hangingPunct="1">
              <a:lnSpc>
                <a:spcPct val="90000"/>
              </a:lnSpc>
              <a:spcBef>
                <a:spcPct val="0"/>
              </a:spcBef>
              <a:buNone/>
              <a:defRPr sz="40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j-lt"/>
                <a:ea typeface="+mj-ea"/>
                <a:cs typeface="Trebuchet M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AU" sz="2800" dirty="0">
                <a:solidFill>
                  <a:srgbClr val="FF0000"/>
                </a:solidFill>
                <a:latin typeface="+mn-lt"/>
                <a:ea typeface="+mn-ea"/>
                <a:cs typeface="+mn-cs"/>
              </a:rPr>
              <a:t>level-2</a:t>
            </a:r>
          </a:p>
        </p:txBody>
      </p:sp>
    </p:spTree>
    <p:extLst>
      <p:ext uri="{BB962C8B-B14F-4D97-AF65-F5344CB8AC3E}">
        <p14:creationId xmlns:p14="http://schemas.microsoft.com/office/powerpoint/2010/main" val="1258172967"/>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a:xfrm>
            <a:off x="419099" y="148624"/>
            <a:ext cx="3943351" cy="720506"/>
          </a:xfrm>
        </p:spPr>
        <p:txBody>
          <a:bodyPr>
            <a:normAutofit/>
          </a:bodyPr>
          <a:lstStyle/>
          <a:p>
            <a:r>
              <a:rPr lang="en-AU" sz="2800" dirty="0"/>
              <a:t>Given this scenario</a:t>
            </a:r>
          </a:p>
          <a:p>
            <a:endParaRPr lang="en-AU" dirty="0"/>
          </a:p>
          <a:p>
            <a:endParaRPr lang="en-AU" dirty="0"/>
          </a:p>
          <a:p>
            <a:endParaRPr lang="en-AU" dirty="0"/>
          </a:p>
          <a:p>
            <a:endParaRPr lang="en-AU" dirty="0"/>
          </a:p>
          <a:p>
            <a:endParaRPr lang="en-AU" sz="2667" dirty="0"/>
          </a:p>
          <a:p>
            <a:endParaRPr lang="en-AU" sz="2667" dirty="0"/>
          </a:p>
          <a:p>
            <a:endParaRPr lang="en-AU" dirty="0"/>
          </a:p>
        </p:txBody>
      </p:sp>
      <p:sp>
        <p:nvSpPr>
          <p:cNvPr id="3" name="Slide Number Placeholder 2"/>
          <p:cNvSpPr>
            <a:spLocks noGrp="1"/>
          </p:cNvSpPr>
          <p:nvPr>
            <p:ph type="sldNum" sz="quarter" idx="12"/>
          </p:nvPr>
        </p:nvSpPr>
        <p:spPr/>
        <p:txBody>
          <a:bodyPr/>
          <a:lstStyle/>
          <a:p>
            <a:fld id="{55670E94-029C-4BA8-8D44-FBB339E4924F}" type="slidenum">
              <a:rPr lang="en-AU" smtClean="0">
                <a:solidFill>
                  <a:prstClr val="black">
                    <a:tint val="75000"/>
                  </a:prstClr>
                </a:solidFill>
              </a:rPr>
              <a:pPr/>
              <a:t>35</a:t>
            </a:fld>
            <a:endParaRPr lang="en-AU" dirty="0">
              <a:solidFill>
                <a:prstClr val="black">
                  <a:tint val="75000"/>
                </a:prstClr>
              </a:solidFill>
            </a:endParaRPr>
          </a:p>
        </p:txBody>
      </p:sp>
      <p:sp>
        <p:nvSpPr>
          <p:cNvPr id="5" name="Rectangle 4"/>
          <p:cNvSpPr/>
          <p:nvPr/>
        </p:nvSpPr>
        <p:spPr>
          <a:xfrm>
            <a:off x="1262019" y="975345"/>
            <a:ext cx="9667962" cy="3970318"/>
          </a:xfrm>
          <a:prstGeom prst="rect">
            <a:avLst/>
          </a:prstGeom>
        </p:spPr>
        <p:txBody>
          <a:bodyPr wrap="square">
            <a:spAutoFit/>
          </a:bodyPr>
          <a:lstStyle/>
          <a:p>
            <a:pPr algn="just"/>
            <a:r>
              <a:rPr lang="en-AU" sz="2800" dirty="0">
                <a:ln>
                  <a:solidFill>
                    <a:schemeClr val="bg1">
                      <a:lumMod val="75000"/>
                      <a:lumOff val="25000"/>
                      <a:alpha val="10000"/>
                    </a:schemeClr>
                  </a:solidFill>
                </a:ln>
                <a:solidFill>
                  <a:schemeClr val="tx2"/>
                </a:solidFill>
              </a:rPr>
              <a:t>A malicious student wants to tamper the final grade on </a:t>
            </a:r>
            <a:r>
              <a:rPr lang="en-AU" sz="2800" dirty="0" err="1">
                <a:ln>
                  <a:solidFill>
                    <a:schemeClr val="bg1">
                      <a:lumMod val="75000"/>
                      <a:lumOff val="25000"/>
                      <a:alpha val="10000"/>
                    </a:schemeClr>
                  </a:solidFill>
                </a:ln>
                <a:solidFill>
                  <a:schemeClr val="tx2"/>
                </a:solidFill>
              </a:rPr>
              <a:t>csmarks</a:t>
            </a:r>
            <a:r>
              <a:rPr lang="en-AU" sz="2800" dirty="0">
                <a:ln>
                  <a:solidFill>
                    <a:schemeClr val="bg1">
                      <a:lumMod val="75000"/>
                      <a:lumOff val="25000"/>
                      <a:alpha val="10000"/>
                    </a:schemeClr>
                  </a:solidFill>
                </a:ln>
                <a:solidFill>
                  <a:schemeClr val="tx2"/>
                </a:solidFill>
              </a:rPr>
              <a:t>. There is only one database storing all data for </a:t>
            </a:r>
            <a:r>
              <a:rPr lang="en-AU" sz="2800" dirty="0" err="1">
                <a:ln>
                  <a:solidFill>
                    <a:schemeClr val="bg1">
                      <a:lumMod val="75000"/>
                      <a:lumOff val="25000"/>
                      <a:alpha val="10000"/>
                    </a:schemeClr>
                  </a:solidFill>
                </a:ln>
                <a:solidFill>
                  <a:schemeClr val="tx2"/>
                </a:solidFill>
              </a:rPr>
              <a:t>csmarks</a:t>
            </a:r>
            <a:r>
              <a:rPr lang="en-AU" sz="2800" dirty="0">
                <a:ln>
                  <a:solidFill>
                    <a:schemeClr val="bg1">
                      <a:lumMod val="75000"/>
                      <a:lumOff val="25000"/>
                      <a:alpha val="10000"/>
                    </a:schemeClr>
                  </a:solidFill>
                </a:ln>
                <a:solidFill>
                  <a:schemeClr val="tx2"/>
                </a:solidFill>
              </a:rPr>
              <a:t>, which includes student ids, student names, grades etc. </a:t>
            </a:r>
          </a:p>
          <a:p>
            <a:pPr algn="just"/>
            <a:endParaRPr lang="en-AU" sz="2800" dirty="0">
              <a:ln>
                <a:solidFill>
                  <a:schemeClr val="bg1">
                    <a:lumMod val="75000"/>
                    <a:lumOff val="25000"/>
                    <a:alpha val="10000"/>
                  </a:schemeClr>
                </a:solidFill>
              </a:ln>
              <a:solidFill>
                <a:schemeClr val="tx2"/>
              </a:solidFill>
            </a:endParaRPr>
          </a:p>
          <a:p>
            <a:pPr algn="just"/>
            <a:r>
              <a:rPr lang="en-AU" sz="2800" dirty="0">
                <a:ln>
                  <a:solidFill>
                    <a:schemeClr val="bg1">
                      <a:lumMod val="75000"/>
                      <a:lumOff val="25000"/>
                      <a:alpha val="10000"/>
                    </a:schemeClr>
                  </a:solidFill>
                </a:ln>
                <a:solidFill>
                  <a:schemeClr val="tx2"/>
                </a:solidFill>
              </a:rPr>
              <a:t>The grades are automatically pulled from LMS at midnight everyday, and thus a teaching staff only uploads student marks onto LMS. Also, the staff can override the marks by editing on </a:t>
            </a:r>
            <a:r>
              <a:rPr lang="en-AU" sz="2800" dirty="0" err="1">
                <a:ln>
                  <a:solidFill>
                    <a:schemeClr val="bg1">
                      <a:lumMod val="75000"/>
                      <a:lumOff val="25000"/>
                      <a:alpha val="10000"/>
                    </a:schemeClr>
                  </a:solidFill>
                </a:ln>
                <a:solidFill>
                  <a:schemeClr val="tx2"/>
                </a:solidFill>
              </a:rPr>
              <a:t>csmarks</a:t>
            </a:r>
            <a:r>
              <a:rPr lang="en-AU" sz="2800" dirty="0">
                <a:ln>
                  <a:solidFill>
                    <a:schemeClr val="bg1">
                      <a:lumMod val="75000"/>
                      <a:lumOff val="25000"/>
                      <a:alpha val="10000"/>
                    </a:schemeClr>
                  </a:solidFill>
                </a:ln>
                <a:solidFill>
                  <a:schemeClr val="tx2"/>
                </a:solidFill>
              </a:rPr>
              <a:t> directly. To login to </a:t>
            </a:r>
            <a:r>
              <a:rPr lang="en-AU" sz="2800" dirty="0" err="1">
                <a:ln>
                  <a:solidFill>
                    <a:schemeClr val="bg1">
                      <a:lumMod val="75000"/>
                      <a:lumOff val="25000"/>
                      <a:alpha val="10000"/>
                    </a:schemeClr>
                  </a:solidFill>
                </a:ln>
                <a:solidFill>
                  <a:schemeClr val="tx2"/>
                </a:solidFill>
              </a:rPr>
              <a:t>csmarks</a:t>
            </a:r>
            <a:r>
              <a:rPr lang="en-AU" sz="2800" dirty="0">
                <a:ln>
                  <a:solidFill>
                    <a:schemeClr val="bg1">
                      <a:lumMod val="75000"/>
                      <a:lumOff val="25000"/>
                      <a:alpha val="10000"/>
                    </a:schemeClr>
                  </a:solidFill>
                </a:ln>
                <a:solidFill>
                  <a:schemeClr val="tx2"/>
                </a:solidFill>
              </a:rPr>
              <a:t> or LMS, the staff uses the PHEME password. </a:t>
            </a:r>
          </a:p>
        </p:txBody>
      </p:sp>
      <p:sp>
        <p:nvSpPr>
          <p:cNvPr id="8" name="Content Placeholder 1">
            <a:extLst>
              <a:ext uri="{FF2B5EF4-FFF2-40B4-BE49-F238E27FC236}">
                <a16:creationId xmlns:a16="http://schemas.microsoft.com/office/drawing/2014/main" id="{5AB2414F-4717-4B4F-AB25-09BA5954E718}"/>
              </a:ext>
            </a:extLst>
          </p:cNvPr>
          <p:cNvSpPr txBox="1">
            <a:spLocks/>
          </p:cNvSpPr>
          <p:nvPr/>
        </p:nvSpPr>
        <p:spPr>
          <a:xfrm>
            <a:off x="571499" y="5201392"/>
            <a:ext cx="10696057" cy="1332758"/>
          </a:xfrm>
          <a:prstGeom prst="rect">
            <a:avLst/>
          </a:prstGeom>
          <a:effectLst>
            <a:outerShdw blurRad="25400" dir="17880000">
              <a:srgbClr val="000000">
                <a:alpha val="46000"/>
              </a:srgbClr>
            </a:outerShdw>
          </a:effectLst>
        </p:spPr>
        <p:txBody>
          <a:bodyPr vert="horz" lIns="91440" tIns="45720" rIns="91440" bIns="45720" rtlCol="0" anchor="t">
            <a:normAutofit lnSpcReduction="10000"/>
          </a:bodyPr>
          <a:lstStyle>
            <a:lvl1pPr marL="342900" indent="-306000" algn="l" defTabSz="457200" rtl="0" eaLnBrk="1" latinLnBrk="0" hangingPunct="1">
              <a:lnSpc>
                <a:spcPct val="110000"/>
              </a:lnSpc>
              <a:spcBef>
                <a:spcPct val="20000"/>
              </a:spcBef>
              <a:spcAft>
                <a:spcPts val="600"/>
              </a:spcAft>
              <a:buClr>
                <a:schemeClr val="tx2"/>
              </a:buClr>
              <a:buSzPct val="70000"/>
              <a:buFont typeface="Wingdings 2" charset="2"/>
              <a:buChar char=""/>
              <a:defRPr sz="21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1pPr>
            <a:lvl2pPr marL="720000" indent="-270000" algn="l" defTabSz="457200" rtl="0" eaLnBrk="1" latinLnBrk="0" hangingPunct="1">
              <a:spcBef>
                <a:spcPct val="20000"/>
              </a:spcBef>
              <a:spcAft>
                <a:spcPts val="600"/>
              </a:spcAft>
              <a:buClr>
                <a:schemeClr val="tx2"/>
              </a:buClr>
              <a:buSzPct val="70000"/>
              <a:buFont typeface="Wingdings 2" charset="2"/>
              <a:buChar char=""/>
              <a:defRPr sz="19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2pPr>
            <a:lvl3pPr marL="1026000" indent="-216000" algn="l" defTabSz="457200" rtl="0" eaLnBrk="1" latinLnBrk="0" hangingPunct="1">
              <a:spcBef>
                <a:spcPct val="20000"/>
              </a:spcBef>
              <a:spcAft>
                <a:spcPts val="600"/>
              </a:spcAft>
              <a:buClr>
                <a:schemeClr val="tx2"/>
              </a:buClr>
              <a:buSzPct val="70000"/>
              <a:buFont typeface="Wingdings 2" charset="2"/>
              <a:buChar char=""/>
              <a:defRPr sz="17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3pPr>
            <a:lvl4pPr marL="1386000" indent="-216000" algn="l" defTabSz="457200" rtl="0" eaLnBrk="1" latinLnBrk="0" hangingPunct="1">
              <a:spcBef>
                <a:spcPct val="20000"/>
              </a:spcBef>
              <a:spcAft>
                <a:spcPts val="600"/>
              </a:spcAft>
              <a:buClr>
                <a:schemeClr val="tx2"/>
              </a:buClr>
              <a:buSzPct val="70000"/>
              <a:buFont typeface="Wingdings 2" charset="2"/>
              <a:buChar char=""/>
              <a:defRPr sz="15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4pPr>
            <a:lvl5pPr marL="1674000" indent="-216000" algn="l" defTabSz="457200" rtl="0" eaLnBrk="1" latinLnBrk="0" hangingPunct="1">
              <a:spcBef>
                <a:spcPct val="20000"/>
              </a:spcBef>
              <a:spcAft>
                <a:spcPts val="600"/>
              </a:spcAft>
              <a:buClr>
                <a:schemeClr val="tx2"/>
              </a:buClr>
              <a:buSzPct val="70000"/>
              <a:buFont typeface="Wingdings 2" charset="2"/>
              <a:buChar char=""/>
              <a:defRPr sz="15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5pPr>
            <a:lvl6pPr marL="20146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6pPr>
            <a:lvl7pPr marL="24018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7pPr>
            <a:lvl8pPr marL="27890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8pPr>
            <a:lvl9pPr marL="31062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9pPr>
          </a:lstStyle>
          <a:p>
            <a:r>
              <a:rPr lang="en-AU" sz="3000" dirty="0"/>
              <a:t>Identify the overall attack goal </a:t>
            </a:r>
          </a:p>
          <a:p>
            <a:r>
              <a:rPr lang="en-AU" sz="3000" dirty="0"/>
              <a:t>Draw an attack tree of at most 6 nodes to achieve the goal</a:t>
            </a:r>
          </a:p>
          <a:p>
            <a:endParaRPr lang="en-AU" dirty="0"/>
          </a:p>
          <a:p>
            <a:endParaRPr lang="en-AU" dirty="0"/>
          </a:p>
          <a:p>
            <a:endParaRPr lang="en-AU" dirty="0"/>
          </a:p>
          <a:p>
            <a:endParaRPr lang="en-AU" sz="2667" dirty="0"/>
          </a:p>
          <a:p>
            <a:endParaRPr lang="en-AU" sz="2667" dirty="0"/>
          </a:p>
          <a:p>
            <a:endParaRPr lang="en-AU" dirty="0"/>
          </a:p>
        </p:txBody>
      </p:sp>
    </p:spTree>
    <p:extLst>
      <p:ext uri="{BB962C8B-B14F-4D97-AF65-F5344CB8AC3E}">
        <p14:creationId xmlns:p14="http://schemas.microsoft.com/office/powerpoint/2010/main" val="3891815737"/>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a:xfrm>
            <a:off x="419099" y="148624"/>
            <a:ext cx="3943351" cy="720506"/>
          </a:xfrm>
        </p:spPr>
        <p:txBody>
          <a:bodyPr>
            <a:normAutofit/>
          </a:bodyPr>
          <a:lstStyle/>
          <a:p>
            <a:r>
              <a:rPr lang="en-AU" sz="2800" dirty="0"/>
              <a:t>Given this scenario</a:t>
            </a:r>
          </a:p>
          <a:p>
            <a:endParaRPr lang="en-AU" dirty="0"/>
          </a:p>
          <a:p>
            <a:endParaRPr lang="en-AU" dirty="0"/>
          </a:p>
          <a:p>
            <a:endParaRPr lang="en-AU" dirty="0"/>
          </a:p>
          <a:p>
            <a:endParaRPr lang="en-AU" dirty="0"/>
          </a:p>
          <a:p>
            <a:endParaRPr lang="en-AU" sz="2667" dirty="0"/>
          </a:p>
          <a:p>
            <a:endParaRPr lang="en-AU" sz="2667" dirty="0"/>
          </a:p>
          <a:p>
            <a:endParaRPr lang="en-AU" dirty="0"/>
          </a:p>
        </p:txBody>
      </p:sp>
      <p:sp>
        <p:nvSpPr>
          <p:cNvPr id="3" name="Slide Number Placeholder 2"/>
          <p:cNvSpPr>
            <a:spLocks noGrp="1"/>
          </p:cNvSpPr>
          <p:nvPr>
            <p:ph type="sldNum" sz="quarter" idx="12"/>
          </p:nvPr>
        </p:nvSpPr>
        <p:spPr/>
        <p:txBody>
          <a:bodyPr/>
          <a:lstStyle/>
          <a:p>
            <a:fld id="{55670E94-029C-4BA8-8D44-FBB339E4924F}" type="slidenum">
              <a:rPr lang="en-AU" smtClean="0">
                <a:solidFill>
                  <a:prstClr val="black">
                    <a:tint val="75000"/>
                  </a:prstClr>
                </a:solidFill>
              </a:rPr>
              <a:pPr/>
              <a:t>36</a:t>
            </a:fld>
            <a:endParaRPr lang="en-AU" dirty="0">
              <a:solidFill>
                <a:prstClr val="black">
                  <a:tint val="75000"/>
                </a:prstClr>
              </a:solidFill>
            </a:endParaRPr>
          </a:p>
        </p:txBody>
      </p:sp>
      <p:sp>
        <p:nvSpPr>
          <p:cNvPr id="5" name="Rectangle 4"/>
          <p:cNvSpPr/>
          <p:nvPr/>
        </p:nvSpPr>
        <p:spPr>
          <a:xfrm>
            <a:off x="1262019" y="725964"/>
            <a:ext cx="9667962" cy="3970318"/>
          </a:xfrm>
          <a:prstGeom prst="rect">
            <a:avLst/>
          </a:prstGeom>
        </p:spPr>
        <p:txBody>
          <a:bodyPr wrap="square">
            <a:spAutoFit/>
          </a:bodyPr>
          <a:lstStyle/>
          <a:p>
            <a:pPr algn="just"/>
            <a:r>
              <a:rPr lang="en-AU" sz="2800" dirty="0">
                <a:ln>
                  <a:solidFill>
                    <a:schemeClr val="bg1">
                      <a:lumMod val="75000"/>
                      <a:lumOff val="25000"/>
                      <a:alpha val="10000"/>
                    </a:schemeClr>
                  </a:solidFill>
                </a:ln>
                <a:solidFill>
                  <a:schemeClr val="tx2"/>
                </a:solidFill>
              </a:rPr>
              <a:t>A malicious student wants to tamper the final grade on </a:t>
            </a:r>
            <a:r>
              <a:rPr lang="en-AU" sz="2800" dirty="0" err="1">
                <a:ln>
                  <a:solidFill>
                    <a:schemeClr val="bg1">
                      <a:lumMod val="75000"/>
                      <a:lumOff val="25000"/>
                      <a:alpha val="10000"/>
                    </a:schemeClr>
                  </a:solidFill>
                </a:ln>
                <a:solidFill>
                  <a:schemeClr val="tx2"/>
                </a:solidFill>
              </a:rPr>
              <a:t>csmarks</a:t>
            </a:r>
            <a:r>
              <a:rPr lang="en-AU" sz="2800" dirty="0">
                <a:ln>
                  <a:solidFill>
                    <a:schemeClr val="bg1">
                      <a:lumMod val="75000"/>
                      <a:lumOff val="25000"/>
                      <a:alpha val="10000"/>
                    </a:schemeClr>
                  </a:solidFill>
                </a:ln>
                <a:solidFill>
                  <a:schemeClr val="tx2"/>
                </a:solidFill>
              </a:rPr>
              <a:t>. There is only one database storing all data for </a:t>
            </a:r>
            <a:r>
              <a:rPr lang="en-AU" sz="2800" dirty="0" err="1">
                <a:ln>
                  <a:solidFill>
                    <a:schemeClr val="bg1">
                      <a:lumMod val="75000"/>
                      <a:lumOff val="25000"/>
                      <a:alpha val="10000"/>
                    </a:schemeClr>
                  </a:solidFill>
                </a:ln>
                <a:solidFill>
                  <a:schemeClr val="tx2"/>
                </a:solidFill>
              </a:rPr>
              <a:t>csmarks</a:t>
            </a:r>
            <a:r>
              <a:rPr lang="en-AU" sz="2800" dirty="0">
                <a:ln>
                  <a:solidFill>
                    <a:schemeClr val="bg1">
                      <a:lumMod val="75000"/>
                      <a:lumOff val="25000"/>
                      <a:alpha val="10000"/>
                    </a:schemeClr>
                  </a:solidFill>
                </a:ln>
                <a:solidFill>
                  <a:schemeClr val="tx2"/>
                </a:solidFill>
              </a:rPr>
              <a:t>, which includes student ids, student names, grades etc. </a:t>
            </a:r>
          </a:p>
          <a:p>
            <a:pPr algn="just"/>
            <a:endParaRPr lang="en-AU" sz="2800" dirty="0">
              <a:ln>
                <a:solidFill>
                  <a:schemeClr val="bg1">
                    <a:lumMod val="75000"/>
                    <a:lumOff val="25000"/>
                    <a:alpha val="10000"/>
                  </a:schemeClr>
                </a:solidFill>
              </a:ln>
              <a:solidFill>
                <a:schemeClr val="tx2"/>
              </a:solidFill>
            </a:endParaRPr>
          </a:p>
          <a:p>
            <a:pPr algn="just"/>
            <a:r>
              <a:rPr lang="en-AU" sz="2800" dirty="0">
                <a:ln>
                  <a:solidFill>
                    <a:schemeClr val="bg1">
                      <a:lumMod val="75000"/>
                      <a:lumOff val="25000"/>
                      <a:alpha val="10000"/>
                    </a:schemeClr>
                  </a:solidFill>
                </a:ln>
                <a:solidFill>
                  <a:schemeClr val="tx2"/>
                </a:solidFill>
              </a:rPr>
              <a:t>The grades are automatically pulled from LMS at midnight everyday, and thus a teaching staff only uploads student marks onto LMS. Also, the staff can override the marks by editing on </a:t>
            </a:r>
            <a:r>
              <a:rPr lang="en-AU" sz="2800" dirty="0" err="1">
                <a:ln>
                  <a:solidFill>
                    <a:schemeClr val="bg1">
                      <a:lumMod val="75000"/>
                      <a:lumOff val="25000"/>
                      <a:alpha val="10000"/>
                    </a:schemeClr>
                  </a:solidFill>
                </a:ln>
                <a:solidFill>
                  <a:schemeClr val="tx2"/>
                </a:solidFill>
              </a:rPr>
              <a:t>csmarks</a:t>
            </a:r>
            <a:r>
              <a:rPr lang="en-AU" sz="2800" dirty="0">
                <a:ln>
                  <a:solidFill>
                    <a:schemeClr val="bg1">
                      <a:lumMod val="75000"/>
                      <a:lumOff val="25000"/>
                      <a:alpha val="10000"/>
                    </a:schemeClr>
                  </a:solidFill>
                </a:ln>
                <a:solidFill>
                  <a:schemeClr val="tx2"/>
                </a:solidFill>
              </a:rPr>
              <a:t> directly. To login to </a:t>
            </a:r>
            <a:r>
              <a:rPr lang="en-AU" sz="2800" dirty="0" err="1">
                <a:ln>
                  <a:solidFill>
                    <a:schemeClr val="bg1">
                      <a:lumMod val="75000"/>
                      <a:lumOff val="25000"/>
                      <a:alpha val="10000"/>
                    </a:schemeClr>
                  </a:solidFill>
                </a:ln>
                <a:solidFill>
                  <a:schemeClr val="tx2"/>
                </a:solidFill>
              </a:rPr>
              <a:t>csmarks</a:t>
            </a:r>
            <a:r>
              <a:rPr lang="en-AU" sz="2800" dirty="0">
                <a:ln>
                  <a:solidFill>
                    <a:schemeClr val="bg1">
                      <a:lumMod val="75000"/>
                      <a:lumOff val="25000"/>
                      <a:alpha val="10000"/>
                    </a:schemeClr>
                  </a:solidFill>
                </a:ln>
                <a:solidFill>
                  <a:schemeClr val="tx2"/>
                </a:solidFill>
              </a:rPr>
              <a:t> or LMS, the staff uses the PHEME password. </a:t>
            </a:r>
          </a:p>
        </p:txBody>
      </p:sp>
      <p:sp>
        <p:nvSpPr>
          <p:cNvPr id="6" name="Content Placeholder 1">
            <a:extLst>
              <a:ext uri="{FF2B5EF4-FFF2-40B4-BE49-F238E27FC236}">
                <a16:creationId xmlns:a16="http://schemas.microsoft.com/office/drawing/2014/main" id="{571876A4-0AFB-4A7B-9B15-0C27B99B9E8D}"/>
              </a:ext>
            </a:extLst>
          </p:cNvPr>
          <p:cNvSpPr txBox="1">
            <a:spLocks/>
          </p:cNvSpPr>
          <p:nvPr/>
        </p:nvSpPr>
        <p:spPr>
          <a:xfrm>
            <a:off x="571499" y="5273622"/>
            <a:ext cx="10696057" cy="1260528"/>
          </a:xfrm>
          <a:prstGeom prst="rect">
            <a:avLst/>
          </a:prstGeom>
          <a:effectLst>
            <a:outerShdw blurRad="25400" dir="17880000">
              <a:srgbClr val="000000">
                <a:alpha val="46000"/>
              </a:srgbClr>
            </a:outerShdw>
          </a:effectLst>
        </p:spPr>
        <p:txBody>
          <a:bodyPr vert="horz" lIns="91440" tIns="45720" rIns="91440" bIns="45720" rtlCol="0" anchor="t">
            <a:normAutofit lnSpcReduction="10000"/>
          </a:bodyPr>
          <a:lstStyle>
            <a:lvl1pPr marL="342900" indent="-306000" algn="l" defTabSz="457200" rtl="0" eaLnBrk="1" latinLnBrk="0" hangingPunct="1">
              <a:lnSpc>
                <a:spcPct val="110000"/>
              </a:lnSpc>
              <a:spcBef>
                <a:spcPct val="20000"/>
              </a:spcBef>
              <a:spcAft>
                <a:spcPts val="600"/>
              </a:spcAft>
              <a:buClr>
                <a:schemeClr val="tx2"/>
              </a:buClr>
              <a:buSzPct val="70000"/>
              <a:buFont typeface="Wingdings 2" charset="2"/>
              <a:buChar char=""/>
              <a:defRPr sz="21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1pPr>
            <a:lvl2pPr marL="720000" indent="-270000" algn="l" defTabSz="457200" rtl="0" eaLnBrk="1" latinLnBrk="0" hangingPunct="1">
              <a:spcBef>
                <a:spcPct val="20000"/>
              </a:spcBef>
              <a:spcAft>
                <a:spcPts val="600"/>
              </a:spcAft>
              <a:buClr>
                <a:schemeClr val="tx2"/>
              </a:buClr>
              <a:buSzPct val="70000"/>
              <a:buFont typeface="Wingdings 2" charset="2"/>
              <a:buChar char=""/>
              <a:defRPr sz="19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2pPr>
            <a:lvl3pPr marL="1026000" indent="-216000" algn="l" defTabSz="457200" rtl="0" eaLnBrk="1" latinLnBrk="0" hangingPunct="1">
              <a:spcBef>
                <a:spcPct val="20000"/>
              </a:spcBef>
              <a:spcAft>
                <a:spcPts val="600"/>
              </a:spcAft>
              <a:buClr>
                <a:schemeClr val="tx2"/>
              </a:buClr>
              <a:buSzPct val="70000"/>
              <a:buFont typeface="Wingdings 2" charset="2"/>
              <a:buChar char=""/>
              <a:defRPr sz="17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3pPr>
            <a:lvl4pPr marL="1386000" indent="-216000" algn="l" defTabSz="457200" rtl="0" eaLnBrk="1" latinLnBrk="0" hangingPunct="1">
              <a:spcBef>
                <a:spcPct val="20000"/>
              </a:spcBef>
              <a:spcAft>
                <a:spcPts val="600"/>
              </a:spcAft>
              <a:buClr>
                <a:schemeClr val="tx2"/>
              </a:buClr>
              <a:buSzPct val="70000"/>
              <a:buFont typeface="Wingdings 2" charset="2"/>
              <a:buChar char=""/>
              <a:defRPr sz="15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4pPr>
            <a:lvl5pPr marL="1674000" indent="-216000" algn="l" defTabSz="457200" rtl="0" eaLnBrk="1" latinLnBrk="0" hangingPunct="1">
              <a:spcBef>
                <a:spcPct val="20000"/>
              </a:spcBef>
              <a:spcAft>
                <a:spcPts val="600"/>
              </a:spcAft>
              <a:buClr>
                <a:schemeClr val="tx2"/>
              </a:buClr>
              <a:buSzPct val="70000"/>
              <a:buFont typeface="Wingdings 2" charset="2"/>
              <a:buChar char=""/>
              <a:defRPr sz="15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5pPr>
            <a:lvl6pPr marL="20146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6pPr>
            <a:lvl7pPr marL="24018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7pPr>
            <a:lvl8pPr marL="27890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8pPr>
            <a:lvl9pPr marL="31062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9pPr>
          </a:lstStyle>
          <a:p>
            <a:r>
              <a:rPr lang="en-AU" sz="3000" dirty="0"/>
              <a:t>Identify the overall attack goal </a:t>
            </a:r>
          </a:p>
          <a:p>
            <a:r>
              <a:rPr lang="en-AU" sz="3000" dirty="0"/>
              <a:t>Draw an attack tree of at most 6 nodes to achieve the goal</a:t>
            </a:r>
          </a:p>
          <a:p>
            <a:endParaRPr lang="en-AU" dirty="0"/>
          </a:p>
          <a:p>
            <a:endParaRPr lang="en-AU" dirty="0"/>
          </a:p>
          <a:p>
            <a:endParaRPr lang="en-AU" dirty="0"/>
          </a:p>
          <a:p>
            <a:endParaRPr lang="en-AU" sz="2667" dirty="0"/>
          </a:p>
          <a:p>
            <a:endParaRPr lang="en-AU" sz="2667" dirty="0"/>
          </a:p>
          <a:p>
            <a:endParaRPr lang="en-AU" dirty="0"/>
          </a:p>
        </p:txBody>
      </p:sp>
      <p:cxnSp>
        <p:nvCxnSpPr>
          <p:cNvPr id="7" name="Straight Connector 6">
            <a:extLst>
              <a:ext uri="{FF2B5EF4-FFF2-40B4-BE49-F238E27FC236}">
                <a16:creationId xmlns:a16="http://schemas.microsoft.com/office/drawing/2014/main" id="{223DA902-3837-4FAA-8392-526D1DAE8146}"/>
              </a:ext>
            </a:extLst>
          </p:cNvPr>
          <p:cNvCxnSpPr/>
          <p:nvPr/>
        </p:nvCxnSpPr>
        <p:spPr>
          <a:xfrm>
            <a:off x="1262019" y="1200150"/>
            <a:ext cx="9667962" cy="0"/>
          </a:xfrm>
          <a:prstGeom prst="line">
            <a:avLst/>
          </a:prstGeom>
          <a:ln w="25400"/>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235337065"/>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p:cNvSpPr>
            <a:spLocks noGrp="1"/>
          </p:cNvSpPr>
          <p:nvPr>
            <p:ph type="sldNum" sz="quarter" idx="12"/>
          </p:nvPr>
        </p:nvSpPr>
        <p:spPr/>
        <p:txBody>
          <a:bodyPr/>
          <a:lstStyle/>
          <a:p>
            <a:fld id="{55670E94-029C-4BA8-8D44-FBB339E4924F}" type="slidenum">
              <a:rPr lang="en-AU" smtClean="0">
                <a:solidFill>
                  <a:schemeClr val="tx1"/>
                </a:solidFill>
              </a:rPr>
              <a:pPr/>
              <a:t>37</a:t>
            </a:fld>
            <a:endParaRPr lang="en-AU" dirty="0">
              <a:solidFill>
                <a:schemeClr val="tx1"/>
              </a:solidFill>
            </a:endParaRPr>
          </a:p>
        </p:txBody>
      </p:sp>
      <p:sp>
        <p:nvSpPr>
          <p:cNvPr id="5" name="Rectangle 4"/>
          <p:cNvSpPr/>
          <p:nvPr/>
        </p:nvSpPr>
        <p:spPr>
          <a:xfrm>
            <a:off x="3722574" y="425817"/>
            <a:ext cx="4784952" cy="1274909"/>
          </a:xfrm>
          <a:prstGeom prst="rect">
            <a:avLst/>
          </a:prstGeom>
          <a:solidFill>
            <a:schemeClr val="bg1"/>
          </a:solid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NZ" sz="2600" dirty="0">
                <a:solidFill>
                  <a:schemeClr val="tx1"/>
                </a:solidFill>
              </a:rPr>
              <a:t>1 an adversary gains an edit-access to final grades</a:t>
            </a:r>
          </a:p>
        </p:txBody>
      </p:sp>
    </p:spTree>
    <p:extLst>
      <p:ext uri="{BB962C8B-B14F-4D97-AF65-F5344CB8AC3E}">
        <p14:creationId xmlns:p14="http://schemas.microsoft.com/office/powerpoint/2010/main" val="3220855240"/>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a:xfrm>
            <a:off x="419099" y="148624"/>
            <a:ext cx="3943351" cy="720506"/>
          </a:xfrm>
        </p:spPr>
        <p:txBody>
          <a:bodyPr>
            <a:normAutofit/>
          </a:bodyPr>
          <a:lstStyle/>
          <a:p>
            <a:r>
              <a:rPr lang="en-AU" sz="2800" dirty="0"/>
              <a:t>Given this scenario</a:t>
            </a:r>
          </a:p>
          <a:p>
            <a:endParaRPr lang="en-AU" dirty="0"/>
          </a:p>
          <a:p>
            <a:endParaRPr lang="en-AU" dirty="0"/>
          </a:p>
          <a:p>
            <a:endParaRPr lang="en-AU" dirty="0"/>
          </a:p>
          <a:p>
            <a:endParaRPr lang="en-AU" dirty="0"/>
          </a:p>
          <a:p>
            <a:endParaRPr lang="en-AU" sz="2667" dirty="0"/>
          </a:p>
          <a:p>
            <a:endParaRPr lang="en-AU" sz="2667" dirty="0"/>
          </a:p>
          <a:p>
            <a:endParaRPr lang="en-AU" dirty="0"/>
          </a:p>
        </p:txBody>
      </p:sp>
      <p:sp>
        <p:nvSpPr>
          <p:cNvPr id="3" name="Slide Number Placeholder 2"/>
          <p:cNvSpPr>
            <a:spLocks noGrp="1"/>
          </p:cNvSpPr>
          <p:nvPr>
            <p:ph type="sldNum" sz="quarter" idx="12"/>
          </p:nvPr>
        </p:nvSpPr>
        <p:spPr/>
        <p:txBody>
          <a:bodyPr/>
          <a:lstStyle/>
          <a:p>
            <a:fld id="{55670E94-029C-4BA8-8D44-FBB339E4924F}" type="slidenum">
              <a:rPr lang="en-AU" smtClean="0">
                <a:solidFill>
                  <a:prstClr val="black">
                    <a:tint val="75000"/>
                  </a:prstClr>
                </a:solidFill>
              </a:rPr>
              <a:pPr/>
              <a:t>38</a:t>
            </a:fld>
            <a:endParaRPr lang="en-AU" dirty="0">
              <a:solidFill>
                <a:prstClr val="black">
                  <a:tint val="75000"/>
                </a:prstClr>
              </a:solidFill>
            </a:endParaRPr>
          </a:p>
        </p:txBody>
      </p:sp>
      <p:sp>
        <p:nvSpPr>
          <p:cNvPr id="5" name="Rectangle 4"/>
          <p:cNvSpPr/>
          <p:nvPr/>
        </p:nvSpPr>
        <p:spPr>
          <a:xfrm>
            <a:off x="1262019" y="725964"/>
            <a:ext cx="9667962" cy="3970318"/>
          </a:xfrm>
          <a:prstGeom prst="rect">
            <a:avLst/>
          </a:prstGeom>
        </p:spPr>
        <p:txBody>
          <a:bodyPr wrap="square">
            <a:spAutoFit/>
          </a:bodyPr>
          <a:lstStyle/>
          <a:p>
            <a:pPr algn="just"/>
            <a:r>
              <a:rPr lang="en-AU" sz="2800" dirty="0">
                <a:ln>
                  <a:solidFill>
                    <a:schemeClr val="bg1">
                      <a:lumMod val="75000"/>
                      <a:lumOff val="25000"/>
                      <a:alpha val="10000"/>
                    </a:schemeClr>
                  </a:solidFill>
                </a:ln>
                <a:solidFill>
                  <a:schemeClr val="tx2"/>
                </a:solidFill>
              </a:rPr>
              <a:t>A malicious student wants to tamper the final grade on </a:t>
            </a:r>
            <a:r>
              <a:rPr lang="en-AU" sz="2800" dirty="0" err="1">
                <a:ln>
                  <a:solidFill>
                    <a:schemeClr val="bg1">
                      <a:lumMod val="75000"/>
                      <a:lumOff val="25000"/>
                      <a:alpha val="10000"/>
                    </a:schemeClr>
                  </a:solidFill>
                </a:ln>
                <a:solidFill>
                  <a:schemeClr val="tx2"/>
                </a:solidFill>
              </a:rPr>
              <a:t>csmarks</a:t>
            </a:r>
            <a:r>
              <a:rPr lang="en-AU" sz="2800" dirty="0">
                <a:ln>
                  <a:solidFill>
                    <a:schemeClr val="bg1">
                      <a:lumMod val="75000"/>
                      <a:lumOff val="25000"/>
                      <a:alpha val="10000"/>
                    </a:schemeClr>
                  </a:solidFill>
                </a:ln>
                <a:solidFill>
                  <a:schemeClr val="tx2"/>
                </a:solidFill>
              </a:rPr>
              <a:t>. There is only one database storing all data for </a:t>
            </a:r>
            <a:r>
              <a:rPr lang="en-AU" sz="2800" dirty="0" err="1">
                <a:ln>
                  <a:solidFill>
                    <a:schemeClr val="bg1">
                      <a:lumMod val="75000"/>
                      <a:lumOff val="25000"/>
                      <a:alpha val="10000"/>
                    </a:schemeClr>
                  </a:solidFill>
                </a:ln>
                <a:solidFill>
                  <a:schemeClr val="tx2"/>
                </a:solidFill>
              </a:rPr>
              <a:t>csmarks</a:t>
            </a:r>
            <a:r>
              <a:rPr lang="en-AU" sz="2800" dirty="0">
                <a:ln>
                  <a:solidFill>
                    <a:schemeClr val="bg1">
                      <a:lumMod val="75000"/>
                      <a:lumOff val="25000"/>
                      <a:alpha val="10000"/>
                    </a:schemeClr>
                  </a:solidFill>
                </a:ln>
                <a:solidFill>
                  <a:schemeClr val="tx2"/>
                </a:solidFill>
              </a:rPr>
              <a:t>, which includes student ids, student names, grades etc. </a:t>
            </a:r>
          </a:p>
          <a:p>
            <a:pPr algn="just"/>
            <a:endParaRPr lang="en-AU" sz="2800" dirty="0">
              <a:ln>
                <a:solidFill>
                  <a:schemeClr val="bg1">
                    <a:lumMod val="75000"/>
                    <a:lumOff val="25000"/>
                    <a:alpha val="10000"/>
                  </a:schemeClr>
                </a:solidFill>
              </a:ln>
              <a:solidFill>
                <a:schemeClr val="tx2"/>
              </a:solidFill>
            </a:endParaRPr>
          </a:p>
          <a:p>
            <a:pPr algn="just"/>
            <a:r>
              <a:rPr lang="en-AU" sz="2800" dirty="0">
                <a:ln>
                  <a:solidFill>
                    <a:schemeClr val="bg1">
                      <a:lumMod val="75000"/>
                      <a:lumOff val="25000"/>
                      <a:alpha val="10000"/>
                    </a:schemeClr>
                  </a:solidFill>
                </a:ln>
                <a:solidFill>
                  <a:schemeClr val="tx2"/>
                </a:solidFill>
              </a:rPr>
              <a:t>The grades are automatically pulled from LMS at midnight everyday, and thus a teaching staff only uploads student marks onto LMS. Also, the staff can override the marks by editing on </a:t>
            </a:r>
            <a:r>
              <a:rPr lang="en-AU" sz="2800" dirty="0" err="1">
                <a:ln>
                  <a:solidFill>
                    <a:schemeClr val="bg1">
                      <a:lumMod val="75000"/>
                      <a:lumOff val="25000"/>
                      <a:alpha val="10000"/>
                    </a:schemeClr>
                  </a:solidFill>
                </a:ln>
                <a:solidFill>
                  <a:schemeClr val="tx2"/>
                </a:solidFill>
              </a:rPr>
              <a:t>csmarks</a:t>
            </a:r>
            <a:r>
              <a:rPr lang="en-AU" sz="2800" dirty="0">
                <a:ln>
                  <a:solidFill>
                    <a:schemeClr val="bg1">
                      <a:lumMod val="75000"/>
                      <a:lumOff val="25000"/>
                      <a:alpha val="10000"/>
                    </a:schemeClr>
                  </a:solidFill>
                </a:ln>
                <a:solidFill>
                  <a:schemeClr val="tx2"/>
                </a:solidFill>
              </a:rPr>
              <a:t> directly. To login to </a:t>
            </a:r>
            <a:r>
              <a:rPr lang="en-AU" sz="2800" dirty="0" err="1">
                <a:ln>
                  <a:solidFill>
                    <a:schemeClr val="bg1">
                      <a:lumMod val="75000"/>
                      <a:lumOff val="25000"/>
                      <a:alpha val="10000"/>
                    </a:schemeClr>
                  </a:solidFill>
                </a:ln>
                <a:solidFill>
                  <a:schemeClr val="tx2"/>
                </a:solidFill>
              </a:rPr>
              <a:t>csmarks</a:t>
            </a:r>
            <a:r>
              <a:rPr lang="en-AU" sz="2800" dirty="0">
                <a:ln>
                  <a:solidFill>
                    <a:schemeClr val="bg1">
                      <a:lumMod val="75000"/>
                      <a:lumOff val="25000"/>
                      <a:alpha val="10000"/>
                    </a:schemeClr>
                  </a:solidFill>
                </a:ln>
                <a:solidFill>
                  <a:schemeClr val="tx2"/>
                </a:solidFill>
              </a:rPr>
              <a:t> or LMS, the staff uses the PHEME password. </a:t>
            </a:r>
          </a:p>
        </p:txBody>
      </p:sp>
      <p:sp>
        <p:nvSpPr>
          <p:cNvPr id="6" name="Content Placeholder 1">
            <a:extLst>
              <a:ext uri="{FF2B5EF4-FFF2-40B4-BE49-F238E27FC236}">
                <a16:creationId xmlns:a16="http://schemas.microsoft.com/office/drawing/2014/main" id="{571876A4-0AFB-4A7B-9B15-0C27B99B9E8D}"/>
              </a:ext>
            </a:extLst>
          </p:cNvPr>
          <p:cNvSpPr txBox="1">
            <a:spLocks/>
          </p:cNvSpPr>
          <p:nvPr/>
        </p:nvSpPr>
        <p:spPr>
          <a:xfrm>
            <a:off x="571499" y="4916122"/>
            <a:ext cx="10696057" cy="1618028"/>
          </a:xfrm>
          <a:prstGeom prst="rect">
            <a:avLst/>
          </a:prstGeom>
          <a:effectLst>
            <a:outerShdw blurRad="25400" dir="17880000">
              <a:srgbClr val="000000">
                <a:alpha val="46000"/>
              </a:srgbClr>
            </a:outerShdw>
          </a:effectLst>
        </p:spPr>
        <p:txBody>
          <a:bodyPr vert="horz" lIns="91440" tIns="45720" rIns="91440" bIns="45720" rtlCol="0" anchor="t">
            <a:normAutofit/>
          </a:bodyPr>
          <a:lstStyle>
            <a:lvl1pPr marL="342900" indent="-306000" algn="l" defTabSz="457200" rtl="0" eaLnBrk="1" latinLnBrk="0" hangingPunct="1">
              <a:lnSpc>
                <a:spcPct val="110000"/>
              </a:lnSpc>
              <a:spcBef>
                <a:spcPct val="20000"/>
              </a:spcBef>
              <a:spcAft>
                <a:spcPts val="600"/>
              </a:spcAft>
              <a:buClr>
                <a:schemeClr val="tx2"/>
              </a:buClr>
              <a:buSzPct val="70000"/>
              <a:buFont typeface="Wingdings 2" charset="2"/>
              <a:buChar char=""/>
              <a:defRPr sz="21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1pPr>
            <a:lvl2pPr marL="720000" indent="-270000" algn="l" defTabSz="457200" rtl="0" eaLnBrk="1" latinLnBrk="0" hangingPunct="1">
              <a:spcBef>
                <a:spcPct val="20000"/>
              </a:spcBef>
              <a:spcAft>
                <a:spcPts val="600"/>
              </a:spcAft>
              <a:buClr>
                <a:schemeClr val="tx2"/>
              </a:buClr>
              <a:buSzPct val="70000"/>
              <a:buFont typeface="Wingdings 2" charset="2"/>
              <a:buChar char=""/>
              <a:defRPr sz="19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2pPr>
            <a:lvl3pPr marL="1026000" indent="-216000" algn="l" defTabSz="457200" rtl="0" eaLnBrk="1" latinLnBrk="0" hangingPunct="1">
              <a:spcBef>
                <a:spcPct val="20000"/>
              </a:spcBef>
              <a:spcAft>
                <a:spcPts val="600"/>
              </a:spcAft>
              <a:buClr>
                <a:schemeClr val="tx2"/>
              </a:buClr>
              <a:buSzPct val="70000"/>
              <a:buFont typeface="Wingdings 2" charset="2"/>
              <a:buChar char=""/>
              <a:defRPr sz="17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3pPr>
            <a:lvl4pPr marL="1386000" indent="-216000" algn="l" defTabSz="457200" rtl="0" eaLnBrk="1" latinLnBrk="0" hangingPunct="1">
              <a:spcBef>
                <a:spcPct val="20000"/>
              </a:spcBef>
              <a:spcAft>
                <a:spcPts val="600"/>
              </a:spcAft>
              <a:buClr>
                <a:schemeClr val="tx2"/>
              </a:buClr>
              <a:buSzPct val="70000"/>
              <a:buFont typeface="Wingdings 2" charset="2"/>
              <a:buChar char=""/>
              <a:defRPr sz="15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4pPr>
            <a:lvl5pPr marL="1674000" indent="-216000" algn="l" defTabSz="457200" rtl="0" eaLnBrk="1" latinLnBrk="0" hangingPunct="1">
              <a:spcBef>
                <a:spcPct val="20000"/>
              </a:spcBef>
              <a:spcAft>
                <a:spcPts val="600"/>
              </a:spcAft>
              <a:buClr>
                <a:schemeClr val="tx2"/>
              </a:buClr>
              <a:buSzPct val="70000"/>
              <a:buFont typeface="Wingdings 2" charset="2"/>
              <a:buChar char=""/>
              <a:defRPr sz="15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5pPr>
            <a:lvl6pPr marL="20146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6pPr>
            <a:lvl7pPr marL="24018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7pPr>
            <a:lvl8pPr marL="27890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8pPr>
            <a:lvl9pPr marL="31062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9pPr>
          </a:lstStyle>
          <a:p>
            <a:r>
              <a:rPr lang="en-AU" sz="3000" dirty="0"/>
              <a:t>Identify the overall attack goal </a:t>
            </a:r>
          </a:p>
          <a:p>
            <a:r>
              <a:rPr lang="en-AU" sz="3000" dirty="0"/>
              <a:t>Draw an attack tree of at most 6 nodes to achieve the goal</a:t>
            </a:r>
          </a:p>
          <a:p>
            <a:endParaRPr lang="en-AU" dirty="0"/>
          </a:p>
          <a:p>
            <a:endParaRPr lang="en-AU" dirty="0"/>
          </a:p>
          <a:p>
            <a:endParaRPr lang="en-AU" dirty="0"/>
          </a:p>
          <a:p>
            <a:endParaRPr lang="en-AU" sz="2667" dirty="0"/>
          </a:p>
          <a:p>
            <a:endParaRPr lang="en-AU" sz="2667" dirty="0"/>
          </a:p>
          <a:p>
            <a:endParaRPr lang="en-AU" dirty="0"/>
          </a:p>
        </p:txBody>
      </p:sp>
      <p:cxnSp>
        <p:nvCxnSpPr>
          <p:cNvPr id="7" name="Straight Connector 6">
            <a:extLst>
              <a:ext uri="{FF2B5EF4-FFF2-40B4-BE49-F238E27FC236}">
                <a16:creationId xmlns:a16="http://schemas.microsoft.com/office/drawing/2014/main" id="{223DA902-3837-4FAA-8392-526D1DAE8146}"/>
              </a:ext>
            </a:extLst>
          </p:cNvPr>
          <p:cNvCxnSpPr/>
          <p:nvPr/>
        </p:nvCxnSpPr>
        <p:spPr>
          <a:xfrm>
            <a:off x="1262019" y="1200150"/>
            <a:ext cx="9667962" cy="0"/>
          </a:xfrm>
          <a:prstGeom prst="line">
            <a:avLst/>
          </a:prstGeom>
          <a:ln w="25400"/>
        </p:spPr>
        <p:style>
          <a:lnRef idx="1">
            <a:schemeClr val="accent1"/>
          </a:lnRef>
          <a:fillRef idx="0">
            <a:schemeClr val="accent1"/>
          </a:fillRef>
          <a:effectRef idx="0">
            <a:schemeClr val="accent1"/>
          </a:effectRef>
          <a:fontRef idx="minor">
            <a:schemeClr val="tx1"/>
          </a:fontRef>
        </p:style>
      </p:cxnSp>
      <p:cxnSp>
        <p:nvCxnSpPr>
          <p:cNvPr id="8" name="Straight Connector 7">
            <a:extLst>
              <a:ext uri="{FF2B5EF4-FFF2-40B4-BE49-F238E27FC236}">
                <a16:creationId xmlns:a16="http://schemas.microsoft.com/office/drawing/2014/main" id="{6956B416-8B6C-4A4C-B09A-10DC8D4ACE15}"/>
              </a:ext>
            </a:extLst>
          </p:cNvPr>
          <p:cNvCxnSpPr>
            <a:cxnSpLocks/>
          </p:cNvCxnSpPr>
          <p:nvPr/>
        </p:nvCxnSpPr>
        <p:spPr>
          <a:xfrm>
            <a:off x="4362450" y="3314700"/>
            <a:ext cx="6567531" cy="0"/>
          </a:xfrm>
          <a:prstGeom prst="line">
            <a:avLst/>
          </a:prstGeom>
          <a:ln w="25400"/>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A9B5F184-FF01-4B53-8812-29F05317205A}"/>
              </a:ext>
            </a:extLst>
          </p:cNvPr>
          <p:cNvCxnSpPr>
            <a:cxnSpLocks/>
          </p:cNvCxnSpPr>
          <p:nvPr/>
        </p:nvCxnSpPr>
        <p:spPr>
          <a:xfrm>
            <a:off x="1166769" y="3790950"/>
            <a:ext cx="1709781" cy="0"/>
          </a:xfrm>
          <a:prstGeom prst="line">
            <a:avLst/>
          </a:prstGeom>
          <a:ln w="25400"/>
        </p:spPr>
        <p:style>
          <a:lnRef idx="1">
            <a:schemeClr val="accent1"/>
          </a:lnRef>
          <a:fillRef idx="0">
            <a:schemeClr val="accent1"/>
          </a:fillRef>
          <a:effectRef idx="0">
            <a:schemeClr val="accent1"/>
          </a:effectRef>
          <a:fontRef idx="minor">
            <a:schemeClr val="tx1"/>
          </a:fontRef>
        </p:style>
      </p:cxnSp>
      <p:cxnSp>
        <p:nvCxnSpPr>
          <p:cNvPr id="13" name="Straight Connector 12">
            <a:extLst>
              <a:ext uri="{FF2B5EF4-FFF2-40B4-BE49-F238E27FC236}">
                <a16:creationId xmlns:a16="http://schemas.microsoft.com/office/drawing/2014/main" id="{66460C83-4EAA-45B8-9C01-74CA806D5730}"/>
              </a:ext>
            </a:extLst>
          </p:cNvPr>
          <p:cNvCxnSpPr>
            <a:cxnSpLocks/>
          </p:cNvCxnSpPr>
          <p:nvPr/>
        </p:nvCxnSpPr>
        <p:spPr>
          <a:xfrm>
            <a:off x="4552950" y="3790950"/>
            <a:ext cx="6377031" cy="0"/>
          </a:xfrm>
          <a:prstGeom prst="line">
            <a:avLst/>
          </a:prstGeom>
          <a:ln w="25400"/>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017C12F2-3296-4155-A0B4-E54D78EF8C59}"/>
              </a:ext>
            </a:extLst>
          </p:cNvPr>
          <p:cNvCxnSpPr>
            <a:cxnSpLocks/>
          </p:cNvCxnSpPr>
          <p:nvPr/>
        </p:nvCxnSpPr>
        <p:spPr>
          <a:xfrm>
            <a:off x="1078684" y="4191000"/>
            <a:ext cx="2521766" cy="0"/>
          </a:xfrm>
          <a:prstGeom prst="line">
            <a:avLst/>
          </a:prstGeom>
          <a:ln w="25400"/>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74302599"/>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p:cNvSpPr>
            <a:spLocks noGrp="1"/>
          </p:cNvSpPr>
          <p:nvPr>
            <p:ph type="sldNum" sz="quarter" idx="12"/>
          </p:nvPr>
        </p:nvSpPr>
        <p:spPr/>
        <p:txBody>
          <a:bodyPr/>
          <a:lstStyle/>
          <a:p>
            <a:fld id="{55670E94-029C-4BA8-8D44-FBB339E4924F}" type="slidenum">
              <a:rPr lang="en-AU" smtClean="0">
                <a:solidFill>
                  <a:schemeClr val="tx1"/>
                </a:solidFill>
              </a:rPr>
              <a:pPr/>
              <a:t>39</a:t>
            </a:fld>
            <a:endParaRPr lang="en-AU" dirty="0">
              <a:solidFill>
                <a:schemeClr val="tx1"/>
              </a:solidFill>
            </a:endParaRPr>
          </a:p>
        </p:txBody>
      </p:sp>
      <p:sp>
        <p:nvSpPr>
          <p:cNvPr id="5" name="Rectangle 4"/>
          <p:cNvSpPr/>
          <p:nvPr/>
        </p:nvSpPr>
        <p:spPr>
          <a:xfrm>
            <a:off x="3703524" y="796571"/>
            <a:ext cx="4784952" cy="1274909"/>
          </a:xfrm>
          <a:prstGeom prst="rect">
            <a:avLst/>
          </a:prstGeom>
          <a:solidFill>
            <a:schemeClr val="bg1"/>
          </a:solid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NZ" sz="2600" dirty="0">
                <a:solidFill>
                  <a:schemeClr val="tx1"/>
                </a:solidFill>
              </a:rPr>
              <a:t>1 an adversary gains an edit-access to final grades</a:t>
            </a:r>
          </a:p>
        </p:txBody>
      </p:sp>
      <p:sp>
        <p:nvSpPr>
          <p:cNvPr id="8" name="Rounded Rectangle 7"/>
          <p:cNvSpPr/>
          <p:nvPr/>
        </p:nvSpPr>
        <p:spPr>
          <a:xfrm>
            <a:off x="1941977" y="2745804"/>
            <a:ext cx="4043633" cy="1015849"/>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NZ" sz="2600" dirty="0">
                <a:solidFill>
                  <a:schemeClr val="tx1"/>
                </a:solidFill>
              </a:rPr>
              <a:t>1.1 login to </a:t>
            </a:r>
            <a:r>
              <a:rPr lang="en-NZ" sz="2600" dirty="0" err="1">
                <a:solidFill>
                  <a:schemeClr val="tx1"/>
                </a:solidFill>
              </a:rPr>
              <a:t>csmarks</a:t>
            </a:r>
            <a:r>
              <a:rPr lang="en-NZ" sz="2600" dirty="0">
                <a:solidFill>
                  <a:schemeClr val="tx1"/>
                </a:solidFill>
              </a:rPr>
              <a:t> as target staff</a:t>
            </a:r>
          </a:p>
        </p:txBody>
      </p:sp>
      <p:sp>
        <p:nvSpPr>
          <p:cNvPr id="9" name="Rounded Rectangle 8"/>
          <p:cNvSpPr/>
          <p:nvPr/>
        </p:nvSpPr>
        <p:spPr>
          <a:xfrm>
            <a:off x="6650609" y="2741901"/>
            <a:ext cx="4043633" cy="1019752"/>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NZ" sz="2600" dirty="0">
                <a:solidFill>
                  <a:schemeClr val="tx1"/>
                </a:solidFill>
              </a:rPr>
              <a:t>1.2 login to LMS as </a:t>
            </a:r>
          </a:p>
          <a:p>
            <a:pPr algn="ctr"/>
            <a:r>
              <a:rPr lang="en-NZ" sz="2600" dirty="0">
                <a:solidFill>
                  <a:schemeClr val="tx1"/>
                </a:solidFill>
              </a:rPr>
              <a:t>target staff</a:t>
            </a:r>
          </a:p>
        </p:txBody>
      </p:sp>
      <p:cxnSp>
        <p:nvCxnSpPr>
          <p:cNvPr id="17" name="Straight Connector 16"/>
          <p:cNvCxnSpPr>
            <a:cxnSpLocks/>
            <a:stCxn id="5" idx="2"/>
            <a:endCxn id="8" idx="0"/>
          </p:cNvCxnSpPr>
          <p:nvPr/>
        </p:nvCxnSpPr>
        <p:spPr>
          <a:xfrm flipH="1">
            <a:off x="3963794" y="2071480"/>
            <a:ext cx="2132206" cy="67432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8" name="Straight Connector 17"/>
          <p:cNvCxnSpPr>
            <a:cxnSpLocks/>
            <a:stCxn id="5" idx="2"/>
            <a:endCxn id="9" idx="0"/>
          </p:cNvCxnSpPr>
          <p:nvPr/>
        </p:nvCxnSpPr>
        <p:spPr>
          <a:xfrm>
            <a:off x="6096000" y="2071480"/>
            <a:ext cx="2576426" cy="67042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744936900"/>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a:xfrm>
            <a:off x="419099" y="148624"/>
            <a:ext cx="3943351" cy="720506"/>
          </a:xfrm>
        </p:spPr>
        <p:txBody>
          <a:bodyPr>
            <a:normAutofit/>
          </a:bodyPr>
          <a:lstStyle/>
          <a:p>
            <a:r>
              <a:rPr lang="en-AU" sz="2800" dirty="0"/>
              <a:t>Given this scenario</a:t>
            </a:r>
          </a:p>
          <a:p>
            <a:endParaRPr lang="en-AU" dirty="0"/>
          </a:p>
          <a:p>
            <a:endParaRPr lang="en-AU" dirty="0"/>
          </a:p>
          <a:p>
            <a:endParaRPr lang="en-AU" dirty="0"/>
          </a:p>
          <a:p>
            <a:endParaRPr lang="en-AU" dirty="0"/>
          </a:p>
          <a:p>
            <a:endParaRPr lang="en-AU" sz="2667" dirty="0"/>
          </a:p>
          <a:p>
            <a:endParaRPr lang="en-AU" sz="2667" dirty="0"/>
          </a:p>
          <a:p>
            <a:endParaRPr lang="en-AU" dirty="0"/>
          </a:p>
        </p:txBody>
      </p:sp>
      <p:sp>
        <p:nvSpPr>
          <p:cNvPr id="3" name="Slide Number Placeholder 2"/>
          <p:cNvSpPr>
            <a:spLocks noGrp="1"/>
          </p:cNvSpPr>
          <p:nvPr>
            <p:ph type="sldNum" sz="quarter" idx="12"/>
          </p:nvPr>
        </p:nvSpPr>
        <p:spPr/>
        <p:txBody>
          <a:bodyPr/>
          <a:lstStyle/>
          <a:p>
            <a:fld id="{55670E94-029C-4BA8-8D44-FBB339E4924F}" type="slidenum">
              <a:rPr lang="en-AU" smtClean="0">
                <a:solidFill>
                  <a:prstClr val="black">
                    <a:tint val="75000"/>
                  </a:prstClr>
                </a:solidFill>
              </a:rPr>
              <a:pPr/>
              <a:t>40</a:t>
            </a:fld>
            <a:endParaRPr lang="en-AU" dirty="0">
              <a:solidFill>
                <a:prstClr val="black">
                  <a:tint val="75000"/>
                </a:prstClr>
              </a:solidFill>
            </a:endParaRPr>
          </a:p>
        </p:txBody>
      </p:sp>
      <p:sp>
        <p:nvSpPr>
          <p:cNvPr id="5" name="Rectangle 4"/>
          <p:cNvSpPr/>
          <p:nvPr/>
        </p:nvSpPr>
        <p:spPr>
          <a:xfrm>
            <a:off x="1262019" y="725964"/>
            <a:ext cx="9667962" cy="3970318"/>
          </a:xfrm>
          <a:prstGeom prst="rect">
            <a:avLst/>
          </a:prstGeom>
        </p:spPr>
        <p:txBody>
          <a:bodyPr wrap="square">
            <a:spAutoFit/>
          </a:bodyPr>
          <a:lstStyle/>
          <a:p>
            <a:pPr algn="just"/>
            <a:r>
              <a:rPr lang="en-AU" sz="2800" dirty="0">
                <a:ln>
                  <a:solidFill>
                    <a:schemeClr val="bg1">
                      <a:lumMod val="75000"/>
                      <a:lumOff val="25000"/>
                      <a:alpha val="10000"/>
                    </a:schemeClr>
                  </a:solidFill>
                </a:ln>
                <a:solidFill>
                  <a:schemeClr val="tx2"/>
                </a:solidFill>
              </a:rPr>
              <a:t>A malicious student wants to tamper the final grade on </a:t>
            </a:r>
            <a:r>
              <a:rPr lang="en-AU" sz="2800" dirty="0" err="1">
                <a:ln>
                  <a:solidFill>
                    <a:schemeClr val="bg1">
                      <a:lumMod val="75000"/>
                      <a:lumOff val="25000"/>
                      <a:alpha val="10000"/>
                    </a:schemeClr>
                  </a:solidFill>
                </a:ln>
                <a:solidFill>
                  <a:schemeClr val="tx2"/>
                </a:solidFill>
              </a:rPr>
              <a:t>csmarks</a:t>
            </a:r>
            <a:r>
              <a:rPr lang="en-AU" sz="2800" dirty="0">
                <a:ln>
                  <a:solidFill>
                    <a:schemeClr val="bg1">
                      <a:lumMod val="75000"/>
                      <a:lumOff val="25000"/>
                      <a:alpha val="10000"/>
                    </a:schemeClr>
                  </a:solidFill>
                </a:ln>
                <a:solidFill>
                  <a:schemeClr val="tx2"/>
                </a:solidFill>
              </a:rPr>
              <a:t>. There is only one database storing all data for </a:t>
            </a:r>
            <a:r>
              <a:rPr lang="en-AU" sz="2800" dirty="0" err="1">
                <a:ln>
                  <a:solidFill>
                    <a:schemeClr val="bg1">
                      <a:lumMod val="75000"/>
                      <a:lumOff val="25000"/>
                      <a:alpha val="10000"/>
                    </a:schemeClr>
                  </a:solidFill>
                </a:ln>
                <a:solidFill>
                  <a:schemeClr val="tx2"/>
                </a:solidFill>
              </a:rPr>
              <a:t>csmarks</a:t>
            </a:r>
            <a:r>
              <a:rPr lang="en-AU" sz="2800" dirty="0">
                <a:ln>
                  <a:solidFill>
                    <a:schemeClr val="bg1">
                      <a:lumMod val="75000"/>
                      <a:lumOff val="25000"/>
                      <a:alpha val="10000"/>
                    </a:schemeClr>
                  </a:solidFill>
                </a:ln>
                <a:solidFill>
                  <a:schemeClr val="tx2"/>
                </a:solidFill>
              </a:rPr>
              <a:t>, which includes student ids, student names, grades etc. </a:t>
            </a:r>
          </a:p>
          <a:p>
            <a:pPr algn="just"/>
            <a:endParaRPr lang="en-AU" sz="2800" dirty="0">
              <a:ln>
                <a:solidFill>
                  <a:schemeClr val="bg1">
                    <a:lumMod val="75000"/>
                    <a:lumOff val="25000"/>
                    <a:alpha val="10000"/>
                  </a:schemeClr>
                </a:solidFill>
              </a:ln>
              <a:solidFill>
                <a:schemeClr val="tx2"/>
              </a:solidFill>
            </a:endParaRPr>
          </a:p>
          <a:p>
            <a:pPr algn="just"/>
            <a:r>
              <a:rPr lang="en-AU" sz="2800" dirty="0">
                <a:ln>
                  <a:solidFill>
                    <a:schemeClr val="bg1">
                      <a:lumMod val="75000"/>
                      <a:lumOff val="25000"/>
                      <a:alpha val="10000"/>
                    </a:schemeClr>
                  </a:solidFill>
                </a:ln>
                <a:solidFill>
                  <a:schemeClr val="tx2"/>
                </a:solidFill>
              </a:rPr>
              <a:t>The grades are automatically pulled from LMS at midnight everyday, and thus a teaching staff only uploads student marks onto LMS. Also, the staff can override the marks by editing on </a:t>
            </a:r>
            <a:r>
              <a:rPr lang="en-AU" sz="2800" dirty="0" err="1">
                <a:ln>
                  <a:solidFill>
                    <a:schemeClr val="bg1">
                      <a:lumMod val="75000"/>
                      <a:lumOff val="25000"/>
                      <a:alpha val="10000"/>
                    </a:schemeClr>
                  </a:solidFill>
                </a:ln>
                <a:solidFill>
                  <a:schemeClr val="tx2"/>
                </a:solidFill>
              </a:rPr>
              <a:t>csmarks</a:t>
            </a:r>
            <a:r>
              <a:rPr lang="en-AU" sz="2800" dirty="0">
                <a:ln>
                  <a:solidFill>
                    <a:schemeClr val="bg1">
                      <a:lumMod val="75000"/>
                      <a:lumOff val="25000"/>
                      <a:alpha val="10000"/>
                    </a:schemeClr>
                  </a:solidFill>
                </a:ln>
                <a:solidFill>
                  <a:schemeClr val="tx2"/>
                </a:solidFill>
              </a:rPr>
              <a:t> directly. To login to </a:t>
            </a:r>
            <a:r>
              <a:rPr lang="en-AU" sz="2800" dirty="0" err="1">
                <a:ln>
                  <a:solidFill>
                    <a:schemeClr val="bg1">
                      <a:lumMod val="75000"/>
                      <a:lumOff val="25000"/>
                      <a:alpha val="10000"/>
                    </a:schemeClr>
                  </a:solidFill>
                </a:ln>
                <a:solidFill>
                  <a:schemeClr val="tx2"/>
                </a:solidFill>
              </a:rPr>
              <a:t>csmarks</a:t>
            </a:r>
            <a:r>
              <a:rPr lang="en-AU" sz="2800" dirty="0">
                <a:ln>
                  <a:solidFill>
                    <a:schemeClr val="bg1">
                      <a:lumMod val="75000"/>
                      <a:lumOff val="25000"/>
                      <a:alpha val="10000"/>
                    </a:schemeClr>
                  </a:solidFill>
                </a:ln>
                <a:solidFill>
                  <a:schemeClr val="tx2"/>
                </a:solidFill>
              </a:rPr>
              <a:t> or LMS, the staff uses the PHEME password. </a:t>
            </a:r>
          </a:p>
        </p:txBody>
      </p:sp>
      <p:sp>
        <p:nvSpPr>
          <p:cNvPr id="6" name="Content Placeholder 1">
            <a:extLst>
              <a:ext uri="{FF2B5EF4-FFF2-40B4-BE49-F238E27FC236}">
                <a16:creationId xmlns:a16="http://schemas.microsoft.com/office/drawing/2014/main" id="{571876A4-0AFB-4A7B-9B15-0C27B99B9E8D}"/>
              </a:ext>
            </a:extLst>
          </p:cNvPr>
          <p:cNvSpPr txBox="1">
            <a:spLocks/>
          </p:cNvSpPr>
          <p:nvPr/>
        </p:nvSpPr>
        <p:spPr>
          <a:xfrm>
            <a:off x="571499" y="5170468"/>
            <a:ext cx="10696057" cy="1363682"/>
          </a:xfrm>
          <a:prstGeom prst="rect">
            <a:avLst/>
          </a:prstGeom>
          <a:effectLst>
            <a:outerShdw blurRad="25400" dir="17880000">
              <a:srgbClr val="000000">
                <a:alpha val="46000"/>
              </a:srgbClr>
            </a:outerShdw>
          </a:effectLst>
        </p:spPr>
        <p:txBody>
          <a:bodyPr vert="horz" lIns="91440" tIns="45720" rIns="91440" bIns="45720" rtlCol="0" anchor="t">
            <a:normAutofit/>
          </a:bodyPr>
          <a:lstStyle>
            <a:lvl1pPr marL="342900" indent="-306000" algn="l" defTabSz="457200" rtl="0" eaLnBrk="1" latinLnBrk="0" hangingPunct="1">
              <a:lnSpc>
                <a:spcPct val="110000"/>
              </a:lnSpc>
              <a:spcBef>
                <a:spcPct val="20000"/>
              </a:spcBef>
              <a:spcAft>
                <a:spcPts val="600"/>
              </a:spcAft>
              <a:buClr>
                <a:schemeClr val="tx2"/>
              </a:buClr>
              <a:buSzPct val="70000"/>
              <a:buFont typeface="Wingdings 2" charset="2"/>
              <a:buChar char=""/>
              <a:defRPr sz="21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1pPr>
            <a:lvl2pPr marL="720000" indent="-270000" algn="l" defTabSz="457200" rtl="0" eaLnBrk="1" latinLnBrk="0" hangingPunct="1">
              <a:spcBef>
                <a:spcPct val="20000"/>
              </a:spcBef>
              <a:spcAft>
                <a:spcPts val="600"/>
              </a:spcAft>
              <a:buClr>
                <a:schemeClr val="tx2"/>
              </a:buClr>
              <a:buSzPct val="70000"/>
              <a:buFont typeface="Wingdings 2" charset="2"/>
              <a:buChar char=""/>
              <a:defRPr sz="19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2pPr>
            <a:lvl3pPr marL="1026000" indent="-216000" algn="l" defTabSz="457200" rtl="0" eaLnBrk="1" latinLnBrk="0" hangingPunct="1">
              <a:spcBef>
                <a:spcPct val="20000"/>
              </a:spcBef>
              <a:spcAft>
                <a:spcPts val="600"/>
              </a:spcAft>
              <a:buClr>
                <a:schemeClr val="tx2"/>
              </a:buClr>
              <a:buSzPct val="70000"/>
              <a:buFont typeface="Wingdings 2" charset="2"/>
              <a:buChar char=""/>
              <a:defRPr sz="17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3pPr>
            <a:lvl4pPr marL="1386000" indent="-216000" algn="l" defTabSz="457200" rtl="0" eaLnBrk="1" latinLnBrk="0" hangingPunct="1">
              <a:spcBef>
                <a:spcPct val="20000"/>
              </a:spcBef>
              <a:spcAft>
                <a:spcPts val="600"/>
              </a:spcAft>
              <a:buClr>
                <a:schemeClr val="tx2"/>
              </a:buClr>
              <a:buSzPct val="70000"/>
              <a:buFont typeface="Wingdings 2" charset="2"/>
              <a:buChar char=""/>
              <a:defRPr sz="15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4pPr>
            <a:lvl5pPr marL="1674000" indent="-216000" algn="l" defTabSz="457200" rtl="0" eaLnBrk="1" latinLnBrk="0" hangingPunct="1">
              <a:spcBef>
                <a:spcPct val="20000"/>
              </a:spcBef>
              <a:spcAft>
                <a:spcPts val="600"/>
              </a:spcAft>
              <a:buClr>
                <a:schemeClr val="tx2"/>
              </a:buClr>
              <a:buSzPct val="70000"/>
              <a:buFont typeface="Wingdings 2" charset="2"/>
              <a:buChar char=""/>
              <a:defRPr sz="15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5pPr>
            <a:lvl6pPr marL="20146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6pPr>
            <a:lvl7pPr marL="24018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7pPr>
            <a:lvl8pPr marL="27890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8pPr>
            <a:lvl9pPr marL="31062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9pPr>
          </a:lstStyle>
          <a:p>
            <a:r>
              <a:rPr lang="en-AU" sz="3000" dirty="0"/>
              <a:t>Identify the overall attack goal </a:t>
            </a:r>
          </a:p>
          <a:p>
            <a:r>
              <a:rPr lang="en-AU" sz="3000" dirty="0"/>
              <a:t>Draw an attack tree of at most 6 nodes to achieve the goal</a:t>
            </a:r>
          </a:p>
          <a:p>
            <a:endParaRPr lang="en-AU" dirty="0"/>
          </a:p>
          <a:p>
            <a:endParaRPr lang="en-AU" dirty="0"/>
          </a:p>
          <a:p>
            <a:endParaRPr lang="en-AU" dirty="0"/>
          </a:p>
          <a:p>
            <a:endParaRPr lang="en-AU" sz="2667" dirty="0"/>
          </a:p>
          <a:p>
            <a:endParaRPr lang="en-AU" sz="2667" dirty="0"/>
          </a:p>
          <a:p>
            <a:endParaRPr lang="en-AU" dirty="0"/>
          </a:p>
        </p:txBody>
      </p:sp>
      <p:cxnSp>
        <p:nvCxnSpPr>
          <p:cNvPr id="7" name="Straight Connector 6">
            <a:extLst>
              <a:ext uri="{FF2B5EF4-FFF2-40B4-BE49-F238E27FC236}">
                <a16:creationId xmlns:a16="http://schemas.microsoft.com/office/drawing/2014/main" id="{223DA902-3837-4FAA-8392-526D1DAE8146}"/>
              </a:ext>
            </a:extLst>
          </p:cNvPr>
          <p:cNvCxnSpPr/>
          <p:nvPr/>
        </p:nvCxnSpPr>
        <p:spPr>
          <a:xfrm>
            <a:off x="1262019" y="1200150"/>
            <a:ext cx="9667962" cy="0"/>
          </a:xfrm>
          <a:prstGeom prst="line">
            <a:avLst/>
          </a:prstGeom>
          <a:ln w="25400"/>
        </p:spPr>
        <p:style>
          <a:lnRef idx="1">
            <a:schemeClr val="accent1"/>
          </a:lnRef>
          <a:fillRef idx="0">
            <a:schemeClr val="accent1"/>
          </a:fillRef>
          <a:effectRef idx="0">
            <a:schemeClr val="accent1"/>
          </a:effectRef>
          <a:fontRef idx="minor">
            <a:schemeClr val="tx1"/>
          </a:fontRef>
        </p:style>
      </p:cxnSp>
      <p:cxnSp>
        <p:nvCxnSpPr>
          <p:cNvPr id="8" name="Straight Connector 7">
            <a:extLst>
              <a:ext uri="{FF2B5EF4-FFF2-40B4-BE49-F238E27FC236}">
                <a16:creationId xmlns:a16="http://schemas.microsoft.com/office/drawing/2014/main" id="{6956B416-8B6C-4A4C-B09A-10DC8D4ACE15}"/>
              </a:ext>
            </a:extLst>
          </p:cNvPr>
          <p:cNvCxnSpPr>
            <a:cxnSpLocks/>
          </p:cNvCxnSpPr>
          <p:nvPr/>
        </p:nvCxnSpPr>
        <p:spPr>
          <a:xfrm>
            <a:off x="4362450" y="3314700"/>
            <a:ext cx="6567531" cy="0"/>
          </a:xfrm>
          <a:prstGeom prst="line">
            <a:avLst/>
          </a:prstGeom>
          <a:ln w="25400"/>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A9B5F184-FF01-4B53-8812-29F05317205A}"/>
              </a:ext>
            </a:extLst>
          </p:cNvPr>
          <p:cNvCxnSpPr>
            <a:cxnSpLocks/>
          </p:cNvCxnSpPr>
          <p:nvPr/>
        </p:nvCxnSpPr>
        <p:spPr>
          <a:xfrm>
            <a:off x="1166769" y="3790950"/>
            <a:ext cx="1709781" cy="0"/>
          </a:xfrm>
          <a:prstGeom prst="line">
            <a:avLst/>
          </a:prstGeom>
          <a:ln w="25400"/>
        </p:spPr>
        <p:style>
          <a:lnRef idx="1">
            <a:schemeClr val="accent1"/>
          </a:lnRef>
          <a:fillRef idx="0">
            <a:schemeClr val="accent1"/>
          </a:fillRef>
          <a:effectRef idx="0">
            <a:schemeClr val="accent1"/>
          </a:effectRef>
          <a:fontRef idx="minor">
            <a:schemeClr val="tx1"/>
          </a:fontRef>
        </p:style>
      </p:cxnSp>
      <p:cxnSp>
        <p:nvCxnSpPr>
          <p:cNvPr id="13" name="Straight Connector 12">
            <a:extLst>
              <a:ext uri="{FF2B5EF4-FFF2-40B4-BE49-F238E27FC236}">
                <a16:creationId xmlns:a16="http://schemas.microsoft.com/office/drawing/2014/main" id="{66460C83-4EAA-45B8-9C01-74CA806D5730}"/>
              </a:ext>
            </a:extLst>
          </p:cNvPr>
          <p:cNvCxnSpPr>
            <a:cxnSpLocks/>
          </p:cNvCxnSpPr>
          <p:nvPr/>
        </p:nvCxnSpPr>
        <p:spPr>
          <a:xfrm>
            <a:off x="4552950" y="3790950"/>
            <a:ext cx="6377031" cy="0"/>
          </a:xfrm>
          <a:prstGeom prst="line">
            <a:avLst/>
          </a:prstGeom>
          <a:ln w="25400"/>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017C12F2-3296-4155-A0B4-E54D78EF8C59}"/>
              </a:ext>
            </a:extLst>
          </p:cNvPr>
          <p:cNvCxnSpPr>
            <a:cxnSpLocks/>
          </p:cNvCxnSpPr>
          <p:nvPr/>
        </p:nvCxnSpPr>
        <p:spPr>
          <a:xfrm>
            <a:off x="1078684" y="4191000"/>
            <a:ext cx="2521766" cy="0"/>
          </a:xfrm>
          <a:prstGeom prst="line">
            <a:avLst/>
          </a:prstGeom>
          <a:ln w="25400"/>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161FB10B-3444-4239-9BAF-A42C204938DA}"/>
              </a:ext>
            </a:extLst>
          </p:cNvPr>
          <p:cNvCxnSpPr>
            <a:cxnSpLocks/>
          </p:cNvCxnSpPr>
          <p:nvPr/>
        </p:nvCxnSpPr>
        <p:spPr>
          <a:xfrm>
            <a:off x="3936184" y="4191000"/>
            <a:ext cx="6993797" cy="0"/>
          </a:xfrm>
          <a:prstGeom prst="line">
            <a:avLst/>
          </a:prstGeom>
          <a:ln w="25400"/>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DD8372CF-65D0-4490-A77F-17FEA07CBE22}"/>
              </a:ext>
            </a:extLst>
          </p:cNvPr>
          <p:cNvCxnSpPr>
            <a:cxnSpLocks/>
          </p:cNvCxnSpPr>
          <p:nvPr/>
        </p:nvCxnSpPr>
        <p:spPr>
          <a:xfrm>
            <a:off x="1262019" y="4658182"/>
            <a:ext cx="2674165" cy="0"/>
          </a:xfrm>
          <a:prstGeom prst="line">
            <a:avLst/>
          </a:prstGeom>
          <a:ln w="25400"/>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929790181"/>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p:cNvSpPr>
            <a:spLocks noGrp="1"/>
          </p:cNvSpPr>
          <p:nvPr>
            <p:ph type="sldNum" sz="quarter" idx="12"/>
          </p:nvPr>
        </p:nvSpPr>
        <p:spPr/>
        <p:txBody>
          <a:bodyPr/>
          <a:lstStyle/>
          <a:p>
            <a:fld id="{55670E94-029C-4BA8-8D44-FBB339E4924F}" type="slidenum">
              <a:rPr lang="en-AU" smtClean="0">
                <a:solidFill>
                  <a:schemeClr val="tx1"/>
                </a:solidFill>
              </a:rPr>
              <a:pPr/>
              <a:t>41</a:t>
            </a:fld>
            <a:endParaRPr lang="en-AU" dirty="0">
              <a:solidFill>
                <a:schemeClr val="tx1"/>
              </a:solidFill>
            </a:endParaRPr>
          </a:p>
        </p:txBody>
      </p:sp>
      <p:sp>
        <p:nvSpPr>
          <p:cNvPr id="5" name="Rectangle 4"/>
          <p:cNvSpPr/>
          <p:nvPr/>
        </p:nvSpPr>
        <p:spPr>
          <a:xfrm>
            <a:off x="3703524" y="425817"/>
            <a:ext cx="4784952" cy="1274909"/>
          </a:xfrm>
          <a:prstGeom prst="rect">
            <a:avLst/>
          </a:prstGeom>
          <a:solidFill>
            <a:schemeClr val="bg1"/>
          </a:solid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NZ" sz="2600" dirty="0">
                <a:solidFill>
                  <a:schemeClr val="tx1"/>
                </a:solidFill>
              </a:rPr>
              <a:t>1. an adversary gains an edit-access to final grades</a:t>
            </a:r>
          </a:p>
        </p:txBody>
      </p:sp>
      <p:sp>
        <p:nvSpPr>
          <p:cNvPr id="8" name="Rounded Rectangle 7"/>
          <p:cNvSpPr/>
          <p:nvPr/>
        </p:nvSpPr>
        <p:spPr>
          <a:xfrm>
            <a:off x="1941977" y="2375050"/>
            <a:ext cx="4043633" cy="1015849"/>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NZ" sz="2600" dirty="0">
                <a:solidFill>
                  <a:schemeClr val="tx1"/>
                </a:solidFill>
              </a:rPr>
              <a:t>1.1. login to </a:t>
            </a:r>
            <a:r>
              <a:rPr lang="en-NZ" sz="2600" dirty="0" err="1">
                <a:solidFill>
                  <a:schemeClr val="tx1"/>
                </a:solidFill>
              </a:rPr>
              <a:t>csmarks</a:t>
            </a:r>
            <a:r>
              <a:rPr lang="en-NZ" sz="2600" dirty="0">
                <a:solidFill>
                  <a:schemeClr val="tx1"/>
                </a:solidFill>
              </a:rPr>
              <a:t> as target staff</a:t>
            </a:r>
          </a:p>
        </p:txBody>
      </p:sp>
      <p:sp>
        <p:nvSpPr>
          <p:cNvPr id="9" name="Rounded Rectangle 8"/>
          <p:cNvSpPr/>
          <p:nvPr/>
        </p:nvSpPr>
        <p:spPr>
          <a:xfrm>
            <a:off x="6650609" y="2371147"/>
            <a:ext cx="4043633" cy="1019752"/>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NZ" sz="2600" dirty="0">
                <a:solidFill>
                  <a:schemeClr val="tx1"/>
                </a:solidFill>
              </a:rPr>
              <a:t>1.2. login to LMS as </a:t>
            </a:r>
          </a:p>
          <a:p>
            <a:pPr algn="ctr"/>
            <a:r>
              <a:rPr lang="en-NZ" sz="2600" dirty="0">
                <a:solidFill>
                  <a:schemeClr val="tx1"/>
                </a:solidFill>
              </a:rPr>
              <a:t>target staff</a:t>
            </a:r>
          </a:p>
        </p:txBody>
      </p:sp>
      <p:sp>
        <p:nvSpPr>
          <p:cNvPr id="14" name="Rounded Rectangle 13"/>
          <p:cNvSpPr/>
          <p:nvPr/>
        </p:nvSpPr>
        <p:spPr>
          <a:xfrm>
            <a:off x="6879209" y="4065222"/>
            <a:ext cx="4616947" cy="1344977"/>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NZ" sz="2600" dirty="0">
                <a:solidFill>
                  <a:schemeClr val="tx1"/>
                </a:solidFill>
              </a:rPr>
              <a:t>1.2.1. steal user session cookie</a:t>
            </a:r>
          </a:p>
        </p:txBody>
      </p:sp>
      <p:cxnSp>
        <p:nvCxnSpPr>
          <p:cNvPr id="17" name="Straight Connector 16"/>
          <p:cNvCxnSpPr>
            <a:cxnSpLocks/>
            <a:stCxn id="5" idx="2"/>
            <a:endCxn id="8" idx="0"/>
          </p:cNvCxnSpPr>
          <p:nvPr/>
        </p:nvCxnSpPr>
        <p:spPr>
          <a:xfrm flipH="1">
            <a:off x="3963794" y="1700726"/>
            <a:ext cx="2132206" cy="67432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8" name="Straight Connector 17"/>
          <p:cNvCxnSpPr>
            <a:cxnSpLocks/>
            <a:stCxn id="5" idx="2"/>
            <a:endCxn id="9" idx="0"/>
          </p:cNvCxnSpPr>
          <p:nvPr/>
        </p:nvCxnSpPr>
        <p:spPr>
          <a:xfrm>
            <a:off x="6096000" y="1700726"/>
            <a:ext cx="2576426" cy="67042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3" name="Straight Connector 22"/>
          <p:cNvCxnSpPr>
            <a:cxnSpLocks/>
            <a:stCxn id="9" idx="2"/>
            <a:endCxn id="14" idx="0"/>
          </p:cNvCxnSpPr>
          <p:nvPr/>
        </p:nvCxnSpPr>
        <p:spPr>
          <a:xfrm>
            <a:off x="8672426" y="3390899"/>
            <a:ext cx="515257" cy="674323"/>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27" name="Rounded Rectangle 26"/>
          <p:cNvSpPr/>
          <p:nvPr/>
        </p:nvSpPr>
        <p:spPr>
          <a:xfrm>
            <a:off x="1238250" y="4065222"/>
            <a:ext cx="4616947" cy="1344977"/>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NZ" sz="2600" dirty="0">
                <a:solidFill>
                  <a:schemeClr val="tx1"/>
                </a:solidFill>
              </a:rPr>
              <a:t>1.1.1. steal </a:t>
            </a:r>
            <a:r>
              <a:rPr lang="en-AU" sz="2600" dirty="0">
                <a:solidFill>
                  <a:schemeClr val="tx1"/>
                </a:solidFill>
              </a:rPr>
              <a:t>PHEME password and username</a:t>
            </a:r>
            <a:endParaRPr lang="en-NZ" sz="2600" dirty="0">
              <a:solidFill>
                <a:schemeClr val="tx1"/>
              </a:solidFill>
            </a:endParaRPr>
          </a:p>
        </p:txBody>
      </p:sp>
      <p:cxnSp>
        <p:nvCxnSpPr>
          <p:cNvPr id="29" name="Straight Connector 28"/>
          <p:cNvCxnSpPr>
            <a:cxnSpLocks/>
            <a:stCxn id="8" idx="2"/>
            <a:endCxn id="27" idx="0"/>
          </p:cNvCxnSpPr>
          <p:nvPr/>
        </p:nvCxnSpPr>
        <p:spPr>
          <a:xfrm flipH="1">
            <a:off x="3546724" y="3390899"/>
            <a:ext cx="417070" cy="674323"/>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865645769"/>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D6FDA36-BDF1-4087-8A16-4CC6CB02506D}"/>
              </a:ext>
            </a:extLst>
          </p:cNvPr>
          <p:cNvSpPr>
            <a:spLocks noGrp="1"/>
          </p:cNvSpPr>
          <p:nvPr>
            <p:ph type="title"/>
          </p:nvPr>
        </p:nvSpPr>
        <p:spPr>
          <a:xfrm>
            <a:off x="913795" y="0"/>
            <a:ext cx="10353762" cy="1257300"/>
          </a:xfrm>
        </p:spPr>
        <p:txBody>
          <a:bodyPr/>
          <a:lstStyle/>
          <a:p>
            <a:r>
              <a:rPr lang="en-AU" dirty="0"/>
              <a:t>Threat Modelling</a:t>
            </a:r>
          </a:p>
        </p:txBody>
      </p:sp>
      <p:sp>
        <p:nvSpPr>
          <p:cNvPr id="4" name="Content Placeholder 2">
            <a:extLst>
              <a:ext uri="{FF2B5EF4-FFF2-40B4-BE49-F238E27FC236}">
                <a16:creationId xmlns:a16="http://schemas.microsoft.com/office/drawing/2014/main" id="{B5AA40AF-42A6-4463-90D6-9967B54A557A}"/>
              </a:ext>
            </a:extLst>
          </p:cNvPr>
          <p:cNvSpPr>
            <a:spLocks noGrp="1"/>
          </p:cNvSpPr>
          <p:nvPr>
            <p:ph idx="1"/>
          </p:nvPr>
        </p:nvSpPr>
        <p:spPr>
          <a:xfrm>
            <a:off x="297194" y="1062269"/>
            <a:ext cx="11710776" cy="5334828"/>
          </a:xfrm>
        </p:spPr>
        <p:txBody>
          <a:bodyPr>
            <a:normAutofit/>
          </a:bodyPr>
          <a:lstStyle/>
          <a:p>
            <a:r>
              <a:rPr lang="en-US" sz="2800" dirty="0"/>
              <a:t>What is threat modelling:</a:t>
            </a:r>
          </a:p>
          <a:p>
            <a:pPr lvl="1"/>
            <a:r>
              <a:rPr lang="en-US" sz="2800" dirty="0"/>
              <a:t>It is a structured approach to create a security model of a given system</a:t>
            </a:r>
          </a:p>
          <a:p>
            <a:pPr lvl="1"/>
            <a:r>
              <a:rPr lang="en-US" sz="2800" dirty="0"/>
              <a:t>It is used to identify, assess, and prioritize potential threats to an organization’s information systems</a:t>
            </a:r>
          </a:p>
        </p:txBody>
      </p:sp>
    </p:spTree>
    <p:extLst>
      <p:ext uri="{BB962C8B-B14F-4D97-AF65-F5344CB8AC3E}">
        <p14:creationId xmlns:p14="http://schemas.microsoft.com/office/powerpoint/2010/main" val="2700010196"/>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CCF7B76A-2B9A-4665-BB75-DA2D8B119969}"/>
              </a:ext>
            </a:extLst>
          </p:cNvPr>
          <p:cNvSpPr>
            <a:spLocks noGrp="1"/>
          </p:cNvSpPr>
          <p:nvPr>
            <p:ph idx="1"/>
          </p:nvPr>
        </p:nvSpPr>
        <p:spPr>
          <a:xfrm>
            <a:off x="275841" y="1212161"/>
            <a:ext cx="11278205" cy="5188226"/>
          </a:xfrm>
        </p:spPr>
        <p:txBody>
          <a:bodyPr>
            <a:normAutofit/>
          </a:bodyPr>
          <a:lstStyle/>
          <a:p>
            <a:r>
              <a:rPr lang="en-US" sz="2800" dirty="0"/>
              <a:t>Compare threat modelling with attack tree?</a:t>
            </a:r>
            <a:endParaRPr lang="en-AU" sz="2800" dirty="0"/>
          </a:p>
          <a:p>
            <a:pPr lvl="1"/>
            <a:endParaRPr lang="en-AU" sz="2800" dirty="0"/>
          </a:p>
        </p:txBody>
      </p:sp>
      <p:sp>
        <p:nvSpPr>
          <p:cNvPr id="5" name="Title 1">
            <a:extLst>
              <a:ext uri="{FF2B5EF4-FFF2-40B4-BE49-F238E27FC236}">
                <a16:creationId xmlns:a16="http://schemas.microsoft.com/office/drawing/2014/main" id="{301008ED-0293-4DED-A127-92D29262F708}"/>
              </a:ext>
            </a:extLst>
          </p:cNvPr>
          <p:cNvSpPr>
            <a:spLocks noGrp="1"/>
          </p:cNvSpPr>
          <p:nvPr>
            <p:ph type="title"/>
          </p:nvPr>
        </p:nvSpPr>
        <p:spPr>
          <a:xfrm>
            <a:off x="1729409" y="69850"/>
            <a:ext cx="8150087" cy="1082675"/>
          </a:xfrm>
        </p:spPr>
        <p:txBody>
          <a:bodyPr/>
          <a:lstStyle/>
          <a:p>
            <a:r>
              <a:rPr lang="en-AU" dirty="0"/>
              <a:t>Threat Modelling</a:t>
            </a:r>
          </a:p>
        </p:txBody>
      </p:sp>
    </p:spTree>
    <p:extLst>
      <p:ext uri="{BB962C8B-B14F-4D97-AF65-F5344CB8AC3E}">
        <p14:creationId xmlns:p14="http://schemas.microsoft.com/office/powerpoint/2010/main" val="361545561"/>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CCF7B76A-2B9A-4665-BB75-DA2D8B119969}"/>
              </a:ext>
            </a:extLst>
          </p:cNvPr>
          <p:cNvSpPr>
            <a:spLocks noGrp="1"/>
          </p:cNvSpPr>
          <p:nvPr>
            <p:ph idx="1"/>
          </p:nvPr>
        </p:nvSpPr>
        <p:spPr>
          <a:xfrm>
            <a:off x="275841" y="1212161"/>
            <a:ext cx="11278205" cy="5188226"/>
          </a:xfrm>
        </p:spPr>
        <p:txBody>
          <a:bodyPr>
            <a:normAutofit/>
          </a:bodyPr>
          <a:lstStyle/>
          <a:p>
            <a:r>
              <a:rPr lang="en-US" sz="2800" dirty="0"/>
              <a:t>Compare threat modelling with attack tree?</a:t>
            </a:r>
            <a:endParaRPr lang="en-AU" sz="2800" dirty="0"/>
          </a:p>
          <a:p>
            <a:pPr lvl="1"/>
            <a:r>
              <a:rPr lang="en-AU" sz="2800" dirty="0"/>
              <a:t>e.g., </a:t>
            </a:r>
            <a:r>
              <a:rPr lang="en-AU" sz="2800" dirty="0">
                <a:solidFill>
                  <a:srgbClr val="FF0000"/>
                </a:solidFill>
              </a:rPr>
              <a:t>similarity: </a:t>
            </a:r>
            <a:r>
              <a:rPr lang="en-US" sz="2600" dirty="0"/>
              <a:t>both are valuable for security assessment and can be used in combination to provide a comprehensive understanding of potential security threats to an information system.</a:t>
            </a:r>
            <a:endParaRPr lang="en-AU" sz="2600" dirty="0"/>
          </a:p>
        </p:txBody>
      </p:sp>
      <p:sp>
        <p:nvSpPr>
          <p:cNvPr id="5" name="Title 1">
            <a:extLst>
              <a:ext uri="{FF2B5EF4-FFF2-40B4-BE49-F238E27FC236}">
                <a16:creationId xmlns:a16="http://schemas.microsoft.com/office/drawing/2014/main" id="{301008ED-0293-4DED-A127-92D29262F708}"/>
              </a:ext>
            </a:extLst>
          </p:cNvPr>
          <p:cNvSpPr>
            <a:spLocks noGrp="1"/>
          </p:cNvSpPr>
          <p:nvPr>
            <p:ph type="title"/>
          </p:nvPr>
        </p:nvSpPr>
        <p:spPr>
          <a:xfrm>
            <a:off x="1729409" y="69850"/>
            <a:ext cx="8150087" cy="1082675"/>
          </a:xfrm>
        </p:spPr>
        <p:txBody>
          <a:bodyPr/>
          <a:lstStyle/>
          <a:p>
            <a:r>
              <a:rPr lang="en-AU" dirty="0"/>
              <a:t>Threat Modelling</a:t>
            </a:r>
          </a:p>
        </p:txBody>
      </p:sp>
    </p:spTree>
    <p:extLst>
      <p:ext uri="{BB962C8B-B14F-4D97-AF65-F5344CB8AC3E}">
        <p14:creationId xmlns:p14="http://schemas.microsoft.com/office/powerpoint/2010/main" val="3608237601"/>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CCF7B76A-2B9A-4665-BB75-DA2D8B119969}"/>
              </a:ext>
            </a:extLst>
          </p:cNvPr>
          <p:cNvSpPr>
            <a:spLocks noGrp="1"/>
          </p:cNvSpPr>
          <p:nvPr>
            <p:ph idx="1"/>
          </p:nvPr>
        </p:nvSpPr>
        <p:spPr>
          <a:xfrm>
            <a:off x="275841" y="1212161"/>
            <a:ext cx="11278205" cy="5188226"/>
          </a:xfrm>
        </p:spPr>
        <p:txBody>
          <a:bodyPr>
            <a:normAutofit/>
          </a:bodyPr>
          <a:lstStyle/>
          <a:p>
            <a:r>
              <a:rPr lang="en-US" sz="2800" dirty="0"/>
              <a:t>Compare threat modelling with attack tree?</a:t>
            </a:r>
            <a:endParaRPr lang="en-AU" sz="2800" dirty="0"/>
          </a:p>
          <a:p>
            <a:pPr lvl="1"/>
            <a:r>
              <a:rPr lang="en-AU" sz="2800" dirty="0"/>
              <a:t>e.g., </a:t>
            </a:r>
            <a:r>
              <a:rPr lang="en-AU" sz="2800" dirty="0">
                <a:solidFill>
                  <a:srgbClr val="FF0000"/>
                </a:solidFill>
              </a:rPr>
              <a:t>similarity: </a:t>
            </a:r>
            <a:r>
              <a:rPr lang="en-US" sz="2600" dirty="0"/>
              <a:t>both are valuable for security assessment and can be used in combination to provide a comprehensive understanding of potential security threats to an information system.</a:t>
            </a:r>
            <a:endParaRPr lang="en-AU" sz="2600" dirty="0"/>
          </a:p>
          <a:p>
            <a:pPr lvl="1"/>
            <a:r>
              <a:rPr lang="en-AU" sz="2800" dirty="0">
                <a:solidFill>
                  <a:srgbClr val="FF0000"/>
                </a:solidFill>
              </a:rPr>
              <a:t>difference: </a:t>
            </a:r>
            <a:r>
              <a:rPr lang="en-US" sz="2800" dirty="0"/>
              <a:t>threat modeling is a broader approach that evaluates potential weaknesses to </a:t>
            </a:r>
            <a:r>
              <a:rPr lang="en-US" sz="2800" dirty="0">
                <a:solidFill>
                  <a:srgbClr val="FF0000"/>
                </a:solidFill>
              </a:rPr>
              <a:t>an information system as a whole</a:t>
            </a:r>
            <a:r>
              <a:rPr lang="en-US" sz="2800" dirty="0"/>
              <a:t>. </a:t>
            </a:r>
          </a:p>
          <a:p>
            <a:pPr marL="450000" lvl="1" indent="0">
              <a:buNone/>
            </a:pPr>
            <a:r>
              <a:rPr lang="en-US" sz="2800" dirty="0"/>
              <a:t>  attack tree is a more focused approach that analyzes a specific attack scenario and the possible attack steps to achieve </a:t>
            </a:r>
            <a:r>
              <a:rPr lang="en-US" sz="2800" dirty="0">
                <a:solidFill>
                  <a:srgbClr val="FF0000"/>
                </a:solidFill>
              </a:rPr>
              <a:t>a specific attack goal</a:t>
            </a:r>
            <a:r>
              <a:rPr lang="en-US" sz="2800" dirty="0"/>
              <a:t>.</a:t>
            </a:r>
            <a:endParaRPr lang="en-AU" sz="2800" dirty="0"/>
          </a:p>
        </p:txBody>
      </p:sp>
      <p:sp>
        <p:nvSpPr>
          <p:cNvPr id="5" name="Title 1">
            <a:extLst>
              <a:ext uri="{FF2B5EF4-FFF2-40B4-BE49-F238E27FC236}">
                <a16:creationId xmlns:a16="http://schemas.microsoft.com/office/drawing/2014/main" id="{301008ED-0293-4DED-A127-92D29262F708}"/>
              </a:ext>
            </a:extLst>
          </p:cNvPr>
          <p:cNvSpPr>
            <a:spLocks noGrp="1"/>
          </p:cNvSpPr>
          <p:nvPr>
            <p:ph type="title"/>
          </p:nvPr>
        </p:nvSpPr>
        <p:spPr>
          <a:xfrm>
            <a:off x="1729409" y="69850"/>
            <a:ext cx="8150087" cy="1082675"/>
          </a:xfrm>
        </p:spPr>
        <p:txBody>
          <a:bodyPr/>
          <a:lstStyle/>
          <a:p>
            <a:r>
              <a:rPr lang="en-AU" dirty="0"/>
              <a:t>Threat Modelling</a:t>
            </a:r>
          </a:p>
        </p:txBody>
      </p:sp>
    </p:spTree>
    <p:extLst>
      <p:ext uri="{BB962C8B-B14F-4D97-AF65-F5344CB8AC3E}">
        <p14:creationId xmlns:p14="http://schemas.microsoft.com/office/powerpoint/2010/main" val="3506645311"/>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D6FDA36-BDF1-4087-8A16-4CC6CB02506D}"/>
              </a:ext>
            </a:extLst>
          </p:cNvPr>
          <p:cNvSpPr>
            <a:spLocks noGrp="1"/>
          </p:cNvSpPr>
          <p:nvPr>
            <p:ph type="title"/>
          </p:nvPr>
        </p:nvSpPr>
        <p:spPr>
          <a:xfrm>
            <a:off x="913795" y="0"/>
            <a:ext cx="10353762" cy="1257300"/>
          </a:xfrm>
        </p:spPr>
        <p:txBody>
          <a:bodyPr/>
          <a:lstStyle/>
          <a:p>
            <a:r>
              <a:rPr lang="en-AU" dirty="0"/>
              <a:t>Threat Modelling</a:t>
            </a:r>
          </a:p>
        </p:txBody>
      </p:sp>
      <p:sp>
        <p:nvSpPr>
          <p:cNvPr id="4" name="Content Placeholder 2">
            <a:extLst>
              <a:ext uri="{FF2B5EF4-FFF2-40B4-BE49-F238E27FC236}">
                <a16:creationId xmlns:a16="http://schemas.microsoft.com/office/drawing/2014/main" id="{B5AA40AF-42A6-4463-90D6-9967B54A557A}"/>
              </a:ext>
            </a:extLst>
          </p:cNvPr>
          <p:cNvSpPr>
            <a:spLocks noGrp="1"/>
          </p:cNvSpPr>
          <p:nvPr>
            <p:ph idx="1"/>
          </p:nvPr>
        </p:nvSpPr>
        <p:spPr>
          <a:xfrm>
            <a:off x="297194" y="1062269"/>
            <a:ext cx="11710776" cy="5334828"/>
          </a:xfrm>
        </p:spPr>
        <p:txBody>
          <a:bodyPr>
            <a:normAutofit/>
          </a:bodyPr>
          <a:lstStyle/>
          <a:p>
            <a:r>
              <a:rPr lang="en-US" sz="2800" dirty="0"/>
              <a:t>What is threat modelling:</a:t>
            </a:r>
          </a:p>
          <a:p>
            <a:pPr lvl="1"/>
            <a:r>
              <a:rPr lang="en-US" sz="2800" dirty="0"/>
              <a:t>It is a structured approach to create a security model of a given system</a:t>
            </a:r>
          </a:p>
          <a:p>
            <a:pPr marL="450000" lvl="1" indent="0">
              <a:buNone/>
            </a:pPr>
            <a:endParaRPr lang="en-US" sz="2800" dirty="0"/>
          </a:p>
          <a:p>
            <a:r>
              <a:rPr lang="en-US" sz="2800" dirty="0"/>
              <a:t>A representative methodology: </a:t>
            </a:r>
            <a:r>
              <a:rPr lang="en-US" sz="2800" dirty="0">
                <a:solidFill>
                  <a:srgbClr val="FF0000"/>
                </a:solidFill>
              </a:rPr>
              <a:t>STRIDE</a:t>
            </a:r>
          </a:p>
          <a:p>
            <a:pPr marL="450000" lvl="1" indent="0">
              <a:buNone/>
            </a:pPr>
            <a:endParaRPr lang="en-US" sz="2800" dirty="0"/>
          </a:p>
          <a:p>
            <a:r>
              <a:rPr lang="en-AU" sz="2800" dirty="0"/>
              <a:t>Demo: MS Threat Modelling Tool (based on STRIDE)</a:t>
            </a:r>
            <a:endParaRPr lang="en-US" sz="2800" dirty="0"/>
          </a:p>
        </p:txBody>
      </p:sp>
    </p:spTree>
    <p:extLst>
      <p:ext uri="{BB962C8B-B14F-4D97-AF65-F5344CB8AC3E}">
        <p14:creationId xmlns:p14="http://schemas.microsoft.com/office/powerpoint/2010/main" val="2575269882"/>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9078395-9ABB-4056-81AE-13406C98A42F}"/>
              </a:ext>
            </a:extLst>
          </p:cNvPr>
          <p:cNvSpPr>
            <a:spLocks noGrp="1"/>
          </p:cNvSpPr>
          <p:nvPr>
            <p:ph type="title"/>
          </p:nvPr>
        </p:nvSpPr>
        <p:spPr>
          <a:xfrm>
            <a:off x="913795" y="133131"/>
            <a:ext cx="10353762" cy="583033"/>
          </a:xfrm>
        </p:spPr>
        <p:txBody>
          <a:bodyPr>
            <a:normAutofit fontScale="90000"/>
          </a:bodyPr>
          <a:lstStyle/>
          <a:p>
            <a:r>
              <a:rPr lang="en-AU" dirty="0"/>
              <a:t>STRIDE</a:t>
            </a:r>
          </a:p>
        </p:txBody>
      </p:sp>
      <p:sp>
        <p:nvSpPr>
          <p:cNvPr id="6" name="Content Placeholder 2">
            <a:extLst>
              <a:ext uri="{FF2B5EF4-FFF2-40B4-BE49-F238E27FC236}">
                <a16:creationId xmlns:a16="http://schemas.microsoft.com/office/drawing/2014/main" id="{2B6534C2-D8D5-4114-B7B1-2ED1630DD00D}"/>
              </a:ext>
            </a:extLst>
          </p:cNvPr>
          <p:cNvSpPr>
            <a:spLocks noGrp="1"/>
          </p:cNvSpPr>
          <p:nvPr>
            <p:ph idx="1"/>
          </p:nvPr>
        </p:nvSpPr>
        <p:spPr>
          <a:xfrm>
            <a:off x="913794" y="1062269"/>
            <a:ext cx="10627966" cy="4993091"/>
          </a:xfrm>
        </p:spPr>
        <p:txBody>
          <a:bodyPr>
            <a:normAutofit/>
          </a:bodyPr>
          <a:lstStyle/>
          <a:p>
            <a:r>
              <a:rPr lang="en-US" sz="2800" dirty="0"/>
              <a:t>What is STRIDE?</a:t>
            </a:r>
          </a:p>
          <a:p>
            <a:pPr lvl="1"/>
            <a:r>
              <a:rPr lang="en-US" sz="2800" dirty="0"/>
              <a:t>It is a threat modelling methodology used to identify and categorize </a:t>
            </a:r>
            <a:r>
              <a:rPr lang="en-US" sz="2800" dirty="0">
                <a:solidFill>
                  <a:srgbClr val="FF0000"/>
                </a:solidFill>
              </a:rPr>
              <a:t>all potential threats </a:t>
            </a:r>
            <a:r>
              <a:rPr lang="en-US" sz="2800" dirty="0"/>
              <a:t>to an information system. </a:t>
            </a:r>
          </a:p>
          <a:p>
            <a:pPr marL="450000" lvl="1" indent="0">
              <a:buNone/>
            </a:pPr>
            <a:endParaRPr lang="en-US" sz="2800" dirty="0"/>
          </a:p>
          <a:p>
            <a:pPr lvl="1"/>
            <a:r>
              <a:rPr lang="en-US" sz="2800" dirty="0"/>
              <a:t>STRIDE stands for Spoofing, Tampering, Repudiation, Information disclosure, Denial of service, and Elevation of privilege.</a:t>
            </a:r>
          </a:p>
        </p:txBody>
      </p:sp>
    </p:spTree>
    <p:extLst>
      <p:ext uri="{BB962C8B-B14F-4D97-AF65-F5344CB8AC3E}">
        <p14:creationId xmlns:p14="http://schemas.microsoft.com/office/powerpoint/2010/main" val="825441328"/>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9078395-9ABB-4056-81AE-13406C98A42F}"/>
              </a:ext>
            </a:extLst>
          </p:cNvPr>
          <p:cNvSpPr>
            <a:spLocks noGrp="1"/>
          </p:cNvSpPr>
          <p:nvPr>
            <p:ph type="title"/>
          </p:nvPr>
        </p:nvSpPr>
        <p:spPr>
          <a:xfrm>
            <a:off x="913795" y="133131"/>
            <a:ext cx="10353762" cy="583033"/>
          </a:xfrm>
        </p:spPr>
        <p:txBody>
          <a:bodyPr>
            <a:normAutofit fontScale="90000"/>
          </a:bodyPr>
          <a:lstStyle/>
          <a:p>
            <a:r>
              <a:rPr lang="en-AU" dirty="0"/>
              <a:t>STRIDE</a:t>
            </a:r>
          </a:p>
        </p:txBody>
      </p:sp>
      <p:graphicFrame>
        <p:nvGraphicFramePr>
          <p:cNvPr id="5" name="Table 5">
            <a:extLst>
              <a:ext uri="{FF2B5EF4-FFF2-40B4-BE49-F238E27FC236}">
                <a16:creationId xmlns:a16="http://schemas.microsoft.com/office/drawing/2014/main" id="{3FEE2090-2AB0-4A5A-BDF0-88C822AD944B}"/>
              </a:ext>
            </a:extLst>
          </p:cNvPr>
          <p:cNvGraphicFramePr>
            <a:graphicFrameLocks noGrp="1"/>
          </p:cNvGraphicFramePr>
          <p:nvPr>
            <p:ph idx="1"/>
            <p:extLst>
              <p:ext uri="{D42A27DB-BD31-4B8C-83A1-F6EECF244321}">
                <p14:modId xmlns:p14="http://schemas.microsoft.com/office/powerpoint/2010/main" val="1339990910"/>
              </p:ext>
            </p:extLst>
          </p:nvPr>
        </p:nvGraphicFramePr>
        <p:xfrm>
          <a:off x="660520" y="923198"/>
          <a:ext cx="10860311" cy="2567964"/>
        </p:xfrm>
        <a:graphic>
          <a:graphicData uri="http://schemas.openxmlformats.org/drawingml/2006/table">
            <a:tbl>
              <a:tblPr firstRow="1" bandRow="1">
                <a:effectLst/>
                <a:tableStyleId>{5C22544A-7EE6-4342-B048-85BDC9FD1C3A}</a:tableStyleId>
              </a:tblPr>
              <a:tblGrid>
                <a:gridCol w="1532472">
                  <a:extLst>
                    <a:ext uri="{9D8B030D-6E8A-4147-A177-3AD203B41FA5}">
                      <a16:colId xmlns:a16="http://schemas.microsoft.com/office/drawing/2014/main" val="277762477"/>
                    </a:ext>
                  </a:extLst>
                </a:gridCol>
                <a:gridCol w="1532472">
                  <a:extLst>
                    <a:ext uri="{9D8B030D-6E8A-4147-A177-3AD203B41FA5}">
                      <a16:colId xmlns:a16="http://schemas.microsoft.com/office/drawing/2014/main" val="3918801704"/>
                    </a:ext>
                  </a:extLst>
                </a:gridCol>
                <a:gridCol w="7795367">
                  <a:extLst>
                    <a:ext uri="{9D8B030D-6E8A-4147-A177-3AD203B41FA5}">
                      <a16:colId xmlns:a16="http://schemas.microsoft.com/office/drawing/2014/main" val="3468371891"/>
                    </a:ext>
                  </a:extLst>
                </a:gridCol>
              </a:tblGrid>
              <a:tr h="393250">
                <a:tc>
                  <a:txBody>
                    <a:bodyPr/>
                    <a:lstStyle/>
                    <a:p>
                      <a:r>
                        <a:rPr lang="en-AU" sz="2000" b="1" kern="1200" dirty="0">
                          <a:ln>
                            <a:solidFill>
                              <a:schemeClr val="bg1">
                                <a:lumMod val="75000"/>
                                <a:lumOff val="25000"/>
                                <a:alpha val="10000"/>
                              </a:schemeClr>
                            </a:solidFill>
                          </a:ln>
                          <a:solidFill>
                            <a:schemeClr val="tx2"/>
                          </a:solidFill>
                          <a:effectLst/>
                          <a:latin typeface="+mn-lt"/>
                          <a:ea typeface="+mn-ea"/>
                          <a:cs typeface="+mn-cs"/>
                        </a:rPr>
                        <a:t>Category</a:t>
                      </a:r>
                    </a:p>
                  </a:txBody>
                  <a:tcPr>
                    <a:noFill/>
                  </a:tcPr>
                </a:tc>
                <a:tc>
                  <a:txBody>
                    <a:bodyPr/>
                    <a:lstStyle/>
                    <a:p>
                      <a:r>
                        <a:rPr lang="en-AU" sz="2000" b="1" kern="1200" dirty="0">
                          <a:ln>
                            <a:solidFill>
                              <a:schemeClr val="bg1">
                                <a:lumMod val="75000"/>
                                <a:lumOff val="25000"/>
                                <a:alpha val="10000"/>
                              </a:schemeClr>
                            </a:solidFill>
                          </a:ln>
                          <a:solidFill>
                            <a:schemeClr val="tx2"/>
                          </a:solidFill>
                          <a:effectLst/>
                          <a:latin typeface="+mn-lt"/>
                          <a:ea typeface="+mn-ea"/>
                          <a:cs typeface="+mn-cs"/>
                        </a:rPr>
                        <a:t>Violation</a:t>
                      </a:r>
                    </a:p>
                  </a:txBody>
                  <a:tcPr>
                    <a:noFill/>
                  </a:tcPr>
                </a:tc>
                <a:tc>
                  <a:txBody>
                    <a:bodyPr/>
                    <a:lstStyle/>
                    <a:p>
                      <a:r>
                        <a:rPr lang="en-AU" sz="2000" b="1" kern="1200" dirty="0">
                          <a:ln>
                            <a:solidFill>
                              <a:schemeClr val="bg1">
                                <a:lumMod val="75000"/>
                                <a:lumOff val="25000"/>
                                <a:alpha val="10000"/>
                              </a:schemeClr>
                            </a:solidFill>
                          </a:ln>
                          <a:solidFill>
                            <a:schemeClr val="tx2"/>
                          </a:solidFill>
                          <a:effectLst/>
                          <a:latin typeface="+mn-lt"/>
                          <a:ea typeface="+mn-ea"/>
                          <a:cs typeface="+mn-cs"/>
                        </a:rPr>
                        <a:t>Description</a:t>
                      </a:r>
                    </a:p>
                  </a:txBody>
                  <a:tcPr>
                    <a:noFill/>
                  </a:tcPr>
                </a:tc>
                <a:extLst>
                  <a:ext uri="{0D108BD9-81ED-4DB2-BD59-A6C34878D82A}">
                    <a16:rowId xmlns:a16="http://schemas.microsoft.com/office/drawing/2014/main" val="2396182115"/>
                  </a:ext>
                </a:extLst>
              </a:tr>
              <a:tr h="598572">
                <a:tc>
                  <a:txBody>
                    <a:bodyPr/>
                    <a:lstStyle/>
                    <a:p>
                      <a:r>
                        <a:rPr lang="en-US" sz="2000" b="1" kern="1200" dirty="0">
                          <a:ln>
                            <a:solidFill>
                              <a:schemeClr val="bg1">
                                <a:lumMod val="75000"/>
                                <a:lumOff val="25000"/>
                                <a:alpha val="10000"/>
                              </a:schemeClr>
                            </a:solidFill>
                          </a:ln>
                          <a:solidFill>
                            <a:schemeClr val="tx2"/>
                          </a:solidFill>
                          <a:effectLst/>
                          <a:latin typeface="+mn-lt"/>
                          <a:ea typeface="+mn-ea"/>
                          <a:cs typeface="+mn-cs"/>
                        </a:rPr>
                        <a:t>Spoofing</a:t>
                      </a:r>
                      <a:endParaRPr lang="en-AU" sz="2000" b="1" kern="1200" dirty="0">
                        <a:ln>
                          <a:solidFill>
                            <a:schemeClr val="bg1">
                              <a:lumMod val="75000"/>
                              <a:lumOff val="25000"/>
                              <a:alpha val="10000"/>
                            </a:schemeClr>
                          </a:solidFill>
                        </a:ln>
                        <a:solidFill>
                          <a:schemeClr val="tx2"/>
                        </a:solidFill>
                        <a:effectLst/>
                        <a:latin typeface="+mn-lt"/>
                        <a:ea typeface="+mn-ea"/>
                        <a:cs typeface="+mn-cs"/>
                      </a:endParaRPr>
                    </a:p>
                  </a:txBody>
                  <a:tcPr>
                    <a:noFill/>
                  </a:tcPr>
                </a:tc>
                <a:tc>
                  <a:txBody>
                    <a:bodyPr/>
                    <a:lstStyle/>
                    <a:p>
                      <a:r>
                        <a:rPr lang="en-AU" sz="2000" b="1" kern="1200" dirty="0">
                          <a:ln>
                            <a:solidFill>
                              <a:schemeClr val="bg1">
                                <a:lumMod val="75000"/>
                                <a:lumOff val="25000"/>
                                <a:alpha val="10000"/>
                              </a:schemeClr>
                            </a:solidFill>
                          </a:ln>
                          <a:solidFill>
                            <a:schemeClr val="tx2"/>
                          </a:solidFill>
                          <a:effectLst/>
                          <a:latin typeface="+mn-lt"/>
                          <a:ea typeface="+mn-ea"/>
                          <a:cs typeface="+mn-cs"/>
                        </a:rPr>
                        <a:t>Authentication</a:t>
                      </a:r>
                    </a:p>
                  </a:txBody>
                  <a:tcPr>
                    <a:noFill/>
                  </a:tcPr>
                </a:tc>
                <a:tc>
                  <a:txBody>
                    <a:bodyPr/>
                    <a:lstStyle/>
                    <a:p>
                      <a:r>
                        <a:rPr lang="en-US" sz="2000" b="1" kern="1200" dirty="0">
                          <a:ln>
                            <a:solidFill>
                              <a:schemeClr val="bg1">
                                <a:lumMod val="75000"/>
                                <a:lumOff val="25000"/>
                                <a:alpha val="10000"/>
                              </a:schemeClr>
                            </a:solidFill>
                          </a:ln>
                          <a:solidFill>
                            <a:schemeClr val="tx2"/>
                          </a:solidFill>
                          <a:effectLst/>
                          <a:latin typeface="+mn-lt"/>
                          <a:ea typeface="+mn-ea"/>
                          <a:cs typeface="+mn-cs"/>
                        </a:rPr>
                        <a:t>An attacker impersonates a targeted user to gain unauthorized access to a system.</a:t>
                      </a:r>
                      <a:endParaRPr lang="en-AU" sz="2000" b="1" kern="1200" dirty="0">
                        <a:ln>
                          <a:solidFill>
                            <a:schemeClr val="bg1">
                              <a:lumMod val="75000"/>
                              <a:lumOff val="25000"/>
                              <a:alpha val="10000"/>
                            </a:schemeClr>
                          </a:solidFill>
                        </a:ln>
                        <a:solidFill>
                          <a:schemeClr val="tx2"/>
                        </a:solidFill>
                        <a:effectLst/>
                        <a:latin typeface="+mn-lt"/>
                        <a:ea typeface="+mn-ea"/>
                        <a:cs typeface="+mn-cs"/>
                      </a:endParaRPr>
                    </a:p>
                  </a:txBody>
                  <a:tcPr>
                    <a:noFill/>
                  </a:tcPr>
                </a:tc>
                <a:extLst>
                  <a:ext uri="{0D108BD9-81ED-4DB2-BD59-A6C34878D82A}">
                    <a16:rowId xmlns:a16="http://schemas.microsoft.com/office/drawing/2014/main" val="779017825"/>
                  </a:ext>
                </a:extLst>
              </a:tr>
              <a:tr h="682082">
                <a:tc>
                  <a:txBody>
                    <a:bodyPr/>
                    <a:lstStyle/>
                    <a:p>
                      <a:r>
                        <a:rPr lang="en-US" sz="2000" b="1" kern="1200" dirty="0">
                          <a:ln>
                            <a:solidFill>
                              <a:schemeClr val="bg1">
                                <a:lumMod val="75000"/>
                                <a:lumOff val="25000"/>
                                <a:alpha val="10000"/>
                              </a:schemeClr>
                            </a:solidFill>
                          </a:ln>
                          <a:solidFill>
                            <a:schemeClr val="tx2"/>
                          </a:solidFill>
                          <a:effectLst/>
                          <a:latin typeface="+mn-lt"/>
                          <a:ea typeface="+mn-ea"/>
                          <a:cs typeface="+mn-cs"/>
                        </a:rPr>
                        <a:t>Tampering</a:t>
                      </a:r>
                      <a:endParaRPr lang="en-AU" sz="2000" b="1" kern="1200" dirty="0">
                        <a:ln>
                          <a:solidFill>
                            <a:schemeClr val="bg1">
                              <a:lumMod val="75000"/>
                              <a:lumOff val="25000"/>
                              <a:alpha val="10000"/>
                            </a:schemeClr>
                          </a:solidFill>
                        </a:ln>
                        <a:solidFill>
                          <a:schemeClr val="tx2"/>
                        </a:solidFill>
                        <a:effectLst/>
                        <a:latin typeface="+mn-lt"/>
                        <a:ea typeface="+mn-ea"/>
                        <a:cs typeface="+mn-cs"/>
                      </a:endParaRPr>
                    </a:p>
                  </a:txBody>
                  <a:tcPr>
                    <a:noFill/>
                  </a:tcPr>
                </a:tc>
                <a:tc>
                  <a:txBody>
                    <a:bodyPr/>
                    <a:lstStyle/>
                    <a:p>
                      <a:r>
                        <a:rPr lang="en-AU" sz="2000" b="1" kern="1200" dirty="0">
                          <a:ln>
                            <a:solidFill>
                              <a:schemeClr val="bg1">
                                <a:lumMod val="75000"/>
                                <a:lumOff val="25000"/>
                                <a:alpha val="10000"/>
                              </a:schemeClr>
                            </a:solidFill>
                          </a:ln>
                          <a:solidFill>
                            <a:schemeClr val="tx2"/>
                          </a:solidFill>
                          <a:effectLst/>
                          <a:latin typeface="+mn-lt"/>
                          <a:ea typeface="+mn-ea"/>
                          <a:cs typeface="+mn-cs"/>
                        </a:rPr>
                        <a:t>Integrity</a:t>
                      </a:r>
                    </a:p>
                  </a:txBody>
                  <a:tcPr>
                    <a:noFill/>
                  </a:tcPr>
                </a:tc>
                <a:tc>
                  <a:txBody>
                    <a:bodyPr/>
                    <a:lstStyle/>
                    <a:p>
                      <a:r>
                        <a:rPr lang="en-US" sz="2000" b="1" kern="1200" dirty="0">
                          <a:ln>
                            <a:solidFill>
                              <a:schemeClr val="bg1">
                                <a:lumMod val="75000"/>
                                <a:lumOff val="25000"/>
                                <a:alpha val="10000"/>
                              </a:schemeClr>
                            </a:solidFill>
                          </a:ln>
                          <a:solidFill>
                            <a:schemeClr val="tx2"/>
                          </a:solidFill>
                          <a:effectLst/>
                          <a:latin typeface="+mn-lt"/>
                          <a:ea typeface="+mn-ea"/>
                          <a:cs typeface="+mn-cs"/>
                        </a:rPr>
                        <a:t>An attacker modifies data or code to change the behavior of a software/system.</a:t>
                      </a:r>
                      <a:endParaRPr lang="en-AU" sz="2000" b="1" kern="1200" dirty="0">
                        <a:ln>
                          <a:solidFill>
                            <a:schemeClr val="bg1">
                              <a:lumMod val="75000"/>
                              <a:lumOff val="25000"/>
                              <a:alpha val="10000"/>
                            </a:schemeClr>
                          </a:solidFill>
                        </a:ln>
                        <a:solidFill>
                          <a:schemeClr val="tx2"/>
                        </a:solidFill>
                        <a:effectLst/>
                        <a:latin typeface="+mn-lt"/>
                        <a:ea typeface="+mn-ea"/>
                        <a:cs typeface="+mn-cs"/>
                      </a:endParaRPr>
                    </a:p>
                  </a:txBody>
                  <a:tcPr>
                    <a:noFill/>
                  </a:tcPr>
                </a:tc>
                <a:extLst>
                  <a:ext uri="{0D108BD9-81ED-4DB2-BD59-A6C34878D82A}">
                    <a16:rowId xmlns:a16="http://schemas.microsoft.com/office/drawing/2014/main" val="2262459759"/>
                  </a:ext>
                </a:extLst>
              </a:tr>
              <a:tr h="769644">
                <a:tc>
                  <a:txBody>
                    <a:bodyPr/>
                    <a:lstStyle/>
                    <a:p>
                      <a:r>
                        <a:rPr lang="en-US" sz="2000" b="1" kern="1200" dirty="0">
                          <a:ln>
                            <a:solidFill>
                              <a:schemeClr val="bg1">
                                <a:lumMod val="75000"/>
                                <a:lumOff val="25000"/>
                                <a:alpha val="10000"/>
                              </a:schemeClr>
                            </a:solidFill>
                          </a:ln>
                          <a:solidFill>
                            <a:schemeClr val="tx2"/>
                          </a:solidFill>
                          <a:effectLst/>
                          <a:latin typeface="+mn-lt"/>
                          <a:ea typeface="+mn-ea"/>
                          <a:cs typeface="+mn-cs"/>
                        </a:rPr>
                        <a:t>Repudiation</a:t>
                      </a:r>
                      <a:endParaRPr lang="en-AU" sz="2000" b="1" kern="1200" dirty="0">
                        <a:ln>
                          <a:solidFill>
                            <a:schemeClr val="bg1">
                              <a:lumMod val="75000"/>
                              <a:lumOff val="25000"/>
                              <a:alpha val="10000"/>
                            </a:schemeClr>
                          </a:solidFill>
                        </a:ln>
                        <a:solidFill>
                          <a:schemeClr val="tx2"/>
                        </a:solidFill>
                        <a:effectLst/>
                        <a:latin typeface="+mn-lt"/>
                        <a:ea typeface="+mn-ea"/>
                        <a:cs typeface="+mn-cs"/>
                      </a:endParaRPr>
                    </a:p>
                  </a:txBody>
                  <a:tcPr>
                    <a:noFill/>
                  </a:tcPr>
                </a:tc>
                <a:tc>
                  <a:txBody>
                    <a:bodyPr/>
                    <a:lstStyle/>
                    <a:p>
                      <a:r>
                        <a:rPr lang="en-AU" sz="2000" b="1" kern="1200" dirty="0">
                          <a:ln>
                            <a:solidFill>
                              <a:schemeClr val="bg1">
                                <a:lumMod val="75000"/>
                                <a:lumOff val="25000"/>
                                <a:alpha val="10000"/>
                              </a:schemeClr>
                            </a:solidFill>
                          </a:ln>
                          <a:solidFill>
                            <a:schemeClr val="tx2"/>
                          </a:solidFill>
                          <a:effectLst/>
                          <a:latin typeface="+mn-lt"/>
                          <a:ea typeface="+mn-ea"/>
                          <a:cs typeface="+mn-cs"/>
                        </a:rPr>
                        <a:t>Non-repudiation</a:t>
                      </a:r>
                    </a:p>
                  </a:txBody>
                  <a:tcPr>
                    <a:noFill/>
                  </a:tcPr>
                </a:tc>
                <a:tc>
                  <a:txBody>
                    <a:bodyPr/>
                    <a:lstStyle/>
                    <a:p>
                      <a:r>
                        <a:rPr lang="en-US" sz="2000" b="1" kern="1200" dirty="0">
                          <a:ln>
                            <a:solidFill>
                              <a:schemeClr val="bg1">
                                <a:lumMod val="75000"/>
                                <a:lumOff val="25000"/>
                                <a:alpha val="10000"/>
                              </a:schemeClr>
                            </a:solidFill>
                          </a:ln>
                          <a:solidFill>
                            <a:schemeClr val="tx2"/>
                          </a:solidFill>
                          <a:effectLst/>
                          <a:latin typeface="+mn-lt"/>
                          <a:ea typeface="+mn-ea"/>
                          <a:cs typeface="+mn-cs"/>
                        </a:rPr>
                        <a:t>An attacker denies their actions or the actions of others on the system.</a:t>
                      </a:r>
                      <a:endParaRPr lang="en-AU" sz="2000" b="1" kern="1200" dirty="0">
                        <a:ln>
                          <a:solidFill>
                            <a:schemeClr val="bg1">
                              <a:lumMod val="75000"/>
                              <a:lumOff val="25000"/>
                              <a:alpha val="10000"/>
                            </a:schemeClr>
                          </a:solidFill>
                        </a:ln>
                        <a:solidFill>
                          <a:schemeClr val="tx2"/>
                        </a:solidFill>
                        <a:effectLst/>
                        <a:latin typeface="+mn-lt"/>
                        <a:ea typeface="+mn-ea"/>
                        <a:cs typeface="+mn-cs"/>
                      </a:endParaRPr>
                    </a:p>
                  </a:txBody>
                  <a:tcPr>
                    <a:noFill/>
                  </a:tcPr>
                </a:tc>
                <a:extLst>
                  <a:ext uri="{0D108BD9-81ED-4DB2-BD59-A6C34878D82A}">
                    <a16:rowId xmlns:a16="http://schemas.microsoft.com/office/drawing/2014/main" val="1488026173"/>
                  </a:ext>
                </a:extLst>
              </a:tr>
            </a:tbl>
          </a:graphicData>
        </a:graphic>
      </p:graphicFrame>
    </p:spTree>
    <p:extLst>
      <p:ext uri="{BB962C8B-B14F-4D97-AF65-F5344CB8AC3E}">
        <p14:creationId xmlns:p14="http://schemas.microsoft.com/office/powerpoint/2010/main" val="1757069145"/>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9078395-9ABB-4056-81AE-13406C98A42F}"/>
              </a:ext>
            </a:extLst>
          </p:cNvPr>
          <p:cNvSpPr>
            <a:spLocks noGrp="1"/>
          </p:cNvSpPr>
          <p:nvPr>
            <p:ph type="title"/>
          </p:nvPr>
        </p:nvSpPr>
        <p:spPr>
          <a:xfrm>
            <a:off x="913795" y="133131"/>
            <a:ext cx="10353762" cy="583033"/>
          </a:xfrm>
        </p:spPr>
        <p:txBody>
          <a:bodyPr>
            <a:normAutofit fontScale="90000"/>
          </a:bodyPr>
          <a:lstStyle/>
          <a:p>
            <a:r>
              <a:rPr lang="en-AU" dirty="0"/>
              <a:t>STRIDE</a:t>
            </a:r>
          </a:p>
        </p:txBody>
      </p:sp>
      <p:graphicFrame>
        <p:nvGraphicFramePr>
          <p:cNvPr id="5" name="Table 5">
            <a:extLst>
              <a:ext uri="{FF2B5EF4-FFF2-40B4-BE49-F238E27FC236}">
                <a16:creationId xmlns:a16="http://schemas.microsoft.com/office/drawing/2014/main" id="{3FEE2090-2AB0-4A5A-BDF0-88C822AD944B}"/>
              </a:ext>
            </a:extLst>
          </p:cNvPr>
          <p:cNvGraphicFramePr>
            <a:graphicFrameLocks noGrp="1"/>
          </p:cNvGraphicFramePr>
          <p:nvPr>
            <p:ph idx="1"/>
            <p:extLst>
              <p:ext uri="{D42A27DB-BD31-4B8C-83A1-F6EECF244321}">
                <p14:modId xmlns:p14="http://schemas.microsoft.com/office/powerpoint/2010/main" val="3120146044"/>
              </p:ext>
            </p:extLst>
          </p:nvPr>
        </p:nvGraphicFramePr>
        <p:xfrm>
          <a:off x="660520" y="923198"/>
          <a:ext cx="10860311" cy="4935042"/>
        </p:xfrm>
        <a:graphic>
          <a:graphicData uri="http://schemas.openxmlformats.org/drawingml/2006/table">
            <a:tbl>
              <a:tblPr firstRow="1" bandRow="1">
                <a:effectLst/>
                <a:tableStyleId>{5C22544A-7EE6-4342-B048-85BDC9FD1C3A}</a:tableStyleId>
              </a:tblPr>
              <a:tblGrid>
                <a:gridCol w="1532472">
                  <a:extLst>
                    <a:ext uri="{9D8B030D-6E8A-4147-A177-3AD203B41FA5}">
                      <a16:colId xmlns:a16="http://schemas.microsoft.com/office/drawing/2014/main" val="277762477"/>
                    </a:ext>
                  </a:extLst>
                </a:gridCol>
                <a:gridCol w="1532472">
                  <a:extLst>
                    <a:ext uri="{9D8B030D-6E8A-4147-A177-3AD203B41FA5}">
                      <a16:colId xmlns:a16="http://schemas.microsoft.com/office/drawing/2014/main" val="1083324269"/>
                    </a:ext>
                  </a:extLst>
                </a:gridCol>
                <a:gridCol w="7795367">
                  <a:extLst>
                    <a:ext uri="{9D8B030D-6E8A-4147-A177-3AD203B41FA5}">
                      <a16:colId xmlns:a16="http://schemas.microsoft.com/office/drawing/2014/main" val="3468371891"/>
                    </a:ext>
                  </a:extLst>
                </a:gridCol>
              </a:tblGrid>
              <a:tr h="435172">
                <a:tc>
                  <a:txBody>
                    <a:bodyPr/>
                    <a:lstStyle/>
                    <a:p>
                      <a:pPr marL="0" algn="l" defTabSz="457200" rtl="0" eaLnBrk="1" latinLnBrk="0" hangingPunct="1"/>
                      <a:r>
                        <a:rPr lang="en-AU" sz="2000" b="1" kern="1200" dirty="0">
                          <a:ln>
                            <a:solidFill>
                              <a:schemeClr val="bg1">
                                <a:lumMod val="75000"/>
                                <a:lumOff val="25000"/>
                                <a:alpha val="10000"/>
                              </a:schemeClr>
                            </a:solidFill>
                          </a:ln>
                          <a:solidFill>
                            <a:schemeClr val="tx2"/>
                          </a:solidFill>
                          <a:effectLst/>
                          <a:latin typeface="+mn-lt"/>
                          <a:ea typeface="+mn-ea"/>
                          <a:cs typeface="+mn-cs"/>
                        </a:rPr>
                        <a:t>Category</a:t>
                      </a:r>
                    </a:p>
                  </a:txBody>
                  <a:tcPr>
                    <a:noFill/>
                  </a:tcPr>
                </a:tc>
                <a:tc>
                  <a:txBody>
                    <a:bodyPr/>
                    <a:lstStyle/>
                    <a:p>
                      <a:pPr marL="0" algn="l" defTabSz="457200" rtl="0" eaLnBrk="1" latinLnBrk="0" hangingPunct="1"/>
                      <a:r>
                        <a:rPr lang="en-AU" sz="2000" b="1" kern="1200" dirty="0">
                          <a:ln>
                            <a:solidFill>
                              <a:schemeClr val="bg1">
                                <a:lumMod val="75000"/>
                                <a:lumOff val="25000"/>
                                <a:alpha val="10000"/>
                              </a:schemeClr>
                            </a:solidFill>
                          </a:ln>
                          <a:solidFill>
                            <a:schemeClr val="tx2"/>
                          </a:solidFill>
                          <a:effectLst/>
                          <a:latin typeface="+mn-lt"/>
                          <a:ea typeface="+mn-ea"/>
                          <a:cs typeface="+mn-cs"/>
                        </a:rPr>
                        <a:t>Violation</a:t>
                      </a:r>
                    </a:p>
                  </a:txBody>
                  <a:tcPr>
                    <a:noFill/>
                  </a:tcPr>
                </a:tc>
                <a:tc>
                  <a:txBody>
                    <a:bodyPr/>
                    <a:lstStyle/>
                    <a:p>
                      <a:pPr marL="0" algn="l" defTabSz="457200" rtl="0" eaLnBrk="1" latinLnBrk="0" hangingPunct="1"/>
                      <a:r>
                        <a:rPr lang="en-AU" sz="2000" b="1" kern="1200" dirty="0">
                          <a:ln>
                            <a:solidFill>
                              <a:schemeClr val="bg1">
                                <a:lumMod val="75000"/>
                                <a:lumOff val="25000"/>
                                <a:alpha val="10000"/>
                              </a:schemeClr>
                            </a:solidFill>
                          </a:ln>
                          <a:solidFill>
                            <a:schemeClr val="tx2"/>
                          </a:solidFill>
                          <a:effectLst/>
                          <a:latin typeface="+mn-lt"/>
                          <a:ea typeface="+mn-ea"/>
                          <a:cs typeface="+mn-cs"/>
                        </a:rPr>
                        <a:t>Description</a:t>
                      </a:r>
                    </a:p>
                  </a:txBody>
                  <a:tcPr>
                    <a:noFill/>
                  </a:tcPr>
                </a:tc>
                <a:extLst>
                  <a:ext uri="{0D108BD9-81ED-4DB2-BD59-A6C34878D82A}">
                    <a16:rowId xmlns:a16="http://schemas.microsoft.com/office/drawing/2014/main" val="2396182115"/>
                  </a:ext>
                </a:extLst>
              </a:tr>
              <a:tr h="515035">
                <a:tc>
                  <a:txBody>
                    <a:bodyPr/>
                    <a:lstStyle/>
                    <a:p>
                      <a:pPr marL="0" algn="l" defTabSz="457200" rtl="0" eaLnBrk="1" latinLnBrk="0" hangingPunct="1"/>
                      <a:r>
                        <a:rPr lang="en-US" sz="2000" b="1" kern="1200" dirty="0">
                          <a:ln>
                            <a:solidFill>
                              <a:schemeClr val="bg1">
                                <a:lumMod val="75000"/>
                                <a:lumOff val="25000"/>
                                <a:alpha val="10000"/>
                              </a:schemeClr>
                            </a:solidFill>
                          </a:ln>
                          <a:solidFill>
                            <a:schemeClr val="tx2"/>
                          </a:solidFill>
                          <a:effectLst/>
                          <a:latin typeface="+mn-lt"/>
                          <a:ea typeface="+mn-ea"/>
                          <a:cs typeface="+mn-cs"/>
                        </a:rPr>
                        <a:t>Spoofing</a:t>
                      </a:r>
                      <a:endParaRPr lang="en-AU" sz="2000" b="1" kern="1200" dirty="0">
                        <a:ln>
                          <a:solidFill>
                            <a:schemeClr val="bg1">
                              <a:lumMod val="75000"/>
                              <a:lumOff val="25000"/>
                              <a:alpha val="10000"/>
                            </a:schemeClr>
                          </a:solidFill>
                        </a:ln>
                        <a:solidFill>
                          <a:schemeClr val="tx2"/>
                        </a:solidFill>
                        <a:effectLst/>
                        <a:latin typeface="+mn-lt"/>
                        <a:ea typeface="+mn-ea"/>
                        <a:cs typeface="+mn-cs"/>
                      </a:endParaRPr>
                    </a:p>
                  </a:txBody>
                  <a:tcPr>
                    <a:noFill/>
                  </a:tcPr>
                </a:tc>
                <a:tc>
                  <a:txBody>
                    <a:bodyPr/>
                    <a:lstStyle/>
                    <a:p>
                      <a:pPr marL="0" algn="l" defTabSz="457200" rtl="0" eaLnBrk="1" latinLnBrk="0" hangingPunct="1"/>
                      <a:r>
                        <a:rPr lang="en-AU" sz="2000" b="1" kern="1200" dirty="0">
                          <a:ln>
                            <a:solidFill>
                              <a:schemeClr val="bg1">
                                <a:lumMod val="75000"/>
                                <a:lumOff val="25000"/>
                                <a:alpha val="10000"/>
                              </a:schemeClr>
                            </a:solidFill>
                          </a:ln>
                          <a:solidFill>
                            <a:schemeClr val="tx2"/>
                          </a:solidFill>
                          <a:effectLst/>
                          <a:latin typeface="+mn-lt"/>
                          <a:ea typeface="+mn-ea"/>
                          <a:cs typeface="+mn-cs"/>
                        </a:rPr>
                        <a:t>Authentication</a:t>
                      </a:r>
                    </a:p>
                  </a:txBody>
                  <a:tcPr>
                    <a:noFill/>
                  </a:tcPr>
                </a:tc>
                <a:tc>
                  <a:txBody>
                    <a:bodyPr/>
                    <a:lstStyle/>
                    <a:p>
                      <a:pPr marL="0" algn="l" defTabSz="457200" rtl="0" eaLnBrk="1" latinLnBrk="0" hangingPunct="1"/>
                      <a:r>
                        <a:rPr lang="en-US" sz="2000" b="1" kern="1200" dirty="0">
                          <a:ln>
                            <a:solidFill>
                              <a:schemeClr val="bg1">
                                <a:lumMod val="75000"/>
                                <a:lumOff val="25000"/>
                                <a:alpha val="10000"/>
                              </a:schemeClr>
                            </a:solidFill>
                          </a:ln>
                          <a:solidFill>
                            <a:schemeClr val="tx2"/>
                          </a:solidFill>
                          <a:effectLst/>
                          <a:latin typeface="+mn-lt"/>
                          <a:ea typeface="+mn-ea"/>
                          <a:cs typeface="+mn-cs"/>
                        </a:rPr>
                        <a:t>An attacker impersonates a targeted user to gain unauthorized access to a system.</a:t>
                      </a:r>
                      <a:endParaRPr lang="en-AU" sz="2000" b="1" kern="1200" dirty="0">
                        <a:ln>
                          <a:solidFill>
                            <a:schemeClr val="bg1">
                              <a:lumMod val="75000"/>
                              <a:lumOff val="25000"/>
                              <a:alpha val="10000"/>
                            </a:schemeClr>
                          </a:solidFill>
                        </a:ln>
                        <a:solidFill>
                          <a:schemeClr val="tx2"/>
                        </a:solidFill>
                        <a:effectLst/>
                        <a:latin typeface="+mn-lt"/>
                        <a:ea typeface="+mn-ea"/>
                        <a:cs typeface="+mn-cs"/>
                      </a:endParaRPr>
                    </a:p>
                  </a:txBody>
                  <a:tcPr>
                    <a:noFill/>
                  </a:tcPr>
                </a:tc>
                <a:extLst>
                  <a:ext uri="{0D108BD9-81ED-4DB2-BD59-A6C34878D82A}">
                    <a16:rowId xmlns:a16="http://schemas.microsoft.com/office/drawing/2014/main" val="779017825"/>
                  </a:ext>
                </a:extLst>
              </a:tr>
              <a:tr h="494009">
                <a:tc>
                  <a:txBody>
                    <a:bodyPr/>
                    <a:lstStyle/>
                    <a:p>
                      <a:pPr marL="0" algn="l" defTabSz="457200" rtl="0" eaLnBrk="1" latinLnBrk="0" hangingPunct="1"/>
                      <a:r>
                        <a:rPr lang="en-US" sz="2000" b="1" kern="1200" dirty="0">
                          <a:ln>
                            <a:solidFill>
                              <a:schemeClr val="bg1">
                                <a:lumMod val="75000"/>
                                <a:lumOff val="25000"/>
                                <a:alpha val="10000"/>
                              </a:schemeClr>
                            </a:solidFill>
                          </a:ln>
                          <a:solidFill>
                            <a:schemeClr val="tx2"/>
                          </a:solidFill>
                          <a:effectLst/>
                          <a:latin typeface="+mn-lt"/>
                          <a:ea typeface="+mn-ea"/>
                          <a:cs typeface="+mn-cs"/>
                        </a:rPr>
                        <a:t>Tampering</a:t>
                      </a:r>
                      <a:endParaRPr lang="en-AU" sz="2000" b="1" kern="1200" dirty="0">
                        <a:ln>
                          <a:solidFill>
                            <a:schemeClr val="bg1">
                              <a:lumMod val="75000"/>
                              <a:lumOff val="25000"/>
                              <a:alpha val="10000"/>
                            </a:schemeClr>
                          </a:solidFill>
                        </a:ln>
                        <a:solidFill>
                          <a:schemeClr val="tx2"/>
                        </a:solidFill>
                        <a:effectLst/>
                        <a:latin typeface="+mn-lt"/>
                        <a:ea typeface="+mn-ea"/>
                        <a:cs typeface="+mn-cs"/>
                      </a:endParaRPr>
                    </a:p>
                  </a:txBody>
                  <a:tcPr>
                    <a:noFill/>
                  </a:tcPr>
                </a:tc>
                <a:tc>
                  <a:txBody>
                    <a:bodyPr/>
                    <a:lstStyle/>
                    <a:p>
                      <a:pPr marL="0" algn="l" defTabSz="457200" rtl="0" eaLnBrk="1" latinLnBrk="0" hangingPunct="1"/>
                      <a:r>
                        <a:rPr lang="en-AU" sz="2000" b="1" kern="1200" dirty="0">
                          <a:ln>
                            <a:solidFill>
                              <a:schemeClr val="bg1">
                                <a:lumMod val="75000"/>
                                <a:lumOff val="25000"/>
                                <a:alpha val="10000"/>
                              </a:schemeClr>
                            </a:solidFill>
                          </a:ln>
                          <a:solidFill>
                            <a:schemeClr val="tx2"/>
                          </a:solidFill>
                          <a:effectLst/>
                          <a:latin typeface="+mn-lt"/>
                          <a:ea typeface="+mn-ea"/>
                          <a:cs typeface="+mn-cs"/>
                        </a:rPr>
                        <a:t>Integrity</a:t>
                      </a:r>
                    </a:p>
                  </a:txBody>
                  <a:tcPr>
                    <a:noFill/>
                  </a:tcPr>
                </a:tc>
                <a:tc>
                  <a:txBody>
                    <a:bodyPr/>
                    <a:lstStyle/>
                    <a:p>
                      <a:pPr marL="0" algn="l" defTabSz="457200" rtl="0" eaLnBrk="1" latinLnBrk="0" hangingPunct="1"/>
                      <a:r>
                        <a:rPr lang="en-US" sz="2000" b="1" kern="1200" dirty="0">
                          <a:ln>
                            <a:solidFill>
                              <a:schemeClr val="bg1">
                                <a:lumMod val="75000"/>
                                <a:lumOff val="25000"/>
                                <a:alpha val="10000"/>
                              </a:schemeClr>
                            </a:solidFill>
                          </a:ln>
                          <a:solidFill>
                            <a:schemeClr val="tx2"/>
                          </a:solidFill>
                          <a:effectLst/>
                          <a:latin typeface="+mn-lt"/>
                          <a:ea typeface="+mn-ea"/>
                          <a:cs typeface="+mn-cs"/>
                        </a:rPr>
                        <a:t>An attacker modifies data or code to change the behavior of a software/system.</a:t>
                      </a:r>
                      <a:endParaRPr lang="en-AU" sz="2000" b="1" kern="1200" dirty="0">
                        <a:ln>
                          <a:solidFill>
                            <a:schemeClr val="bg1">
                              <a:lumMod val="75000"/>
                              <a:lumOff val="25000"/>
                              <a:alpha val="10000"/>
                            </a:schemeClr>
                          </a:solidFill>
                        </a:ln>
                        <a:solidFill>
                          <a:schemeClr val="tx2"/>
                        </a:solidFill>
                        <a:effectLst/>
                        <a:latin typeface="+mn-lt"/>
                        <a:ea typeface="+mn-ea"/>
                        <a:cs typeface="+mn-cs"/>
                      </a:endParaRPr>
                    </a:p>
                  </a:txBody>
                  <a:tcPr>
                    <a:noFill/>
                  </a:tcPr>
                </a:tc>
                <a:extLst>
                  <a:ext uri="{0D108BD9-81ED-4DB2-BD59-A6C34878D82A}">
                    <a16:rowId xmlns:a16="http://schemas.microsoft.com/office/drawing/2014/main" val="2262459759"/>
                  </a:ext>
                </a:extLst>
              </a:tr>
              <a:tr h="589065">
                <a:tc>
                  <a:txBody>
                    <a:bodyPr/>
                    <a:lstStyle/>
                    <a:p>
                      <a:pPr marL="0" algn="l" defTabSz="457200" rtl="0" eaLnBrk="1" latinLnBrk="0" hangingPunct="1"/>
                      <a:r>
                        <a:rPr lang="en-US" sz="2000" b="1" kern="1200" dirty="0">
                          <a:ln>
                            <a:solidFill>
                              <a:schemeClr val="bg1">
                                <a:lumMod val="75000"/>
                                <a:lumOff val="25000"/>
                                <a:alpha val="10000"/>
                              </a:schemeClr>
                            </a:solidFill>
                          </a:ln>
                          <a:solidFill>
                            <a:schemeClr val="tx2"/>
                          </a:solidFill>
                          <a:effectLst/>
                          <a:latin typeface="+mn-lt"/>
                          <a:ea typeface="+mn-ea"/>
                          <a:cs typeface="+mn-cs"/>
                        </a:rPr>
                        <a:t>Repudiation</a:t>
                      </a:r>
                      <a:endParaRPr lang="en-AU" sz="2000" b="1" kern="1200" dirty="0">
                        <a:ln>
                          <a:solidFill>
                            <a:schemeClr val="bg1">
                              <a:lumMod val="75000"/>
                              <a:lumOff val="25000"/>
                              <a:alpha val="10000"/>
                            </a:schemeClr>
                          </a:solidFill>
                        </a:ln>
                        <a:solidFill>
                          <a:schemeClr val="tx2"/>
                        </a:solidFill>
                        <a:effectLst/>
                        <a:latin typeface="+mn-lt"/>
                        <a:ea typeface="+mn-ea"/>
                        <a:cs typeface="+mn-cs"/>
                      </a:endParaRPr>
                    </a:p>
                  </a:txBody>
                  <a:tcPr>
                    <a:noFill/>
                  </a:tcPr>
                </a:tc>
                <a:tc>
                  <a:txBody>
                    <a:bodyPr/>
                    <a:lstStyle/>
                    <a:p>
                      <a:pPr marL="0" algn="l" defTabSz="457200" rtl="0" eaLnBrk="1" latinLnBrk="0" hangingPunct="1"/>
                      <a:r>
                        <a:rPr lang="en-AU" sz="2000" b="1" kern="1200" dirty="0">
                          <a:ln>
                            <a:solidFill>
                              <a:schemeClr val="bg1">
                                <a:lumMod val="75000"/>
                                <a:lumOff val="25000"/>
                                <a:alpha val="10000"/>
                              </a:schemeClr>
                            </a:solidFill>
                          </a:ln>
                          <a:solidFill>
                            <a:schemeClr val="tx2"/>
                          </a:solidFill>
                          <a:effectLst/>
                          <a:latin typeface="+mn-lt"/>
                          <a:ea typeface="+mn-ea"/>
                          <a:cs typeface="+mn-cs"/>
                        </a:rPr>
                        <a:t>Non-repudiation</a:t>
                      </a:r>
                    </a:p>
                  </a:txBody>
                  <a:tcPr>
                    <a:noFill/>
                  </a:tcPr>
                </a:tc>
                <a:tc>
                  <a:txBody>
                    <a:bodyPr/>
                    <a:lstStyle/>
                    <a:p>
                      <a:pPr marL="0" algn="l" defTabSz="457200" rtl="0" eaLnBrk="1" latinLnBrk="0" hangingPunct="1"/>
                      <a:r>
                        <a:rPr lang="en-US" sz="2000" b="1" kern="1200" dirty="0">
                          <a:ln>
                            <a:solidFill>
                              <a:schemeClr val="bg1">
                                <a:lumMod val="75000"/>
                                <a:lumOff val="25000"/>
                                <a:alpha val="10000"/>
                              </a:schemeClr>
                            </a:solidFill>
                          </a:ln>
                          <a:solidFill>
                            <a:schemeClr val="tx2"/>
                          </a:solidFill>
                          <a:effectLst/>
                          <a:latin typeface="+mn-lt"/>
                          <a:ea typeface="+mn-ea"/>
                          <a:cs typeface="+mn-cs"/>
                        </a:rPr>
                        <a:t>An attacker denies their actions or the actions of others on the system.</a:t>
                      </a:r>
                      <a:endParaRPr lang="en-AU" sz="2000" b="1" kern="1200" dirty="0">
                        <a:ln>
                          <a:solidFill>
                            <a:schemeClr val="bg1">
                              <a:lumMod val="75000"/>
                              <a:lumOff val="25000"/>
                              <a:alpha val="10000"/>
                            </a:schemeClr>
                          </a:solidFill>
                        </a:ln>
                        <a:solidFill>
                          <a:schemeClr val="tx2"/>
                        </a:solidFill>
                        <a:effectLst/>
                        <a:latin typeface="+mn-lt"/>
                        <a:ea typeface="+mn-ea"/>
                        <a:cs typeface="+mn-cs"/>
                      </a:endParaRPr>
                    </a:p>
                  </a:txBody>
                  <a:tcPr>
                    <a:noFill/>
                  </a:tcPr>
                </a:tc>
                <a:extLst>
                  <a:ext uri="{0D108BD9-81ED-4DB2-BD59-A6C34878D82A}">
                    <a16:rowId xmlns:a16="http://schemas.microsoft.com/office/drawing/2014/main" val="1488026173"/>
                  </a:ext>
                </a:extLst>
              </a:tr>
              <a:tr h="729986">
                <a:tc>
                  <a:txBody>
                    <a:bodyPr/>
                    <a:lstStyle/>
                    <a:p>
                      <a:pPr marL="0" algn="l" defTabSz="457200" rtl="0" eaLnBrk="1" latinLnBrk="0" hangingPunct="1"/>
                      <a:r>
                        <a:rPr lang="en-US" sz="2000" b="1" kern="1200" dirty="0">
                          <a:ln>
                            <a:solidFill>
                              <a:schemeClr val="bg1">
                                <a:lumMod val="75000"/>
                                <a:lumOff val="25000"/>
                                <a:alpha val="10000"/>
                              </a:schemeClr>
                            </a:solidFill>
                          </a:ln>
                          <a:solidFill>
                            <a:schemeClr val="tx2"/>
                          </a:solidFill>
                          <a:effectLst/>
                          <a:latin typeface="+mn-lt"/>
                          <a:ea typeface="+mn-ea"/>
                          <a:cs typeface="+mn-cs"/>
                        </a:rPr>
                        <a:t>Information Disclosure</a:t>
                      </a:r>
                      <a:endParaRPr lang="en-AU" sz="2000" b="1" kern="1200" dirty="0">
                        <a:ln>
                          <a:solidFill>
                            <a:schemeClr val="bg1">
                              <a:lumMod val="75000"/>
                              <a:lumOff val="25000"/>
                              <a:alpha val="10000"/>
                            </a:schemeClr>
                          </a:solidFill>
                        </a:ln>
                        <a:solidFill>
                          <a:schemeClr val="tx2"/>
                        </a:solidFill>
                        <a:effectLst/>
                        <a:latin typeface="+mn-lt"/>
                        <a:ea typeface="+mn-ea"/>
                        <a:cs typeface="+mn-cs"/>
                      </a:endParaRPr>
                    </a:p>
                  </a:txBody>
                  <a:tcPr>
                    <a:noFill/>
                  </a:tcPr>
                </a:tc>
                <a:tc>
                  <a:txBody>
                    <a:bodyPr/>
                    <a:lstStyle/>
                    <a:p>
                      <a:pPr marL="0" algn="l" defTabSz="457200" rtl="0" eaLnBrk="1" latinLnBrk="0" hangingPunct="1"/>
                      <a:r>
                        <a:rPr lang="en-AU" sz="2000" b="1" kern="1200" dirty="0">
                          <a:ln>
                            <a:solidFill>
                              <a:schemeClr val="bg1">
                                <a:lumMod val="75000"/>
                                <a:lumOff val="25000"/>
                                <a:alpha val="10000"/>
                              </a:schemeClr>
                            </a:solidFill>
                          </a:ln>
                          <a:solidFill>
                            <a:schemeClr val="tx2"/>
                          </a:solidFill>
                          <a:effectLst/>
                          <a:latin typeface="+mn-lt"/>
                          <a:ea typeface="+mn-ea"/>
                          <a:cs typeface="+mn-cs"/>
                        </a:rPr>
                        <a:t>Confidentiality</a:t>
                      </a:r>
                    </a:p>
                  </a:txBody>
                  <a:tcPr>
                    <a:noFill/>
                  </a:tcPr>
                </a:tc>
                <a:tc>
                  <a:txBody>
                    <a:bodyPr/>
                    <a:lstStyle/>
                    <a:p>
                      <a:pPr marL="0" algn="l" defTabSz="457200" rtl="0" eaLnBrk="1" latinLnBrk="0" hangingPunct="1"/>
                      <a:r>
                        <a:rPr lang="en-US" sz="2000" b="1" kern="1200" dirty="0">
                          <a:ln>
                            <a:solidFill>
                              <a:schemeClr val="bg1">
                                <a:lumMod val="75000"/>
                                <a:lumOff val="25000"/>
                                <a:alpha val="10000"/>
                              </a:schemeClr>
                            </a:solidFill>
                          </a:ln>
                          <a:solidFill>
                            <a:schemeClr val="tx2"/>
                          </a:solidFill>
                          <a:effectLst/>
                          <a:latin typeface="+mn-lt"/>
                          <a:ea typeface="+mn-ea"/>
                          <a:cs typeface="+mn-cs"/>
                        </a:rPr>
                        <a:t>An attacker accesses unauthorized sensitive information.</a:t>
                      </a:r>
                      <a:endParaRPr lang="en-AU" sz="2000" b="1" kern="1200" dirty="0">
                        <a:ln>
                          <a:solidFill>
                            <a:schemeClr val="bg1">
                              <a:lumMod val="75000"/>
                              <a:lumOff val="25000"/>
                              <a:alpha val="10000"/>
                            </a:schemeClr>
                          </a:solidFill>
                        </a:ln>
                        <a:solidFill>
                          <a:schemeClr val="tx2"/>
                        </a:solidFill>
                        <a:effectLst/>
                        <a:latin typeface="+mn-lt"/>
                        <a:ea typeface="+mn-ea"/>
                        <a:cs typeface="+mn-cs"/>
                      </a:endParaRPr>
                    </a:p>
                  </a:txBody>
                  <a:tcPr>
                    <a:noFill/>
                  </a:tcPr>
                </a:tc>
                <a:extLst>
                  <a:ext uri="{0D108BD9-81ED-4DB2-BD59-A6C34878D82A}">
                    <a16:rowId xmlns:a16="http://schemas.microsoft.com/office/drawing/2014/main" val="3840267129"/>
                  </a:ext>
                </a:extLst>
              </a:tr>
              <a:tr h="679584">
                <a:tc>
                  <a:txBody>
                    <a:bodyPr/>
                    <a:lstStyle/>
                    <a:p>
                      <a:pPr marL="0" algn="l" defTabSz="457200" rtl="0" eaLnBrk="1" latinLnBrk="0" hangingPunct="1"/>
                      <a:r>
                        <a:rPr lang="en-US" sz="2000" b="1" kern="1200" dirty="0">
                          <a:ln>
                            <a:solidFill>
                              <a:schemeClr val="bg1">
                                <a:lumMod val="75000"/>
                                <a:lumOff val="25000"/>
                                <a:alpha val="10000"/>
                              </a:schemeClr>
                            </a:solidFill>
                          </a:ln>
                          <a:solidFill>
                            <a:schemeClr val="tx2"/>
                          </a:solidFill>
                          <a:effectLst/>
                          <a:latin typeface="+mn-lt"/>
                          <a:ea typeface="+mn-ea"/>
                          <a:cs typeface="+mn-cs"/>
                        </a:rPr>
                        <a:t>Denial of Service</a:t>
                      </a:r>
                      <a:endParaRPr lang="en-AU" sz="2000" b="1" kern="1200" dirty="0">
                        <a:ln>
                          <a:solidFill>
                            <a:schemeClr val="bg1">
                              <a:lumMod val="75000"/>
                              <a:lumOff val="25000"/>
                              <a:alpha val="10000"/>
                            </a:schemeClr>
                          </a:solidFill>
                        </a:ln>
                        <a:solidFill>
                          <a:schemeClr val="tx2"/>
                        </a:solidFill>
                        <a:effectLst/>
                        <a:latin typeface="+mn-lt"/>
                        <a:ea typeface="+mn-ea"/>
                        <a:cs typeface="+mn-cs"/>
                      </a:endParaRPr>
                    </a:p>
                  </a:txBody>
                  <a:tcPr>
                    <a:noFill/>
                  </a:tcPr>
                </a:tc>
                <a:tc>
                  <a:txBody>
                    <a:bodyPr/>
                    <a:lstStyle/>
                    <a:p>
                      <a:pPr marL="0" algn="l" defTabSz="457200" rtl="0" eaLnBrk="1" latinLnBrk="0" hangingPunct="1"/>
                      <a:r>
                        <a:rPr lang="en-AU" sz="2000" b="1" kern="1200" dirty="0">
                          <a:ln>
                            <a:solidFill>
                              <a:schemeClr val="bg1">
                                <a:lumMod val="75000"/>
                                <a:lumOff val="25000"/>
                                <a:alpha val="10000"/>
                              </a:schemeClr>
                            </a:solidFill>
                          </a:ln>
                          <a:solidFill>
                            <a:schemeClr val="tx2"/>
                          </a:solidFill>
                          <a:effectLst/>
                          <a:latin typeface="+mn-lt"/>
                          <a:ea typeface="+mn-ea"/>
                          <a:cs typeface="+mn-cs"/>
                        </a:rPr>
                        <a:t>Availability</a:t>
                      </a:r>
                    </a:p>
                  </a:txBody>
                  <a:tcPr>
                    <a:noFill/>
                  </a:tcPr>
                </a:tc>
                <a:tc>
                  <a:txBody>
                    <a:bodyPr/>
                    <a:lstStyle/>
                    <a:p>
                      <a:pPr marL="0" algn="l" defTabSz="457200" rtl="0" eaLnBrk="1" latinLnBrk="0" hangingPunct="1"/>
                      <a:r>
                        <a:rPr lang="en-US" sz="2000" b="1" kern="1200" dirty="0">
                          <a:ln>
                            <a:solidFill>
                              <a:schemeClr val="bg1">
                                <a:lumMod val="75000"/>
                                <a:lumOff val="25000"/>
                                <a:alpha val="10000"/>
                              </a:schemeClr>
                            </a:solidFill>
                          </a:ln>
                          <a:solidFill>
                            <a:schemeClr val="tx2"/>
                          </a:solidFill>
                          <a:effectLst/>
                          <a:latin typeface="+mn-lt"/>
                          <a:ea typeface="+mn-ea"/>
                          <a:cs typeface="+mn-cs"/>
                        </a:rPr>
                        <a:t>An attacker prevents legitimate users from accessing a target system or performing actions on the system.</a:t>
                      </a:r>
                      <a:endParaRPr lang="en-AU" sz="2000" b="1" kern="1200" dirty="0">
                        <a:ln>
                          <a:solidFill>
                            <a:schemeClr val="bg1">
                              <a:lumMod val="75000"/>
                              <a:lumOff val="25000"/>
                              <a:alpha val="10000"/>
                            </a:schemeClr>
                          </a:solidFill>
                        </a:ln>
                        <a:solidFill>
                          <a:schemeClr val="tx2"/>
                        </a:solidFill>
                        <a:effectLst/>
                        <a:latin typeface="+mn-lt"/>
                        <a:ea typeface="+mn-ea"/>
                        <a:cs typeface="+mn-cs"/>
                      </a:endParaRPr>
                    </a:p>
                  </a:txBody>
                  <a:tcPr>
                    <a:noFill/>
                  </a:tcPr>
                </a:tc>
                <a:extLst>
                  <a:ext uri="{0D108BD9-81ED-4DB2-BD59-A6C34878D82A}">
                    <a16:rowId xmlns:a16="http://schemas.microsoft.com/office/drawing/2014/main" val="103775822"/>
                  </a:ext>
                </a:extLst>
              </a:tr>
              <a:tr h="965724">
                <a:tc>
                  <a:txBody>
                    <a:bodyPr/>
                    <a:lstStyle/>
                    <a:p>
                      <a:pPr marL="0" algn="l" defTabSz="457200" rtl="0" eaLnBrk="1" latinLnBrk="0" hangingPunct="1"/>
                      <a:r>
                        <a:rPr lang="en-US" sz="2000" b="1" kern="1200" dirty="0">
                          <a:ln>
                            <a:solidFill>
                              <a:schemeClr val="bg1">
                                <a:lumMod val="75000"/>
                                <a:lumOff val="25000"/>
                                <a:alpha val="10000"/>
                              </a:schemeClr>
                            </a:solidFill>
                          </a:ln>
                          <a:solidFill>
                            <a:schemeClr val="tx2"/>
                          </a:solidFill>
                          <a:effectLst/>
                          <a:latin typeface="+mn-lt"/>
                          <a:ea typeface="+mn-ea"/>
                          <a:cs typeface="+mn-cs"/>
                        </a:rPr>
                        <a:t>Elevation of Privilege</a:t>
                      </a:r>
                      <a:endParaRPr lang="en-AU" sz="2000" b="1" kern="1200" dirty="0">
                        <a:ln>
                          <a:solidFill>
                            <a:schemeClr val="bg1">
                              <a:lumMod val="75000"/>
                              <a:lumOff val="25000"/>
                              <a:alpha val="10000"/>
                            </a:schemeClr>
                          </a:solidFill>
                        </a:ln>
                        <a:solidFill>
                          <a:schemeClr val="tx2"/>
                        </a:solidFill>
                        <a:effectLst/>
                        <a:latin typeface="+mn-lt"/>
                        <a:ea typeface="+mn-ea"/>
                        <a:cs typeface="+mn-cs"/>
                      </a:endParaRPr>
                    </a:p>
                  </a:txBody>
                  <a:tcPr>
                    <a:noFill/>
                  </a:tcPr>
                </a:tc>
                <a:tc>
                  <a:txBody>
                    <a:bodyPr/>
                    <a:lstStyle/>
                    <a:p>
                      <a:pPr marL="0" algn="l" defTabSz="457200" rtl="0" eaLnBrk="1" latinLnBrk="0" hangingPunct="1"/>
                      <a:r>
                        <a:rPr lang="en-AU" sz="2000" b="1" kern="1200" dirty="0">
                          <a:ln>
                            <a:solidFill>
                              <a:schemeClr val="bg1">
                                <a:lumMod val="75000"/>
                                <a:lumOff val="25000"/>
                                <a:alpha val="10000"/>
                              </a:schemeClr>
                            </a:solidFill>
                          </a:ln>
                          <a:solidFill>
                            <a:schemeClr val="tx2"/>
                          </a:solidFill>
                          <a:effectLst/>
                          <a:latin typeface="+mn-lt"/>
                          <a:ea typeface="+mn-ea"/>
                          <a:cs typeface="+mn-cs"/>
                        </a:rPr>
                        <a:t>Authorization</a:t>
                      </a:r>
                    </a:p>
                  </a:txBody>
                  <a:tcPr>
                    <a:noFill/>
                  </a:tcPr>
                </a:tc>
                <a:tc>
                  <a:txBody>
                    <a:bodyPr/>
                    <a:lstStyle/>
                    <a:p>
                      <a:pPr marL="0" algn="l" defTabSz="457200" rtl="0" eaLnBrk="1" latinLnBrk="0" hangingPunct="1"/>
                      <a:r>
                        <a:rPr lang="en-US" sz="2000" b="1" kern="1200" dirty="0">
                          <a:ln>
                            <a:solidFill>
                              <a:schemeClr val="bg1">
                                <a:lumMod val="75000"/>
                                <a:lumOff val="25000"/>
                                <a:alpha val="10000"/>
                              </a:schemeClr>
                            </a:solidFill>
                          </a:ln>
                          <a:solidFill>
                            <a:schemeClr val="tx2"/>
                          </a:solidFill>
                          <a:effectLst/>
                          <a:latin typeface="+mn-lt"/>
                          <a:ea typeface="+mn-ea"/>
                          <a:cs typeface="+mn-cs"/>
                        </a:rPr>
                        <a:t>An attacker gains higher-privilege access to a target system than they are authorized to have.</a:t>
                      </a:r>
                      <a:endParaRPr lang="en-AU" sz="2000" b="1" kern="1200" dirty="0">
                        <a:ln>
                          <a:solidFill>
                            <a:schemeClr val="bg1">
                              <a:lumMod val="75000"/>
                              <a:lumOff val="25000"/>
                              <a:alpha val="10000"/>
                            </a:schemeClr>
                          </a:solidFill>
                        </a:ln>
                        <a:solidFill>
                          <a:schemeClr val="tx2"/>
                        </a:solidFill>
                        <a:effectLst/>
                        <a:latin typeface="+mn-lt"/>
                        <a:ea typeface="+mn-ea"/>
                        <a:cs typeface="+mn-cs"/>
                      </a:endParaRPr>
                    </a:p>
                  </a:txBody>
                  <a:tcPr>
                    <a:noFill/>
                  </a:tcPr>
                </a:tc>
                <a:extLst>
                  <a:ext uri="{0D108BD9-81ED-4DB2-BD59-A6C34878D82A}">
                    <a16:rowId xmlns:a16="http://schemas.microsoft.com/office/drawing/2014/main" val="1075757531"/>
                  </a:ext>
                </a:extLst>
              </a:tr>
            </a:tbl>
          </a:graphicData>
        </a:graphic>
      </p:graphicFrame>
    </p:spTree>
    <p:extLst>
      <p:ext uri="{BB962C8B-B14F-4D97-AF65-F5344CB8AC3E}">
        <p14:creationId xmlns:p14="http://schemas.microsoft.com/office/powerpoint/2010/main" val="2040014035"/>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168EC5B-4739-41DB-ACE5-2C3AA0005DC0}"/>
              </a:ext>
            </a:extLst>
          </p:cNvPr>
          <p:cNvSpPr>
            <a:spLocks noGrp="1"/>
          </p:cNvSpPr>
          <p:nvPr>
            <p:ph type="title"/>
          </p:nvPr>
        </p:nvSpPr>
        <p:spPr>
          <a:xfrm>
            <a:off x="2018581" y="129576"/>
            <a:ext cx="8057072" cy="750318"/>
          </a:xfrm>
        </p:spPr>
        <p:txBody>
          <a:bodyPr/>
          <a:lstStyle/>
          <a:p>
            <a:r>
              <a:rPr lang="en-AU" dirty="0"/>
              <a:t>MS Threat Modelling Tool</a:t>
            </a:r>
          </a:p>
        </p:txBody>
      </p:sp>
      <p:sp>
        <p:nvSpPr>
          <p:cNvPr id="3" name="Content Placeholder 2">
            <a:extLst>
              <a:ext uri="{FF2B5EF4-FFF2-40B4-BE49-F238E27FC236}">
                <a16:creationId xmlns:a16="http://schemas.microsoft.com/office/drawing/2014/main" id="{A758718E-A4C4-4CB3-AA4B-71F9F2E8EB1B}"/>
              </a:ext>
            </a:extLst>
          </p:cNvPr>
          <p:cNvSpPr>
            <a:spLocks noGrp="1"/>
          </p:cNvSpPr>
          <p:nvPr>
            <p:ph idx="1"/>
          </p:nvPr>
        </p:nvSpPr>
        <p:spPr>
          <a:xfrm>
            <a:off x="491594" y="5434731"/>
            <a:ext cx="11208810" cy="1230129"/>
          </a:xfrm>
        </p:spPr>
        <p:txBody>
          <a:bodyPr>
            <a:normAutofit fontScale="85000" lnSpcReduction="20000"/>
          </a:bodyPr>
          <a:lstStyle/>
          <a:p>
            <a:r>
              <a:rPr lang="en-AU" sz="2800" dirty="0"/>
              <a:t>MS TMT only supports windows OS</a:t>
            </a:r>
          </a:p>
          <a:p>
            <a:r>
              <a:rPr lang="en-AU" sz="2800" dirty="0">
                <a:solidFill>
                  <a:schemeClr val="accent1"/>
                </a:solidFill>
              </a:rPr>
              <a:t>https://docs.microsoft.com/en-gb/azure/security/develop/threat-modeling-tool-getting-started</a:t>
            </a:r>
          </a:p>
        </p:txBody>
      </p:sp>
      <p:pic>
        <p:nvPicPr>
          <p:cNvPr id="6" name="Picture 5">
            <a:extLst>
              <a:ext uri="{FF2B5EF4-FFF2-40B4-BE49-F238E27FC236}">
                <a16:creationId xmlns:a16="http://schemas.microsoft.com/office/drawing/2014/main" id="{890CF331-083D-4700-B127-62A6DA895400}"/>
              </a:ext>
            </a:extLst>
          </p:cNvPr>
          <p:cNvPicPr>
            <a:picLocks noChangeAspect="1"/>
          </p:cNvPicPr>
          <p:nvPr/>
        </p:nvPicPr>
        <p:blipFill>
          <a:blip r:embed="rId3"/>
          <a:stretch>
            <a:fillRect/>
          </a:stretch>
        </p:blipFill>
        <p:spPr>
          <a:xfrm>
            <a:off x="1846090" y="1031425"/>
            <a:ext cx="8499819" cy="4251775"/>
          </a:xfrm>
          <a:prstGeom prst="rect">
            <a:avLst/>
          </a:prstGeom>
        </p:spPr>
      </p:pic>
    </p:spTree>
    <p:extLst>
      <p:ext uri="{BB962C8B-B14F-4D97-AF65-F5344CB8AC3E}">
        <p14:creationId xmlns:p14="http://schemas.microsoft.com/office/powerpoint/2010/main" val="1679662776"/>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a:xfrm>
            <a:off x="419099" y="1009413"/>
            <a:ext cx="3943351" cy="720506"/>
          </a:xfrm>
        </p:spPr>
        <p:txBody>
          <a:bodyPr>
            <a:normAutofit/>
          </a:bodyPr>
          <a:lstStyle/>
          <a:p>
            <a:r>
              <a:rPr lang="en-AU" sz="2800" dirty="0"/>
              <a:t>Given this scenario</a:t>
            </a:r>
          </a:p>
          <a:p>
            <a:endParaRPr lang="en-AU" dirty="0"/>
          </a:p>
          <a:p>
            <a:endParaRPr lang="en-AU" dirty="0"/>
          </a:p>
          <a:p>
            <a:endParaRPr lang="en-AU" dirty="0"/>
          </a:p>
          <a:p>
            <a:endParaRPr lang="en-AU" dirty="0"/>
          </a:p>
          <a:p>
            <a:endParaRPr lang="en-AU" sz="2667" dirty="0"/>
          </a:p>
          <a:p>
            <a:endParaRPr lang="en-AU" sz="2667" dirty="0"/>
          </a:p>
          <a:p>
            <a:endParaRPr lang="en-AU" dirty="0"/>
          </a:p>
        </p:txBody>
      </p:sp>
      <p:sp>
        <p:nvSpPr>
          <p:cNvPr id="3" name="Slide Number Placeholder 2"/>
          <p:cNvSpPr>
            <a:spLocks noGrp="1"/>
          </p:cNvSpPr>
          <p:nvPr>
            <p:ph type="sldNum" sz="quarter" idx="12"/>
          </p:nvPr>
        </p:nvSpPr>
        <p:spPr/>
        <p:txBody>
          <a:bodyPr/>
          <a:lstStyle/>
          <a:p>
            <a:fld id="{55670E94-029C-4BA8-8D44-FBB339E4924F}" type="slidenum">
              <a:rPr lang="en-AU" smtClean="0">
                <a:solidFill>
                  <a:prstClr val="black">
                    <a:tint val="75000"/>
                  </a:prstClr>
                </a:solidFill>
              </a:rPr>
              <a:pPr/>
              <a:t>51</a:t>
            </a:fld>
            <a:endParaRPr lang="en-AU" dirty="0">
              <a:solidFill>
                <a:prstClr val="black">
                  <a:tint val="75000"/>
                </a:prstClr>
              </a:solidFill>
            </a:endParaRPr>
          </a:p>
        </p:txBody>
      </p:sp>
      <p:sp>
        <p:nvSpPr>
          <p:cNvPr id="4" name="Title 3"/>
          <p:cNvSpPr>
            <a:spLocks noGrp="1"/>
          </p:cNvSpPr>
          <p:nvPr>
            <p:ph type="title"/>
          </p:nvPr>
        </p:nvSpPr>
        <p:spPr>
          <a:xfrm>
            <a:off x="2143038" y="0"/>
            <a:ext cx="7839162" cy="1009413"/>
          </a:xfrm>
        </p:spPr>
        <p:txBody>
          <a:bodyPr/>
          <a:lstStyle/>
          <a:p>
            <a:r>
              <a:rPr lang="en-AU" dirty="0"/>
              <a:t>Demo</a:t>
            </a:r>
          </a:p>
        </p:txBody>
      </p:sp>
      <p:sp>
        <p:nvSpPr>
          <p:cNvPr id="5" name="Rectangle 4"/>
          <p:cNvSpPr/>
          <p:nvPr/>
        </p:nvSpPr>
        <p:spPr>
          <a:xfrm>
            <a:off x="1228638" y="1757726"/>
            <a:ext cx="10038918" cy="2246769"/>
          </a:xfrm>
          <a:prstGeom prst="rect">
            <a:avLst/>
          </a:prstGeom>
        </p:spPr>
        <p:txBody>
          <a:bodyPr wrap="square">
            <a:spAutoFit/>
          </a:bodyPr>
          <a:lstStyle/>
          <a:p>
            <a:pPr algn="just"/>
            <a:r>
              <a:rPr lang="en-AU" sz="2800" dirty="0">
                <a:ln>
                  <a:solidFill>
                    <a:schemeClr val="bg1">
                      <a:lumMod val="75000"/>
                      <a:lumOff val="25000"/>
                      <a:alpha val="10000"/>
                    </a:schemeClr>
                  </a:solidFill>
                </a:ln>
                <a:solidFill>
                  <a:schemeClr val="tx2"/>
                </a:solidFill>
              </a:rPr>
              <a:t>Alice opens a browser to login to a web server via her own credentials. </a:t>
            </a:r>
          </a:p>
          <a:p>
            <a:pPr algn="just"/>
            <a:endParaRPr lang="en-AU" sz="2800" dirty="0">
              <a:ln>
                <a:solidFill>
                  <a:schemeClr val="bg1">
                    <a:lumMod val="75000"/>
                    <a:lumOff val="25000"/>
                    <a:alpha val="10000"/>
                  </a:schemeClr>
                </a:solidFill>
              </a:ln>
              <a:solidFill>
                <a:schemeClr val="tx2"/>
              </a:solidFill>
            </a:endParaRPr>
          </a:p>
          <a:p>
            <a:pPr algn="just"/>
            <a:r>
              <a:rPr lang="en-AU" sz="2800" dirty="0">
                <a:ln>
                  <a:solidFill>
                    <a:schemeClr val="bg1">
                      <a:lumMod val="75000"/>
                      <a:lumOff val="25000"/>
                      <a:alpha val="10000"/>
                    </a:schemeClr>
                  </a:solidFill>
                </a:ln>
                <a:solidFill>
                  <a:schemeClr val="tx2"/>
                </a:solidFill>
              </a:rPr>
              <a:t>The web server will authenticate Alice by validating her username and password via its SQL database. </a:t>
            </a:r>
          </a:p>
        </p:txBody>
      </p:sp>
      <p:sp>
        <p:nvSpPr>
          <p:cNvPr id="6" name="Content Placeholder 1">
            <a:extLst>
              <a:ext uri="{FF2B5EF4-FFF2-40B4-BE49-F238E27FC236}">
                <a16:creationId xmlns:a16="http://schemas.microsoft.com/office/drawing/2014/main" id="{6DC2E2B9-3739-46E9-9023-244028B8169E}"/>
              </a:ext>
            </a:extLst>
          </p:cNvPr>
          <p:cNvSpPr txBox="1">
            <a:spLocks/>
          </p:cNvSpPr>
          <p:nvPr/>
        </p:nvSpPr>
        <p:spPr>
          <a:xfrm>
            <a:off x="530137" y="5623730"/>
            <a:ext cx="10696057" cy="720506"/>
          </a:xfrm>
          <a:prstGeom prst="rect">
            <a:avLst/>
          </a:prstGeom>
          <a:effectLst>
            <a:outerShdw blurRad="25400" dir="17880000">
              <a:srgbClr val="000000">
                <a:alpha val="46000"/>
              </a:srgbClr>
            </a:outerShdw>
          </a:effectLst>
        </p:spPr>
        <p:txBody>
          <a:bodyPr vert="horz" lIns="91440" tIns="45720" rIns="91440" bIns="45720" rtlCol="0" anchor="t">
            <a:normAutofit/>
          </a:bodyPr>
          <a:lstStyle>
            <a:lvl1pPr marL="342900" indent="-306000" algn="l" defTabSz="457200" rtl="0" eaLnBrk="1" latinLnBrk="0" hangingPunct="1">
              <a:lnSpc>
                <a:spcPct val="110000"/>
              </a:lnSpc>
              <a:spcBef>
                <a:spcPct val="20000"/>
              </a:spcBef>
              <a:spcAft>
                <a:spcPts val="600"/>
              </a:spcAft>
              <a:buClr>
                <a:schemeClr val="tx2"/>
              </a:buClr>
              <a:buSzPct val="70000"/>
              <a:buFont typeface="Wingdings 2" charset="2"/>
              <a:buChar char=""/>
              <a:defRPr sz="21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1pPr>
            <a:lvl2pPr marL="720000" indent="-270000" algn="l" defTabSz="457200" rtl="0" eaLnBrk="1" latinLnBrk="0" hangingPunct="1">
              <a:spcBef>
                <a:spcPct val="20000"/>
              </a:spcBef>
              <a:spcAft>
                <a:spcPts val="600"/>
              </a:spcAft>
              <a:buClr>
                <a:schemeClr val="tx2"/>
              </a:buClr>
              <a:buSzPct val="70000"/>
              <a:buFont typeface="Wingdings 2" charset="2"/>
              <a:buChar char=""/>
              <a:defRPr sz="19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2pPr>
            <a:lvl3pPr marL="1026000" indent="-216000" algn="l" defTabSz="457200" rtl="0" eaLnBrk="1" latinLnBrk="0" hangingPunct="1">
              <a:spcBef>
                <a:spcPct val="20000"/>
              </a:spcBef>
              <a:spcAft>
                <a:spcPts val="600"/>
              </a:spcAft>
              <a:buClr>
                <a:schemeClr val="tx2"/>
              </a:buClr>
              <a:buSzPct val="70000"/>
              <a:buFont typeface="Wingdings 2" charset="2"/>
              <a:buChar char=""/>
              <a:defRPr sz="17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3pPr>
            <a:lvl4pPr marL="1386000" indent="-216000" algn="l" defTabSz="457200" rtl="0" eaLnBrk="1" latinLnBrk="0" hangingPunct="1">
              <a:spcBef>
                <a:spcPct val="20000"/>
              </a:spcBef>
              <a:spcAft>
                <a:spcPts val="600"/>
              </a:spcAft>
              <a:buClr>
                <a:schemeClr val="tx2"/>
              </a:buClr>
              <a:buSzPct val="70000"/>
              <a:buFont typeface="Wingdings 2" charset="2"/>
              <a:buChar char=""/>
              <a:defRPr sz="15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4pPr>
            <a:lvl5pPr marL="1674000" indent="-216000" algn="l" defTabSz="457200" rtl="0" eaLnBrk="1" latinLnBrk="0" hangingPunct="1">
              <a:spcBef>
                <a:spcPct val="20000"/>
              </a:spcBef>
              <a:spcAft>
                <a:spcPts val="600"/>
              </a:spcAft>
              <a:buClr>
                <a:schemeClr val="tx2"/>
              </a:buClr>
              <a:buSzPct val="70000"/>
              <a:buFont typeface="Wingdings 2" charset="2"/>
              <a:buChar char=""/>
              <a:defRPr sz="15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5pPr>
            <a:lvl6pPr marL="20146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6pPr>
            <a:lvl7pPr marL="24018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7pPr>
            <a:lvl8pPr marL="27890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8pPr>
            <a:lvl9pPr marL="31062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9pPr>
          </a:lstStyle>
          <a:p>
            <a:r>
              <a:rPr lang="en-AU" sz="3000" dirty="0"/>
              <a:t>Draw a diagram using MS TMT</a:t>
            </a:r>
          </a:p>
          <a:p>
            <a:endParaRPr lang="en-AU" dirty="0"/>
          </a:p>
          <a:p>
            <a:endParaRPr lang="en-AU" dirty="0"/>
          </a:p>
          <a:p>
            <a:endParaRPr lang="en-AU" dirty="0"/>
          </a:p>
          <a:p>
            <a:endParaRPr lang="en-AU" sz="2667" dirty="0"/>
          </a:p>
          <a:p>
            <a:endParaRPr lang="en-AU" sz="2667" dirty="0"/>
          </a:p>
          <a:p>
            <a:endParaRPr lang="en-AU" dirty="0"/>
          </a:p>
        </p:txBody>
      </p:sp>
    </p:spTree>
    <p:extLst>
      <p:ext uri="{BB962C8B-B14F-4D97-AF65-F5344CB8AC3E}">
        <p14:creationId xmlns:p14="http://schemas.microsoft.com/office/powerpoint/2010/main" val="2632475753"/>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p:cNvSpPr>
            <a:spLocks noGrp="1"/>
          </p:cNvSpPr>
          <p:nvPr>
            <p:ph type="sldNum" sz="quarter" idx="12"/>
          </p:nvPr>
        </p:nvSpPr>
        <p:spPr/>
        <p:txBody>
          <a:bodyPr/>
          <a:lstStyle/>
          <a:p>
            <a:fld id="{55670E94-029C-4BA8-8D44-FBB339E4924F}" type="slidenum">
              <a:rPr lang="en-AU" smtClean="0">
                <a:solidFill>
                  <a:prstClr val="black">
                    <a:tint val="75000"/>
                  </a:prstClr>
                </a:solidFill>
              </a:rPr>
              <a:pPr/>
              <a:t>52</a:t>
            </a:fld>
            <a:endParaRPr lang="en-AU" dirty="0">
              <a:solidFill>
                <a:prstClr val="black">
                  <a:tint val="75000"/>
                </a:prstClr>
              </a:solidFill>
            </a:endParaRPr>
          </a:p>
        </p:txBody>
      </p:sp>
      <p:sp>
        <p:nvSpPr>
          <p:cNvPr id="4" name="Title 3"/>
          <p:cNvSpPr>
            <a:spLocks noGrp="1"/>
          </p:cNvSpPr>
          <p:nvPr>
            <p:ph type="title"/>
          </p:nvPr>
        </p:nvSpPr>
        <p:spPr>
          <a:xfrm>
            <a:off x="1990638" y="76437"/>
            <a:ext cx="7839162" cy="837963"/>
          </a:xfrm>
        </p:spPr>
        <p:txBody>
          <a:bodyPr/>
          <a:lstStyle/>
          <a:p>
            <a:r>
              <a:rPr lang="en-AU" dirty="0"/>
              <a:t>Demo</a:t>
            </a:r>
          </a:p>
        </p:txBody>
      </p:sp>
      <p:pic>
        <p:nvPicPr>
          <p:cNvPr id="10" name="Picture 9">
            <a:extLst>
              <a:ext uri="{FF2B5EF4-FFF2-40B4-BE49-F238E27FC236}">
                <a16:creationId xmlns:a16="http://schemas.microsoft.com/office/drawing/2014/main" id="{8669B8C2-9A72-4129-AF7B-2CB33490668B}"/>
              </a:ext>
            </a:extLst>
          </p:cNvPr>
          <p:cNvPicPr>
            <a:picLocks noChangeAspect="1"/>
          </p:cNvPicPr>
          <p:nvPr/>
        </p:nvPicPr>
        <p:blipFill>
          <a:blip r:embed="rId3"/>
          <a:stretch>
            <a:fillRect/>
          </a:stretch>
        </p:blipFill>
        <p:spPr>
          <a:xfrm>
            <a:off x="1752891" y="1228494"/>
            <a:ext cx="8761120" cy="4772255"/>
          </a:xfrm>
          <a:prstGeom prst="rect">
            <a:avLst/>
          </a:prstGeom>
        </p:spPr>
      </p:pic>
    </p:spTree>
    <p:extLst>
      <p:ext uri="{BB962C8B-B14F-4D97-AF65-F5344CB8AC3E}">
        <p14:creationId xmlns:p14="http://schemas.microsoft.com/office/powerpoint/2010/main" val="1567404981"/>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p:cNvSpPr>
            <a:spLocks noGrp="1"/>
          </p:cNvSpPr>
          <p:nvPr>
            <p:ph type="sldNum" sz="quarter" idx="12"/>
          </p:nvPr>
        </p:nvSpPr>
        <p:spPr/>
        <p:txBody>
          <a:bodyPr/>
          <a:lstStyle/>
          <a:p>
            <a:fld id="{55670E94-029C-4BA8-8D44-FBB339E4924F}" type="slidenum">
              <a:rPr lang="en-AU" smtClean="0">
                <a:solidFill>
                  <a:prstClr val="black">
                    <a:tint val="75000"/>
                  </a:prstClr>
                </a:solidFill>
              </a:rPr>
              <a:pPr/>
              <a:t>53</a:t>
            </a:fld>
            <a:endParaRPr lang="en-AU" dirty="0">
              <a:solidFill>
                <a:prstClr val="black">
                  <a:tint val="75000"/>
                </a:prstClr>
              </a:solidFill>
            </a:endParaRPr>
          </a:p>
        </p:txBody>
      </p:sp>
      <p:sp>
        <p:nvSpPr>
          <p:cNvPr id="4" name="Title 3"/>
          <p:cNvSpPr>
            <a:spLocks noGrp="1"/>
          </p:cNvSpPr>
          <p:nvPr>
            <p:ph type="title"/>
          </p:nvPr>
        </p:nvSpPr>
        <p:spPr>
          <a:xfrm>
            <a:off x="2762250" y="228600"/>
            <a:ext cx="5829300" cy="685800"/>
          </a:xfrm>
        </p:spPr>
        <p:txBody>
          <a:bodyPr/>
          <a:lstStyle/>
          <a:p>
            <a:r>
              <a:rPr lang="en-AU" dirty="0"/>
              <a:t>Demo</a:t>
            </a:r>
          </a:p>
        </p:txBody>
      </p:sp>
      <p:pic>
        <p:nvPicPr>
          <p:cNvPr id="5" name="Picture 4">
            <a:extLst>
              <a:ext uri="{FF2B5EF4-FFF2-40B4-BE49-F238E27FC236}">
                <a16:creationId xmlns:a16="http://schemas.microsoft.com/office/drawing/2014/main" id="{43BC6A18-4696-4785-ACA4-E7EB8335C68F}"/>
              </a:ext>
            </a:extLst>
          </p:cNvPr>
          <p:cNvPicPr>
            <a:picLocks noChangeAspect="1"/>
          </p:cNvPicPr>
          <p:nvPr/>
        </p:nvPicPr>
        <p:blipFill>
          <a:blip r:embed="rId3"/>
          <a:stretch>
            <a:fillRect/>
          </a:stretch>
        </p:blipFill>
        <p:spPr>
          <a:xfrm>
            <a:off x="1307296" y="1066110"/>
            <a:ext cx="9583487" cy="4934639"/>
          </a:xfrm>
          <a:prstGeom prst="rect">
            <a:avLst/>
          </a:prstGeom>
        </p:spPr>
      </p:pic>
    </p:spTree>
    <p:extLst>
      <p:ext uri="{BB962C8B-B14F-4D97-AF65-F5344CB8AC3E}">
        <p14:creationId xmlns:p14="http://schemas.microsoft.com/office/powerpoint/2010/main" val="1607188394"/>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p:cNvSpPr>
            <a:spLocks noGrp="1"/>
          </p:cNvSpPr>
          <p:nvPr>
            <p:ph type="sldNum" sz="quarter" idx="12"/>
          </p:nvPr>
        </p:nvSpPr>
        <p:spPr/>
        <p:txBody>
          <a:bodyPr/>
          <a:lstStyle/>
          <a:p>
            <a:fld id="{55670E94-029C-4BA8-8D44-FBB339E4924F}" type="slidenum">
              <a:rPr lang="en-AU" smtClean="0">
                <a:solidFill>
                  <a:prstClr val="black">
                    <a:tint val="75000"/>
                  </a:prstClr>
                </a:solidFill>
              </a:rPr>
              <a:pPr/>
              <a:t>54</a:t>
            </a:fld>
            <a:endParaRPr lang="en-AU" dirty="0">
              <a:solidFill>
                <a:prstClr val="black">
                  <a:tint val="75000"/>
                </a:prstClr>
              </a:solidFill>
            </a:endParaRPr>
          </a:p>
        </p:txBody>
      </p:sp>
      <p:sp>
        <p:nvSpPr>
          <p:cNvPr id="4" name="Title 3"/>
          <p:cNvSpPr>
            <a:spLocks noGrp="1"/>
          </p:cNvSpPr>
          <p:nvPr>
            <p:ph type="title"/>
          </p:nvPr>
        </p:nvSpPr>
        <p:spPr>
          <a:xfrm>
            <a:off x="2762250" y="228600"/>
            <a:ext cx="5829300" cy="685800"/>
          </a:xfrm>
        </p:spPr>
        <p:txBody>
          <a:bodyPr/>
          <a:lstStyle/>
          <a:p>
            <a:r>
              <a:rPr lang="en-AU" dirty="0"/>
              <a:t>Demo</a:t>
            </a:r>
          </a:p>
        </p:txBody>
      </p:sp>
      <p:sp>
        <p:nvSpPr>
          <p:cNvPr id="6" name="Content Placeholder 1">
            <a:extLst>
              <a:ext uri="{FF2B5EF4-FFF2-40B4-BE49-F238E27FC236}">
                <a16:creationId xmlns:a16="http://schemas.microsoft.com/office/drawing/2014/main" id="{B426C600-6063-4FC0-A6CC-E5A861764C8D}"/>
              </a:ext>
            </a:extLst>
          </p:cNvPr>
          <p:cNvSpPr>
            <a:spLocks noGrp="1"/>
          </p:cNvSpPr>
          <p:nvPr>
            <p:ph idx="1"/>
          </p:nvPr>
        </p:nvSpPr>
        <p:spPr>
          <a:xfrm>
            <a:off x="530137" y="1009413"/>
            <a:ext cx="3943351" cy="720506"/>
          </a:xfrm>
        </p:spPr>
        <p:txBody>
          <a:bodyPr>
            <a:normAutofit/>
          </a:bodyPr>
          <a:lstStyle/>
          <a:p>
            <a:r>
              <a:rPr lang="en-AU" sz="2800" dirty="0"/>
              <a:t>Draw this diagram</a:t>
            </a:r>
          </a:p>
          <a:p>
            <a:endParaRPr lang="en-AU" dirty="0"/>
          </a:p>
          <a:p>
            <a:endParaRPr lang="en-AU" dirty="0"/>
          </a:p>
          <a:p>
            <a:endParaRPr lang="en-AU" dirty="0"/>
          </a:p>
          <a:p>
            <a:endParaRPr lang="en-AU" dirty="0"/>
          </a:p>
          <a:p>
            <a:endParaRPr lang="en-AU" sz="2667" dirty="0"/>
          </a:p>
          <a:p>
            <a:endParaRPr lang="en-AU" sz="2667" dirty="0"/>
          </a:p>
          <a:p>
            <a:endParaRPr lang="en-AU" dirty="0"/>
          </a:p>
        </p:txBody>
      </p:sp>
    </p:spTree>
    <p:extLst>
      <p:ext uri="{BB962C8B-B14F-4D97-AF65-F5344CB8AC3E}">
        <p14:creationId xmlns:p14="http://schemas.microsoft.com/office/powerpoint/2010/main" val="1852971035"/>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a:xfrm>
            <a:off x="530137" y="649160"/>
            <a:ext cx="3943351" cy="720506"/>
          </a:xfrm>
        </p:spPr>
        <p:txBody>
          <a:bodyPr>
            <a:normAutofit/>
          </a:bodyPr>
          <a:lstStyle/>
          <a:p>
            <a:r>
              <a:rPr lang="en-AU" sz="2800" dirty="0"/>
              <a:t>Given this diagram</a:t>
            </a:r>
          </a:p>
          <a:p>
            <a:endParaRPr lang="en-AU" dirty="0"/>
          </a:p>
          <a:p>
            <a:endParaRPr lang="en-AU" dirty="0"/>
          </a:p>
          <a:p>
            <a:endParaRPr lang="en-AU" dirty="0"/>
          </a:p>
          <a:p>
            <a:endParaRPr lang="en-AU" dirty="0"/>
          </a:p>
          <a:p>
            <a:endParaRPr lang="en-AU" sz="2667" dirty="0"/>
          </a:p>
          <a:p>
            <a:endParaRPr lang="en-AU" sz="2667" dirty="0"/>
          </a:p>
          <a:p>
            <a:endParaRPr lang="en-AU" dirty="0"/>
          </a:p>
        </p:txBody>
      </p:sp>
      <p:sp>
        <p:nvSpPr>
          <p:cNvPr id="3" name="Slide Number Placeholder 2"/>
          <p:cNvSpPr>
            <a:spLocks noGrp="1"/>
          </p:cNvSpPr>
          <p:nvPr>
            <p:ph type="sldNum" sz="quarter" idx="12"/>
          </p:nvPr>
        </p:nvSpPr>
        <p:spPr/>
        <p:txBody>
          <a:bodyPr/>
          <a:lstStyle/>
          <a:p>
            <a:fld id="{55670E94-029C-4BA8-8D44-FBB339E4924F}" type="slidenum">
              <a:rPr lang="en-AU" smtClean="0">
                <a:solidFill>
                  <a:prstClr val="black">
                    <a:tint val="75000"/>
                  </a:prstClr>
                </a:solidFill>
              </a:rPr>
              <a:pPr/>
              <a:t>55</a:t>
            </a:fld>
            <a:endParaRPr lang="en-AU" dirty="0">
              <a:solidFill>
                <a:prstClr val="black">
                  <a:tint val="75000"/>
                </a:prstClr>
              </a:solidFill>
            </a:endParaRPr>
          </a:p>
        </p:txBody>
      </p:sp>
      <p:sp>
        <p:nvSpPr>
          <p:cNvPr id="4" name="Title 3"/>
          <p:cNvSpPr>
            <a:spLocks noGrp="1"/>
          </p:cNvSpPr>
          <p:nvPr>
            <p:ph type="title"/>
          </p:nvPr>
        </p:nvSpPr>
        <p:spPr>
          <a:xfrm>
            <a:off x="2390774" y="-48545"/>
            <a:ext cx="7839162" cy="1009413"/>
          </a:xfrm>
        </p:spPr>
        <p:txBody>
          <a:bodyPr/>
          <a:lstStyle/>
          <a:p>
            <a:r>
              <a:rPr lang="en-AU" dirty="0"/>
              <a:t>Exercise</a:t>
            </a:r>
          </a:p>
        </p:txBody>
      </p:sp>
      <p:pic>
        <p:nvPicPr>
          <p:cNvPr id="8" name="Picture 7">
            <a:extLst>
              <a:ext uri="{FF2B5EF4-FFF2-40B4-BE49-F238E27FC236}">
                <a16:creationId xmlns:a16="http://schemas.microsoft.com/office/drawing/2014/main" id="{E1F42D19-B132-4716-BD15-C6007C478C76}"/>
              </a:ext>
            </a:extLst>
          </p:cNvPr>
          <p:cNvPicPr>
            <a:picLocks noChangeAspect="1"/>
          </p:cNvPicPr>
          <p:nvPr/>
        </p:nvPicPr>
        <p:blipFill>
          <a:blip r:embed="rId3"/>
          <a:stretch>
            <a:fillRect/>
          </a:stretch>
        </p:blipFill>
        <p:spPr>
          <a:xfrm>
            <a:off x="1028093" y="1352393"/>
            <a:ext cx="10239463" cy="4309741"/>
          </a:xfrm>
          <a:prstGeom prst="rect">
            <a:avLst/>
          </a:prstGeom>
        </p:spPr>
      </p:pic>
    </p:spTree>
    <p:extLst>
      <p:ext uri="{BB962C8B-B14F-4D97-AF65-F5344CB8AC3E}">
        <p14:creationId xmlns:p14="http://schemas.microsoft.com/office/powerpoint/2010/main" val="2165791438"/>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a:xfrm>
            <a:off x="530137" y="649160"/>
            <a:ext cx="3943351" cy="720506"/>
          </a:xfrm>
        </p:spPr>
        <p:txBody>
          <a:bodyPr>
            <a:normAutofit/>
          </a:bodyPr>
          <a:lstStyle/>
          <a:p>
            <a:r>
              <a:rPr lang="en-AU" sz="2800" dirty="0"/>
              <a:t>Given this diagram</a:t>
            </a:r>
          </a:p>
          <a:p>
            <a:endParaRPr lang="en-AU" dirty="0"/>
          </a:p>
          <a:p>
            <a:endParaRPr lang="en-AU" dirty="0"/>
          </a:p>
          <a:p>
            <a:endParaRPr lang="en-AU" dirty="0"/>
          </a:p>
          <a:p>
            <a:endParaRPr lang="en-AU" dirty="0"/>
          </a:p>
          <a:p>
            <a:endParaRPr lang="en-AU" sz="2667" dirty="0"/>
          </a:p>
          <a:p>
            <a:endParaRPr lang="en-AU" sz="2667" dirty="0"/>
          </a:p>
          <a:p>
            <a:endParaRPr lang="en-AU" dirty="0"/>
          </a:p>
        </p:txBody>
      </p:sp>
      <p:sp>
        <p:nvSpPr>
          <p:cNvPr id="3" name="Slide Number Placeholder 2"/>
          <p:cNvSpPr>
            <a:spLocks noGrp="1"/>
          </p:cNvSpPr>
          <p:nvPr>
            <p:ph type="sldNum" sz="quarter" idx="12"/>
          </p:nvPr>
        </p:nvSpPr>
        <p:spPr/>
        <p:txBody>
          <a:bodyPr/>
          <a:lstStyle/>
          <a:p>
            <a:fld id="{55670E94-029C-4BA8-8D44-FBB339E4924F}" type="slidenum">
              <a:rPr lang="en-AU" smtClean="0">
                <a:solidFill>
                  <a:prstClr val="black">
                    <a:tint val="75000"/>
                  </a:prstClr>
                </a:solidFill>
              </a:rPr>
              <a:pPr/>
              <a:t>56</a:t>
            </a:fld>
            <a:endParaRPr lang="en-AU" dirty="0">
              <a:solidFill>
                <a:prstClr val="black">
                  <a:tint val="75000"/>
                </a:prstClr>
              </a:solidFill>
            </a:endParaRPr>
          </a:p>
        </p:txBody>
      </p:sp>
      <p:sp>
        <p:nvSpPr>
          <p:cNvPr id="4" name="Title 3"/>
          <p:cNvSpPr>
            <a:spLocks noGrp="1"/>
          </p:cNvSpPr>
          <p:nvPr>
            <p:ph type="title"/>
          </p:nvPr>
        </p:nvSpPr>
        <p:spPr>
          <a:xfrm>
            <a:off x="2390774" y="-48545"/>
            <a:ext cx="7839162" cy="1009413"/>
          </a:xfrm>
        </p:spPr>
        <p:txBody>
          <a:bodyPr/>
          <a:lstStyle/>
          <a:p>
            <a:r>
              <a:rPr lang="en-AU" dirty="0"/>
              <a:t>Exercise</a:t>
            </a:r>
          </a:p>
        </p:txBody>
      </p:sp>
      <p:pic>
        <p:nvPicPr>
          <p:cNvPr id="8" name="Picture 7">
            <a:extLst>
              <a:ext uri="{FF2B5EF4-FFF2-40B4-BE49-F238E27FC236}">
                <a16:creationId xmlns:a16="http://schemas.microsoft.com/office/drawing/2014/main" id="{E1F42D19-B132-4716-BD15-C6007C478C76}"/>
              </a:ext>
            </a:extLst>
          </p:cNvPr>
          <p:cNvPicPr>
            <a:picLocks noChangeAspect="1"/>
          </p:cNvPicPr>
          <p:nvPr/>
        </p:nvPicPr>
        <p:blipFill>
          <a:blip r:embed="rId3"/>
          <a:stretch>
            <a:fillRect/>
          </a:stretch>
        </p:blipFill>
        <p:spPr>
          <a:xfrm>
            <a:off x="1028093" y="1386432"/>
            <a:ext cx="10633770" cy="4597551"/>
          </a:xfrm>
          <a:prstGeom prst="rect">
            <a:avLst/>
          </a:prstGeom>
        </p:spPr>
      </p:pic>
      <p:cxnSp>
        <p:nvCxnSpPr>
          <p:cNvPr id="7" name="Straight Arrow Connector 6">
            <a:extLst>
              <a:ext uri="{FF2B5EF4-FFF2-40B4-BE49-F238E27FC236}">
                <a16:creationId xmlns:a16="http://schemas.microsoft.com/office/drawing/2014/main" id="{1C5AAB9B-996F-4227-BF00-F77BA29B3393}"/>
              </a:ext>
            </a:extLst>
          </p:cNvPr>
          <p:cNvCxnSpPr>
            <a:cxnSpLocks/>
          </p:cNvCxnSpPr>
          <p:nvPr/>
        </p:nvCxnSpPr>
        <p:spPr>
          <a:xfrm>
            <a:off x="9668828" y="2536190"/>
            <a:ext cx="0" cy="873760"/>
          </a:xfrm>
          <a:prstGeom prst="straightConnector1">
            <a:avLst/>
          </a:prstGeom>
          <a:ln w="76200">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212627454"/>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a:xfrm>
            <a:off x="530137" y="649160"/>
            <a:ext cx="3943351" cy="720506"/>
          </a:xfrm>
        </p:spPr>
        <p:txBody>
          <a:bodyPr>
            <a:normAutofit/>
          </a:bodyPr>
          <a:lstStyle/>
          <a:p>
            <a:r>
              <a:rPr lang="en-AU" sz="2800" dirty="0"/>
              <a:t>Given this diagram</a:t>
            </a:r>
          </a:p>
          <a:p>
            <a:endParaRPr lang="en-AU" dirty="0"/>
          </a:p>
          <a:p>
            <a:endParaRPr lang="en-AU" dirty="0"/>
          </a:p>
          <a:p>
            <a:endParaRPr lang="en-AU" dirty="0"/>
          </a:p>
          <a:p>
            <a:endParaRPr lang="en-AU" dirty="0"/>
          </a:p>
          <a:p>
            <a:endParaRPr lang="en-AU" sz="2667" dirty="0"/>
          </a:p>
          <a:p>
            <a:endParaRPr lang="en-AU" sz="2667" dirty="0"/>
          </a:p>
          <a:p>
            <a:endParaRPr lang="en-AU" dirty="0"/>
          </a:p>
        </p:txBody>
      </p:sp>
      <p:sp>
        <p:nvSpPr>
          <p:cNvPr id="3" name="Slide Number Placeholder 2"/>
          <p:cNvSpPr>
            <a:spLocks noGrp="1"/>
          </p:cNvSpPr>
          <p:nvPr>
            <p:ph type="sldNum" sz="quarter" idx="12"/>
          </p:nvPr>
        </p:nvSpPr>
        <p:spPr/>
        <p:txBody>
          <a:bodyPr/>
          <a:lstStyle/>
          <a:p>
            <a:fld id="{55670E94-029C-4BA8-8D44-FBB339E4924F}" type="slidenum">
              <a:rPr lang="en-AU" smtClean="0">
                <a:solidFill>
                  <a:prstClr val="black">
                    <a:tint val="75000"/>
                  </a:prstClr>
                </a:solidFill>
              </a:rPr>
              <a:pPr/>
              <a:t>57</a:t>
            </a:fld>
            <a:endParaRPr lang="en-AU" dirty="0">
              <a:solidFill>
                <a:prstClr val="black">
                  <a:tint val="75000"/>
                </a:prstClr>
              </a:solidFill>
            </a:endParaRPr>
          </a:p>
        </p:txBody>
      </p:sp>
      <p:sp>
        <p:nvSpPr>
          <p:cNvPr id="4" name="Title 3"/>
          <p:cNvSpPr>
            <a:spLocks noGrp="1"/>
          </p:cNvSpPr>
          <p:nvPr>
            <p:ph type="title"/>
          </p:nvPr>
        </p:nvSpPr>
        <p:spPr>
          <a:xfrm>
            <a:off x="2390774" y="-48545"/>
            <a:ext cx="7839162" cy="1009413"/>
          </a:xfrm>
        </p:spPr>
        <p:txBody>
          <a:bodyPr/>
          <a:lstStyle/>
          <a:p>
            <a:r>
              <a:rPr lang="en-AU" dirty="0"/>
              <a:t>Exercise</a:t>
            </a:r>
          </a:p>
        </p:txBody>
      </p:sp>
      <p:pic>
        <p:nvPicPr>
          <p:cNvPr id="8" name="Picture 7">
            <a:extLst>
              <a:ext uri="{FF2B5EF4-FFF2-40B4-BE49-F238E27FC236}">
                <a16:creationId xmlns:a16="http://schemas.microsoft.com/office/drawing/2014/main" id="{E1F42D19-B132-4716-BD15-C6007C478C76}"/>
              </a:ext>
            </a:extLst>
          </p:cNvPr>
          <p:cNvPicPr>
            <a:picLocks noChangeAspect="1"/>
          </p:cNvPicPr>
          <p:nvPr/>
        </p:nvPicPr>
        <p:blipFill>
          <a:blip r:embed="rId3"/>
          <a:stretch>
            <a:fillRect/>
          </a:stretch>
        </p:blipFill>
        <p:spPr>
          <a:xfrm>
            <a:off x="1028093" y="1386432"/>
            <a:ext cx="10633770" cy="4597551"/>
          </a:xfrm>
          <a:prstGeom prst="rect">
            <a:avLst/>
          </a:prstGeom>
        </p:spPr>
      </p:pic>
      <p:cxnSp>
        <p:nvCxnSpPr>
          <p:cNvPr id="7" name="Straight Arrow Connector 6">
            <a:extLst>
              <a:ext uri="{FF2B5EF4-FFF2-40B4-BE49-F238E27FC236}">
                <a16:creationId xmlns:a16="http://schemas.microsoft.com/office/drawing/2014/main" id="{1C5AAB9B-996F-4227-BF00-F77BA29B3393}"/>
              </a:ext>
            </a:extLst>
          </p:cNvPr>
          <p:cNvCxnSpPr>
            <a:cxnSpLocks/>
          </p:cNvCxnSpPr>
          <p:nvPr/>
        </p:nvCxnSpPr>
        <p:spPr>
          <a:xfrm>
            <a:off x="9668828" y="2688590"/>
            <a:ext cx="0" cy="721360"/>
          </a:xfrm>
          <a:prstGeom prst="straightConnector1">
            <a:avLst/>
          </a:prstGeom>
          <a:ln w="76200">
            <a:tailEnd type="triangle"/>
          </a:ln>
        </p:spPr>
        <p:style>
          <a:lnRef idx="1">
            <a:schemeClr val="accent1"/>
          </a:lnRef>
          <a:fillRef idx="0">
            <a:schemeClr val="accent1"/>
          </a:fillRef>
          <a:effectRef idx="0">
            <a:schemeClr val="accent1"/>
          </a:effectRef>
          <a:fontRef idx="minor">
            <a:schemeClr val="tx1"/>
          </a:fontRef>
        </p:style>
      </p:cxnSp>
      <p:sp>
        <p:nvSpPr>
          <p:cNvPr id="11" name="Rectangle 10">
            <a:extLst>
              <a:ext uri="{FF2B5EF4-FFF2-40B4-BE49-F238E27FC236}">
                <a16:creationId xmlns:a16="http://schemas.microsoft.com/office/drawing/2014/main" id="{486E94D8-97C2-4F7B-B7A4-3C7B83076F98}"/>
              </a:ext>
            </a:extLst>
          </p:cNvPr>
          <p:cNvSpPr/>
          <p:nvPr/>
        </p:nvSpPr>
        <p:spPr>
          <a:xfrm>
            <a:off x="10316411" y="2112010"/>
            <a:ext cx="1148744" cy="490220"/>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b="1" dirty="0">
                <a:solidFill>
                  <a:schemeClr val="bg1"/>
                </a:solidFill>
              </a:rPr>
              <a:t>browser</a:t>
            </a:r>
          </a:p>
        </p:txBody>
      </p:sp>
      <p:cxnSp>
        <p:nvCxnSpPr>
          <p:cNvPr id="12" name="Straight Arrow Connector 11">
            <a:extLst>
              <a:ext uri="{FF2B5EF4-FFF2-40B4-BE49-F238E27FC236}">
                <a16:creationId xmlns:a16="http://schemas.microsoft.com/office/drawing/2014/main" id="{95861FF2-CA26-4192-A807-A7A5E0BAD8DF}"/>
              </a:ext>
            </a:extLst>
          </p:cNvPr>
          <p:cNvCxnSpPr>
            <a:cxnSpLocks/>
            <a:stCxn id="11" idx="2"/>
          </p:cNvCxnSpPr>
          <p:nvPr/>
        </p:nvCxnSpPr>
        <p:spPr>
          <a:xfrm>
            <a:off x="10890783" y="2602230"/>
            <a:ext cx="0" cy="826770"/>
          </a:xfrm>
          <a:prstGeom prst="straightConnector1">
            <a:avLst/>
          </a:prstGeom>
          <a:ln w="76200">
            <a:tailEnd type="triangle"/>
          </a:ln>
        </p:spPr>
        <p:style>
          <a:lnRef idx="1">
            <a:schemeClr val="accent1"/>
          </a:lnRef>
          <a:fillRef idx="0">
            <a:schemeClr val="accent1"/>
          </a:fillRef>
          <a:effectRef idx="0">
            <a:schemeClr val="accent1"/>
          </a:effectRef>
          <a:fontRef idx="minor">
            <a:schemeClr val="tx1"/>
          </a:fontRef>
        </p:style>
      </p:cxnSp>
      <p:sp>
        <p:nvSpPr>
          <p:cNvPr id="16" name="Rectangle 15">
            <a:extLst>
              <a:ext uri="{FF2B5EF4-FFF2-40B4-BE49-F238E27FC236}">
                <a16:creationId xmlns:a16="http://schemas.microsoft.com/office/drawing/2014/main" id="{03ADBBE3-3C03-4455-B0F1-F88B2C2CCA85}"/>
              </a:ext>
            </a:extLst>
          </p:cNvPr>
          <p:cNvSpPr/>
          <p:nvPr/>
        </p:nvSpPr>
        <p:spPr>
          <a:xfrm>
            <a:off x="6838951" y="2112010"/>
            <a:ext cx="2095495" cy="490220"/>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b="1" dirty="0">
                <a:solidFill>
                  <a:schemeClr val="bg1"/>
                </a:solidFill>
              </a:rPr>
              <a:t>web application</a:t>
            </a:r>
          </a:p>
        </p:txBody>
      </p:sp>
      <p:cxnSp>
        <p:nvCxnSpPr>
          <p:cNvPr id="17" name="Straight Arrow Connector 16">
            <a:extLst>
              <a:ext uri="{FF2B5EF4-FFF2-40B4-BE49-F238E27FC236}">
                <a16:creationId xmlns:a16="http://schemas.microsoft.com/office/drawing/2014/main" id="{7509C957-CC68-4EE4-9EB0-9D28AB7FDDE8}"/>
              </a:ext>
            </a:extLst>
          </p:cNvPr>
          <p:cNvCxnSpPr>
            <a:cxnSpLocks/>
          </p:cNvCxnSpPr>
          <p:nvPr/>
        </p:nvCxnSpPr>
        <p:spPr>
          <a:xfrm>
            <a:off x="7842783" y="2602230"/>
            <a:ext cx="0" cy="447040"/>
          </a:xfrm>
          <a:prstGeom prst="straightConnector1">
            <a:avLst/>
          </a:prstGeom>
          <a:ln w="76200">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185603093"/>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a:xfrm>
            <a:off x="530137" y="649160"/>
            <a:ext cx="3943351" cy="720506"/>
          </a:xfrm>
        </p:spPr>
        <p:txBody>
          <a:bodyPr>
            <a:normAutofit/>
          </a:bodyPr>
          <a:lstStyle/>
          <a:p>
            <a:r>
              <a:rPr lang="en-AU" sz="2800" dirty="0"/>
              <a:t>Given this diagram</a:t>
            </a:r>
          </a:p>
          <a:p>
            <a:endParaRPr lang="en-AU" dirty="0"/>
          </a:p>
          <a:p>
            <a:endParaRPr lang="en-AU" dirty="0"/>
          </a:p>
          <a:p>
            <a:endParaRPr lang="en-AU" dirty="0"/>
          </a:p>
          <a:p>
            <a:endParaRPr lang="en-AU" dirty="0"/>
          </a:p>
          <a:p>
            <a:endParaRPr lang="en-AU" sz="2667" dirty="0"/>
          </a:p>
          <a:p>
            <a:endParaRPr lang="en-AU" sz="2667" dirty="0"/>
          </a:p>
          <a:p>
            <a:endParaRPr lang="en-AU" dirty="0"/>
          </a:p>
        </p:txBody>
      </p:sp>
      <p:sp>
        <p:nvSpPr>
          <p:cNvPr id="3" name="Slide Number Placeholder 2"/>
          <p:cNvSpPr>
            <a:spLocks noGrp="1"/>
          </p:cNvSpPr>
          <p:nvPr>
            <p:ph type="sldNum" sz="quarter" idx="12"/>
          </p:nvPr>
        </p:nvSpPr>
        <p:spPr/>
        <p:txBody>
          <a:bodyPr/>
          <a:lstStyle/>
          <a:p>
            <a:fld id="{55670E94-029C-4BA8-8D44-FBB339E4924F}" type="slidenum">
              <a:rPr lang="en-AU" smtClean="0">
                <a:solidFill>
                  <a:prstClr val="black">
                    <a:tint val="75000"/>
                  </a:prstClr>
                </a:solidFill>
              </a:rPr>
              <a:pPr/>
              <a:t>58</a:t>
            </a:fld>
            <a:endParaRPr lang="en-AU" dirty="0">
              <a:solidFill>
                <a:prstClr val="black">
                  <a:tint val="75000"/>
                </a:prstClr>
              </a:solidFill>
            </a:endParaRPr>
          </a:p>
        </p:txBody>
      </p:sp>
      <p:sp>
        <p:nvSpPr>
          <p:cNvPr id="4" name="Title 3"/>
          <p:cNvSpPr>
            <a:spLocks noGrp="1"/>
          </p:cNvSpPr>
          <p:nvPr>
            <p:ph type="title"/>
          </p:nvPr>
        </p:nvSpPr>
        <p:spPr>
          <a:xfrm>
            <a:off x="2390774" y="-48545"/>
            <a:ext cx="7839162" cy="1009413"/>
          </a:xfrm>
        </p:spPr>
        <p:txBody>
          <a:bodyPr/>
          <a:lstStyle/>
          <a:p>
            <a:r>
              <a:rPr lang="en-AU" dirty="0"/>
              <a:t>Exercise</a:t>
            </a:r>
          </a:p>
        </p:txBody>
      </p:sp>
      <p:pic>
        <p:nvPicPr>
          <p:cNvPr id="8" name="Picture 7">
            <a:extLst>
              <a:ext uri="{FF2B5EF4-FFF2-40B4-BE49-F238E27FC236}">
                <a16:creationId xmlns:a16="http://schemas.microsoft.com/office/drawing/2014/main" id="{E1F42D19-B132-4716-BD15-C6007C478C76}"/>
              </a:ext>
            </a:extLst>
          </p:cNvPr>
          <p:cNvPicPr>
            <a:picLocks noChangeAspect="1"/>
          </p:cNvPicPr>
          <p:nvPr/>
        </p:nvPicPr>
        <p:blipFill>
          <a:blip r:embed="rId3"/>
          <a:stretch>
            <a:fillRect/>
          </a:stretch>
        </p:blipFill>
        <p:spPr>
          <a:xfrm>
            <a:off x="1028093" y="1386432"/>
            <a:ext cx="10633770" cy="4597551"/>
          </a:xfrm>
          <a:prstGeom prst="rect">
            <a:avLst/>
          </a:prstGeom>
        </p:spPr>
      </p:pic>
      <p:cxnSp>
        <p:nvCxnSpPr>
          <p:cNvPr id="7" name="Straight Arrow Connector 6">
            <a:extLst>
              <a:ext uri="{FF2B5EF4-FFF2-40B4-BE49-F238E27FC236}">
                <a16:creationId xmlns:a16="http://schemas.microsoft.com/office/drawing/2014/main" id="{1C5AAB9B-996F-4227-BF00-F77BA29B3393}"/>
              </a:ext>
            </a:extLst>
          </p:cNvPr>
          <p:cNvCxnSpPr>
            <a:cxnSpLocks/>
          </p:cNvCxnSpPr>
          <p:nvPr/>
        </p:nvCxnSpPr>
        <p:spPr>
          <a:xfrm>
            <a:off x="9668828" y="2688590"/>
            <a:ext cx="0" cy="721360"/>
          </a:xfrm>
          <a:prstGeom prst="straightConnector1">
            <a:avLst/>
          </a:prstGeom>
          <a:ln w="76200">
            <a:tailEnd type="triangle"/>
          </a:ln>
        </p:spPr>
        <p:style>
          <a:lnRef idx="1">
            <a:schemeClr val="accent1"/>
          </a:lnRef>
          <a:fillRef idx="0">
            <a:schemeClr val="accent1"/>
          </a:fillRef>
          <a:effectRef idx="0">
            <a:schemeClr val="accent1"/>
          </a:effectRef>
          <a:fontRef idx="minor">
            <a:schemeClr val="tx1"/>
          </a:fontRef>
        </p:style>
      </p:cxnSp>
      <p:sp>
        <p:nvSpPr>
          <p:cNvPr id="11" name="Rectangle 10">
            <a:extLst>
              <a:ext uri="{FF2B5EF4-FFF2-40B4-BE49-F238E27FC236}">
                <a16:creationId xmlns:a16="http://schemas.microsoft.com/office/drawing/2014/main" id="{486E94D8-97C2-4F7B-B7A4-3C7B83076F98}"/>
              </a:ext>
            </a:extLst>
          </p:cNvPr>
          <p:cNvSpPr/>
          <p:nvPr/>
        </p:nvSpPr>
        <p:spPr>
          <a:xfrm>
            <a:off x="10316411" y="2112010"/>
            <a:ext cx="1148744" cy="490220"/>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b="1" dirty="0">
                <a:solidFill>
                  <a:schemeClr val="bg1"/>
                </a:solidFill>
              </a:rPr>
              <a:t>browser</a:t>
            </a:r>
          </a:p>
        </p:txBody>
      </p:sp>
      <p:cxnSp>
        <p:nvCxnSpPr>
          <p:cNvPr id="12" name="Straight Arrow Connector 11">
            <a:extLst>
              <a:ext uri="{FF2B5EF4-FFF2-40B4-BE49-F238E27FC236}">
                <a16:creationId xmlns:a16="http://schemas.microsoft.com/office/drawing/2014/main" id="{95861FF2-CA26-4192-A807-A7A5E0BAD8DF}"/>
              </a:ext>
            </a:extLst>
          </p:cNvPr>
          <p:cNvCxnSpPr>
            <a:cxnSpLocks/>
            <a:stCxn id="11" idx="2"/>
          </p:cNvCxnSpPr>
          <p:nvPr/>
        </p:nvCxnSpPr>
        <p:spPr>
          <a:xfrm>
            <a:off x="10890783" y="2602230"/>
            <a:ext cx="0" cy="826770"/>
          </a:xfrm>
          <a:prstGeom prst="straightConnector1">
            <a:avLst/>
          </a:prstGeom>
          <a:ln w="76200">
            <a:tailEnd type="triangle"/>
          </a:ln>
        </p:spPr>
        <p:style>
          <a:lnRef idx="1">
            <a:schemeClr val="accent1"/>
          </a:lnRef>
          <a:fillRef idx="0">
            <a:schemeClr val="accent1"/>
          </a:fillRef>
          <a:effectRef idx="0">
            <a:schemeClr val="accent1"/>
          </a:effectRef>
          <a:fontRef idx="minor">
            <a:schemeClr val="tx1"/>
          </a:fontRef>
        </p:style>
      </p:cxnSp>
      <p:sp>
        <p:nvSpPr>
          <p:cNvPr id="16" name="Rectangle 15">
            <a:extLst>
              <a:ext uri="{FF2B5EF4-FFF2-40B4-BE49-F238E27FC236}">
                <a16:creationId xmlns:a16="http://schemas.microsoft.com/office/drawing/2014/main" id="{03ADBBE3-3C03-4455-B0F1-F88B2C2CCA85}"/>
              </a:ext>
            </a:extLst>
          </p:cNvPr>
          <p:cNvSpPr/>
          <p:nvPr/>
        </p:nvSpPr>
        <p:spPr>
          <a:xfrm>
            <a:off x="6838951" y="2112010"/>
            <a:ext cx="2095495" cy="490220"/>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b="1" dirty="0">
                <a:solidFill>
                  <a:schemeClr val="bg1"/>
                </a:solidFill>
              </a:rPr>
              <a:t>web application</a:t>
            </a:r>
          </a:p>
        </p:txBody>
      </p:sp>
      <p:cxnSp>
        <p:nvCxnSpPr>
          <p:cNvPr id="17" name="Straight Arrow Connector 16">
            <a:extLst>
              <a:ext uri="{FF2B5EF4-FFF2-40B4-BE49-F238E27FC236}">
                <a16:creationId xmlns:a16="http://schemas.microsoft.com/office/drawing/2014/main" id="{7509C957-CC68-4EE4-9EB0-9D28AB7FDDE8}"/>
              </a:ext>
            </a:extLst>
          </p:cNvPr>
          <p:cNvCxnSpPr>
            <a:cxnSpLocks/>
          </p:cNvCxnSpPr>
          <p:nvPr/>
        </p:nvCxnSpPr>
        <p:spPr>
          <a:xfrm>
            <a:off x="7842783" y="2602230"/>
            <a:ext cx="0" cy="447040"/>
          </a:xfrm>
          <a:prstGeom prst="straightConnector1">
            <a:avLst/>
          </a:prstGeom>
          <a:ln w="76200">
            <a:tailEnd type="triangle"/>
          </a:ln>
        </p:spPr>
        <p:style>
          <a:lnRef idx="1">
            <a:schemeClr val="accent1"/>
          </a:lnRef>
          <a:fillRef idx="0">
            <a:schemeClr val="accent1"/>
          </a:fillRef>
          <a:effectRef idx="0">
            <a:schemeClr val="accent1"/>
          </a:effectRef>
          <a:fontRef idx="minor">
            <a:schemeClr val="tx1"/>
          </a:fontRef>
        </p:style>
      </p:cxnSp>
      <p:sp>
        <p:nvSpPr>
          <p:cNvPr id="13" name="Rectangle 12">
            <a:extLst>
              <a:ext uri="{FF2B5EF4-FFF2-40B4-BE49-F238E27FC236}">
                <a16:creationId xmlns:a16="http://schemas.microsoft.com/office/drawing/2014/main" id="{517B07C5-FA02-4F5E-9120-2D0BE8202014}"/>
              </a:ext>
            </a:extLst>
          </p:cNvPr>
          <p:cNvSpPr/>
          <p:nvPr/>
        </p:nvSpPr>
        <p:spPr>
          <a:xfrm>
            <a:off x="4214860" y="2112010"/>
            <a:ext cx="2095495" cy="490220"/>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b="1" dirty="0">
                <a:solidFill>
                  <a:schemeClr val="bg1"/>
                </a:solidFill>
              </a:rPr>
              <a:t>local SQL database</a:t>
            </a:r>
          </a:p>
        </p:txBody>
      </p:sp>
      <p:cxnSp>
        <p:nvCxnSpPr>
          <p:cNvPr id="14" name="Straight Arrow Connector 13">
            <a:extLst>
              <a:ext uri="{FF2B5EF4-FFF2-40B4-BE49-F238E27FC236}">
                <a16:creationId xmlns:a16="http://schemas.microsoft.com/office/drawing/2014/main" id="{479B27E1-7FCD-41A0-9291-00BB0E25B511}"/>
              </a:ext>
            </a:extLst>
          </p:cNvPr>
          <p:cNvCxnSpPr>
            <a:cxnSpLocks/>
            <a:stCxn id="13" idx="2"/>
          </p:cNvCxnSpPr>
          <p:nvPr/>
        </p:nvCxnSpPr>
        <p:spPr>
          <a:xfrm flipH="1">
            <a:off x="5262607" y="2602230"/>
            <a:ext cx="1" cy="413385"/>
          </a:xfrm>
          <a:prstGeom prst="straightConnector1">
            <a:avLst/>
          </a:prstGeom>
          <a:ln w="76200">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671373628"/>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a:xfrm>
            <a:off x="530137" y="649160"/>
            <a:ext cx="3943351" cy="720506"/>
          </a:xfrm>
        </p:spPr>
        <p:txBody>
          <a:bodyPr>
            <a:normAutofit/>
          </a:bodyPr>
          <a:lstStyle/>
          <a:p>
            <a:r>
              <a:rPr lang="en-AU" sz="2800" dirty="0"/>
              <a:t>Given this diagram</a:t>
            </a:r>
          </a:p>
          <a:p>
            <a:endParaRPr lang="en-AU" dirty="0"/>
          </a:p>
          <a:p>
            <a:endParaRPr lang="en-AU" dirty="0"/>
          </a:p>
          <a:p>
            <a:endParaRPr lang="en-AU" dirty="0"/>
          </a:p>
          <a:p>
            <a:endParaRPr lang="en-AU" dirty="0"/>
          </a:p>
          <a:p>
            <a:endParaRPr lang="en-AU" sz="2667" dirty="0"/>
          </a:p>
          <a:p>
            <a:endParaRPr lang="en-AU" sz="2667" dirty="0"/>
          </a:p>
          <a:p>
            <a:endParaRPr lang="en-AU" dirty="0"/>
          </a:p>
        </p:txBody>
      </p:sp>
      <p:sp>
        <p:nvSpPr>
          <p:cNvPr id="3" name="Slide Number Placeholder 2"/>
          <p:cNvSpPr>
            <a:spLocks noGrp="1"/>
          </p:cNvSpPr>
          <p:nvPr>
            <p:ph type="sldNum" sz="quarter" idx="12"/>
          </p:nvPr>
        </p:nvSpPr>
        <p:spPr/>
        <p:txBody>
          <a:bodyPr/>
          <a:lstStyle/>
          <a:p>
            <a:fld id="{55670E94-029C-4BA8-8D44-FBB339E4924F}" type="slidenum">
              <a:rPr lang="en-AU" smtClean="0">
                <a:solidFill>
                  <a:prstClr val="black">
                    <a:tint val="75000"/>
                  </a:prstClr>
                </a:solidFill>
              </a:rPr>
              <a:pPr/>
              <a:t>59</a:t>
            </a:fld>
            <a:endParaRPr lang="en-AU" dirty="0">
              <a:solidFill>
                <a:prstClr val="black">
                  <a:tint val="75000"/>
                </a:prstClr>
              </a:solidFill>
            </a:endParaRPr>
          </a:p>
        </p:txBody>
      </p:sp>
      <p:sp>
        <p:nvSpPr>
          <p:cNvPr id="4" name="Title 3"/>
          <p:cNvSpPr>
            <a:spLocks noGrp="1"/>
          </p:cNvSpPr>
          <p:nvPr>
            <p:ph type="title"/>
          </p:nvPr>
        </p:nvSpPr>
        <p:spPr>
          <a:xfrm>
            <a:off x="2390774" y="-48545"/>
            <a:ext cx="7839162" cy="1009413"/>
          </a:xfrm>
        </p:spPr>
        <p:txBody>
          <a:bodyPr/>
          <a:lstStyle/>
          <a:p>
            <a:r>
              <a:rPr lang="en-AU" dirty="0"/>
              <a:t>Exercise</a:t>
            </a:r>
          </a:p>
        </p:txBody>
      </p:sp>
      <p:pic>
        <p:nvPicPr>
          <p:cNvPr id="8" name="Picture 7">
            <a:extLst>
              <a:ext uri="{FF2B5EF4-FFF2-40B4-BE49-F238E27FC236}">
                <a16:creationId xmlns:a16="http://schemas.microsoft.com/office/drawing/2014/main" id="{E1F42D19-B132-4716-BD15-C6007C478C76}"/>
              </a:ext>
            </a:extLst>
          </p:cNvPr>
          <p:cNvPicPr>
            <a:picLocks noChangeAspect="1"/>
          </p:cNvPicPr>
          <p:nvPr/>
        </p:nvPicPr>
        <p:blipFill>
          <a:blip r:embed="rId3"/>
          <a:stretch>
            <a:fillRect/>
          </a:stretch>
        </p:blipFill>
        <p:spPr>
          <a:xfrm>
            <a:off x="1028093" y="1386432"/>
            <a:ext cx="10633770" cy="4597551"/>
          </a:xfrm>
          <a:prstGeom prst="rect">
            <a:avLst/>
          </a:prstGeom>
        </p:spPr>
      </p:pic>
      <p:cxnSp>
        <p:nvCxnSpPr>
          <p:cNvPr id="7" name="Straight Arrow Connector 6">
            <a:extLst>
              <a:ext uri="{FF2B5EF4-FFF2-40B4-BE49-F238E27FC236}">
                <a16:creationId xmlns:a16="http://schemas.microsoft.com/office/drawing/2014/main" id="{1C5AAB9B-996F-4227-BF00-F77BA29B3393}"/>
              </a:ext>
            </a:extLst>
          </p:cNvPr>
          <p:cNvCxnSpPr>
            <a:cxnSpLocks/>
          </p:cNvCxnSpPr>
          <p:nvPr/>
        </p:nvCxnSpPr>
        <p:spPr>
          <a:xfrm>
            <a:off x="9668828" y="2688590"/>
            <a:ext cx="0" cy="721360"/>
          </a:xfrm>
          <a:prstGeom prst="straightConnector1">
            <a:avLst/>
          </a:prstGeom>
          <a:ln w="76200">
            <a:tailEnd type="triangle"/>
          </a:ln>
        </p:spPr>
        <p:style>
          <a:lnRef idx="1">
            <a:schemeClr val="accent1"/>
          </a:lnRef>
          <a:fillRef idx="0">
            <a:schemeClr val="accent1"/>
          </a:fillRef>
          <a:effectRef idx="0">
            <a:schemeClr val="accent1"/>
          </a:effectRef>
          <a:fontRef idx="minor">
            <a:schemeClr val="tx1"/>
          </a:fontRef>
        </p:style>
      </p:cxnSp>
      <p:sp>
        <p:nvSpPr>
          <p:cNvPr id="11" name="Rectangle 10">
            <a:extLst>
              <a:ext uri="{FF2B5EF4-FFF2-40B4-BE49-F238E27FC236}">
                <a16:creationId xmlns:a16="http://schemas.microsoft.com/office/drawing/2014/main" id="{486E94D8-97C2-4F7B-B7A4-3C7B83076F98}"/>
              </a:ext>
            </a:extLst>
          </p:cNvPr>
          <p:cNvSpPr/>
          <p:nvPr/>
        </p:nvSpPr>
        <p:spPr>
          <a:xfrm>
            <a:off x="10316411" y="2112010"/>
            <a:ext cx="1148744" cy="490220"/>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b="1" dirty="0">
                <a:solidFill>
                  <a:schemeClr val="bg1"/>
                </a:solidFill>
              </a:rPr>
              <a:t>browser</a:t>
            </a:r>
          </a:p>
        </p:txBody>
      </p:sp>
      <p:cxnSp>
        <p:nvCxnSpPr>
          <p:cNvPr id="12" name="Straight Arrow Connector 11">
            <a:extLst>
              <a:ext uri="{FF2B5EF4-FFF2-40B4-BE49-F238E27FC236}">
                <a16:creationId xmlns:a16="http://schemas.microsoft.com/office/drawing/2014/main" id="{95861FF2-CA26-4192-A807-A7A5E0BAD8DF}"/>
              </a:ext>
            </a:extLst>
          </p:cNvPr>
          <p:cNvCxnSpPr>
            <a:cxnSpLocks/>
            <a:stCxn id="11" idx="2"/>
          </p:cNvCxnSpPr>
          <p:nvPr/>
        </p:nvCxnSpPr>
        <p:spPr>
          <a:xfrm>
            <a:off x="10890783" y="2602230"/>
            <a:ext cx="0" cy="826770"/>
          </a:xfrm>
          <a:prstGeom prst="straightConnector1">
            <a:avLst/>
          </a:prstGeom>
          <a:ln w="76200">
            <a:tailEnd type="triangle"/>
          </a:ln>
        </p:spPr>
        <p:style>
          <a:lnRef idx="1">
            <a:schemeClr val="accent1"/>
          </a:lnRef>
          <a:fillRef idx="0">
            <a:schemeClr val="accent1"/>
          </a:fillRef>
          <a:effectRef idx="0">
            <a:schemeClr val="accent1"/>
          </a:effectRef>
          <a:fontRef idx="minor">
            <a:schemeClr val="tx1"/>
          </a:fontRef>
        </p:style>
      </p:cxnSp>
      <p:sp>
        <p:nvSpPr>
          <p:cNvPr id="16" name="Rectangle 15">
            <a:extLst>
              <a:ext uri="{FF2B5EF4-FFF2-40B4-BE49-F238E27FC236}">
                <a16:creationId xmlns:a16="http://schemas.microsoft.com/office/drawing/2014/main" id="{03ADBBE3-3C03-4455-B0F1-F88B2C2CCA85}"/>
              </a:ext>
            </a:extLst>
          </p:cNvPr>
          <p:cNvSpPr/>
          <p:nvPr/>
        </p:nvSpPr>
        <p:spPr>
          <a:xfrm>
            <a:off x="6838951" y="2112010"/>
            <a:ext cx="2095495" cy="490220"/>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b="1" dirty="0">
                <a:solidFill>
                  <a:schemeClr val="bg1"/>
                </a:solidFill>
              </a:rPr>
              <a:t>web application</a:t>
            </a:r>
          </a:p>
        </p:txBody>
      </p:sp>
      <p:cxnSp>
        <p:nvCxnSpPr>
          <p:cNvPr id="17" name="Straight Arrow Connector 16">
            <a:extLst>
              <a:ext uri="{FF2B5EF4-FFF2-40B4-BE49-F238E27FC236}">
                <a16:creationId xmlns:a16="http://schemas.microsoft.com/office/drawing/2014/main" id="{7509C957-CC68-4EE4-9EB0-9D28AB7FDDE8}"/>
              </a:ext>
            </a:extLst>
          </p:cNvPr>
          <p:cNvCxnSpPr>
            <a:cxnSpLocks/>
          </p:cNvCxnSpPr>
          <p:nvPr/>
        </p:nvCxnSpPr>
        <p:spPr>
          <a:xfrm>
            <a:off x="7842783" y="2602230"/>
            <a:ext cx="0" cy="447040"/>
          </a:xfrm>
          <a:prstGeom prst="straightConnector1">
            <a:avLst/>
          </a:prstGeom>
          <a:ln w="76200">
            <a:tailEnd type="triangle"/>
          </a:ln>
        </p:spPr>
        <p:style>
          <a:lnRef idx="1">
            <a:schemeClr val="accent1"/>
          </a:lnRef>
          <a:fillRef idx="0">
            <a:schemeClr val="accent1"/>
          </a:fillRef>
          <a:effectRef idx="0">
            <a:schemeClr val="accent1"/>
          </a:effectRef>
          <a:fontRef idx="minor">
            <a:schemeClr val="tx1"/>
          </a:fontRef>
        </p:style>
      </p:cxnSp>
      <p:sp>
        <p:nvSpPr>
          <p:cNvPr id="13" name="Rectangle 12">
            <a:extLst>
              <a:ext uri="{FF2B5EF4-FFF2-40B4-BE49-F238E27FC236}">
                <a16:creationId xmlns:a16="http://schemas.microsoft.com/office/drawing/2014/main" id="{517B07C5-FA02-4F5E-9120-2D0BE8202014}"/>
              </a:ext>
            </a:extLst>
          </p:cNvPr>
          <p:cNvSpPr/>
          <p:nvPr/>
        </p:nvSpPr>
        <p:spPr>
          <a:xfrm>
            <a:off x="4214860" y="2112010"/>
            <a:ext cx="2095495" cy="490220"/>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b="1" dirty="0">
                <a:solidFill>
                  <a:schemeClr val="bg1"/>
                </a:solidFill>
              </a:rPr>
              <a:t>local SQL database</a:t>
            </a:r>
          </a:p>
        </p:txBody>
      </p:sp>
      <p:cxnSp>
        <p:nvCxnSpPr>
          <p:cNvPr id="14" name="Straight Arrow Connector 13">
            <a:extLst>
              <a:ext uri="{FF2B5EF4-FFF2-40B4-BE49-F238E27FC236}">
                <a16:creationId xmlns:a16="http://schemas.microsoft.com/office/drawing/2014/main" id="{479B27E1-7FCD-41A0-9291-00BB0E25B511}"/>
              </a:ext>
            </a:extLst>
          </p:cNvPr>
          <p:cNvCxnSpPr>
            <a:cxnSpLocks/>
            <a:stCxn id="13" idx="2"/>
          </p:cNvCxnSpPr>
          <p:nvPr/>
        </p:nvCxnSpPr>
        <p:spPr>
          <a:xfrm flipH="1">
            <a:off x="5262607" y="2602230"/>
            <a:ext cx="1" cy="413385"/>
          </a:xfrm>
          <a:prstGeom prst="straightConnector1">
            <a:avLst/>
          </a:prstGeom>
          <a:ln w="76200">
            <a:tailEnd type="triangle"/>
          </a:ln>
        </p:spPr>
        <p:style>
          <a:lnRef idx="1">
            <a:schemeClr val="accent1"/>
          </a:lnRef>
          <a:fillRef idx="0">
            <a:schemeClr val="accent1"/>
          </a:fillRef>
          <a:effectRef idx="0">
            <a:schemeClr val="accent1"/>
          </a:effectRef>
          <a:fontRef idx="minor">
            <a:schemeClr val="tx1"/>
          </a:fontRef>
        </p:style>
      </p:cxnSp>
      <p:sp>
        <p:nvSpPr>
          <p:cNvPr id="18" name="Rectangle 17">
            <a:extLst>
              <a:ext uri="{FF2B5EF4-FFF2-40B4-BE49-F238E27FC236}">
                <a16:creationId xmlns:a16="http://schemas.microsoft.com/office/drawing/2014/main" id="{A3785BD1-8065-4D3B-AA13-A99B298A0A94}"/>
              </a:ext>
            </a:extLst>
          </p:cNvPr>
          <p:cNvSpPr/>
          <p:nvPr/>
        </p:nvSpPr>
        <p:spPr>
          <a:xfrm>
            <a:off x="1177838" y="2104390"/>
            <a:ext cx="2251162" cy="490220"/>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b="1" dirty="0">
                <a:solidFill>
                  <a:schemeClr val="bg1"/>
                </a:solidFill>
              </a:rPr>
              <a:t>SQL backup database</a:t>
            </a:r>
          </a:p>
        </p:txBody>
      </p:sp>
      <p:cxnSp>
        <p:nvCxnSpPr>
          <p:cNvPr id="19" name="Straight Arrow Connector 18">
            <a:extLst>
              <a:ext uri="{FF2B5EF4-FFF2-40B4-BE49-F238E27FC236}">
                <a16:creationId xmlns:a16="http://schemas.microsoft.com/office/drawing/2014/main" id="{8D6422B0-5E72-4027-B1DE-B619FFB85352}"/>
              </a:ext>
            </a:extLst>
          </p:cNvPr>
          <p:cNvCxnSpPr>
            <a:cxnSpLocks/>
          </p:cNvCxnSpPr>
          <p:nvPr/>
        </p:nvCxnSpPr>
        <p:spPr>
          <a:xfrm>
            <a:off x="1764820" y="2611376"/>
            <a:ext cx="0" cy="515364"/>
          </a:xfrm>
          <a:prstGeom prst="straightConnector1">
            <a:avLst/>
          </a:prstGeom>
          <a:ln w="76200">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057034619"/>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a:xfrm>
            <a:off x="419099" y="1009413"/>
            <a:ext cx="3943351" cy="720506"/>
          </a:xfrm>
        </p:spPr>
        <p:txBody>
          <a:bodyPr>
            <a:normAutofit/>
          </a:bodyPr>
          <a:lstStyle/>
          <a:p>
            <a:r>
              <a:rPr lang="en-AU" sz="2800" dirty="0"/>
              <a:t>A possible scenario:</a:t>
            </a:r>
          </a:p>
          <a:p>
            <a:endParaRPr lang="en-AU" dirty="0"/>
          </a:p>
          <a:p>
            <a:endParaRPr lang="en-AU" dirty="0"/>
          </a:p>
          <a:p>
            <a:endParaRPr lang="en-AU" dirty="0"/>
          </a:p>
          <a:p>
            <a:endParaRPr lang="en-AU" dirty="0"/>
          </a:p>
          <a:p>
            <a:endParaRPr lang="en-AU" sz="2667" dirty="0"/>
          </a:p>
          <a:p>
            <a:endParaRPr lang="en-AU" sz="2667" dirty="0"/>
          </a:p>
          <a:p>
            <a:endParaRPr lang="en-AU" dirty="0"/>
          </a:p>
        </p:txBody>
      </p:sp>
      <p:sp>
        <p:nvSpPr>
          <p:cNvPr id="3" name="Slide Number Placeholder 2"/>
          <p:cNvSpPr>
            <a:spLocks noGrp="1"/>
          </p:cNvSpPr>
          <p:nvPr>
            <p:ph type="sldNum" sz="quarter" idx="12"/>
          </p:nvPr>
        </p:nvSpPr>
        <p:spPr/>
        <p:txBody>
          <a:bodyPr/>
          <a:lstStyle/>
          <a:p>
            <a:fld id="{55670E94-029C-4BA8-8D44-FBB339E4924F}" type="slidenum">
              <a:rPr lang="en-AU" smtClean="0">
                <a:solidFill>
                  <a:prstClr val="black">
                    <a:tint val="75000"/>
                  </a:prstClr>
                </a:solidFill>
              </a:rPr>
              <a:pPr/>
              <a:t>60</a:t>
            </a:fld>
            <a:endParaRPr lang="en-AU" dirty="0">
              <a:solidFill>
                <a:prstClr val="black">
                  <a:tint val="75000"/>
                </a:prstClr>
              </a:solidFill>
            </a:endParaRPr>
          </a:p>
        </p:txBody>
      </p:sp>
      <p:sp>
        <p:nvSpPr>
          <p:cNvPr id="4" name="Title 3"/>
          <p:cNvSpPr>
            <a:spLocks noGrp="1"/>
          </p:cNvSpPr>
          <p:nvPr>
            <p:ph type="title"/>
          </p:nvPr>
        </p:nvSpPr>
        <p:spPr>
          <a:xfrm>
            <a:off x="2143038" y="0"/>
            <a:ext cx="7839162" cy="1009413"/>
          </a:xfrm>
        </p:spPr>
        <p:txBody>
          <a:bodyPr/>
          <a:lstStyle/>
          <a:p>
            <a:r>
              <a:rPr lang="en-AU" dirty="0"/>
              <a:t>Exercise</a:t>
            </a:r>
          </a:p>
        </p:txBody>
      </p:sp>
      <p:sp>
        <p:nvSpPr>
          <p:cNvPr id="5" name="Rectangle 4"/>
          <p:cNvSpPr/>
          <p:nvPr/>
        </p:nvSpPr>
        <p:spPr>
          <a:xfrm>
            <a:off x="1228638" y="1757726"/>
            <a:ext cx="10296612" cy="3539430"/>
          </a:xfrm>
          <a:prstGeom prst="rect">
            <a:avLst/>
          </a:prstGeom>
        </p:spPr>
        <p:txBody>
          <a:bodyPr wrap="square">
            <a:spAutoFit/>
          </a:bodyPr>
          <a:lstStyle/>
          <a:p>
            <a:pPr algn="just"/>
            <a:r>
              <a:rPr lang="en-AU" sz="2800" dirty="0">
                <a:ln>
                  <a:solidFill>
                    <a:schemeClr val="bg1">
                      <a:lumMod val="75000"/>
                      <a:lumOff val="25000"/>
                      <a:alpha val="10000"/>
                    </a:schemeClr>
                  </a:solidFill>
                </a:ln>
                <a:solidFill>
                  <a:schemeClr val="tx2"/>
                </a:solidFill>
              </a:rPr>
              <a:t>Alice opens a browser to login to a web server via her own credentials. </a:t>
            </a:r>
          </a:p>
          <a:p>
            <a:pPr algn="just"/>
            <a:endParaRPr lang="en-AU" sz="2800" dirty="0">
              <a:ln>
                <a:solidFill>
                  <a:schemeClr val="bg1">
                    <a:lumMod val="75000"/>
                    <a:lumOff val="25000"/>
                    <a:alpha val="10000"/>
                  </a:schemeClr>
                </a:solidFill>
              </a:ln>
              <a:solidFill>
                <a:schemeClr val="tx2"/>
              </a:solidFill>
            </a:endParaRPr>
          </a:p>
          <a:p>
            <a:pPr algn="just"/>
            <a:r>
              <a:rPr lang="en-AU" sz="2800" dirty="0">
                <a:ln>
                  <a:solidFill>
                    <a:schemeClr val="bg1">
                      <a:lumMod val="75000"/>
                      <a:lumOff val="25000"/>
                      <a:alpha val="10000"/>
                    </a:schemeClr>
                  </a:solidFill>
                </a:ln>
                <a:solidFill>
                  <a:schemeClr val="tx2"/>
                </a:solidFill>
              </a:rPr>
              <a:t>The web server will validate Alice by checking if her username and password are stored in its local SQL database. </a:t>
            </a:r>
          </a:p>
          <a:p>
            <a:pPr algn="just"/>
            <a:endParaRPr lang="en-AU" sz="2800" dirty="0">
              <a:ln>
                <a:solidFill>
                  <a:schemeClr val="bg1">
                    <a:lumMod val="75000"/>
                    <a:lumOff val="25000"/>
                    <a:alpha val="10000"/>
                  </a:schemeClr>
                </a:solidFill>
              </a:ln>
              <a:solidFill>
                <a:schemeClr val="tx2"/>
              </a:solidFill>
            </a:endParaRPr>
          </a:p>
          <a:p>
            <a:pPr algn="just"/>
            <a:r>
              <a:rPr lang="en-AU" sz="2800" dirty="0">
                <a:ln>
                  <a:solidFill>
                    <a:schemeClr val="bg1">
                      <a:lumMod val="75000"/>
                      <a:lumOff val="25000"/>
                      <a:alpha val="10000"/>
                    </a:schemeClr>
                  </a:solidFill>
                </a:ln>
                <a:solidFill>
                  <a:schemeClr val="tx2"/>
                </a:solidFill>
              </a:rPr>
              <a:t>When Alice updates her personal information, the local SQL database interacts with the SQL backup database to synchronize the updates. </a:t>
            </a:r>
          </a:p>
        </p:txBody>
      </p:sp>
    </p:spTree>
    <p:extLst>
      <p:ext uri="{BB962C8B-B14F-4D97-AF65-F5344CB8AC3E}">
        <p14:creationId xmlns:p14="http://schemas.microsoft.com/office/powerpoint/2010/main" val="1847060646"/>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53A7AE6-D4A2-4EC7-AB69-D10FDED6791E}"/>
              </a:ext>
            </a:extLst>
          </p:cNvPr>
          <p:cNvSpPr>
            <a:spLocks noGrp="1"/>
          </p:cNvSpPr>
          <p:nvPr>
            <p:ph type="title"/>
          </p:nvPr>
        </p:nvSpPr>
        <p:spPr>
          <a:xfrm>
            <a:off x="919119" y="18222"/>
            <a:ext cx="10353762" cy="1257300"/>
          </a:xfrm>
        </p:spPr>
        <p:txBody>
          <a:bodyPr/>
          <a:lstStyle/>
          <a:p>
            <a:r>
              <a:rPr lang="en-AU" dirty="0"/>
              <a:t>Threat Modelling</a:t>
            </a:r>
          </a:p>
        </p:txBody>
      </p:sp>
      <p:sp>
        <p:nvSpPr>
          <p:cNvPr id="3" name="Content Placeholder 2">
            <a:extLst>
              <a:ext uri="{FF2B5EF4-FFF2-40B4-BE49-F238E27FC236}">
                <a16:creationId xmlns:a16="http://schemas.microsoft.com/office/drawing/2014/main" id="{85A85A87-A16A-4E7E-9423-CD34A99A7E63}"/>
              </a:ext>
            </a:extLst>
          </p:cNvPr>
          <p:cNvSpPr>
            <a:spLocks noGrp="1"/>
          </p:cNvSpPr>
          <p:nvPr>
            <p:ph idx="1"/>
          </p:nvPr>
        </p:nvSpPr>
        <p:spPr>
          <a:xfrm>
            <a:off x="555986" y="1065972"/>
            <a:ext cx="11351092" cy="3714749"/>
          </a:xfrm>
        </p:spPr>
        <p:txBody>
          <a:bodyPr/>
          <a:lstStyle/>
          <a:p>
            <a:r>
              <a:rPr lang="en-AU" sz="2800" dirty="0"/>
              <a:t>If there are multiple threats with the same severity in a threat model, which one should be addressed first?</a:t>
            </a:r>
          </a:p>
          <a:p>
            <a:r>
              <a:rPr lang="en-AU" sz="2800" dirty="0"/>
              <a:t>Is using a threat model such as MS TMT sufficient for securing a system?</a:t>
            </a:r>
          </a:p>
          <a:p>
            <a:endParaRPr lang="en-AU" dirty="0"/>
          </a:p>
        </p:txBody>
      </p:sp>
    </p:spTree>
    <p:extLst>
      <p:ext uri="{BB962C8B-B14F-4D97-AF65-F5344CB8AC3E}">
        <p14:creationId xmlns:p14="http://schemas.microsoft.com/office/powerpoint/2010/main" val="1082933469"/>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53A7AE6-D4A2-4EC7-AB69-D10FDED6791E}"/>
              </a:ext>
            </a:extLst>
          </p:cNvPr>
          <p:cNvSpPr>
            <a:spLocks noGrp="1"/>
          </p:cNvSpPr>
          <p:nvPr>
            <p:ph type="title"/>
          </p:nvPr>
        </p:nvSpPr>
        <p:spPr>
          <a:xfrm>
            <a:off x="919119" y="18222"/>
            <a:ext cx="10353762" cy="1257300"/>
          </a:xfrm>
        </p:spPr>
        <p:txBody>
          <a:bodyPr/>
          <a:lstStyle/>
          <a:p>
            <a:r>
              <a:rPr lang="en-AU" dirty="0"/>
              <a:t>Threat Modelling</a:t>
            </a:r>
          </a:p>
        </p:txBody>
      </p:sp>
      <p:sp>
        <p:nvSpPr>
          <p:cNvPr id="3" name="Content Placeholder 2">
            <a:extLst>
              <a:ext uri="{FF2B5EF4-FFF2-40B4-BE49-F238E27FC236}">
                <a16:creationId xmlns:a16="http://schemas.microsoft.com/office/drawing/2014/main" id="{85A85A87-A16A-4E7E-9423-CD34A99A7E63}"/>
              </a:ext>
            </a:extLst>
          </p:cNvPr>
          <p:cNvSpPr>
            <a:spLocks noGrp="1"/>
          </p:cNvSpPr>
          <p:nvPr>
            <p:ph idx="1"/>
          </p:nvPr>
        </p:nvSpPr>
        <p:spPr>
          <a:xfrm>
            <a:off x="555986" y="1065972"/>
            <a:ext cx="11351092" cy="3714749"/>
          </a:xfrm>
        </p:spPr>
        <p:txBody>
          <a:bodyPr/>
          <a:lstStyle/>
          <a:p>
            <a:r>
              <a:rPr lang="en-AU" sz="2800" dirty="0"/>
              <a:t>If there are multiple threats with the same severity in a threat model, which one should be addressed first?</a:t>
            </a:r>
          </a:p>
          <a:p>
            <a:r>
              <a:rPr lang="en-AU" sz="2800" dirty="0"/>
              <a:t>An example answer: </a:t>
            </a:r>
          </a:p>
          <a:p>
            <a:pPr lvl="1"/>
            <a:r>
              <a:rPr lang="en-AU" sz="2800" dirty="0"/>
              <a:t>I</a:t>
            </a:r>
            <a:r>
              <a:rPr lang="en-US" sz="2800" dirty="0"/>
              <a:t>t is important to prioritize the threats with the same-level severity based on some critical factors</a:t>
            </a:r>
          </a:p>
          <a:p>
            <a:pPr lvl="1"/>
            <a:r>
              <a:rPr lang="en-US" sz="2800" dirty="0"/>
              <a:t>e.g., </a:t>
            </a:r>
            <a:r>
              <a:rPr lang="en-AU" sz="2800" dirty="0"/>
              <a:t>probability of occurrence, potential impact, ease of mitigation, available resources, and compliance requirements</a:t>
            </a:r>
          </a:p>
        </p:txBody>
      </p:sp>
    </p:spTree>
    <p:extLst>
      <p:ext uri="{BB962C8B-B14F-4D97-AF65-F5344CB8AC3E}">
        <p14:creationId xmlns:p14="http://schemas.microsoft.com/office/powerpoint/2010/main" val="3084059433"/>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53A7AE6-D4A2-4EC7-AB69-D10FDED6791E}"/>
              </a:ext>
            </a:extLst>
          </p:cNvPr>
          <p:cNvSpPr>
            <a:spLocks noGrp="1"/>
          </p:cNvSpPr>
          <p:nvPr>
            <p:ph type="title"/>
          </p:nvPr>
        </p:nvSpPr>
        <p:spPr>
          <a:xfrm>
            <a:off x="919119" y="18222"/>
            <a:ext cx="10353762" cy="1257300"/>
          </a:xfrm>
        </p:spPr>
        <p:txBody>
          <a:bodyPr/>
          <a:lstStyle/>
          <a:p>
            <a:r>
              <a:rPr lang="en-AU" dirty="0"/>
              <a:t>Threat Modelling</a:t>
            </a:r>
          </a:p>
        </p:txBody>
      </p:sp>
      <p:sp>
        <p:nvSpPr>
          <p:cNvPr id="3" name="Content Placeholder 2">
            <a:extLst>
              <a:ext uri="{FF2B5EF4-FFF2-40B4-BE49-F238E27FC236}">
                <a16:creationId xmlns:a16="http://schemas.microsoft.com/office/drawing/2014/main" id="{85A85A87-A16A-4E7E-9423-CD34A99A7E63}"/>
              </a:ext>
            </a:extLst>
          </p:cNvPr>
          <p:cNvSpPr>
            <a:spLocks noGrp="1"/>
          </p:cNvSpPr>
          <p:nvPr>
            <p:ph idx="1"/>
          </p:nvPr>
        </p:nvSpPr>
        <p:spPr>
          <a:xfrm>
            <a:off x="555986" y="1065972"/>
            <a:ext cx="11351092" cy="5334828"/>
          </a:xfrm>
        </p:spPr>
        <p:txBody>
          <a:bodyPr>
            <a:normAutofit/>
          </a:bodyPr>
          <a:lstStyle/>
          <a:p>
            <a:r>
              <a:rPr lang="en-AU" sz="2800" dirty="0"/>
              <a:t>Probability of occurrence:</a:t>
            </a:r>
          </a:p>
          <a:p>
            <a:pPr lvl="1"/>
            <a:r>
              <a:rPr lang="en-US" sz="2800" dirty="0"/>
              <a:t>Rank the likelihood of each threat that can actually occur, as some threats may be more likely to occur than others.</a:t>
            </a:r>
          </a:p>
          <a:p>
            <a:r>
              <a:rPr lang="en-US" sz="2800" dirty="0"/>
              <a:t>Potential impact</a:t>
            </a:r>
            <a:r>
              <a:rPr lang="en-AU" sz="2800" dirty="0"/>
              <a:t>:</a:t>
            </a:r>
          </a:p>
          <a:p>
            <a:pPr lvl="1"/>
            <a:r>
              <a:rPr lang="en-US" sz="2800" dirty="0"/>
              <a:t>Rank the potential impact of each threat as some threats may have a higher potential impact than others.</a:t>
            </a:r>
          </a:p>
        </p:txBody>
      </p:sp>
    </p:spTree>
    <p:extLst>
      <p:ext uri="{BB962C8B-B14F-4D97-AF65-F5344CB8AC3E}">
        <p14:creationId xmlns:p14="http://schemas.microsoft.com/office/powerpoint/2010/main" val="3637441934"/>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53A7AE6-D4A2-4EC7-AB69-D10FDED6791E}"/>
              </a:ext>
            </a:extLst>
          </p:cNvPr>
          <p:cNvSpPr>
            <a:spLocks noGrp="1"/>
          </p:cNvSpPr>
          <p:nvPr>
            <p:ph type="title"/>
          </p:nvPr>
        </p:nvSpPr>
        <p:spPr>
          <a:xfrm>
            <a:off x="919119" y="18222"/>
            <a:ext cx="10353762" cy="1257300"/>
          </a:xfrm>
        </p:spPr>
        <p:txBody>
          <a:bodyPr/>
          <a:lstStyle/>
          <a:p>
            <a:r>
              <a:rPr lang="en-AU" dirty="0"/>
              <a:t>Threat Modelling</a:t>
            </a:r>
          </a:p>
        </p:txBody>
      </p:sp>
      <p:sp>
        <p:nvSpPr>
          <p:cNvPr id="3" name="Content Placeholder 2">
            <a:extLst>
              <a:ext uri="{FF2B5EF4-FFF2-40B4-BE49-F238E27FC236}">
                <a16:creationId xmlns:a16="http://schemas.microsoft.com/office/drawing/2014/main" id="{85A85A87-A16A-4E7E-9423-CD34A99A7E63}"/>
              </a:ext>
            </a:extLst>
          </p:cNvPr>
          <p:cNvSpPr>
            <a:spLocks noGrp="1"/>
          </p:cNvSpPr>
          <p:nvPr>
            <p:ph idx="1"/>
          </p:nvPr>
        </p:nvSpPr>
        <p:spPr>
          <a:xfrm>
            <a:off x="297194" y="1062269"/>
            <a:ext cx="11710776" cy="5334828"/>
          </a:xfrm>
        </p:spPr>
        <p:txBody>
          <a:bodyPr>
            <a:normAutofit/>
          </a:bodyPr>
          <a:lstStyle/>
          <a:p>
            <a:r>
              <a:rPr lang="en-US" sz="2800" dirty="0"/>
              <a:t>Ease of mitigation:</a:t>
            </a:r>
          </a:p>
          <a:p>
            <a:pPr lvl="1"/>
            <a:r>
              <a:rPr lang="en-US" sz="2800" dirty="0"/>
              <a:t>Rank how easy it would be to mitigate each threat, as some threats may be easier to address while others may require more efforts and resources.</a:t>
            </a:r>
          </a:p>
          <a:p>
            <a:r>
              <a:rPr lang="en-US" sz="2800" dirty="0"/>
              <a:t>Compliance requirements: </a:t>
            </a:r>
          </a:p>
          <a:p>
            <a:pPr lvl="1"/>
            <a:r>
              <a:rPr lang="en-US" sz="2800" dirty="0"/>
              <a:t>Rank threats based on whether addressing each of them can comply with regulatory or industry requirements, as some threats may be more important to address to comply with regulations or industry standards.</a:t>
            </a:r>
          </a:p>
        </p:txBody>
      </p:sp>
    </p:spTree>
    <p:extLst>
      <p:ext uri="{BB962C8B-B14F-4D97-AF65-F5344CB8AC3E}">
        <p14:creationId xmlns:p14="http://schemas.microsoft.com/office/powerpoint/2010/main" val="3338213251"/>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53A7AE6-D4A2-4EC7-AB69-D10FDED6791E}"/>
              </a:ext>
            </a:extLst>
          </p:cNvPr>
          <p:cNvSpPr>
            <a:spLocks noGrp="1"/>
          </p:cNvSpPr>
          <p:nvPr>
            <p:ph type="title"/>
          </p:nvPr>
        </p:nvSpPr>
        <p:spPr>
          <a:xfrm>
            <a:off x="919119" y="18222"/>
            <a:ext cx="10353762" cy="1257300"/>
          </a:xfrm>
        </p:spPr>
        <p:txBody>
          <a:bodyPr/>
          <a:lstStyle/>
          <a:p>
            <a:r>
              <a:rPr lang="en-AU" dirty="0"/>
              <a:t>Threat Modelling</a:t>
            </a:r>
          </a:p>
        </p:txBody>
      </p:sp>
      <p:sp>
        <p:nvSpPr>
          <p:cNvPr id="3" name="Content Placeholder 2">
            <a:extLst>
              <a:ext uri="{FF2B5EF4-FFF2-40B4-BE49-F238E27FC236}">
                <a16:creationId xmlns:a16="http://schemas.microsoft.com/office/drawing/2014/main" id="{85A85A87-A16A-4E7E-9423-CD34A99A7E63}"/>
              </a:ext>
            </a:extLst>
          </p:cNvPr>
          <p:cNvSpPr>
            <a:spLocks noGrp="1"/>
          </p:cNvSpPr>
          <p:nvPr>
            <p:ph idx="1"/>
          </p:nvPr>
        </p:nvSpPr>
        <p:spPr>
          <a:xfrm>
            <a:off x="555986" y="1065972"/>
            <a:ext cx="11351092" cy="3714749"/>
          </a:xfrm>
        </p:spPr>
        <p:txBody>
          <a:bodyPr/>
          <a:lstStyle/>
          <a:p>
            <a:r>
              <a:rPr lang="en-AU" sz="2800" dirty="0"/>
              <a:t>Is using a threat model such as MS TMT sufficient for securing a system?</a:t>
            </a:r>
          </a:p>
          <a:p>
            <a:pPr lvl="1"/>
            <a:endParaRPr lang="en-AU" dirty="0"/>
          </a:p>
        </p:txBody>
      </p:sp>
    </p:spTree>
    <p:extLst>
      <p:ext uri="{BB962C8B-B14F-4D97-AF65-F5344CB8AC3E}">
        <p14:creationId xmlns:p14="http://schemas.microsoft.com/office/powerpoint/2010/main" val="492848490"/>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53A7AE6-D4A2-4EC7-AB69-D10FDED6791E}"/>
              </a:ext>
            </a:extLst>
          </p:cNvPr>
          <p:cNvSpPr>
            <a:spLocks noGrp="1"/>
          </p:cNvSpPr>
          <p:nvPr>
            <p:ph type="title"/>
          </p:nvPr>
        </p:nvSpPr>
        <p:spPr>
          <a:xfrm>
            <a:off x="919119" y="18222"/>
            <a:ext cx="10353762" cy="1257300"/>
          </a:xfrm>
        </p:spPr>
        <p:txBody>
          <a:bodyPr/>
          <a:lstStyle/>
          <a:p>
            <a:r>
              <a:rPr lang="en-AU" dirty="0"/>
              <a:t>Threat Modelling</a:t>
            </a:r>
          </a:p>
        </p:txBody>
      </p:sp>
      <p:sp>
        <p:nvSpPr>
          <p:cNvPr id="3" name="Content Placeholder 2">
            <a:extLst>
              <a:ext uri="{FF2B5EF4-FFF2-40B4-BE49-F238E27FC236}">
                <a16:creationId xmlns:a16="http://schemas.microsoft.com/office/drawing/2014/main" id="{85A85A87-A16A-4E7E-9423-CD34A99A7E63}"/>
              </a:ext>
            </a:extLst>
          </p:cNvPr>
          <p:cNvSpPr>
            <a:spLocks noGrp="1"/>
          </p:cNvSpPr>
          <p:nvPr>
            <p:ph idx="1"/>
          </p:nvPr>
        </p:nvSpPr>
        <p:spPr>
          <a:xfrm>
            <a:off x="555986" y="1065972"/>
            <a:ext cx="11351092" cy="3714749"/>
          </a:xfrm>
        </p:spPr>
        <p:txBody>
          <a:bodyPr/>
          <a:lstStyle/>
          <a:p>
            <a:r>
              <a:rPr lang="en-AU" sz="2800" dirty="0"/>
              <a:t>Is using a threat model such as MS TMT sufficient for securing a system?</a:t>
            </a:r>
          </a:p>
          <a:p>
            <a:pPr lvl="1"/>
            <a:r>
              <a:rPr lang="en-AU" sz="2800" dirty="0"/>
              <a:t>e.g., </a:t>
            </a:r>
            <a:r>
              <a:rPr lang="en-US" sz="2800" dirty="0"/>
              <a:t>it should be used in conjunction with other security measures, such as access control, monitoring, and applying security patches.</a:t>
            </a:r>
            <a:endParaRPr lang="en-AU" sz="2800" dirty="0"/>
          </a:p>
          <a:p>
            <a:endParaRPr lang="en-AU" dirty="0"/>
          </a:p>
        </p:txBody>
      </p:sp>
    </p:spTree>
    <p:extLst>
      <p:ext uri="{BB962C8B-B14F-4D97-AF65-F5344CB8AC3E}">
        <p14:creationId xmlns:p14="http://schemas.microsoft.com/office/powerpoint/2010/main" val="2328485486"/>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SlateVTI">
  <a:themeElements>
    <a:clrScheme name="AnalogousFromDarkSeedLeftStep">
      <a:dk1>
        <a:srgbClr val="000000"/>
      </a:dk1>
      <a:lt1>
        <a:srgbClr val="FFFFFF"/>
      </a:lt1>
      <a:dk2>
        <a:srgbClr val="243541"/>
      </a:dk2>
      <a:lt2>
        <a:srgbClr val="E4E8E2"/>
      </a:lt2>
      <a:accent1>
        <a:srgbClr val="A629E7"/>
      </a:accent1>
      <a:accent2>
        <a:srgbClr val="6640DC"/>
      </a:accent2>
      <a:accent3>
        <a:srgbClr val="2F4FE7"/>
      </a:accent3>
      <a:accent4>
        <a:srgbClr val="1787D5"/>
      </a:accent4>
      <a:accent5>
        <a:srgbClr val="20B6B5"/>
      </a:accent5>
      <a:accent6>
        <a:srgbClr val="14B973"/>
      </a:accent6>
      <a:hlink>
        <a:srgbClr val="358E9F"/>
      </a:hlink>
      <a:folHlink>
        <a:srgbClr val="7F7F7F"/>
      </a:folHlink>
    </a:clrScheme>
    <a:fontScheme name="Slate">
      <a:majorFont>
        <a:latin typeface="Georgia Pro Cond Light" panose="02040603050505030304"/>
        <a:ea typeface=""/>
        <a:cs typeface=""/>
        <a:font script="Jpan" typeface="ＭＳ Ｐゴシック"/>
        <a:font script="Hang" typeface="돋움"/>
        <a:font script="Hans" typeface="方正舒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Speak Pro" panose="02040603050505030304"/>
        <a:ea typeface=""/>
        <a:cs typeface=""/>
        <a:font script="Jpan" typeface="ＭＳ Ｐゴシック"/>
        <a:font script="Hang" typeface="돋움"/>
        <a:font script="Hans" typeface="方正舒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Slate">
      <a:fillStyleLst>
        <a:solidFill>
          <a:schemeClr val="phClr"/>
        </a:solidFill>
        <a:gradFill rotWithShape="1">
          <a:gsLst>
            <a:gs pos="0">
              <a:schemeClr val="phClr">
                <a:tint val="60000"/>
                <a:lumMod val="110000"/>
              </a:schemeClr>
            </a:gs>
            <a:gs pos="100000">
              <a:schemeClr val="phClr">
                <a:tint val="88000"/>
              </a:schemeClr>
            </a:gs>
          </a:gsLst>
          <a:lin ang="5400000" scaled="0"/>
        </a:gradFill>
        <a:gradFill rotWithShape="1">
          <a:gsLst>
            <a:gs pos="0">
              <a:schemeClr val="phClr">
                <a:tint val="96000"/>
                <a:lumMod val="104000"/>
              </a:schemeClr>
            </a:gs>
            <a:gs pos="100000">
              <a:schemeClr val="phClr">
                <a:shade val="90000"/>
                <a:lumMod val="90000"/>
              </a:schemeClr>
            </a:gs>
          </a:gsLst>
          <a:lin ang="5400000" scaled="0"/>
        </a:gradFill>
      </a:fillStyleLst>
      <a:lnStyleLst>
        <a:ln w="9525" cap="rnd" cmpd="sng" algn="ctr">
          <a:solidFill>
            <a:schemeClr val="phClr">
              <a:shade val="90000"/>
            </a:schemeClr>
          </a:solidFill>
          <a:prstDash val="solid"/>
        </a:ln>
        <a:ln w="15875"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63500" dist="25400" dir="5400000" rotWithShape="0">
              <a:srgbClr val="000000">
                <a:alpha val="60000"/>
              </a:srgbClr>
            </a:outerShdw>
          </a:effectLst>
        </a:effectStyle>
        <a:effectStyle>
          <a:effectLst>
            <a:outerShdw blurRad="76200" dist="38100" dir="5400000" rotWithShape="0">
              <a:srgbClr val="000000">
                <a:alpha val="75000"/>
              </a:srgbClr>
            </a:outerShdw>
          </a:effectLst>
          <a:scene3d>
            <a:camera prst="orthographicFront">
              <a:rot lat="0" lon="0" rev="0"/>
            </a:camera>
            <a:lightRig rig="threePt" dir="t">
              <a:rot lat="0" lon="0" rev="1200000"/>
            </a:lightRig>
          </a:scene3d>
          <a:sp3d>
            <a:bevelT w="63500" h="25400" prst="hardEdge"/>
          </a:sp3d>
        </a:effectStyle>
      </a:effectStyleLst>
      <a:bgFillStyleLst>
        <a:solidFill>
          <a:schemeClr val="phClr"/>
        </a:solidFill>
        <a:solidFill>
          <a:schemeClr val="phClr"/>
        </a:solidFill>
        <a:blipFill rotWithShape="1">
          <a:blip xmlns:r="http://schemas.openxmlformats.org/officeDocument/2006/relationships" r:embed="rId1">
            <a:duotone>
              <a:schemeClr val="phClr">
                <a:shade val="80000"/>
                <a:lumMod val="80000"/>
              </a:schemeClr>
              <a:schemeClr val="phClr">
                <a:tint val="98000"/>
              </a:schemeClr>
            </a:duotone>
          </a:blip>
          <a:stretch/>
        </a:blipFill>
      </a:bgFillStyleLst>
    </a:fmtScheme>
  </a:themeElements>
  <a:objectDefaults/>
  <a:extraClrSchemeLst/>
  <a:extLst>
    <a:ext uri="{05A4C25C-085E-4340-85A3-A5531E510DB2}">
      <thm15:themeFamily xmlns:thm15="http://schemas.microsoft.com/office/thememl/2012/main" name="SlateVTI" id="{35C4A07C-0176-4A32-9BCB-B016516853F0}" vid="{9B70D35C-BCA8-4715-BB49-8BE54A7FC07C}"/>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NoStarch</Template>
  <TotalTime>69654</TotalTime>
  <Words>4121</Words>
  <Application>Microsoft Office PowerPoint</Application>
  <PresentationFormat>Widescreen</PresentationFormat>
  <Paragraphs>815</Paragraphs>
  <Slides>66</Slides>
  <Notes>65</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66</vt:i4>
      </vt:variant>
    </vt:vector>
  </HeadingPairs>
  <TitlesOfParts>
    <vt:vector size="71" baseType="lpstr">
      <vt:lpstr>Calibri</vt:lpstr>
      <vt:lpstr>Georgia Pro Cond Light</vt:lpstr>
      <vt:lpstr>Speak Pro</vt:lpstr>
      <vt:lpstr>Wingdings 2</vt:lpstr>
      <vt:lpstr>SlateVTI</vt:lpstr>
      <vt:lpstr>CITS1003 Introduction to Cybersecurity [6] Security Assessment  exercises</vt:lpstr>
      <vt:lpstr>PowerPoint Presentation</vt:lpstr>
      <vt:lpstr>PowerPoint Presentation</vt:lpstr>
      <vt:lpstr>PowerPoint Presentation</vt:lpstr>
      <vt:lpstr>Attack Tree</vt:lpstr>
      <vt:lpstr>Attack Tree</vt:lpstr>
      <vt:lpstr>Attack Tree</vt:lpstr>
      <vt:lpstr>Attack Tree</vt:lpstr>
      <vt:lpstr>Attack Tree</vt:lpstr>
      <vt:lpstr>Attack Tree</vt:lpstr>
      <vt:lpstr>Attack Tree</vt:lpstr>
      <vt:lpstr>Attack Tree</vt:lpstr>
      <vt:lpstr>Exercise</vt:lpstr>
      <vt:lpstr>Exercise</vt:lpstr>
      <vt:lpstr>PowerPoint Presentation</vt:lpstr>
      <vt:lpstr>Exercise</vt:lpstr>
      <vt:lpstr>PowerPoint Presentation</vt:lpstr>
      <vt:lpstr>Exercise</vt:lpstr>
      <vt:lpstr>PowerPoint Presentation</vt:lpstr>
      <vt:lpstr>root node</vt:lpstr>
      <vt:lpstr>root node</vt:lpstr>
      <vt:lpstr>Attack Tree</vt:lpstr>
      <vt:lpstr>Possible or Impossible?</vt:lpstr>
      <vt:lpstr>PowerPoint Presentation</vt:lpstr>
      <vt:lpstr>PowerPoint Presentation</vt:lpstr>
      <vt:lpstr>PowerPoint Presentation</vt:lpstr>
      <vt:lpstr>PowerPoint Presentation</vt:lpstr>
      <vt:lpstr>PowerPoint Presentation</vt:lpstr>
      <vt:lpstr>Calculate attack cost?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Threat Modelling</vt:lpstr>
      <vt:lpstr>Threat Modelling</vt:lpstr>
      <vt:lpstr>Threat Modelling</vt:lpstr>
      <vt:lpstr>Threat Modelling</vt:lpstr>
      <vt:lpstr>Threat Modelling</vt:lpstr>
      <vt:lpstr>STRIDE</vt:lpstr>
      <vt:lpstr>STRIDE</vt:lpstr>
      <vt:lpstr>STRIDE</vt:lpstr>
      <vt:lpstr>MS Threat Modelling Tool</vt:lpstr>
      <vt:lpstr>Demo</vt:lpstr>
      <vt:lpstr>Demo</vt:lpstr>
      <vt:lpstr>Demo</vt:lpstr>
      <vt:lpstr>Demo</vt:lpstr>
      <vt:lpstr>Exercise</vt:lpstr>
      <vt:lpstr>Exercise</vt:lpstr>
      <vt:lpstr>Exercise</vt:lpstr>
      <vt:lpstr>Exercise</vt:lpstr>
      <vt:lpstr>Exercise</vt:lpstr>
      <vt:lpstr>Exercise</vt:lpstr>
      <vt:lpstr>Threat Modelling</vt:lpstr>
      <vt:lpstr>Threat Modelling</vt:lpstr>
      <vt:lpstr>Threat Modelling</vt:lpstr>
      <vt:lpstr>Threat Modelling</vt:lpstr>
      <vt:lpstr>Threat Modelling</vt:lpstr>
      <vt:lpstr>Threat Modelling</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CITSXXXX Introduction to Cybersecurity [1] Unit overview</dc:title>
  <dc:creator>David Glance</dc:creator>
  <cp:lastModifiedBy>Garrison Gao</cp:lastModifiedBy>
  <cp:revision>1907</cp:revision>
  <dcterms:created xsi:type="dcterms:W3CDTF">2020-01-13T04:26:47Z</dcterms:created>
  <dcterms:modified xsi:type="dcterms:W3CDTF">2026-08-24T04:52:35Z</dcterms:modified>
</cp:coreProperties>
</file>