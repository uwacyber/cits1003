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saveSubsetFonts="1" autoCompressPictures="0">
  <p:sldMasterIdLst>
    <p:sldMasterId id="2147483763" r:id="rId1"/>
  </p:sldMasterIdLst>
  <p:notesMasterIdLst>
    <p:notesMasterId r:id="rId68"/>
  </p:notesMasterIdLst>
  <p:sldIdLst>
    <p:sldId id="256" r:id="rId2"/>
    <p:sldId id="257" r:id="rId3"/>
    <p:sldId id="562" r:id="rId4"/>
    <p:sldId id="436" r:id="rId5"/>
    <p:sldId id="474" r:id="rId6"/>
    <p:sldId id="475" r:id="rId7"/>
    <p:sldId id="439" r:id="rId8"/>
    <p:sldId id="479" r:id="rId9"/>
    <p:sldId id="480" r:id="rId10"/>
    <p:sldId id="483" r:id="rId11"/>
    <p:sldId id="549" r:id="rId12"/>
    <p:sldId id="482" r:id="rId13"/>
    <p:sldId id="564" r:id="rId14"/>
    <p:sldId id="565" r:id="rId15"/>
    <p:sldId id="485" r:id="rId16"/>
    <p:sldId id="567" r:id="rId17"/>
    <p:sldId id="568" r:id="rId18"/>
    <p:sldId id="569" r:id="rId19"/>
    <p:sldId id="570" r:id="rId20"/>
    <p:sldId id="571" r:id="rId21"/>
    <p:sldId id="572" r:id="rId22"/>
    <p:sldId id="574" r:id="rId23"/>
    <p:sldId id="575" r:id="rId24"/>
    <p:sldId id="484" r:id="rId25"/>
    <p:sldId id="576" r:id="rId26"/>
    <p:sldId id="577" r:id="rId27"/>
    <p:sldId id="579" r:id="rId28"/>
    <p:sldId id="580" r:id="rId29"/>
    <p:sldId id="581" r:id="rId30"/>
    <p:sldId id="582" r:id="rId31"/>
    <p:sldId id="583" r:id="rId32"/>
    <p:sldId id="584" r:id="rId33"/>
    <p:sldId id="585" r:id="rId34"/>
    <p:sldId id="586" r:id="rId35"/>
    <p:sldId id="587" r:id="rId36"/>
    <p:sldId id="588" r:id="rId37"/>
    <p:sldId id="563" r:id="rId38"/>
    <p:sldId id="551" r:id="rId39"/>
    <p:sldId id="478" r:id="rId40"/>
    <p:sldId id="589" r:id="rId41"/>
    <p:sldId id="513" r:id="rId42"/>
    <p:sldId id="515" r:id="rId43"/>
    <p:sldId id="516" r:id="rId44"/>
    <p:sldId id="519" r:id="rId45"/>
    <p:sldId id="517" r:id="rId46"/>
    <p:sldId id="521" r:id="rId47"/>
    <p:sldId id="523" r:id="rId48"/>
    <p:sldId id="522" r:id="rId49"/>
    <p:sldId id="524" r:id="rId50"/>
    <p:sldId id="553" r:id="rId51"/>
    <p:sldId id="554" r:id="rId52"/>
    <p:sldId id="530" r:id="rId53"/>
    <p:sldId id="555" r:id="rId54"/>
    <p:sldId id="556" r:id="rId55"/>
    <p:sldId id="531" r:id="rId56"/>
    <p:sldId id="557" r:id="rId57"/>
    <p:sldId id="533" r:id="rId58"/>
    <p:sldId id="534" r:id="rId59"/>
    <p:sldId id="535" r:id="rId60"/>
    <p:sldId id="558" r:id="rId61"/>
    <p:sldId id="536" r:id="rId62"/>
    <p:sldId id="537" r:id="rId63"/>
    <p:sldId id="538" r:id="rId64"/>
    <p:sldId id="559" r:id="rId65"/>
    <p:sldId id="560" r:id="rId66"/>
    <p:sldId id="561" r:id="rId6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2" name="Author" initials="A" lastIdx="0" clrIdx="1"/>
</p:cm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FABFCF23-3B69-468F-B69F-88F6DE6A72F2}" styleName="Medium Style 1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5A111915-BE36-4E01-A7E5-04B1672EAD32}" styleName="Light Style 2 - Accent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34338" autoAdjust="0"/>
    <p:restoredTop sz="66667" autoAdjust="0"/>
  </p:normalViewPr>
  <p:slideViewPr>
    <p:cSldViewPr snapToGrid="0" snapToObjects="1">
      <p:cViewPr varScale="1">
        <p:scale>
          <a:sx n="47" d="100"/>
          <a:sy n="47" d="100"/>
        </p:scale>
        <p:origin x="828" y="4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commentAuthors" Target="commentAuthor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71"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AU"/>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D6D7260-B7E4-B548-BD1F-84ED14536037}" type="datetimeFigureOut">
              <a:rPr lang="en-AU" smtClean="0"/>
              <a:t>13/04/2026</a:t>
            </a:fld>
            <a:endParaRPr lang="en-AU"/>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AU"/>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AU"/>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AU"/>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F030C05-EF6C-9847-8923-580D76870F8E}" type="slidenum">
              <a:rPr lang="en-AU" smtClean="0"/>
              <a:t>‹#›</a:t>
            </a:fld>
            <a:endParaRPr lang="en-AU"/>
          </a:p>
        </p:txBody>
      </p:sp>
    </p:spTree>
    <p:extLst>
      <p:ext uri="{BB962C8B-B14F-4D97-AF65-F5344CB8AC3E}">
        <p14:creationId xmlns:p14="http://schemas.microsoft.com/office/powerpoint/2010/main" val="206340922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DF030C05-EF6C-9847-8923-580D76870F8E}" type="slidenum">
              <a:rPr lang="en-AU" smtClean="0"/>
              <a:t>1</a:t>
            </a:fld>
            <a:endParaRPr lang="en-AU"/>
          </a:p>
        </p:txBody>
      </p:sp>
    </p:spTree>
    <p:extLst>
      <p:ext uri="{BB962C8B-B14F-4D97-AF65-F5344CB8AC3E}">
        <p14:creationId xmlns:p14="http://schemas.microsoft.com/office/powerpoint/2010/main" val="139468166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AU" dirty="0"/>
          </a:p>
        </p:txBody>
      </p:sp>
      <p:sp>
        <p:nvSpPr>
          <p:cNvPr id="4" name="Slide Number Placeholder 3"/>
          <p:cNvSpPr>
            <a:spLocks noGrp="1"/>
          </p:cNvSpPr>
          <p:nvPr>
            <p:ph type="sldNum" sz="quarter" idx="5"/>
          </p:nvPr>
        </p:nvSpPr>
        <p:spPr/>
        <p:txBody>
          <a:bodyPr/>
          <a:lstStyle/>
          <a:p>
            <a:fld id="{DF030C05-EF6C-9847-8923-580D76870F8E}" type="slidenum">
              <a:rPr lang="en-AU" smtClean="0"/>
              <a:t>2</a:t>
            </a:fld>
            <a:endParaRPr lang="en-AU"/>
          </a:p>
        </p:txBody>
      </p:sp>
    </p:spTree>
    <p:extLst>
      <p:ext uri="{BB962C8B-B14F-4D97-AF65-F5344CB8AC3E}">
        <p14:creationId xmlns:p14="http://schemas.microsoft.com/office/powerpoint/2010/main" val="189182109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DF030C05-EF6C-9847-8923-580D76870F8E}" type="slidenum">
              <a:rPr lang="en-AU" smtClean="0"/>
              <a:t>3</a:t>
            </a:fld>
            <a:endParaRPr lang="en-AU"/>
          </a:p>
        </p:txBody>
      </p:sp>
    </p:spTree>
    <p:extLst>
      <p:ext uri="{BB962C8B-B14F-4D97-AF65-F5344CB8AC3E}">
        <p14:creationId xmlns:p14="http://schemas.microsoft.com/office/powerpoint/2010/main" val="254374620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DF030C05-EF6C-9847-8923-580D76870F8E}" type="slidenum">
              <a:rPr lang="en-AU" smtClean="0"/>
              <a:t>4</a:t>
            </a:fld>
            <a:endParaRPr lang="en-AU"/>
          </a:p>
        </p:txBody>
      </p:sp>
    </p:spTree>
    <p:extLst>
      <p:ext uri="{BB962C8B-B14F-4D97-AF65-F5344CB8AC3E}">
        <p14:creationId xmlns:p14="http://schemas.microsoft.com/office/powerpoint/2010/main" val="104073304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DF030C05-EF6C-9847-8923-580D76870F8E}" type="slidenum">
              <a:rPr lang="en-AU" smtClean="0"/>
              <a:t>5</a:t>
            </a:fld>
            <a:endParaRPr lang="en-AU"/>
          </a:p>
        </p:txBody>
      </p:sp>
    </p:spTree>
    <p:extLst>
      <p:ext uri="{BB962C8B-B14F-4D97-AF65-F5344CB8AC3E}">
        <p14:creationId xmlns:p14="http://schemas.microsoft.com/office/powerpoint/2010/main" val="266840124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DF030C05-EF6C-9847-8923-580D76870F8E}" type="slidenum">
              <a:rPr lang="en-AU" smtClean="0"/>
              <a:t>6</a:t>
            </a:fld>
            <a:endParaRPr lang="en-AU"/>
          </a:p>
        </p:txBody>
      </p:sp>
    </p:spTree>
    <p:extLst>
      <p:ext uri="{BB962C8B-B14F-4D97-AF65-F5344CB8AC3E}">
        <p14:creationId xmlns:p14="http://schemas.microsoft.com/office/powerpoint/2010/main" val="61282680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DF030C05-EF6C-9847-8923-580D76870F8E}" type="slidenum">
              <a:rPr lang="en-AU" smtClean="0"/>
              <a:t>7</a:t>
            </a:fld>
            <a:endParaRPr lang="en-AU"/>
          </a:p>
        </p:txBody>
      </p:sp>
    </p:spTree>
    <p:extLst>
      <p:ext uri="{BB962C8B-B14F-4D97-AF65-F5344CB8AC3E}">
        <p14:creationId xmlns:p14="http://schemas.microsoft.com/office/powerpoint/2010/main" val="138287542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DF030C05-EF6C-9847-8923-580D76870F8E}" type="slidenum">
              <a:rPr lang="en-AU" smtClean="0"/>
              <a:t>8</a:t>
            </a:fld>
            <a:endParaRPr lang="en-AU"/>
          </a:p>
        </p:txBody>
      </p:sp>
    </p:spTree>
    <p:extLst>
      <p:ext uri="{BB962C8B-B14F-4D97-AF65-F5344CB8AC3E}">
        <p14:creationId xmlns:p14="http://schemas.microsoft.com/office/powerpoint/2010/main" val="351144290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DF030C05-EF6C-9847-8923-580D76870F8E}" type="slidenum">
              <a:rPr lang="en-AU" smtClean="0"/>
              <a:t>9</a:t>
            </a:fld>
            <a:endParaRPr lang="en-AU"/>
          </a:p>
        </p:txBody>
      </p:sp>
    </p:spTree>
    <p:extLst>
      <p:ext uri="{BB962C8B-B14F-4D97-AF65-F5344CB8AC3E}">
        <p14:creationId xmlns:p14="http://schemas.microsoft.com/office/powerpoint/2010/main" val="164817855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DF030C05-EF6C-9847-8923-580D76870F8E}" type="slidenum">
              <a:rPr lang="en-AU" smtClean="0"/>
              <a:t>10</a:t>
            </a:fld>
            <a:endParaRPr lang="en-AU"/>
          </a:p>
        </p:txBody>
      </p:sp>
    </p:spTree>
    <p:extLst>
      <p:ext uri="{BB962C8B-B14F-4D97-AF65-F5344CB8AC3E}">
        <p14:creationId xmlns:p14="http://schemas.microsoft.com/office/powerpoint/2010/main" val="350721371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DF030C05-EF6C-9847-8923-580D76870F8E}" type="slidenum">
              <a:rPr lang="en-AU" smtClean="0"/>
              <a:t>11</a:t>
            </a:fld>
            <a:endParaRPr lang="en-AU"/>
          </a:p>
        </p:txBody>
      </p:sp>
    </p:spTree>
    <p:extLst>
      <p:ext uri="{BB962C8B-B14F-4D97-AF65-F5344CB8AC3E}">
        <p14:creationId xmlns:p14="http://schemas.microsoft.com/office/powerpoint/2010/main" val="238203604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DF030C05-EF6C-9847-8923-580D76870F8E}" type="slidenum">
              <a:rPr lang="en-AU" smtClean="0"/>
              <a:t>12</a:t>
            </a:fld>
            <a:endParaRPr lang="en-AU"/>
          </a:p>
        </p:txBody>
      </p:sp>
    </p:spTree>
    <p:extLst>
      <p:ext uri="{BB962C8B-B14F-4D97-AF65-F5344CB8AC3E}">
        <p14:creationId xmlns:p14="http://schemas.microsoft.com/office/powerpoint/2010/main" val="338354709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DF030C05-EF6C-9847-8923-580D76870F8E}" type="slidenum">
              <a:rPr lang="en-AU" smtClean="0"/>
              <a:t>13</a:t>
            </a:fld>
            <a:endParaRPr lang="en-AU"/>
          </a:p>
        </p:txBody>
      </p:sp>
    </p:spTree>
    <p:extLst>
      <p:ext uri="{BB962C8B-B14F-4D97-AF65-F5344CB8AC3E}">
        <p14:creationId xmlns:p14="http://schemas.microsoft.com/office/powerpoint/2010/main" val="290910614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DF030C05-EF6C-9847-8923-580D76870F8E}" type="slidenum">
              <a:rPr lang="en-AU" smtClean="0"/>
              <a:t>14</a:t>
            </a:fld>
            <a:endParaRPr lang="en-AU"/>
          </a:p>
        </p:txBody>
      </p:sp>
    </p:spTree>
    <p:extLst>
      <p:ext uri="{BB962C8B-B14F-4D97-AF65-F5344CB8AC3E}">
        <p14:creationId xmlns:p14="http://schemas.microsoft.com/office/powerpoint/2010/main" val="305972352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DF030C05-EF6C-9847-8923-580D76870F8E}" type="slidenum">
              <a:rPr lang="en-AU" smtClean="0"/>
              <a:t>15</a:t>
            </a:fld>
            <a:endParaRPr lang="en-AU"/>
          </a:p>
        </p:txBody>
      </p:sp>
    </p:spTree>
    <p:extLst>
      <p:ext uri="{BB962C8B-B14F-4D97-AF65-F5344CB8AC3E}">
        <p14:creationId xmlns:p14="http://schemas.microsoft.com/office/powerpoint/2010/main" val="13657889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DF030C05-EF6C-9847-8923-580D76870F8E}" type="slidenum">
              <a:rPr lang="en-AU" smtClean="0"/>
              <a:t>16</a:t>
            </a:fld>
            <a:endParaRPr lang="en-AU"/>
          </a:p>
        </p:txBody>
      </p:sp>
    </p:spTree>
    <p:extLst>
      <p:ext uri="{BB962C8B-B14F-4D97-AF65-F5344CB8AC3E}">
        <p14:creationId xmlns:p14="http://schemas.microsoft.com/office/powerpoint/2010/main" val="126988342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DF030C05-EF6C-9847-8923-580D76870F8E}" type="slidenum">
              <a:rPr lang="en-AU" smtClean="0"/>
              <a:t>17</a:t>
            </a:fld>
            <a:endParaRPr lang="en-AU"/>
          </a:p>
        </p:txBody>
      </p:sp>
    </p:spTree>
    <p:extLst>
      <p:ext uri="{BB962C8B-B14F-4D97-AF65-F5344CB8AC3E}">
        <p14:creationId xmlns:p14="http://schemas.microsoft.com/office/powerpoint/2010/main" val="53756173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DF030C05-EF6C-9847-8923-580D76870F8E}" type="slidenum">
              <a:rPr lang="en-AU" smtClean="0"/>
              <a:t>18</a:t>
            </a:fld>
            <a:endParaRPr lang="en-AU"/>
          </a:p>
        </p:txBody>
      </p:sp>
    </p:spTree>
    <p:extLst>
      <p:ext uri="{BB962C8B-B14F-4D97-AF65-F5344CB8AC3E}">
        <p14:creationId xmlns:p14="http://schemas.microsoft.com/office/powerpoint/2010/main" val="415326627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DF030C05-EF6C-9847-8923-580D76870F8E}" type="slidenum">
              <a:rPr lang="en-AU" smtClean="0"/>
              <a:t>19</a:t>
            </a:fld>
            <a:endParaRPr lang="en-AU"/>
          </a:p>
        </p:txBody>
      </p:sp>
    </p:spTree>
    <p:extLst>
      <p:ext uri="{BB962C8B-B14F-4D97-AF65-F5344CB8AC3E}">
        <p14:creationId xmlns:p14="http://schemas.microsoft.com/office/powerpoint/2010/main" val="270459713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DF030C05-EF6C-9847-8923-580D76870F8E}" type="slidenum">
              <a:rPr lang="en-AU" smtClean="0"/>
              <a:t>20</a:t>
            </a:fld>
            <a:endParaRPr lang="en-AU"/>
          </a:p>
        </p:txBody>
      </p:sp>
    </p:spTree>
    <p:extLst>
      <p:ext uri="{BB962C8B-B14F-4D97-AF65-F5344CB8AC3E}">
        <p14:creationId xmlns:p14="http://schemas.microsoft.com/office/powerpoint/2010/main" val="336279109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DF030C05-EF6C-9847-8923-580D76870F8E}" type="slidenum">
              <a:rPr lang="en-AU" smtClean="0"/>
              <a:t>21</a:t>
            </a:fld>
            <a:endParaRPr lang="en-AU"/>
          </a:p>
        </p:txBody>
      </p:sp>
    </p:spTree>
    <p:extLst>
      <p:ext uri="{BB962C8B-B14F-4D97-AF65-F5344CB8AC3E}">
        <p14:creationId xmlns:p14="http://schemas.microsoft.com/office/powerpoint/2010/main" val="397393520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DF030C05-EF6C-9847-8923-580D76870F8E}" type="slidenum">
              <a:rPr lang="en-AU" smtClean="0"/>
              <a:t>22</a:t>
            </a:fld>
            <a:endParaRPr lang="en-AU"/>
          </a:p>
        </p:txBody>
      </p:sp>
    </p:spTree>
    <p:extLst>
      <p:ext uri="{BB962C8B-B14F-4D97-AF65-F5344CB8AC3E}">
        <p14:creationId xmlns:p14="http://schemas.microsoft.com/office/powerpoint/2010/main" val="408627767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DF030C05-EF6C-9847-8923-580D76870F8E}" type="slidenum">
              <a:rPr lang="en-AU" smtClean="0"/>
              <a:t>23</a:t>
            </a:fld>
            <a:endParaRPr lang="en-AU"/>
          </a:p>
        </p:txBody>
      </p:sp>
    </p:spTree>
    <p:extLst>
      <p:ext uri="{BB962C8B-B14F-4D97-AF65-F5344CB8AC3E}">
        <p14:creationId xmlns:p14="http://schemas.microsoft.com/office/powerpoint/2010/main" val="111322061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DF030C05-EF6C-9847-8923-580D76870F8E}" type="slidenum">
              <a:rPr lang="en-AU" smtClean="0"/>
              <a:t>24</a:t>
            </a:fld>
            <a:endParaRPr lang="en-AU"/>
          </a:p>
        </p:txBody>
      </p:sp>
    </p:spTree>
    <p:extLst>
      <p:ext uri="{BB962C8B-B14F-4D97-AF65-F5344CB8AC3E}">
        <p14:creationId xmlns:p14="http://schemas.microsoft.com/office/powerpoint/2010/main" val="2164419858"/>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DF030C05-EF6C-9847-8923-580D76870F8E}" type="slidenum">
              <a:rPr lang="en-AU" smtClean="0"/>
              <a:t>25</a:t>
            </a:fld>
            <a:endParaRPr lang="en-AU"/>
          </a:p>
        </p:txBody>
      </p:sp>
    </p:spTree>
    <p:extLst>
      <p:ext uri="{BB962C8B-B14F-4D97-AF65-F5344CB8AC3E}">
        <p14:creationId xmlns:p14="http://schemas.microsoft.com/office/powerpoint/2010/main" val="1943478163"/>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DF030C05-EF6C-9847-8923-580D76870F8E}" type="slidenum">
              <a:rPr lang="en-AU" smtClean="0"/>
              <a:t>26</a:t>
            </a:fld>
            <a:endParaRPr lang="en-AU"/>
          </a:p>
        </p:txBody>
      </p:sp>
    </p:spTree>
    <p:extLst>
      <p:ext uri="{BB962C8B-B14F-4D97-AF65-F5344CB8AC3E}">
        <p14:creationId xmlns:p14="http://schemas.microsoft.com/office/powerpoint/2010/main" val="41354358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DF030C05-EF6C-9847-8923-580D76870F8E}" type="slidenum">
              <a:rPr lang="en-AU" smtClean="0"/>
              <a:t>27</a:t>
            </a:fld>
            <a:endParaRPr lang="en-AU"/>
          </a:p>
        </p:txBody>
      </p:sp>
    </p:spTree>
    <p:extLst>
      <p:ext uri="{BB962C8B-B14F-4D97-AF65-F5344CB8AC3E}">
        <p14:creationId xmlns:p14="http://schemas.microsoft.com/office/powerpoint/2010/main" val="1189190636"/>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DF030C05-EF6C-9847-8923-580D76870F8E}" type="slidenum">
              <a:rPr lang="en-AU" smtClean="0"/>
              <a:t>28</a:t>
            </a:fld>
            <a:endParaRPr lang="en-AU"/>
          </a:p>
        </p:txBody>
      </p:sp>
    </p:spTree>
    <p:extLst>
      <p:ext uri="{BB962C8B-B14F-4D97-AF65-F5344CB8AC3E}">
        <p14:creationId xmlns:p14="http://schemas.microsoft.com/office/powerpoint/2010/main" val="78086553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DF030C05-EF6C-9847-8923-580D76870F8E}" type="slidenum">
              <a:rPr lang="en-AU" smtClean="0"/>
              <a:t>29</a:t>
            </a:fld>
            <a:endParaRPr lang="en-AU"/>
          </a:p>
        </p:txBody>
      </p:sp>
    </p:spTree>
    <p:extLst>
      <p:ext uri="{BB962C8B-B14F-4D97-AF65-F5344CB8AC3E}">
        <p14:creationId xmlns:p14="http://schemas.microsoft.com/office/powerpoint/2010/main" val="270295253"/>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DF030C05-EF6C-9847-8923-580D76870F8E}" type="slidenum">
              <a:rPr lang="en-AU" smtClean="0"/>
              <a:t>30</a:t>
            </a:fld>
            <a:endParaRPr lang="en-AU"/>
          </a:p>
        </p:txBody>
      </p:sp>
    </p:spTree>
    <p:extLst>
      <p:ext uri="{BB962C8B-B14F-4D97-AF65-F5344CB8AC3E}">
        <p14:creationId xmlns:p14="http://schemas.microsoft.com/office/powerpoint/2010/main" val="3175723247"/>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DF030C05-EF6C-9847-8923-580D76870F8E}" type="slidenum">
              <a:rPr lang="en-AU" smtClean="0"/>
              <a:t>31</a:t>
            </a:fld>
            <a:endParaRPr lang="en-AU"/>
          </a:p>
        </p:txBody>
      </p:sp>
    </p:spTree>
    <p:extLst>
      <p:ext uri="{BB962C8B-B14F-4D97-AF65-F5344CB8AC3E}">
        <p14:creationId xmlns:p14="http://schemas.microsoft.com/office/powerpoint/2010/main" val="1667309325"/>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DF030C05-EF6C-9847-8923-580D76870F8E}" type="slidenum">
              <a:rPr lang="en-AU" smtClean="0"/>
              <a:t>32</a:t>
            </a:fld>
            <a:endParaRPr lang="en-AU"/>
          </a:p>
        </p:txBody>
      </p:sp>
    </p:spTree>
    <p:extLst>
      <p:ext uri="{BB962C8B-B14F-4D97-AF65-F5344CB8AC3E}">
        <p14:creationId xmlns:p14="http://schemas.microsoft.com/office/powerpoint/2010/main" val="1394077809"/>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DF030C05-EF6C-9847-8923-580D76870F8E}" type="slidenum">
              <a:rPr lang="en-AU" smtClean="0"/>
              <a:t>33</a:t>
            </a:fld>
            <a:endParaRPr lang="en-AU"/>
          </a:p>
        </p:txBody>
      </p:sp>
    </p:spTree>
    <p:extLst>
      <p:ext uri="{BB962C8B-B14F-4D97-AF65-F5344CB8AC3E}">
        <p14:creationId xmlns:p14="http://schemas.microsoft.com/office/powerpoint/2010/main" val="1704376352"/>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DF030C05-EF6C-9847-8923-580D76870F8E}" type="slidenum">
              <a:rPr lang="en-AU" smtClean="0"/>
              <a:t>34</a:t>
            </a:fld>
            <a:endParaRPr lang="en-AU"/>
          </a:p>
        </p:txBody>
      </p:sp>
    </p:spTree>
    <p:extLst>
      <p:ext uri="{BB962C8B-B14F-4D97-AF65-F5344CB8AC3E}">
        <p14:creationId xmlns:p14="http://schemas.microsoft.com/office/powerpoint/2010/main" val="3004004373"/>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DF030C05-EF6C-9847-8923-580D76870F8E}" type="slidenum">
              <a:rPr lang="en-AU" smtClean="0"/>
              <a:t>35</a:t>
            </a:fld>
            <a:endParaRPr lang="en-AU"/>
          </a:p>
        </p:txBody>
      </p:sp>
    </p:spTree>
    <p:extLst>
      <p:ext uri="{BB962C8B-B14F-4D97-AF65-F5344CB8AC3E}">
        <p14:creationId xmlns:p14="http://schemas.microsoft.com/office/powerpoint/2010/main" val="1153623617"/>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AU" dirty="0"/>
          </a:p>
        </p:txBody>
      </p:sp>
      <p:sp>
        <p:nvSpPr>
          <p:cNvPr id="4" name="Slide Number Placeholder 3"/>
          <p:cNvSpPr>
            <a:spLocks noGrp="1"/>
          </p:cNvSpPr>
          <p:nvPr>
            <p:ph type="sldNum" sz="quarter" idx="5"/>
          </p:nvPr>
        </p:nvSpPr>
        <p:spPr/>
        <p:txBody>
          <a:bodyPr/>
          <a:lstStyle/>
          <a:p>
            <a:fld id="{DF030C05-EF6C-9847-8923-580D76870F8E}" type="slidenum">
              <a:rPr lang="en-AU" smtClean="0"/>
              <a:t>36</a:t>
            </a:fld>
            <a:endParaRPr lang="en-AU"/>
          </a:p>
        </p:txBody>
      </p:sp>
    </p:spTree>
    <p:extLst>
      <p:ext uri="{BB962C8B-B14F-4D97-AF65-F5344CB8AC3E}">
        <p14:creationId xmlns:p14="http://schemas.microsoft.com/office/powerpoint/2010/main" val="2844684909"/>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DF030C05-EF6C-9847-8923-580D76870F8E}" type="slidenum">
              <a:rPr lang="en-AU" smtClean="0"/>
              <a:t>37</a:t>
            </a:fld>
            <a:endParaRPr lang="en-AU"/>
          </a:p>
        </p:txBody>
      </p:sp>
    </p:spTree>
    <p:extLst>
      <p:ext uri="{BB962C8B-B14F-4D97-AF65-F5344CB8AC3E}">
        <p14:creationId xmlns:p14="http://schemas.microsoft.com/office/powerpoint/2010/main" val="3121067464"/>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DF030C05-EF6C-9847-8923-580D76870F8E}" type="slidenum">
              <a:rPr lang="en-AU" smtClean="0"/>
              <a:t>38</a:t>
            </a:fld>
            <a:endParaRPr lang="en-AU"/>
          </a:p>
        </p:txBody>
      </p:sp>
    </p:spTree>
    <p:extLst>
      <p:ext uri="{BB962C8B-B14F-4D97-AF65-F5344CB8AC3E}">
        <p14:creationId xmlns:p14="http://schemas.microsoft.com/office/powerpoint/2010/main" val="2199706632"/>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a:extLst>
              <a:ext uri="{FF2B5EF4-FFF2-40B4-BE49-F238E27FC236}">
                <a16:creationId xmlns:a16="http://schemas.microsoft.com/office/drawing/2014/main" id="{905DCECA-C050-482C-8F8B-8D0508012B38}"/>
              </a:ext>
            </a:extLst>
          </p:cNvPr>
          <p:cNvSpPr>
            <a:spLocks noGrp="1"/>
          </p:cNvSpPr>
          <p:nvPr>
            <p:ph type="body" idx="1"/>
          </p:nvPr>
        </p:nvSpPr>
        <p:spPr/>
        <p:txBody>
          <a:bodyPr/>
          <a:lstStyle/>
          <a:p>
            <a:endParaRPr lang="en-AU" dirty="0"/>
          </a:p>
        </p:txBody>
      </p:sp>
    </p:spTree>
    <p:extLst>
      <p:ext uri="{BB962C8B-B14F-4D97-AF65-F5344CB8AC3E}">
        <p14:creationId xmlns:p14="http://schemas.microsoft.com/office/powerpoint/2010/main" val="35895011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a:extLst>
              <a:ext uri="{FF2B5EF4-FFF2-40B4-BE49-F238E27FC236}">
                <a16:creationId xmlns:a16="http://schemas.microsoft.com/office/drawing/2014/main" id="{905DCECA-C050-482C-8F8B-8D0508012B38}"/>
              </a:ext>
            </a:extLst>
          </p:cNvPr>
          <p:cNvSpPr>
            <a:spLocks noGrp="1"/>
          </p:cNvSpPr>
          <p:nvPr>
            <p:ph type="body" idx="1"/>
          </p:nvPr>
        </p:nvSpPr>
        <p:spPr/>
        <p:txBody>
          <a:bodyPr/>
          <a:lstStyle/>
          <a:p>
            <a:endParaRPr lang="en-AU" dirty="0"/>
          </a:p>
        </p:txBody>
      </p:sp>
    </p:spTree>
    <p:extLst>
      <p:ext uri="{BB962C8B-B14F-4D97-AF65-F5344CB8AC3E}">
        <p14:creationId xmlns:p14="http://schemas.microsoft.com/office/powerpoint/2010/main" val="793771423"/>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a:extLst>
              <a:ext uri="{FF2B5EF4-FFF2-40B4-BE49-F238E27FC236}">
                <a16:creationId xmlns:a16="http://schemas.microsoft.com/office/drawing/2014/main" id="{E658EC99-F1E9-439E-A40D-F097B4B5366F}"/>
              </a:ext>
            </a:extLst>
          </p:cNvPr>
          <p:cNvSpPr>
            <a:spLocks noGrp="1"/>
          </p:cNvSpPr>
          <p:nvPr>
            <p:ph type="body" idx="1"/>
          </p:nvPr>
        </p:nvSpPr>
        <p:spPr/>
        <p:txBody>
          <a:bodyPr/>
          <a:lstStyle/>
          <a:p>
            <a:endParaRPr lang="en-AU" dirty="0"/>
          </a:p>
        </p:txBody>
      </p:sp>
    </p:spTree>
    <p:extLst>
      <p:ext uri="{BB962C8B-B14F-4D97-AF65-F5344CB8AC3E}">
        <p14:creationId xmlns:p14="http://schemas.microsoft.com/office/powerpoint/2010/main" val="3905060685"/>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a:extLst>
              <a:ext uri="{FF2B5EF4-FFF2-40B4-BE49-F238E27FC236}">
                <a16:creationId xmlns:a16="http://schemas.microsoft.com/office/drawing/2014/main" id="{E658EC99-F1E9-439E-A40D-F097B4B5366F}"/>
              </a:ext>
            </a:extLst>
          </p:cNvPr>
          <p:cNvSpPr>
            <a:spLocks noGrp="1"/>
          </p:cNvSpPr>
          <p:nvPr>
            <p:ph type="body" idx="1"/>
          </p:nvPr>
        </p:nvSpPr>
        <p:spPr/>
        <p:txBody>
          <a:bodyPr/>
          <a:lstStyle/>
          <a:p>
            <a:endParaRPr lang="en-AU" dirty="0"/>
          </a:p>
        </p:txBody>
      </p:sp>
    </p:spTree>
    <p:extLst>
      <p:ext uri="{BB962C8B-B14F-4D97-AF65-F5344CB8AC3E}">
        <p14:creationId xmlns:p14="http://schemas.microsoft.com/office/powerpoint/2010/main" val="94084672"/>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a:extLst>
              <a:ext uri="{FF2B5EF4-FFF2-40B4-BE49-F238E27FC236}">
                <a16:creationId xmlns:a16="http://schemas.microsoft.com/office/drawing/2014/main" id="{E658EC99-F1E9-439E-A40D-F097B4B5366F}"/>
              </a:ext>
            </a:extLst>
          </p:cNvPr>
          <p:cNvSpPr>
            <a:spLocks noGrp="1"/>
          </p:cNvSpPr>
          <p:nvPr>
            <p:ph type="body" idx="1"/>
          </p:nvPr>
        </p:nvSpPr>
        <p:spPr/>
        <p:txBody>
          <a:bodyPr/>
          <a:lstStyle/>
          <a:p>
            <a:endParaRPr lang="en-AU" dirty="0"/>
          </a:p>
        </p:txBody>
      </p:sp>
    </p:spTree>
    <p:extLst>
      <p:ext uri="{BB962C8B-B14F-4D97-AF65-F5344CB8AC3E}">
        <p14:creationId xmlns:p14="http://schemas.microsoft.com/office/powerpoint/2010/main" val="182189473"/>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a:extLst>
              <a:ext uri="{FF2B5EF4-FFF2-40B4-BE49-F238E27FC236}">
                <a16:creationId xmlns:a16="http://schemas.microsoft.com/office/drawing/2014/main" id="{E658EC99-F1E9-439E-A40D-F097B4B5366F}"/>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2914448913"/>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a:extLst>
              <a:ext uri="{FF2B5EF4-FFF2-40B4-BE49-F238E27FC236}">
                <a16:creationId xmlns:a16="http://schemas.microsoft.com/office/drawing/2014/main" id="{E658EC99-F1E9-439E-A40D-F097B4B5366F}"/>
              </a:ext>
            </a:extLst>
          </p:cNvPr>
          <p:cNvSpPr>
            <a:spLocks noGrp="1"/>
          </p:cNvSpPr>
          <p:nvPr>
            <p:ph type="body" idx="1"/>
          </p:nvPr>
        </p:nvSpPr>
        <p:spPr/>
        <p:txBody>
          <a:bodyPr/>
          <a:lstStyle/>
          <a:p>
            <a:endParaRPr lang="en-AU" dirty="0"/>
          </a:p>
        </p:txBody>
      </p:sp>
    </p:spTree>
    <p:extLst>
      <p:ext uri="{BB962C8B-B14F-4D97-AF65-F5344CB8AC3E}">
        <p14:creationId xmlns:p14="http://schemas.microsoft.com/office/powerpoint/2010/main" val="2581880282"/>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a:extLst>
              <a:ext uri="{FF2B5EF4-FFF2-40B4-BE49-F238E27FC236}">
                <a16:creationId xmlns:a16="http://schemas.microsoft.com/office/drawing/2014/main" id="{E658EC99-F1E9-439E-A40D-F097B4B5366F}"/>
              </a:ext>
            </a:extLst>
          </p:cNvPr>
          <p:cNvSpPr>
            <a:spLocks noGrp="1"/>
          </p:cNvSpPr>
          <p:nvPr>
            <p:ph type="body" idx="1"/>
          </p:nvPr>
        </p:nvSpPr>
        <p:spPr/>
        <p:txBody>
          <a:bodyPr/>
          <a:lstStyle/>
          <a:p>
            <a:endParaRPr lang="en-AU" dirty="0"/>
          </a:p>
        </p:txBody>
      </p:sp>
    </p:spTree>
    <p:extLst>
      <p:ext uri="{BB962C8B-B14F-4D97-AF65-F5344CB8AC3E}">
        <p14:creationId xmlns:p14="http://schemas.microsoft.com/office/powerpoint/2010/main" val="323547406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a:extLst>
              <a:ext uri="{FF2B5EF4-FFF2-40B4-BE49-F238E27FC236}">
                <a16:creationId xmlns:a16="http://schemas.microsoft.com/office/drawing/2014/main" id="{E658EC99-F1E9-439E-A40D-F097B4B5366F}"/>
              </a:ext>
            </a:extLst>
          </p:cNvPr>
          <p:cNvSpPr>
            <a:spLocks noGrp="1"/>
          </p:cNvSpPr>
          <p:nvPr>
            <p:ph type="body" idx="1"/>
          </p:nvPr>
        </p:nvSpPr>
        <p:spPr/>
        <p:txBody>
          <a:bodyPr/>
          <a:lstStyle/>
          <a:p>
            <a:endParaRPr lang="en-AU" dirty="0"/>
          </a:p>
        </p:txBody>
      </p:sp>
    </p:spTree>
    <p:extLst>
      <p:ext uri="{BB962C8B-B14F-4D97-AF65-F5344CB8AC3E}">
        <p14:creationId xmlns:p14="http://schemas.microsoft.com/office/powerpoint/2010/main" val="523892816"/>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a:extLst>
              <a:ext uri="{FF2B5EF4-FFF2-40B4-BE49-F238E27FC236}">
                <a16:creationId xmlns:a16="http://schemas.microsoft.com/office/drawing/2014/main" id="{E658EC99-F1E9-439E-A40D-F097B4B5366F}"/>
              </a:ext>
            </a:extLst>
          </p:cNvPr>
          <p:cNvSpPr>
            <a:spLocks noGrp="1"/>
          </p:cNvSpPr>
          <p:nvPr>
            <p:ph type="body" idx="1"/>
          </p:nvPr>
        </p:nvSpPr>
        <p:spPr/>
        <p:txBody>
          <a:bodyPr/>
          <a:lstStyle/>
          <a:p>
            <a:endParaRPr lang="en-AU" dirty="0"/>
          </a:p>
        </p:txBody>
      </p:sp>
    </p:spTree>
    <p:extLst>
      <p:ext uri="{BB962C8B-B14F-4D97-AF65-F5344CB8AC3E}">
        <p14:creationId xmlns:p14="http://schemas.microsoft.com/office/powerpoint/2010/main" val="2750679676"/>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a:extLst>
              <a:ext uri="{FF2B5EF4-FFF2-40B4-BE49-F238E27FC236}">
                <a16:creationId xmlns:a16="http://schemas.microsoft.com/office/drawing/2014/main" id="{E658EC99-F1E9-439E-A40D-F097B4B5366F}"/>
              </a:ext>
            </a:extLst>
          </p:cNvPr>
          <p:cNvSpPr>
            <a:spLocks noGrp="1"/>
          </p:cNvSpPr>
          <p:nvPr>
            <p:ph type="body" idx="1"/>
          </p:nvPr>
        </p:nvSpPr>
        <p:spPr/>
        <p:txBody>
          <a:bodyPr/>
          <a:lstStyle/>
          <a:p>
            <a:endParaRPr lang="en-AU" dirty="0"/>
          </a:p>
        </p:txBody>
      </p:sp>
    </p:spTree>
    <p:extLst>
      <p:ext uri="{BB962C8B-B14F-4D97-AF65-F5344CB8AC3E}">
        <p14:creationId xmlns:p14="http://schemas.microsoft.com/office/powerpoint/2010/main" val="1298636108"/>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a:extLst>
              <a:ext uri="{FF2B5EF4-FFF2-40B4-BE49-F238E27FC236}">
                <a16:creationId xmlns:a16="http://schemas.microsoft.com/office/drawing/2014/main" id="{E658EC99-F1E9-439E-A40D-F097B4B5366F}"/>
              </a:ext>
            </a:extLst>
          </p:cNvPr>
          <p:cNvSpPr>
            <a:spLocks noGrp="1"/>
          </p:cNvSpPr>
          <p:nvPr>
            <p:ph type="body" idx="1"/>
          </p:nvPr>
        </p:nvSpPr>
        <p:spPr/>
        <p:txBody>
          <a:bodyPr/>
          <a:lstStyle/>
          <a:p>
            <a:endParaRPr lang="en-AU" dirty="0"/>
          </a:p>
        </p:txBody>
      </p:sp>
    </p:spTree>
    <p:extLst>
      <p:ext uri="{BB962C8B-B14F-4D97-AF65-F5344CB8AC3E}">
        <p14:creationId xmlns:p14="http://schemas.microsoft.com/office/powerpoint/2010/main" val="436350387"/>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a:extLst>
              <a:ext uri="{FF2B5EF4-FFF2-40B4-BE49-F238E27FC236}">
                <a16:creationId xmlns:a16="http://schemas.microsoft.com/office/drawing/2014/main" id="{E658EC99-F1E9-439E-A40D-F097B4B5366F}"/>
              </a:ext>
            </a:extLst>
          </p:cNvPr>
          <p:cNvSpPr>
            <a:spLocks noGrp="1"/>
          </p:cNvSpPr>
          <p:nvPr>
            <p:ph type="body" idx="1"/>
          </p:nvPr>
        </p:nvSpPr>
        <p:spPr/>
        <p:txBody>
          <a:bodyPr/>
          <a:lstStyle/>
          <a:p>
            <a:endParaRPr lang="en-AU" dirty="0"/>
          </a:p>
        </p:txBody>
      </p:sp>
    </p:spTree>
    <p:extLst>
      <p:ext uri="{BB962C8B-B14F-4D97-AF65-F5344CB8AC3E}">
        <p14:creationId xmlns:p14="http://schemas.microsoft.com/office/powerpoint/2010/main" val="2402102532"/>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a:extLst>
              <a:ext uri="{FF2B5EF4-FFF2-40B4-BE49-F238E27FC236}">
                <a16:creationId xmlns:a16="http://schemas.microsoft.com/office/drawing/2014/main" id="{E658EC99-F1E9-439E-A40D-F097B4B5366F}"/>
              </a:ext>
            </a:extLst>
          </p:cNvPr>
          <p:cNvSpPr>
            <a:spLocks noGrp="1"/>
          </p:cNvSpPr>
          <p:nvPr>
            <p:ph type="body" idx="1"/>
          </p:nvPr>
        </p:nvSpPr>
        <p:spPr/>
        <p:txBody>
          <a:bodyPr/>
          <a:lstStyle/>
          <a:p>
            <a:endParaRPr lang="en-AU" dirty="0"/>
          </a:p>
        </p:txBody>
      </p:sp>
    </p:spTree>
    <p:extLst>
      <p:ext uri="{BB962C8B-B14F-4D97-AF65-F5344CB8AC3E}">
        <p14:creationId xmlns:p14="http://schemas.microsoft.com/office/powerpoint/2010/main" val="1663843034"/>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a:extLst>
              <a:ext uri="{FF2B5EF4-FFF2-40B4-BE49-F238E27FC236}">
                <a16:creationId xmlns:a16="http://schemas.microsoft.com/office/drawing/2014/main" id="{E658EC99-F1E9-439E-A40D-F097B4B5366F}"/>
              </a:ext>
            </a:extLst>
          </p:cNvPr>
          <p:cNvSpPr>
            <a:spLocks noGrp="1"/>
          </p:cNvSpPr>
          <p:nvPr>
            <p:ph type="body" idx="1"/>
          </p:nvPr>
        </p:nvSpPr>
        <p:spPr/>
        <p:txBody>
          <a:bodyPr/>
          <a:lstStyle/>
          <a:p>
            <a:endParaRPr lang="en-AU" dirty="0"/>
          </a:p>
        </p:txBody>
      </p:sp>
    </p:spTree>
    <p:extLst>
      <p:ext uri="{BB962C8B-B14F-4D97-AF65-F5344CB8AC3E}">
        <p14:creationId xmlns:p14="http://schemas.microsoft.com/office/powerpoint/2010/main" val="1375383289"/>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a:extLst>
              <a:ext uri="{FF2B5EF4-FFF2-40B4-BE49-F238E27FC236}">
                <a16:creationId xmlns:a16="http://schemas.microsoft.com/office/drawing/2014/main" id="{E658EC99-F1E9-439E-A40D-F097B4B5366F}"/>
              </a:ext>
            </a:extLst>
          </p:cNvPr>
          <p:cNvSpPr>
            <a:spLocks noGrp="1"/>
          </p:cNvSpPr>
          <p:nvPr>
            <p:ph type="body" idx="1"/>
          </p:nvPr>
        </p:nvSpPr>
        <p:spPr/>
        <p:txBody>
          <a:bodyPr/>
          <a:lstStyle/>
          <a:p>
            <a:endParaRPr lang="en-AU" dirty="0"/>
          </a:p>
        </p:txBody>
      </p:sp>
    </p:spTree>
    <p:extLst>
      <p:ext uri="{BB962C8B-B14F-4D97-AF65-F5344CB8AC3E}">
        <p14:creationId xmlns:p14="http://schemas.microsoft.com/office/powerpoint/2010/main" val="2406206207"/>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a:extLst>
              <a:ext uri="{FF2B5EF4-FFF2-40B4-BE49-F238E27FC236}">
                <a16:creationId xmlns:a16="http://schemas.microsoft.com/office/drawing/2014/main" id="{E658EC99-F1E9-439E-A40D-F097B4B5366F}"/>
              </a:ext>
            </a:extLst>
          </p:cNvPr>
          <p:cNvSpPr>
            <a:spLocks noGrp="1"/>
          </p:cNvSpPr>
          <p:nvPr>
            <p:ph type="body" idx="1"/>
          </p:nvPr>
        </p:nvSpPr>
        <p:spPr/>
        <p:txBody>
          <a:bodyPr/>
          <a:lstStyle/>
          <a:p>
            <a:endParaRPr lang="en-AU" altLang="zh-CN" dirty="0"/>
          </a:p>
        </p:txBody>
      </p:sp>
    </p:spTree>
    <p:extLst>
      <p:ext uri="{BB962C8B-B14F-4D97-AF65-F5344CB8AC3E}">
        <p14:creationId xmlns:p14="http://schemas.microsoft.com/office/powerpoint/2010/main" val="2355602647"/>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a:extLst>
              <a:ext uri="{FF2B5EF4-FFF2-40B4-BE49-F238E27FC236}">
                <a16:creationId xmlns:a16="http://schemas.microsoft.com/office/drawing/2014/main" id="{E658EC99-F1E9-439E-A40D-F097B4B5366F}"/>
              </a:ext>
            </a:extLst>
          </p:cNvPr>
          <p:cNvSpPr>
            <a:spLocks noGrp="1"/>
          </p:cNvSpPr>
          <p:nvPr>
            <p:ph type="body" idx="1"/>
          </p:nvPr>
        </p:nvSpPr>
        <p:spPr/>
        <p:txBody>
          <a:bodyPr/>
          <a:lstStyle/>
          <a:p>
            <a:endParaRPr lang="en-AU" dirty="0"/>
          </a:p>
        </p:txBody>
      </p:sp>
    </p:spTree>
    <p:extLst>
      <p:ext uri="{BB962C8B-B14F-4D97-AF65-F5344CB8AC3E}">
        <p14:creationId xmlns:p14="http://schemas.microsoft.com/office/powerpoint/2010/main" val="3456311196"/>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a:extLst>
              <a:ext uri="{FF2B5EF4-FFF2-40B4-BE49-F238E27FC236}">
                <a16:creationId xmlns:a16="http://schemas.microsoft.com/office/drawing/2014/main" id="{E658EC99-F1E9-439E-A40D-F097B4B5366F}"/>
              </a:ext>
            </a:extLst>
          </p:cNvPr>
          <p:cNvSpPr>
            <a:spLocks noGrp="1"/>
          </p:cNvSpPr>
          <p:nvPr>
            <p:ph type="body" idx="1"/>
          </p:nvPr>
        </p:nvSpPr>
        <p:spPr/>
        <p:txBody>
          <a:bodyPr/>
          <a:lstStyle/>
          <a:p>
            <a:endParaRPr lang="en-AU" dirty="0"/>
          </a:p>
        </p:txBody>
      </p:sp>
    </p:spTree>
    <p:extLst>
      <p:ext uri="{BB962C8B-B14F-4D97-AF65-F5344CB8AC3E}">
        <p14:creationId xmlns:p14="http://schemas.microsoft.com/office/powerpoint/2010/main" val="3586670658"/>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a:extLst>
              <a:ext uri="{FF2B5EF4-FFF2-40B4-BE49-F238E27FC236}">
                <a16:creationId xmlns:a16="http://schemas.microsoft.com/office/drawing/2014/main" id="{E658EC99-F1E9-439E-A40D-F097B4B5366F}"/>
              </a:ext>
            </a:extLst>
          </p:cNvPr>
          <p:cNvSpPr>
            <a:spLocks noGrp="1"/>
          </p:cNvSpPr>
          <p:nvPr>
            <p:ph type="body" idx="1"/>
          </p:nvPr>
        </p:nvSpPr>
        <p:spPr/>
        <p:txBody>
          <a:bodyPr/>
          <a:lstStyle/>
          <a:p>
            <a:endParaRPr lang="en-AU" dirty="0"/>
          </a:p>
        </p:txBody>
      </p:sp>
    </p:spTree>
    <p:extLst>
      <p:ext uri="{BB962C8B-B14F-4D97-AF65-F5344CB8AC3E}">
        <p14:creationId xmlns:p14="http://schemas.microsoft.com/office/powerpoint/2010/main" val="1325332247"/>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a:extLst>
              <a:ext uri="{FF2B5EF4-FFF2-40B4-BE49-F238E27FC236}">
                <a16:creationId xmlns:a16="http://schemas.microsoft.com/office/drawing/2014/main" id="{E658EC99-F1E9-439E-A40D-F097B4B5366F}"/>
              </a:ext>
            </a:extLst>
          </p:cNvPr>
          <p:cNvSpPr>
            <a:spLocks noGrp="1"/>
          </p:cNvSpPr>
          <p:nvPr>
            <p:ph type="body" idx="1"/>
          </p:nvPr>
        </p:nvSpPr>
        <p:spPr/>
        <p:txBody>
          <a:bodyPr/>
          <a:lstStyle/>
          <a:p>
            <a:endParaRPr lang="en-AU" dirty="0"/>
          </a:p>
        </p:txBody>
      </p:sp>
    </p:spTree>
    <p:extLst>
      <p:ext uri="{BB962C8B-B14F-4D97-AF65-F5344CB8AC3E}">
        <p14:creationId xmlns:p14="http://schemas.microsoft.com/office/powerpoint/2010/main" val="1946624946"/>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a:extLst>
              <a:ext uri="{FF2B5EF4-FFF2-40B4-BE49-F238E27FC236}">
                <a16:creationId xmlns:a16="http://schemas.microsoft.com/office/drawing/2014/main" id="{E658EC99-F1E9-439E-A40D-F097B4B5366F}"/>
              </a:ext>
            </a:extLst>
          </p:cNvPr>
          <p:cNvSpPr>
            <a:spLocks noGrp="1"/>
          </p:cNvSpPr>
          <p:nvPr>
            <p:ph type="body" idx="1"/>
          </p:nvPr>
        </p:nvSpPr>
        <p:spPr/>
        <p:txBody>
          <a:bodyPr/>
          <a:lstStyle/>
          <a:p>
            <a:endParaRPr lang="en-AU" dirty="0"/>
          </a:p>
        </p:txBody>
      </p:sp>
    </p:spTree>
    <p:extLst>
      <p:ext uri="{BB962C8B-B14F-4D97-AF65-F5344CB8AC3E}">
        <p14:creationId xmlns:p14="http://schemas.microsoft.com/office/powerpoint/2010/main" val="4253490513"/>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a:extLst>
              <a:ext uri="{FF2B5EF4-FFF2-40B4-BE49-F238E27FC236}">
                <a16:creationId xmlns:a16="http://schemas.microsoft.com/office/drawing/2014/main" id="{E658EC99-F1E9-439E-A40D-F097B4B5366F}"/>
              </a:ext>
            </a:extLst>
          </p:cNvPr>
          <p:cNvSpPr>
            <a:spLocks noGrp="1"/>
          </p:cNvSpPr>
          <p:nvPr>
            <p:ph type="body" idx="1"/>
          </p:nvPr>
        </p:nvSpPr>
        <p:spPr/>
        <p:txBody>
          <a:bodyPr/>
          <a:lstStyle/>
          <a:p>
            <a:endParaRPr lang="en-AU" dirty="0"/>
          </a:p>
        </p:txBody>
      </p:sp>
    </p:spTree>
    <p:extLst>
      <p:ext uri="{BB962C8B-B14F-4D97-AF65-F5344CB8AC3E}">
        <p14:creationId xmlns:p14="http://schemas.microsoft.com/office/powerpoint/2010/main" val="3986082956"/>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a:extLst>
              <a:ext uri="{FF2B5EF4-FFF2-40B4-BE49-F238E27FC236}">
                <a16:creationId xmlns:a16="http://schemas.microsoft.com/office/drawing/2014/main" id="{E658EC99-F1E9-439E-A40D-F097B4B5366F}"/>
              </a:ext>
            </a:extLst>
          </p:cNvPr>
          <p:cNvSpPr>
            <a:spLocks noGrp="1"/>
          </p:cNvSpPr>
          <p:nvPr>
            <p:ph type="body" idx="1"/>
          </p:nvPr>
        </p:nvSpPr>
        <p:spPr/>
        <p:txBody>
          <a:bodyPr/>
          <a:lstStyle/>
          <a:p>
            <a:endParaRPr lang="en-AU" dirty="0"/>
          </a:p>
        </p:txBody>
      </p:sp>
    </p:spTree>
    <p:extLst>
      <p:ext uri="{BB962C8B-B14F-4D97-AF65-F5344CB8AC3E}">
        <p14:creationId xmlns:p14="http://schemas.microsoft.com/office/powerpoint/2010/main" val="101719192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a:extLst>
              <a:ext uri="{FF2B5EF4-FFF2-40B4-BE49-F238E27FC236}">
                <a16:creationId xmlns:a16="http://schemas.microsoft.com/office/drawing/2014/main" id="{E658EC99-F1E9-439E-A40D-F097B4B5366F}"/>
              </a:ext>
            </a:extLst>
          </p:cNvPr>
          <p:cNvSpPr>
            <a:spLocks noGrp="1"/>
          </p:cNvSpPr>
          <p:nvPr>
            <p:ph type="body" idx="1"/>
          </p:nvPr>
        </p:nvSpPr>
        <p:spPr/>
        <p:txBody>
          <a:bodyPr/>
          <a:lstStyle/>
          <a:p>
            <a:endParaRPr lang="en-AU" dirty="0"/>
          </a:p>
        </p:txBody>
      </p:sp>
    </p:spTree>
    <p:extLst>
      <p:ext uri="{BB962C8B-B14F-4D97-AF65-F5344CB8AC3E}">
        <p14:creationId xmlns:p14="http://schemas.microsoft.com/office/powerpoint/2010/main" val="2352146034"/>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a:extLst>
              <a:ext uri="{FF2B5EF4-FFF2-40B4-BE49-F238E27FC236}">
                <a16:creationId xmlns:a16="http://schemas.microsoft.com/office/drawing/2014/main" id="{E658EC99-F1E9-439E-A40D-F097B4B5366F}"/>
              </a:ext>
            </a:extLst>
          </p:cNvPr>
          <p:cNvSpPr>
            <a:spLocks noGrp="1"/>
          </p:cNvSpPr>
          <p:nvPr>
            <p:ph type="body" idx="1"/>
          </p:nvPr>
        </p:nvSpPr>
        <p:spPr/>
        <p:txBody>
          <a:bodyPr/>
          <a:lstStyle/>
          <a:p>
            <a:endParaRPr lang="en-AU" dirty="0"/>
          </a:p>
        </p:txBody>
      </p:sp>
    </p:spTree>
    <p:extLst>
      <p:ext uri="{BB962C8B-B14F-4D97-AF65-F5344CB8AC3E}">
        <p14:creationId xmlns:p14="http://schemas.microsoft.com/office/powerpoint/2010/main" val="4197942719"/>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a:extLst>
              <a:ext uri="{FF2B5EF4-FFF2-40B4-BE49-F238E27FC236}">
                <a16:creationId xmlns:a16="http://schemas.microsoft.com/office/drawing/2014/main" id="{E658EC99-F1E9-439E-A40D-F097B4B5366F}"/>
              </a:ext>
            </a:extLst>
          </p:cNvPr>
          <p:cNvSpPr>
            <a:spLocks noGrp="1"/>
          </p:cNvSpPr>
          <p:nvPr>
            <p:ph type="body" idx="1"/>
          </p:nvPr>
        </p:nvSpPr>
        <p:spPr/>
        <p:txBody>
          <a:bodyPr/>
          <a:lstStyle/>
          <a:p>
            <a:endParaRPr lang="en-AU" dirty="0"/>
          </a:p>
        </p:txBody>
      </p:sp>
    </p:spTree>
    <p:extLst>
      <p:ext uri="{BB962C8B-B14F-4D97-AF65-F5344CB8AC3E}">
        <p14:creationId xmlns:p14="http://schemas.microsoft.com/office/powerpoint/2010/main" val="2442464437"/>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a:extLst>
              <a:ext uri="{FF2B5EF4-FFF2-40B4-BE49-F238E27FC236}">
                <a16:creationId xmlns:a16="http://schemas.microsoft.com/office/drawing/2014/main" id="{E658EC99-F1E9-439E-A40D-F097B4B5366F}"/>
              </a:ext>
            </a:extLst>
          </p:cNvPr>
          <p:cNvSpPr>
            <a:spLocks noGrp="1"/>
          </p:cNvSpPr>
          <p:nvPr>
            <p:ph type="body" idx="1"/>
          </p:nvPr>
        </p:nvSpPr>
        <p:spPr/>
        <p:txBody>
          <a:bodyPr/>
          <a:lstStyle/>
          <a:p>
            <a:endParaRPr lang="en-AU" dirty="0"/>
          </a:p>
        </p:txBody>
      </p:sp>
    </p:spTree>
    <p:extLst>
      <p:ext uri="{BB962C8B-B14F-4D97-AF65-F5344CB8AC3E}">
        <p14:creationId xmlns:p14="http://schemas.microsoft.com/office/powerpoint/2010/main" val="146489967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370693" y="1769540"/>
            <a:ext cx="9440034" cy="1828801"/>
          </a:xfrm>
        </p:spPr>
        <p:txBody>
          <a:bodyPr anchor="b">
            <a:normAutofit/>
          </a:bodyPr>
          <a:lstStyle>
            <a:lvl1pPr algn="ctr">
              <a:defRPr sz="5400"/>
            </a:lvl1pPr>
          </a:lstStyle>
          <a:p>
            <a:r>
              <a:rPr lang="en-US"/>
              <a:t>Click to edit Master title style</a:t>
            </a:r>
            <a:endParaRPr lang="en-US" dirty="0"/>
          </a:p>
        </p:txBody>
      </p:sp>
      <p:sp>
        <p:nvSpPr>
          <p:cNvPr id="3" name="Subtitle 2"/>
          <p:cNvSpPr>
            <a:spLocks noGrp="1"/>
          </p:cNvSpPr>
          <p:nvPr>
            <p:ph type="subTitle" idx="1"/>
          </p:nvPr>
        </p:nvSpPr>
        <p:spPr>
          <a:xfrm>
            <a:off x="1370693" y="3773489"/>
            <a:ext cx="9440034" cy="1049867"/>
          </a:xfrm>
        </p:spPr>
        <p:txBody>
          <a:bodyPr anchor="t"/>
          <a:lstStyle>
            <a:lvl1pPr marL="0" indent="0" algn="ctr">
              <a:buNone/>
              <a:defRPr>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88D38747-4367-4BD2-8D51-C97E202738E2}" type="datetime1">
              <a:rPr lang="en-US" smtClean="0"/>
              <a:t>4/13/2026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A98EE3D-8CD1-4C3F-BD1C-C98C9596463C}" type="slidenum">
              <a:rPr lang="en-US" smtClean="0"/>
              <a:pPr/>
              <a:t>‹#›</a:t>
            </a:fld>
            <a:endParaRPr lang="en-US" dirty="0"/>
          </a:p>
        </p:txBody>
      </p:sp>
    </p:spTree>
    <p:extLst>
      <p:ext uri="{BB962C8B-B14F-4D97-AF65-F5344CB8AC3E}">
        <p14:creationId xmlns:p14="http://schemas.microsoft.com/office/powerpoint/2010/main" val="253509064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3C55A3C-5767-4844-A0A3-83778C2E5409}" type="datetime1">
              <a:rPr lang="en-US" smtClean="0"/>
              <a:t>4/13/2026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46911858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295401" y="1761067"/>
            <a:ext cx="9590550" cy="1828813"/>
          </a:xfrm>
        </p:spPr>
        <p:txBody>
          <a:bodyPr anchor="b"/>
          <a:lstStyle>
            <a:lvl1pPr algn="ctr">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295401" y="3763439"/>
            <a:ext cx="9590550" cy="1333494"/>
          </a:xfrm>
        </p:spPr>
        <p:txBody>
          <a:bodyPr anchor="t"/>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AE507A8-A5CF-4D38-AB86-7EDDA87A85D4}" type="datetime1">
              <a:rPr lang="en-US" smtClean="0"/>
              <a:t>4/13/2026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A98EE3D-8CD1-4C3F-BD1C-C98C9596463C}" type="slidenum">
              <a:rPr lang="en-US" smtClean="0"/>
              <a:pPr/>
              <a:t>‹#›</a:t>
            </a:fld>
            <a:endParaRPr lang="en-US" dirty="0"/>
          </a:p>
        </p:txBody>
      </p:sp>
    </p:spTree>
    <p:extLst>
      <p:ext uri="{BB962C8B-B14F-4D97-AF65-F5344CB8AC3E}">
        <p14:creationId xmlns:p14="http://schemas.microsoft.com/office/powerpoint/2010/main" val="355989486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913795" y="609600"/>
            <a:ext cx="10353762" cy="1261872"/>
          </a:xfrm>
        </p:spPr>
        <p:txBody>
          <a:bodyPr/>
          <a:lstStyle/>
          <a:p>
            <a:r>
              <a:rPr lang="en-US"/>
              <a:t>Click to edit Master title style</a:t>
            </a:r>
            <a:endParaRPr lang="en-US" dirty="0"/>
          </a:p>
        </p:txBody>
      </p:sp>
      <p:sp>
        <p:nvSpPr>
          <p:cNvPr id="3" name="Content Placeholder 2"/>
          <p:cNvSpPr>
            <a:spLocks noGrp="1"/>
          </p:cNvSpPr>
          <p:nvPr>
            <p:ph sz="half" idx="1"/>
          </p:nvPr>
        </p:nvSpPr>
        <p:spPr>
          <a:xfrm>
            <a:off x="913795" y="2076450"/>
            <a:ext cx="4856841" cy="3622671"/>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410716" y="2076451"/>
            <a:ext cx="4856841" cy="3622672"/>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DFCD27C-8599-43EF-BA1D-14DDC1946E06}" type="datetime1">
              <a:rPr lang="en-US" smtClean="0"/>
              <a:t>4/13/2026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5229889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20" name="Picture 19" descr="Slate-V2-HD-compPhotoInset.png">
            <a:extLst>
              <a:ext uri="{FF2B5EF4-FFF2-40B4-BE49-F238E27FC236}">
                <a16:creationId xmlns:a16="http://schemas.microsoft.com/office/drawing/2014/main" id="{37B721FF-D609-4D98-9D19-CF75AA8A54F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13795" y="1734506"/>
            <a:ext cx="5029200" cy="4099959"/>
          </a:xfrm>
          <a:prstGeom prst="rect">
            <a:avLst/>
          </a:prstGeom>
        </p:spPr>
      </p:pic>
      <p:pic>
        <p:nvPicPr>
          <p:cNvPr id="21" name="Picture 20" descr="Slate-V2-HD-compPhotoInset.png">
            <a:extLst>
              <a:ext uri="{FF2B5EF4-FFF2-40B4-BE49-F238E27FC236}">
                <a16:creationId xmlns:a16="http://schemas.microsoft.com/office/drawing/2014/main" id="{073936BD-C868-433F-8E84-D6DD8E640E3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238357" y="1734506"/>
            <a:ext cx="5029200" cy="4099959"/>
          </a:xfrm>
          <a:prstGeom prst="rect">
            <a:avLst/>
          </a:prstGeom>
        </p:spPr>
      </p:pic>
      <p:sp>
        <p:nvSpPr>
          <p:cNvPr id="2" name="Title 1"/>
          <p:cNvSpPr>
            <a:spLocks noGrp="1"/>
          </p:cNvSpPr>
          <p:nvPr>
            <p:ph type="title"/>
          </p:nvPr>
        </p:nvSpPr>
        <p:spPr>
          <a:xfrm>
            <a:off x="913795" y="609600"/>
            <a:ext cx="10353762" cy="970450"/>
          </a:xfrm>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046013" y="1855153"/>
            <a:ext cx="4764764" cy="692494"/>
          </a:xfrm>
        </p:spPr>
        <p:txBody>
          <a:bodyPr anchor="b">
            <a:noAutofit/>
          </a:bodyPr>
          <a:lstStyle>
            <a:lvl1pPr marL="0" indent="0" algn="ctr">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p:cNvSpPr>
            <a:spLocks noGrp="1"/>
          </p:cNvSpPr>
          <p:nvPr>
            <p:ph sz="half" idx="2"/>
          </p:nvPr>
        </p:nvSpPr>
        <p:spPr>
          <a:xfrm>
            <a:off x="1046013" y="2702103"/>
            <a:ext cx="4764764" cy="3043533"/>
          </a:xfrm>
        </p:spPr>
        <p:txBody>
          <a:bodyPr anchor="t">
            <a:normAutofit/>
          </a:bodyPr>
          <a:lstStyle>
            <a:lvl1pPr>
              <a:defRPr sz="1800"/>
            </a:lvl1pPr>
            <a:lvl2pPr>
              <a:defRPr sz="1600"/>
            </a:lvl2pPr>
            <a:lvl3pPr>
              <a:defRPr sz="1400"/>
            </a:lvl3pPr>
            <a:lvl4pPr>
              <a:defRPr sz="1200"/>
            </a:lvl4pPr>
            <a:lvl5pPr>
              <a:defRPr sz="12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3"/>
          </p:nvPr>
        </p:nvSpPr>
        <p:spPr>
          <a:xfrm>
            <a:off x="6363166" y="1855152"/>
            <a:ext cx="4779582" cy="692495"/>
          </a:xfrm>
        </p:spPr>
        <p:txBody>
          <a:bodyPr anchor="b">
            <a:noAutofit/>
          </a:bodyPr>
          <a:lstStyle>
            <a:lvl1pPr marL="0" indent="0" algn="ctr">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p:cNvSpPr>
            <a:spLocks noGrp="1"/>
          </p:cNvSpPr>
          <p:nvPr>
            <p:ph sz="quarter" idx="4"/>
          </p:nvPr>
        </p:nvSpPr>
        <p:spPr>
          <a:xfrm>
            <a:off x="6363167" y="2702103"/>
            <a:ext cx="4779581" cy="3043533"/>
          </a:xfrm>
        </p:spPr>
        <p:txBody>
          <a:bodyPr anchor="t">
            <a:normAutofit/>
          </a:bodyPr>
          <a:lstStyle>
            <a:lvl1pPr>
              <a:defRPr sz="1800"/>
            </a:lvl1pPr>
            <a:lvl2pPr>
              <a:defRPr sz="1600"/>
            </a:lvl2pPr>
            <a:lvl3pPr>
              <a:defRPr sz="1400"/>
            </a:lvl3pPr>
            <a:lvl4pPr>
              <a:defRPr sz="1200"/>
            </a:lvl4pPr>
            <a:lvl5pPr>
              <a:defRPr sz="12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p:cNvSpPr>
            <a:spLocks noGrp="1"/>
          </p:cNvSpPr>
          <p:nvPr>
            <p:ph type="dt" sz="half" idx="10"/>
          </p:nvPr>
        </p:nvSpPr>
        <p:spPr/>
        <p:txBody>
          <a:bodyPr/>
          <a:lstStyle/>
          <a:p>
            <a:fld id="{49343D99-809A-49C0-96E5-4250D0B498EE}" type="datetime1">
              <a:rPr lang="en-US" smtClean="0"/>
              <a:t>4/13/2026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79155348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A143DE9B-B678-4EFB-BB7D-A4370204A0B0}" type="datetime1">
              <a:rPr lang="en-US" smtClean="0"/>
              <a:t>4/13/2026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9329658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68812DA-F765-4142-A6A3-A8ED7235E082}" type="datetime1">
              <a:rPr lang="en-US" smtClean="0"/>
              <a:t>4/13/2026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49898612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3795" y="609600"/>
            <a:ext cx="3706889" cy="1821918"/>
          </a:xfrm>
        </p:spPr>
        <p:txBody>
          <a:bodyPr anchor="b">
            <a:normAutofit/>
          </a:bodyPr>
          <a:lstStyle>
            <a:lvl1pPr algn="ctr">
              <a:defRPr sz="2800" b="0"/>
            </a:lvl1pPr>
          </a:lstStyle>
          <a:p>
            <a:r>
              <a:rPr lang="en-US"/>
              <a:t>Click to edit Master title style</a:t>
            </a:r>
            <a:endParaRPr lang="en-US" dirty="0"/>
          </a:p>
        </p:txBody>
      </p:sp>
      <p:sp>
        <p:nvSpPr>
          <p:cNvPr id="3" name="Content Placeholder 2"/>
          <p:cNvSpPr>
            <a:spLocks noGrp="1"/>
          </p:cNvSpPr>
          <p:nvPr>
            <p:ph idx="1"/>
          </p:nvPr>
        </p:nvSpPr>
        <p:spPr>
          <a:xfrm>
            <a:off x="4855633" y="609600"/>
            <a:ext cx="6411924" cy="5080001"/>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913795" y="2673351"/>
            <a:ext cx="3706889" cy="3016250"/>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3E0277FD-7DE6-41D4-930D-AC99F5AFE54E}" type="datetime1">
              <a:rPr lang="en-US" smtClean="0"/>
              <a:t>4/13/2026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pPr/>
              <a:t>‹#›</a:t>
            </a:fld>
            <a:endParaRPr lang="en-US" dirty="0"/>
          </a:p>
        </p:txBody>
      </p:sp>
    </p:spTree>
    <p:extLst>
      <p:ext uri="{BB962C8B-B14F-4D97-AF65-F5344CB8AC3E}">
        <p14:creationId xmlns:p14="http://schemas.microsoft.com/office/powerpoint/2010/main" val="343458687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pic>
        <p:nvPicPr>
          <p:cNvPr id="22" name="Picture 21" descr="Slate-V2-HD-vertPhotoInset.png">
            <a:extLst>
              <a:ext uri="{FF2B5EF4-FFF2-40B4-BE49-F238E27FC236}">
                <a16:creationId xmlns:a16="http://schemas.microsoft.com/office/drawing/2014/main" id="{4D06E496-ACBA-4063-B4A1-C5C484EE5A7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293665" y="609600"/>
            <a:ext cx="3584166" cy="5204832"/>
          </a:xfrm>
          <a:prstGeom prst="rect">
            <a:avLst/>
          </a:prstGeom>
        </p:spPr>
      </p:pic>
      <p:sp>
        <p:nvSpPr>
          <p:cNvPr id="2" name="Title 1"/>
          <p:cNvSpPr>
            <a:spLocks noGrp="1"/>
          </p:cNvSpPr>
          <p:nvPr>
            <p:ph type="title"/>
          </p:nvPr>
        </p:nvSpPr>
        <p:spPr>
          <a:xfrm>
            <a:off x="913795" y="763701"/>
            <a:ext cx="5707899" cy="1675559"/>
          </a:xfrm>
        </p:spPr>
        <p:txBody>
          <a:bodyPr anchor="b">
            <a:noAutofit/>
          </a:bodyPr>
          <a:lstStyle>
            <a:lvl1pPr algn="ctr">
              <a:defRPr sz="32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7442551" y="763702"/>
            <a:ext cx="3275751" cy="4912822"/>
          </a:xfr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473698" y="2679699"/>
            <a:ext cx="4588094" cy="3135695"/>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9EA15526-7079-4B7B-987C-1B5FAE11A0FF}" type="datetime1">
              <a:rPr lang="en-US" smtClean="0"/>
              <a:t>4/13/2026</a:t>
            </a:fld>
            <a:endParaRPr lang="en-US" dirty="0"/>
          </a:p>
        </p:txBody>
      </p:sp>
      <p:sp>
        <p:nvSpPr>
          <p:cNvPr id="6" name="Footer Placeholder 5"/>
          <p:cNvSpPr>
            <a:spLocks noGrp="1"/>
          </p:cNvSpPr>
          <p:nvPr>
            <p:ph type="ftr" sz="quarter" idx="11"/>
          </p:nvPr>
        </p:nvSpPr>
        <p:spPr/>
        <p:txBody>
          <a:bodyPr/>
          <a:lstStyle/>
          <a:p>
            <a:pPr algn="l"/>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81779371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pic>
        <p:nvPicPr>
          <p:cNvPr id="16" name="Picture 15" descr="Slate-V2-HD-panoPhotoInset.png">
            <a:extLst>
              <a:ext uri="{FF2B5EF4-FFF2-40B4-BE49-F238E27FC236}">
                <a16:creationId xmlns:a16="http://schemas.microsoft.com/office/drawing/2014/main" id="{CE39118B-B3AD-4BD4-BA22-DEFF4E76CE9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13883" y="547807"/>
            <a:ext cx="10141799" cy="3816806"/>
          </a:xfrm>
          <a:prstGeom prst="rect">
            <a:avLst/>
          </a:prstGeom>
        </p:spPr>
      </p:pic>
      <p:sp>
        <p:nvSpPr>
          <p:cNvPr id="2" name="Title 1"/>
          <p:cNvSpPr>
            <a:spLocks noGrp="1"/>
          </p:cNvSpPr>
          <p:nvPr>
            <p:ph type="title"/>
          </p:nvPr>
        </p:nvSpPr>
        <p:spPr>
          <a:xfrm>
            <a:off x="913806" y="4565255"/>
            <a:ext cx="10355326" cy="543472"/>
          </a:xfrm>
        </p:spPr>
        <p:txBody>
          <a:bodyPr anchor="b">
            <a:normAutofit/>
          </a:bodyPr>
          <a:lstStyle>
            <a:lvl1pPr algn="ctr">
              <a:defRPr sz="280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69349" y="695009"/>
            <a:ext cx="9845346" cy="3525671"/>
          </a:xfrm>
          <a:effectLst>
            <a:outerShdw blurRad="38100" dist="25400" dir="4440000">
              <a:srgbClr val="000000">
                <a:alpha val="36000"/>
              </a:srgbClr>
            </a:outerShdw>
          </a:effectLst>
        </p:spPr>
        <p:txBody>
          <a:bodyPr anchor="t">
            <a:normAutofit/>
          </a:bodyPr>
          <a:lstStyle>
            <a:lvl1pPr marL="0" indent="0" algn="ctr">
              <a:buNone/>
              <a:defRPr sz="2000"/>
            </a:lvl1pPr>
            <a:lvl2pPr marL="457200" indent="0">
              <a:buNone/>
              <a:defRPr sz="2000"/>
            </a:lvl2pPr>
            <a:lvl3pPr marL="914400" indent="0">
              <a:buNone/>
              <a:defRPr sz="20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913795" y="5247728"/>
            <a:ext cx="10353762" cy="543472"/>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11F1B079-7EF0-44EE-B798-BCC497C9F3B2}" type="datetime1">
              <a:rPr lang="en-US" smtClean="0"/>
              <a:t>4/13/2026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80517153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913795" y="608437"/>
            <a:ext cx="10353762" cy="3534344"/>
          </a:xfrm>
        </p:spPr>
        <p:txBody>
          <a:bodyPr anchor="ctr">
            <a:normAutofit/>
          </a:bodyPr>
          <a:lstStyle>
            <a:lvl1pPr>
              <a:defRPr sz="4000"/>
            </a:lvl1pPr>
          </a:lstStyle>
          <a:p>
            <a:r>
              <a:rPr lang="en-US"/>
              <a:t>Click to edit Master title style</a:t>
            </a:r>
            <a:endParaRPr lang="en-US" dirty="0"/>
          </a:p>
        </p:txBody>
      </p:sp>
      <p:sp>
        <p:nvSpPr>
          <p:cNvPr id="4" name="Text Placeholder 3"/>
          <p:cNvSpPr>
            <a:spLocks noGrp="1"/>
          </p:cNvSpPr>
          <p:nvPr>
            <p:ph type="body" sz="half" idx="2"/>
          </p:nvPr>
        </p:nvSpPr>
        <p:spPr>
          <a:xfrm>
            <a:off x="913794" y="4295180"/>
            <a:ext cx="10353763" cy="1501826"/>
          </a:xfrm>
        </p:spPr>
        <p:txBody>
          <a:bodyPr anchor="ct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28FF70A8-1D13-4657-95F0-A9EA54967B8D}" type="datetime1">
              <a:rPr lang="en-US" smtClean="0"/>
              <a:t>4/13/2026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923547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2" y="609600"/>
            <a:ext cx="9302752" cy="2992904"/>
          </a:xfrm>
        </p:spPr>
        <p:txBody>
          <a:bodyPr anchor="ctr">
            <a:normAutofit/>
          </a:bodyPr>
          <a:lstStyle>
            <a:lvl1pPr>
              <a:defRPr sz="3600"/>
            </a:lvl1pPr>
          </a:lstStyle>
          <a:p>
            <a:r>
              <a:rPr lang="en-US"/>
              <a:t>Click to edit Master title style</a:t>
            </a:r>
            <a:endParaRPr lang="en-US" dirty="0"/>
          </a:p>
        </p:txBody>
      </p:sp>
      <p:sp>
        <p:nvSpPr>
          <p:cNvPr id="12" name="Text Placeholder 3"/>
          <p:cNvSpPr>
            <a:spLocks noGrp="1"/>
          </p:cNvSpPr>
          <p:nvPr>
            <p:ph type="body" sz="half" idx="13"/>
          </p:nvPr>
        </p:nvSpPr>
        <p:spPr>
          <a:xfrm>
            <a:off x="1720644" y="3610032"/>
            <a:ext cx="8752299" cy="532749"/>
          </a:xfrm>
        </p:spPr>
        <p:txBody>
          <a:bodyPr anchor="t">
            <a:normAutofit/>
          </a:bodyPr>
          <a:lstStyle>
            <a:lvl1pPr marL="0" indent="0" algn="r">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913794" y="4304353"/>
            <a:ext cx="10353763" cy="1489496"/>
          </a:xfrm>
        </p:spPr>
        <p:txBody>
          <a:bodyPr anchor="ctr">
            <a:normAutofit/>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21EB90AC-71BD-4C7F-8ACA-7B3F18292E63}" type="datetime1">
              <a:rPr lang="en-US" smtClean="0"/>
              <a:t>4/13/2026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
        <p:nvSpPr>
          <p:cNvPr id="11" name="TextBox 10">
            <a:extLst>
              <a:ext uri="{FF2B5EF4-FFF2-40B4-BE49-F238E27FC236}">
                <a16:creationId xmlns:a16="http://schemas.microsoft.com/office/drawing/2014/main" id="{223F0D53-0705-41B7-8554-09D21E7807F9}"/>
              </a:ext>
            </a:extLst>
          </p:cNvPr>
          <p:cNvSpPr txBox="1"/>
          <p:nvPr/>
        </p:nvSpPr>
        <p:spPr>
          <a:xfrm>
            <a:off x="990600" y="884796"/>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3" name="TextBox 12">
            <a:extLst>
              <a:ext uri="{FF2B5EF4-FFF2-40B4-BE49-F238E27FC236}">
                <a16:creationId xmlns:a16="http://schemas.microsoft.com/office/drawing/2014/main" id="{C7F647CD-0F1A-4BB3-89E0-A74F1E1B098D}"/>
              </a:ext>
            </a:extLst>
          </p:cNvPr>
          <p:cNvSpPr txBox="1"/>
          <p:nvPr/>
        </p:nvSpPr>
        <p:spPr>
          <a:xfrm>
            <a:off x="10504716" y="2928258"/>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43722918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913794" y="2126942"/>
            <a:ext cx="10353763" cy="2511835"/>
          </a:xfrm>
        </p:spPr>
        <p:txBody>
          <a:bodyPr anchor="b"/>
          <a:lstStyle>
            <a:lvl1pP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913784" y="4650556"/>
            <a:ext cx="10352199" cy="1140644"/>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E6EFC2C-8905-46F0-B443-CE905B76BA01}" type="datetime1">
              <a:rPr lang="en-US" smtClean="0"/>
              <a:t>4/13/2026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75346483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913795" y="609600"/>
            <a:ext cx="10353762" cy="970450"/>
          </a:xfrm>
        </p:spPr>
        <p:txBody>
          <a:bodyPr/>
          <a:lstStyle/>
          <a:p>
            <a:r>
              <a:rPr lang="en-US"/>
              <a:t>Click to edit Master title style</a:t>
            </a:r>
            <a:endParaRPr lang="en-US" dirty="0"/>
          </a:p>
        </p:txBody>
      </p:sp>
      <p:sp>
        <p:nvSpPr>
          <p:cNvPr id="7" name="Text Placeholder 2"/>
          <p:cNvSpPr>
            <a:spLocks noGrp="1"/>
          </p:cNvSpPr>
          <p:nvPr>
            <p:ph type="body" idx="1"/>
          </p:nvPr>
        </p:nvSpPr>
        <p:spPr>
          <a:xfrm>
            <a:off x="913795" y="1885950"/>
            <a:ext cx="3300984" cy="764782"/>
          </a:xfrm>
        </p:spPr>
        <p:txBody>
          <a:bodyPr anchor="b">
            <a:noAutofit/>
          </a:bodyPr>
          <a:lstStyle>
            <a:lvl1pPr marL="0" indent="0" algn="ctr">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8" name="Text Placeholder 3"/>
          <p:cNvSpPr>
            <a:spLocks noGrp="1"/>
          </p:cNvSpPr>
          <p:nvPr>
            <p:ph type="body" sz="half" idx="15"/>
          </p:nvPr>
        </p:nvSpPr>
        <p:spPr>
          <a:xfrm>
            <a:off x="913795" y="2768112"/>
            <a:ext cx="3300984" cy="302308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4446711" y="1885949"/>
            <a:ext cx="3300984" cy="764783"/>
          </a:xfrm>
        </p:spPr>
        <p:txBody>
          <a:bodyPr anchor="b">
            <a:noAutofit/>
          </a:bodyPr>
          <a:lstStyle>
            <a:lvl1pPr marL="0" indent="0" algn="ctr">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10" name="Text Placeholder 3"/>
          <p:cNvSpPr>
            <a:spLocks noGrp="1"/>
          </p:cNvSpPr>
          <p:nvPr>
            <p:ph type="body" sz="half" idx="16"/>
          </p:nvPr>
        </p:nvSpPr>
        <p:spPr>
          <a:xfrm>
            <a:off x="4441435" y="2768112"/>
            <a:ext cx="3300984" cy="302308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a:t>Click to edit Master text styles</a:t>
            </a:r>
          </a:p>
        </p:txBody>
      </p:sp>
      <p:sp>
        <p:nvSpPr>
          <p:cNvPr id="11" name="Text Placeholder 4"/>
          <p:cNvSpPr>
            <a:spLocks noGrp="1"/>
          </p:cNvSpPr>
          <p:nvPr>
            <p:ph type="body" sz="quarter" idx="13"/>
          </p:nvPr>
        </p:nvSpPr>
        <p:spPr>
          <a:xfrm>
            <a:off x="7966572" y="1885950"/>
            <a:ext cx="3300984" cy="764782"/>
          </a:xfrm>
        </p:spPr>
        <p:txBody>
          <a:bodyPr anchor="b">
            <a:noAutofit/>
          </a:bodyPr>
          <a:lstStyle>
            <a:lvl1pPr marL="0" indent="0" algn="ctr">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12" name="Text Placeholder 3"/>
          <p:cNvSpPr>
            <a:spLocks noGrp="1"/>
          </p:cNvSpPr>
          <p:nvPr>
            <p:ph type="body" sz="half" idx="17"/>
          </p:nvPr>
        </p:nvSpPr>
        <p:spPr>
          <a:xfrm>
            <a:off x="7966572" y="2768110"/>
            <a:ext cx="3300984" cy="3023089"/>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D9079DC3-C9B5-499E-9140-0DC28B7074E2}" type="datetime1">
              <a:rPr lang="en-US" smtClean="0"/>
              <a:t>4/13/2026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15953020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pic>
        <p:nvPicPr>
          <p:cNvPr id="2" name="Picture 1" descr="Slate-V2-HD-3colPhotoInset.png">
            <a:extLst>
              <a:ext uri="{FF2B5EF4-FFF2-40B4-BE49-F238E27FC236}">
                <a16:creationId xmlns:a16="http://schemas.microsoft.com/office/drawing/2014/main" id="{7E87C569-D426-4615-ADA7-B370EA98340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97962" y="1818214"/>
            <a:ext cx="3339972" cy="1847851"/>
          </a:xfrm>
          <a:prstGeom prst="rect">
            <a:avLst/>
          </a:prstGeom>
        </p:spPr>
      </p:pic>
      <p:pic>
        <p:nvPicPr>
          <p:cNvPr id="36" name="Picture 35" descr="Slate-V2-HD-3colPhotoInset.png">
            <a:extLst>
              <a:ext uri="{FF2B5EF4-FFF2-40B4-BE49-F238E27FC236}">
                <a16:creationId xmlns:a16="http://schemas.microsoft.com/office/drawing/2014/main" id="{7B353ED4-7AD0-46C9-88ED-1A16B1433AF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403800" y="1818214"/>
            <a:ext cx="3339972" cy="1847851"/>
          </a:xfrm>
          <a:prstGeom prst="rect">
            <a:avLst/>
          </a:prstGeom>
        </p:spPr>
      </p:pic>
      <p:pic>
        <p:nvPicPr>
          <p:cNvPr id="37" name="Picture 36" descr="Slate-V2-HD-3colPhotoInset.png">
            <a:extLst>
              <a:ext uri="{FF2B5EF4-FFF2-40B4-BE49-F238E27FC236}">
                <a16:creationId xmlns:a16="http://schemas.microsoft.com/office/drawing/2014/main" id="{F561D985-AD57-459A-B3A6-EBF29603976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936051" y="1818214"/>
            <a:ext cx="3339972" cy="1847851"/>
          </a:xfrm>
          <a:prstGeom prst="rect">
            <a:avLst/>
          </a:prstGeom>
        </p:spPr>
      </p:pic>
      <p:sp>
        <p:nvSpPr>
          <p:cNvPr id="30" name="Title 1"/>
          <p:cNvSpPr>
            <a:spLocks noGrp="1"/>
          </p:cNvSpPr>
          <p:nvPr>
            <p:ph type="title"/>
          </p:nvPr>
        </p:nvSpPr>
        <p:spPr>
          <a:xfrm>
            <a:off x="913794" y="609600"/>
            <a:ext cx="10353763" cy="970450"/>
          </a:xfrm>
        </p:spPr>
        <p:txBody>
          <a:bodyPr/>
          <a:lstStyle/>
          <a:p>
            <a:r>
              <a:rPr lang="en-US"/>
              <a:t>Click to edit Master title style</a:t>
            </a:r>
            <a:endParaRPr lang="en-US" dirty="0"/>
          </a:p>
        </p:txBody>
      </p:sp>
      <p:sp>
        <p:nvSpPr>
          <p:cNvPr id="19" name="Text Placeholder 2"/>
          <p:cNvSpPr>
            <a:spLocks noGrp="1"/>
          </p:cNvSpPr>
          <p:nvPr>
            <p:ph type="body" idx="1"/>
          </p:nvPr>
        </p:nvSpPr>
        <p:spPr>
          <a:xfrm>
            <a:off x="913795" y="3904106"/>
            <a:ext cx="3300984" cy="576262"/>
          </a:xfrm>
        </p:spPr>
        <p:txBody>
          <a:bodyPr anchor="b">
            <a:noAutofit/>
          </a:bodyPr>
          <a:lstStyle>
            <a:lvl1pPr marL="0" indent="0" algn="ctr">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20" name="Picture Placeholder 2"/>
          <p:cNvSpPr>
            <a:spLocks noGrp="1" noChangeAspect="1"/>
          </p:cNvSpPr>
          <p:nvPr>
            <p:ph type="pic" idx="15"/>
          </p:nvPr>
        </p:nvSpPr>
        <p:spPr>
          <a:xfrm>
            <a:off x="1018102" y="1938918"/>
            <a:ext cx="3092368" cy="1602954"/>
          </a:xfrm>
          <a:prstGeom prst="roundRect">
            <a:avLst>
              <a:gd name="adj" fmla="val 1858"/>
            </a:avLst>
          </a:prstGeo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1" name="Text Placeholder 3"/>
          <p:cNvSpPr>
            <a:spLocks noGrp="1"/>
          </p:cNvSpPr>
          <p:nvPr>
            <p:ph type="body" sz="half" idx="18"/>
          </p:nvPr>
        </p:nvSpPr>
        <p:spPr>
          <a:xfrm>
            <a:off x="913795" y="4572443"/>
            <a:ext cx="3300984" cy="121875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4442788" y="3904106"/>
            <a:ext cx="3300984" cy="576262"/>
          </a:xfrm>
        </p:spPr>
        <p:txBody>
          <a:bodyPr anchor="b">
            <a:noAutofit/>
          </a:bodyPr>
          <a:lstStyle>
            <a:lvl1pPr marL="0" indent="0" algn="ctr">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23" name="Picture Placeholder 2"/>
          <p:cNvSpPr>
            <a:spLocks noGrp="1" noChangeAspect="1"/>
          </p:cNvSpPr>
          <p:nvPr>
            <p:ph type="pic" idx="21"/>
          </p:nvPr>
        </p:nvSpPr>
        <p:spPr>
          <a:xfrm>
            <a:off x="4545743" y="1939094"/>
            <a:ext cx="3092368" cy="1608164"/>
          </a:xfrm>
          <a:prstGeom prst="roundRect">
            <a:avLst>
              <a:gd name="adj" fmla="val 1858"/>
            </a:avLst>
          </a:prstGeo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19"/>
          </p:nvPr>
        </p:nvSpPr>
        <p:spPr>
          <a:xfrm>
            <a:off x="4441435" y="4572442"/>
            <a:ext cx="3300984" cy="121875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7966697" y="3904106"/>
            <a:ext cx="3300984" cy="576262"/>
          </a:xfrm>
        </p:spPr>
        <p:txBody>
          <a:bodyPr anchor="b">
            <a:noAutofit/>
          </a:bodyPr>
          <a:lstStyle>
            <a:lvl1pPr marL="0" indent="0" algn="ctr">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8075698" y="1934432"/>
            <a:ext cx="3092368" cy="1607294"/>
          </a:xfrm>
          <a:prstGeom prst="roundRect">
            <a:avLst>
              <a:gd name="adj" fmla="val 1858"/>
            </a:avLst>
          </a:prstGeo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7" name="Text Placeholder 3"/>
          <p:cNvSpPr>
            <a:spLocks noGrp="1"/>
          </p:cNvSpPr>
          <p:nvPr>
            <p:ph type="body" sz="half" idx="20"/>
          </p:nvPr>
        </p:nvSpPr>
        <p:spPr>
          <a:xfrm>
            <a:off x="7966572" y="4572442"/>
            <a:ext cx="3300984" cy="121875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30BB33EA-E472-4D22-9C03-A9C14AA21CED}" type="datetime1">
              <a:rPr lang="en-US" smtClean="0"/>
              <a:t>4/13/2026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10157110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17E833E-1B6D-415F-AD29-75AE8C43BD0D}" type="datetime1">
              <a:rPr lang="en-US" smtClean="0"/>
              <a:t>4/13/2026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41859670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983068" y="609599"/>
            <a:ext cx="2284487" cy="5181601"/>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913796" y="609599"/>
            <a:ext cx="7916872" cy="5181601"/>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52596F-08A7-4B70-989A-F2B1CF31E66B}" type="datetime1">
              <a:rPr lang="en-US" smtClean="0"/>
              <a:t>4/13/2026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82699263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913795" y="609600"/>
            <a:ext cx="10353762" cy="1257300"/>
          </a:xfrm>
          <a:prstGeom prst="rect">
            <a:avLst/>
          </a:prstGeom>
          <a:effectLst>
            <a:outerShdw blurRad="25400" dir="17880000">
              <a:srgbClr val="000000">
                <a:alpha val="46000"/>
              </a:srgbClr>
            </a:outerShdw>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913795" y="2076450"/>
            <a:ext cx="10353762" cy="3714749"/>
          </a:xfrm>
          <a:prstGeom prst="rect">
            <a:avLst/>
          </a:prstGeom>
          <a:effectLst>
            <a:outerShdw blurRad="25400" dir="17880000">
              <a:srgbClr val="000000">
                <a:alpha val="46000"/>
              </a:srgbClr>
            </a:outerShdw>
          </a:effectLst>
        </p:spPr>
        <p:txBody>
          <a:bodyPr vert="horz" lIns="91440" tIns="45720" rIns="91440" bIns="45720" rtlCol="0"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678736" y="6000749"/>
            <a:ext cx="2743200" cy="365125"/>
          </a:xfrm>
          <a:prstGeom prst="rect">
            <a:avLst/>
          </a:prstGeom>
        </p:spPr>
        <p:txBody>
          <a:bodyPr vert="horz" lIns="91440" tIns="45720" rIns="91440" bIns="45720" rtlCol="0" anchor="ctr"/>
          <a:lstStyle>
            <a:lvl1pPr algn="r">
              <a:defRPr sz="1100">
                <a:solidFill>
                  <a:schemeClr val="tx1">
                    <a:lumMod val="95000"/>
                  </a:schemeClr>
                </a:solidFill>
                <a:effectLst>
                  <a:outerShdw blurRad="50800" dist="38100" dir="2700000" algn="tl" rotWithShape="0">
                    <a:schemeClr val="bg1">
                      <a:alpha val="43000"/>
                    </a:schemeClr>
                  </a:outerShdw>
                </a:effectLst>
              </a:defRPr>
            </a:lvl1pPr>
          </a:lstStyle>
          <a:p>
            <a:fld id="{073ED0CC-082F-4160-86E5-0D6041F12778}" type="datetime1">
              <a:rPr lang="en-US" smtClean="0"/>
              <a:t>4/13/2026</a:t>
            </a:fld>
            <a:endParaRPr lang="en-US" dirty="0"/>
          </a:p>
        </p:txBody>
      </p:sp>
      <p:sp>
        <p:nvSpPr>
          <p:cNvPr id="5" name="Footer Placeholder 4"/>
          <p:cNvSpPr>
            <a:spLocks noGrp="1"/>
          </p:cNvSpPr>
          <p:nvPr>
            <p:ph type="ftr" sz="quarter" idx="3"/>
          </p:nvPr>
        </p:nvSpPr>
        <p:spPr>
          <a:xfrm>
            <a:off x="913795" y="6000749"/>
            <a:ext cx="6672865" cy="365125"/>
          </a:xfrm>
          <a:prstGeom prst="rect">
            <a:avLst/>
          </a:prstGeom>
        </p:spPr>
        <p:txBody>
          <a:bodyPr vert="horz" lIns="91440" tIns="45720" rIns="91440" bIns="45720" rtlCol="0" anchor="ctr"/>
          <a:lstStyle>
            <a:lvl1pPr algn="l">
              <a:defRPr sz="1100">
                <a:solidFill>
                  <a:schemeClr val="tx1">
                    <a:lumMod val="95000"/>
                  </a:schemeClr>
                </a:solidFill>
                <a:effectLst>
                  <a:outerShdw blurRad="50800" dist="38100" dir="2700000" algn="tl" rotWithShape="0">
                    <a:schemeClr val="bg1">
                      <a:alpha val="43000"/>
                    </a:schemeClr>
                  </a:outerShdw>
                </a:effectLst>
              </a:defRPr>
            </a:lvl1pPr>
          </a:lstStyle>
          <a:p>
            <a:endParaRPr lang="en-US" dirty="0"/>
          </a:p>
        </p:txBody>
      </p:sp>
      <p:sp>
        <p:nvSpPr>
          <p:cNvPr id="6" name="Slide Number Placeholder 5"/>
          <p:cNvSpPr>
            <a:spLocks noGrp="1"/>
          </p:cNvSpPr>
          <p:nvPr>
            <p:ph type="sldNum" sz="quarter" idx="4"/>
          </p:nvPr>
        </p:nvSpPr>
        <p:spPr>
          <a:xfrm>
            <a:off x="10514011" y="6000749"/>
            <a:ext cx="753545" cy="365125"/>
          </a:xfrm>
          <a:prstGeom prst="rect">
            <a:avLst/>
          </a:prstGeom>
        </p:spPr>
        <p:txBody>
          <a:bodyPr vert="horz" lIns="91440" tIns="45720" rIns="91440" bIns="45720" rtlCol="0" anchor="ctr"/>
          <a:lstStyle>
            <a:lvl1pPr algn="r">
              <a:defRPr sz="1100">
                <a:solidFill>
                  <a:schemeClr val="tx1">
                    <a:lumMod val="95000"/>
                  </a:schemeClr>
                </a:solidFill>
                <a:effectLst>
                  <a:outerShdw blurRad="50800" dist="38100" dir="2700000" algn="tl" rotWithShape="0">
                    <a:schemeClr val="bg1">
                      <a:alpha val="43000"/>
                    </a:schemeClr>
                  </a:outerShdw>
                </a:effectLst>
              </a:defRPr>
            </a:lvl1pPr>
          </a:lstStyle>
          <a:p>
            <a:fld id="{3A98EE3D-8CD1-4C3F-BD1C-C98C9596463C}" type="slidenum">
              <a:rPr lang="en-US" smtClean="0"/>
              <a:t>‹#›</a:t>
            </a:fld>
            <a:endParaRPr lang="en-US" dirty="0"/>
          </a:p>
        </p:txBody>
      </p:sp>
    </p:spTree>
    <p:extLst>
      <p:ext uri="{BB962C8B-B14F-4D97-AF65-F5344CB8AC3E}">
        <p14:creationId xmlns:p14="http://schemas.microsoft.com/office/powerpoint/2010/main" val="3586398981"/>
      </p:ext>
    </p:extLst>
  </p:cSld>
  <p:clrMap bg1="dk1" tx1="lt1" bg2="dk2" tx2="lt2" accent1="accent1" accent2="accent2" accent3="accent3" accent4="accent4" accent5="accent5" accent6="accent6" hlink="hlink" folHlink="folHlink"/>
  <p:sldLayoutIdLst>
    <p:sldLayoutId id="2147483760" r:id="rId1"/>
    <p:sldLayoutId id="2147483761" r:id="rId2"/>
    <p:sldLayoutId id="2147483762" r:id="rId3"/>
    <p:sldLayoutId id="2147483746" r:id="rId4"/>
    <p:sldLayoutId id="2147483747" r:id="rId5"/>
    <p:sldLayoutId id="2147483748" r:id="rId6"/>
    <p:sldLayoutId id="2147483749" r:id="rId7"/>
    <p:sldLayoutId id="2147483750" r:id="rId8"/>
    <p:sldLayoutId id="2147483751" r:id="rId9"/>
    <p:sldLayoutId id="2147483752" r:id="rId10"/>
    <p:sldLayoutId id="2147483759" r:id="rId11"/>
    <p:sldLayoutId id="2147483753" r:id="rId12"/>
    <p:sldLayoutId id="2147483754" r:id="rId13"/>
    <p:sldLayoutId id="2147483755" r:id="rId14"/>
    <p:sldLayoutId id="2147483756" r:id="rId15"/>
    <p:sldLayoutId id="2147483757" r:id="rId16"/>
    <p:sldLayoutId id="2147483758" r:id="rId17"/>
  </p:sldLayoutIdLst>
  <p:hf sldNum="0" hdr="0" ftr="0" dt="0"/>
  <p:txStyles>
    <p:titleStyle>
      <a:lvl1pPr algn="ctr" defTabSz="457200" rtl="0" eaLnBrk="1" latinLnBrk="0" hangingPunct="1">
        <a:lnSpc>
          <a:spcPct val="90000"/>
        </a:lnSpc>
        <a:spcBef>
          <a:spcPct val="0"/>
        </a:spcBef>
        <a:buNone/>
        <a:defRPr sz="40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j-lt"/>
          <a:ea typeface="+mj-ea"/>
          <a:cs typeface="Trebuchet M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06000" algn="l" defTabSz="457200" rtl="0" eaLnBrk="1" latinLnBrk="0" hangingPunct="1">
        <a:lnSpc>
          <a:spcPct val="110000"/>
        </a:lnSpc>
        <a:spcBef>
          <a:spcPct val="20000"/>
        </a:spcBef>
        <a:spcAft>
          <a:spcPts val="600"/>
        </a:spcAft>
        <a:buClr>
          <a:schemeClr val="tx2"/>
        </a:buClr>
        <a:buSzPct val="70000"/>
        <a:buFont typeface="Wingdings 2" charset="2"/>
        <a:buChar char=""/>
        <a:defRPr sz="21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1pPr>
      <a:lvl2pPr marL="720000" indent="-270000" algn="l" defTabSz="457200" rtl="0" eaLnBrk="1" latinLnBrk="0" hangingPunct="1">
        <a:spcBef>
          <a:spcPct val="20000"/>
        </a:spcBef>
        <a:spcAft>
          <a:spcPts val="600"/>
        </a:spcAft>
        <a:buClr>
          <a:schemeClr val="tx2"/>
        </a:buClr>
        <a:buSzPct val="70000"/>
        <a:buFont typeface="Wingdings 2" charset="2"/>
        <a:buChar char=""/>
        <a:defRPr sz="19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2pPr>
      <a:lvl3pPr marL="1026000" indent="-216000" algn="l" defTabSz="457200" rtl="0" eaLnBrk="1" latinLnBrk="0" hangingPunct="1">
        <a:spcBef>
          <a:spcPct val="20000"/>
        </a:spcBef>
        <a:spcAft>
          <a:spcPts val="600"/>
        </a:spcAft>
        <a:buClr>
          <a:schemeClr val="tx2"/>
        </a:buClr>
        <a:buSzPct val="70000"/>
        <a:buFont typeface="Wingdings 2" charset="2"/>
        <a:buChar char=""/>
        <a:defRPr sz="17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3pPr>
      <a:lvl4pPr marL="1386000" indent="-216000" algn="l" defTabSz="457200" rtl="0" eaLnBrk="1" latinLnBrk="0" hangingPunct="1">
        <a:spcBef>
          <a:spcPct val="20000"/>
        </a:spcBef>
        <a:spcAft>
          <a:spcPts val="600"/>
        </a:spcAft>
        <a:buClr>
          <a:schemeClr val="tx2"/>
        </a:buClr>
        <a:buSzPct val="70000"/>
        <a:buFont typeface="Wingdings 2" charset="2"/>
        <a:buChar char=""/>
        <a:defRPr sz="15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4pPr>
      <a:lvl5pPr marL="1674000" indent="-216000" algn="l" defTabSz="457200" rtl="0" eaLnBrk="1" latinLnBrk="0" hangingPunct="1">
        <a:spcBef>
          <a:spcPct val="20000"/>
        </a:spcBef>
        <a:spcAft>
          <a:spcPts val="600"/>
        </a:spcAft>
        <a:buClr>
          <a:schemeClr val="tx2"/>
        </a:buClr>
        <a:buSzPct val="70000"/>
        <a:buFont typeface="Wingdings 2" charset="2"/>
        <a:buChar char=""/>
        <a:defRPr sz="15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5pPr>
      <a:lvl6pPr marL="20146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6pPr>
      <a:lvl7pPr marL="24018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7pPr>
      <a:lvl8pPr marL="27890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8pPr>
      <a:lvl9pPr marL="31062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7.jpe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49.xml"/><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5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50.xml"/><Relationship Id="rId1" Type="http://schemas.openxmlformats.org/officeDocument/2006/relationships/slideLayout" Target="../slideLayouts/slideLayout2.xml"/><Relationship Id="rId4" Type="http://schemas.openxmlformats.org/officeDocument/2006/relationships/image" Target="../media/image14.png"/></Relationships>
</file>

<file path=ppt/slides/_rels/slide5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53.xml"/><Relationship Id="rId1" Type="http://schemas.openxmlformats.org/officeDocument/2006/relationships/slideLayout" Target="../slideLayouts/slideLayout2.xml"/><Relationship Id="rId4" Type="http://schemas.openxmlformats.org/officeDocument/2006/relationships/image" Target="../media/image17.png"/></Relationships>
</file>

<file path=ppt/slides/_rels/slide54.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54.xml"/><Relationship Id="rId1" Type="http://schemas.openxmlformats.org/officeDocument/2006/relationships/slideLayout" Target="../slideLayouts/slideLayout2.xml"/><Relationship Id="rId4" Type="http://schemas.openxmlformats.org/officeDocument/2006/relationships/image" Target="../media/image19.png"/></Relationships>
</file>

<file path=ppt/slides/_rels/slide55.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55.xml"/><Relationship Id="rId1" Type="http://schemas.openxmlformats.org/officeDocument/2006/relationships/slideLayout" Target="../slideLayouts/slideLayout2.xml"/><Relationship Id="rId4" Type="http://schemas.openxmlformats.org/officeDocument/2006/relationships/image" Target="../media/image19.png"/></Relationships>
</file>

<file path=ppt/slides/_rels/slide56.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56.xml"/><Relationship Id="rId1" Type="http://schemas.openxmlformats.org/officeDocument/2006/relationships/slideLayout" Target="../slideLayouts/slideLayout2.xml"/><Relationship Id="rId4" Type="http://schemas.openxmlformats.org/officeDocument/2006/relationships/image" Target="../media/image19.png"/></Relationships>
</file>

<file path=ppt/slides/_rels/slide57.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57.xml"/><Relationship Id="rId1" Type="http://schemas.openxmlformats.org/officeDocument/2006/relationships/slideLayout" Target="../slideLayouts/slideLayout2.xml"/><Relationship Id="rId4" Type="http://schemas.openxmlformats.org/officeDocument/2006/relationships/image" Target="../media/image19.png"/></Relationships>
</file>

<file path=ppt/slides/_rels/slide5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58.xml"/><Relationship Id="rId1" Type="http://schemas.openxmlformats.org/officeDocument/2006/relationships/slideLayout" Target="../slideLayouts/slideLayout2.xml"/><Relationship Id="rId4" Type="http://schemas.openxmlformats.org/officeDocument/2006/relationships/image" Target="../media/image19.png"/></Relationships>
</file>

<file path=ppt/slides/_rels/slide5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59.xml"/><Relationship Id="rId1" Type="http://schemas.openxmlformats.org/officeDocument/2006/relationships/slideLayout" Target="../slideLayouts/slideLayout2.xml"/><Relationship Id="rId4" Type="http://schemas.openxmlformats.org/officeDocument/2006/relationships/image" Target="../media/image19.png"/></Relationships>
</file>

<file path=ppt/slides/_rels/slide60.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60.xml"/><Relationship Id="rId1" Type="http://schemas.openxmlformats.org/officeDocument/2006/relationships/slideLayout" Target="../slideLayouts/slideLayout2.xml"/><Relationship Id="rId4" Type="http://schemas.openxmlformats.org/officeDocument/2006/relationships/image" Target="../media/image19.png"/></Relationships>
</file>

<file path=ppt/slides/_rels/slide6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61.xml"/><Relationship Id="rId1" Type="http://schemas.openxmlformats.org/officeDocument/2006/relationships/slideLayout" Target="../slideLayouts/slideLayout2.xml"/><Relationship Id="rId4" Type="http://schemas.openxmlformats.org/officeDocument/2006/relationships/image" Target="../media/image19.png"/></Relationships>
</file>

<file path=ppt/slides/_rels/slide62.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62.xml"/><Relationship Id="rId1" Type="http://schemas.openxmlformats.org/officeDocument/2006/relationships/slideLayout" Target="../slideLayouts/slideLayout2.xml"/><Relationship Id="rId4" Type="http://schemas.openxmlformats.org/officeDocument/2006/relationships/image" Target="../media/image19.png"/></Relationships>
</file>

<file path=ppt/slides/_rels/slide63.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63.xml"/><Relationship Id="rId1" Type="http://schemas.openxmlformats.org/officeDocument/2006/relationships/slideLayout" Target="../slideLayouts/slideLayout2.xml"/><Relationship Id="rId4" Type="http://schemas.openxmlformats.org/officeDocument/2006/relationships/image" Target="../media/image19.png"/></Relationships>
</file>

<file path=ppt/slides/_rels/slide64.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64.xml"/><Relationship Id="rId1" Type="http://schemas.openxmlformats.org/officeDocument/2006/relationships/slideLayout" Target="../slideLayouts/slideLayout2.xml"/><Relationship Id="rId4" Type="http://schemas.openxmlformats.org/officeDocument/2006/relationships/image" Target="../media/image19.png"/></Relationships>
</file>

<file path=ppt/slides/_rels/slide65.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65.xml"/><Relationship Id="rId1" Type="http://schemas.openxmlformats.org/officeDocument/2006/relationships/slideLayout" Target="../slideLayouts/slideLayout2.xml"/><Relationship Id="rId4" Type="http://schemas.openxmlformats.org/officeDocument/2006/relationships/image" Target="../media/image19.png"/></Relationships>
</file>

<file path=ppt/slides/_rels/slide66.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66.xml"/><Relationship Id="rId1" Type="http://schemas.openxmlformats.org/officeDocument/2006/relationships/slideLayout" Target="../slideLayouts/slideLayout2.xml"/><Relationship Id="rId4" Type="http://schemas.openxmlformats.org/officeDocument/2006/relationships/image" Target="../media/image19.png"/></Relationships>
</file>

<file path=ppt/slides/slide1.xml><?xml version="1.0" encoding="utf-8"?>
<p:sld xmlns:a="http://schemas.openxmlformats.org/drawingml/2006/main" xmlns:r="http://schemas.openxmlformats.org/officeDocument/2006/relationships" xmlns:p="http://schemas.openxmlformats.org/presentationml/2006/main">
  <p:cSld>
    <p:bg>
      <p:bgPr>
        <a:blipFill rotWithShape="1">
          <a:blip r:embed="rId3">
            <a:duotone>
              <a:schemeClr val="bg1">
                <a:shade val="80000"/>
                <a:lumMod val="80000"/>
              </a:schemeClr>
              <a:schemeClr val="bg1">
                <a:tint val="98000"/>
              </a:schemeClr>
            </a:duotone>
          </a:blip>
          <a:stretch/>
        </a:blip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808E16CA-BF32-4E68-AAAF-189A3408C6C8}"/>
              </a:ext>
            </a:extLst>
          </p:cNvPr>
          <p:cNvPicPr>
            <a:picLocks noChangeAspect="1"/>
          </p:cNvPicPr>
          <p:nvPr/>
        </p:nvPicPr>
        <p:blipFill rotWithShape="1">
          <a:blip r:embed="rId4"/>
          <a:srcRect t="13986" b="1744"/>
          <a:stretch/>
        </p:blipFill>
        <p:spPr>
          <a:xfrm>
            <a:off x="0" y="10"/>
            <a:ext cx="12191980" cy="6857990"/>
          </a:xfrm>
          <a:prstGeom prst="rect">
            <a:avLst/>
          </a:prstGeom>
        </p:spPr>
      </p:pic>
      <p:sp useBgFill="1">
        <p:nvSpPr>
          <p:cNvPr id="14" name="Freeform 5">
            <a:extLst>
              <a:ext uri="{FF2B5EF4-FFF2-40B4-BE49-F238E27FC236}">
                <a16:creationId xmlns:a16="http://schemas.microsoft.com/office/drawing/2014/main" id="{608EAA06-5488-416B-B2B2-E5521301101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2271651" y="1762886"/>
            <a:ext cx="7656919" cy="3332229"/>
          </a:xfrm>
          <a:custGeom>
            <a:avLst/>
            <a:gdLst>
              <a:gd name="T0" fmla="*/ 1577 w 1601"/>
              <a:gd name="T1" fmla="*/ 0 h 696"/>
              <a:gd name="T2" fmla="*/ 833 w 1601"/>
              <a:gd name="T3" fmla="*/ 0 h 696"/>
              <a:gd name="T4" fmla="*/ 768 w 1601"/>
              <a:gd name="T5" fmla="*/ 0 h 696"/>
              <a:gd name="T6" fmla="*/ 24 w 1601"/>
              <a:gd name="T7" fmla="*/ 0 h 696"/>
              <a:gd name="T8" fmla="*/ 0 w 1601"/>
              <a:gd name="T9" fmla="*/ 27 h 696"/>
              <a:gd name="T10" fmla="*/ 0 w 1601"/>
              <a:gd name="T11" fmla="*/ 669 h 696"/>
              <a:gd name="T12" fmla="*/ 24 w 1601"/>
              <a:gd name="T13" fmla="*/ 696 h 696"/>
              <a:gd name="T14" fmla="*/ 768 w 1601"/>
              <a:gd name="T15" fmla="*/ 696 h 696"/>
              <a:gd name="T16" fmla="*/ 833 w 1601"/>
              <a:gd name="T17" fmla="*/ 696 h 696"/>
              <a:gd name="T18" fmla="*/ 1577 w 1601"/>
              <a:gd name="T19" fmla="*/ 696 h 696"/>
              <a:gd name="T20" fmla="*/ 1601 w 1601"/>
              <a:gd name="T21" fmla="*/ 669 h 696"/>
              <a:gd name="T22" fmla="*/ 1601 w 1601"/>
              <a:gd name="T23" fmla="*/ 27 h 696"/>
              <a:gd name="T24" fmla="*/ 1577 w 1601"/>
              <a:gd name="T25" fmla="*/ 0 h 6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601" h="696">
                <a:moveTo>
                  <a:pt x="1577" y="0"/>
                </a:moveTo>
                <a:cubicBezTo>
                  <a:pt x="833" y="0"/>
                  <a:pt x="833" y="0"/>
                  <a:pt x="833" y="0"/>
                </a:cubicBezTo>
                <a:cubicBezTo>
                  <a:pt x="768" y="0"/>
                  <a:pt x="768" y="0"/>
                  <a:pt x="768" y="0"/>
                </a:cubicBezTo>
                <a:cubicBezTo>
                  <a:pt x="24" y="0"/>
                  <a:pt x="24" y="0"/>
                  <a:pt x="24" y="0"/>
                </a:cubicBezTo>
                <a:cubicBezTo>
                  <a:pt x="11" y="0"/>
                  <a:pt x="0" y="12"/>
                  <a:pt x="0" y="27"/>
                </a:cubicBezTo>
                <a:cubicBezTo>
                  <a:pt x="0" y="669"/>
                  <a:pt x="0" y="669"/>
                  <a:pt x="0" y="669"/>
                </a:cubicBezTo>
                <a:cubicBezTo>
                  <a:pt x="0" y="684"/>
                  <a:pt x="11" y="696"/>
                  <a:pt x="24" y="696"/>
                </a:cubicBezTo>
                <a:cubicBezTo>
                  <a:pt x="768" y="696"/>
                  <a:pt x="768" y="696"/>
                  <a:pt x="768" y="696"/>
                </a:cubicBezTo>
                <a:cubicBezTo>
                  <a:pt x="833" y="696"/>
                  <a:pt x="833" y="696"/>
                  <a:pt x="833" y="696"/>
                </a:cubicBezTo>
                <a:cubicBezTo>
                  <a:pt x="1577" y="696"/>
                  <a:pt x="1577" y="696"/>
                  <a:pt x="1577" y="696"/>
                </a:cubicBezTo>
                <a:cubicBezTo>
                  <a:pt x="1590" y="696"/>
                  <a:pt x="1601" y="684"/>
                  <a:pt x="1601" y="669"/>
                </a:cubicBezTo>
                <a:cubicBezTo>
                  <a:pt x="1601" y="27"/>
                  <a:pt x="1601" y="27"/>
                  <a:pt x="1601" y="27"/>
                </a:cubicBezTo>
                <a:cubicBezTo>
                  <a:pt x="1601" y="12"/>
                  <a:pt x="1590" y="0"/>
                  <a:pt x="1577" y="0"/>
                </a:cubicBezTo>
                <a:close/>
              </a:path>
            </a:pathLst>
          </a:custGeom>
          <a:ln>
            <a:noFill/>
          </a:ln>
          <a:effectLst>
            <a:outerShdw blurRad="50800" dist="38100" dir="5400000" algn="tl" rotWithShape="0">
              <a:srgbClr val="000000">
                <a:alpha val="43000"/>
              </a:srgbClr>
            </a:outerShdw>
          </a:effectLst>
          <a:extLst>
            <a:ext uri="{91240B29-F687-4f45-9708-019B960494DF}">
              <a14:hiddenLine xmlns:a16="http://schemas.microsoft.com/office/drawing/2014/main" xmlns:p14="http://schemas.microsoft.com/office/powerpoint/2010/main"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 name="Title 1">
            <a:extLst>
              <a:ext uri="{FF2B5EF4-FFF2-40B4-BE49-F238E27FC236}">
                <a16:creationId xmlns:a16="http://schemas.microsoft.com/office/drawing/2014/main" id="{A7F2B5DE-6445-CC49-9F8E-7C9072991AF6}"/>
              </a:ext>
            </a:extLst>
          </p:cNvPr>
          <p:cNvSpPr>
            <a:spLocks noGrp="1"/>
          </p:cNvSpPr>
          <p:nvPr>
            <p:ph type="ctrTitle"/>
          </p:nvPr>
        </p:nvSpPr>
        <p:spPr>
          <a:xfrm>
            <a:off x="2480733" y="2560114"/>
            <a:ext cx="7219954" cy="1828801"/>
          </a:xfrm>
        </p:spPr>
        <p:txBody>
          <a:bodyPr>
            <a:normAutofit fontScale="90000"/>
          </a:bodyPr>
          <a:lstStyle/>
          <a:p>
            <a:r>
              <a:rPr lang="en-US" sz="4800" dirty="0"/>
              <a:t>CITS1003 Introduction to Cybersecurity</a:t>
            </a:r>
            <a:br>
              <a:rPr lang="en-US" sz="4800"/>
            </a:br>
            <a:r>
              <a:rPr lang="en-US" sz="4800"/>
              <a:t>[7] </a:t>
            </a:r>
            <a:r>
              <a:rPr lang="en-US" sz="4800" dirty="0"/>
              <a:t>Security Assessment</a:t>
            </a:r>
            <a:br>
              <a:rPr lang="en-US" sz="4800" dirty="0"/>
            </a:br>
            <a:r>
              <a:rPr lang="en-US" sz="4800" dirty="0"/>
              <a:t> exercises</a:t>
            </a:r>
          </a:p>
        </p:txBody>
      </p:sp>
      <p:sp>
        <p:nvSpPr>
          <p:cNvPr id="3" name="Subtitle 2">
            <a:extLst>
              <a:ext uri="{FF2B5EF4-FFF2-40B4-BE49-F238E27FC236}">
                <a16:creationId xmlns:a16="http://schemas.microsoft.com/office/drawing/2014/main" id="{1804B053-88E2-6F47-B5CB-F0B21DD687A8}"/>
              </a:ext>
            </a:extLst>
          </p:cNvPr>
          <p:cNvSpPr>
            <a:spLocks noGrp="1"/>
          </p:cNvSpPr>
          <p:nvPr>
            <p:ph type="subTitle" idx="1"/>
          </p:nvPr>
        </p:nvSpPr>
        <p:spPr>
          <a:xfrm>
            <a:off x="2480733" y="4388913"/>
            <a:ext cx="7219954" cy="1049867"/>
          </a:xfrm>
        </p:spPr>
        <p:txBody>
          <a:bodyPr>
            <a:normAutofit/>
          </a:bodyPr>
          <a:lstStyle/>
          <a:p>
            <a:r>
              <a:rPr lang="en-US" dirty="0">
                <a:solidFill>
                  <a:srgbClr val="20D1FF"/>
                </a:solidFill>
              </a:rPr>
              <a:t>Dr </a:t>
            </a:r>
            <a:r>
              <a:rPr lang="en-US" dirty="0" err="1">
                <a:solidFill>
                  <a:srgbClr val="20D1FF"/>
                </a:solidFill>
              </a:rPr>
              <a:t>Z</a:t>
            </a:r>
            <a:r>
              <a:rPr lang="en-US" altLang="zh-CN" dirty="0" err="1">
                <a:solidFill>
                  <a:srgbClr val="20D1FF"/>
                </a:solidFill>
              </a:rPr>
              <a:t>hi</a:t>
            </a:r>
            <a:r>
              <a:rPr lang="en-US" altLang="zh-CN" dirty="0">
                <a:solidFill>
                  <a:srgbClr val="20D1FF"/>
                </a:solidFill>
              </a:rPr>
              <a:t> Zhang</a:t>
            </a:r>
            <a:endParaRPr lang="en-US" dirty="0">
              <a:solidFill>
                <a:srgbClr val="20D1FF"/>
              </a:solidFill>
            </a:endParaRPr>
          </a:p>
        </p:txBody>
      </p:sp>
    </p:spTree>
    <p:extLst>
      <p:ext uri="{BB962C8B-B14F-4D97-AF65-F5344CB8AC3E}">
        <p14:creationId xmlns:p14="http://schemas.microsoft.com/office/powerpoint/2010/main" val="107758667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643E239-0295-4B17-842D-061C49A8336C}"/>
              </a:ext>
            </a:extLst>
          </p:cNvPr>
          <p:cNvSpPr>
            <a:spLocks noGrp="1"/>
          </p:cNvSpPr>
          <p:nvPr>
            <p:ph idx="1"/>
          </p:nvPr>
        </p:nvSpPr>
        <p:spPr>
          <a:xfrm>
            <a:off x="456897" y="735680"/>
            <a:ext cx="11278205" cy="4608480"/>
          </a:xfrm>
        </p:spPr>
        <p:txBody>
          <a:bodyPr>
            <a:normAutofit/>
          </a:bodyPr>
          <a:lstStyle/>
          <a:p>
            <a:r>
              <a:rPr lang="en-AU" sz="2800" dirty="0">
                <a:effectLst/>
              </a:rPr>
              <a:t>Project</a:t>
            </a:r>
          </a:p>
          <a:p>
            <a:pPr lvl="1"/>
            <a:r>
              <a:rPr lang="en-AU" sz="2600" dirty="0">
                <a:effectLst/>
              </a:rPr>
              <a:t>The submission portal is available on LMS.</a:t>
            </a:r>
          </a:p>
          <a:p>
            <a:pPr lvl="1"/>
            <a:r>
              <a:rPr lang="en-AU" sz="2600" dirty="0">
                <a:effectLst/>
              </a:rPr>
              <a:t>Download the latest answer sheet: </a:t>
            </a:r>
            <a:r>
              <a:rPr lang="en-AU" sz="2800" dirty="0">
                <a:solidFill>
                  <a:schemeClr val="accent1"/>
                </a:solidFill>
              </a:rPr>
              <a:t>https://github.com/uwacyber/cits1003/tree/2022s1/cits1003-project</a:t>
            </a:r>
          </a:p>
          <a:p>
            <a:r>
              <a:rPr lang="en-US" sz="2800" dirty="0">
                <a:effectLst/>
              </a:rPr>
              <a:t>Expression of Interest: Facilitating CITS1003 in Sem 1, 2027</a:t>
            </a:r>
            <a:endParaRPr lang="en-AU" sz="2800" dirty="0">
              <a:effectLst/>
            </a:endParaRPr>
          </a:p>
          <a:p>
            <a:pPr lvl="1"/>
            <a:r>
              <a:rPr lang="en-AU" sz="2800" dirty="0">
                <a:solidFill>
                  <a:schemeClr val="accent1"/>
                </a:solidFill>
              </a:rPr>
              <a:t>https://forms.gle/TKcbdKo9RTcM4vYQA</a:t>
            </a:r>
          </a:p>
          <a:p>
            <a:pPr lvl="1"/>
            <a:r>
              <a:rPr lang="en-AU" sz="2600" dirty="0">
                <a:effectLst/>
              </a:rPr>
              <a:t>Deadline is 11:59pm 13 July 2026. </a:t>
            </a:r>
          </a:p>
        </p:txBody>
      </p:sp>
    </p:spTree>
    <p:extLst>
      <p:ext uri="{BB962C8B-B14F-4D97-AF65-F5344CB8AC3E}">
        <p14:creationId xmlns:p14="http://schemas.microsoft.com/office/powerpoint/2010/main" val="256444838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643E239-0295-4B17-842D-061C49A8336C}"/>
              </a:ext>
            </a:extLst>
          </p:cNvPr>
          <p:cNvSpPr>
            <a:spLocks noGrp="1"/>
          </p:cNvSpPr>
          <p:nvPr>
            <p:ph idx="1"/>
          </p:nvPr>
        </p:nvSpPr>
        <p:spPr>
          <a:xfrm>
            <a:off x="913795" y="1020160"/>
            <a:ext cx="10353762" cy="3714749"/>
          </a:xfrm>
        </p:spPr>
        <p:txBody>
          <a:bodyPr>
            <a:normAutofit/>
          </a:bodyPr>
          <a:lstStyle/>
          <a:p>
            <a:r>
              <a:rPr lang="en-AU" sz="2800" dirty="0">
                <a:effectLst/>
              </a:rPr>
              <a:t>Security Assessment</a:t>
            </a:r>
          </a:p>
          <a:p>
            <a:pPr lvl="1"/>
            <a:r>
              <a:rPr lang="en-AU" sz="2600" dirty="0">
                <a:effectLst/>
              </a:rPr>
              <a:t>Attack Tree</a:t>
            </a:r>
          </a:p>
          <a:p>
            <a:pPr lvl="1"/>
            <a:r>
              <a:rPr lang="en-AU" sz="2600" dirty="0">
                <a:effectLst/>
              </a:rPr>
              <a:t>A</a:t>
            </a:r>
            <a:r>
              <a:rPr lang="en-US" altLang="zh-CN" sz="2600" dirty="0" err="1">
                <a:effectLst/>
              </a:rPr>
              <a:t>ttack</a:t>
            </a:r>
            <a:r>
              <a:rPr lang="en-US" altLang="zh-CN" sz="2600" dirty="0">
                <a:effectLst/>
              </a:rPr>
              <a:t>-Defense Tree</a:t>
            </a:r>
            <a:endParaRPr lang="en-AU" sz="2600" dirty="0">
              <a:effectLst/>
            </a:endParaRPr>
          </a:p>
        </p:txBody>
      </p:sp>
    </p:spTree>
    <p:extLst>
      <p:ext uri="{BB962C8B-B14F-4D97-AF65-F5344CB8AC3E}">
        <p14:creationId xmlns:p14="http://schemas.microsoft.com/office/powerpoint/2010/main" val="372927598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472479" y="599294"/>
            <a:ext cx="11497847" cy="4704521"/>
          </a:xfrm>
        </p:spPr>
        <p:txBody>
          <a:bodyPr>
            <a:normAutofit/>
          </a:bodyPr>
          <a:lstStyle/>
          <a:p>
            <a:r>
              <a:rPr lang="en-AU" sz="3200" dirty="0">
                <a:effectLst/>
              </a:rPr>
              <a:t>What is security assessment:</a:t>
            </a:r>
          </a:p>
          <a:p>
            <a:pPr lvl="1"/>
            <a:r>
              <a:rPr lang="en-US" sz="3000" dirty="0">
                <a:effectLst/>
              </a:rPr>
              <a:t>It is a process of evaluating the </a:t>
            </a:r>
            <a:r>
              <a:rPr lang="en-US" sz="3000" dirty="0">
                <a:solidFill>
                  <a:srgbClr val="FF0000"/>
                </a:solidFill>
                <a:effectLst/>
              </a:rPr>
              <a:t>information-security posture </a:t>
            </a:r>
            <a:r>
              <a:rPr lang="en-US" sz="3000" dirty="0">
                <a:effectLst/>
              </a:rPr>
              <a:t>of an organization’s information systems</a:t>
            </a:r>
            <a:endParaRPr lang="en-US" sz="3000" dirty="0">
              <a:solidFill>
                <a:srgbClr val="FF0000"/>
              </a:solidFill>
              <a:effectLst/>
            </a:endParaRPr>
          </a:p>
          <a:p>
            <a:pPr lvl="1"/>
            <a:endParaRPr lang="en-AU" sz="3000" dirty="0">
              <a:effectLst/>
            </a:endParaRPr>
          </a:p>
        </p:txBody>
      </p:sp>
      <p:sp>
        <p:nvSpPr>
          <p:cNvPr id="3" name="Slide Number Placeholder 2"/>
          <p:cNvSpPr>
            <a:spLocks noGrp="1"/>
          </p:cNvSpPr>
          <p:nvPr>
            <p:ph type="sldNum" sz="quarter" idx="12"/>
          </p:nvPr>
        </p:nvSpPr>
        <p:spPr/>
        <p:txBody>
          <a:bodyPr/>
          <a:lstStyle/>
          <a:p>
            <a:fld id="{55670E94-029C-4BA8-8D44-FBB339E4924F}" type="slidenum">
              <a:rPr lang="en-AU" smtClean="0">
                <a:solidFill>
                  <a:prstClr val="black">
                    <a:tint val="75000"/>
                  </a:prstClr>
                </a:solidFill>
              </a:rPr>
              <a:pPr/>
              <a:t>4</a:t>
            </a:fld>
            <a:endParaRPr lang="en-AU" dirty="0">
              <a:solidFill>
                <a:prstClr val="black">
                  <a:tint val="75000"/>
                </a:prstClr>
              </a:solidFill>
            </a:endParaRPr>
          </a:p>
        </p:txBody>
      </p:sp>
    </p:spTree>
    <p:extLst>
      <p:ext uri="{BB962C8B-B14F-4D97-AF65-F5344CB8AC3E}">
        <p14:creationId xmlns:p14="http://schemas.microsoft.com/office/powerpoint/2010/main" val="365360218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3A7AE6-D4A2-4EC7-AB69-D10FDED6791E}"/>
              </a:ext>
            </a:extLst>
          </p:cNvPr>
          <p:cNvSpPr>
            <a:spLocks noGrp="1"/>
          </p:cNvSpPr>
          <p:nvPr>
            <p:ph type="title"/>
          </p:nvPr>
        </p:nvSpPr>
        <p:spPr>
          <a:xfrm>
            <a:off x="919119" y="94592"/>
            <a:ext cx="9177381" cy="935421"/>
          </a:xfrm>
        </p:spPr>
        <p:txBody>
          <a:bodyPr/>
          <a:lstStyle/>
          <a:p>
            <a:r>
              <a:rPr lang="en-AU" dirty="0"/>
              <a:t>Attack Tree</a:t>
            </a:r>
          </a:p>
        </p:txBody>
      </p:sp>
      <p:pic>
        <p:nvPicPr>
          <p:cNvPr id="7" name="Picture 2" descr="TREES ATTACK YOU When You CHOP THEM! (Minecraft) - YouTube">
            <a:extLst>
              <a:ext uri="{FF2B5EF4-FFF2-40B4-BE49-F238E27FC236}">
                <a16:creationId xmlns:a16="http://schemas.microsoft.com/office/drawing/2014/main" id="{4401F1AC-0A8A-4052-865F-656655C9A440}"/>
              </a:ext>
            </a:extLst>
          </p:cNvPr>
          <p:cNvPicPr>
            <a:picLocks noGrp="1" noChangeAspect="1" noChangeArrowheads="1"/>
          </p:cNvPicPr>
          <p:nvPr>
            <p:ph idx="1"/>
          </p:nvPr>
        </p:nvPicPr>
        <p:blipFill rotWithShape="1">
          <a:blip r:embed="rId3">
            <a:extLst>
              <a:ext uri="{28A0092B-C50C-407E-A947-70E740481C1C}">
                <a14:useLocalDpi xmlns:a14="http://schemas.microsoft.com/office/drawing/2010/main" val="0"/>
              </a:ext>
            </a:extLst>
          </a:blip>
          <a:srcRect/>
          <a:stretch/>
        </p:blipFill>
        <p:spPr bwMode="auto">
          <a:xfrm>
            <a:off x="3094258" y="1030013"/>
            <a:ext cx="5241483" cy="5018690"/>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5AC370C6-6AEE-4C6B-A0FF-2DDA8E2619B6}"/>
              </a:ext>
            </a:extLst>
          </p:cNvPr>
          <p:cNvSpPr txBox="1"/>
          <p:nvPr/>
        </p:nvSpPr>
        <p:spPr>
          <a:xfrm>
            <a:off x="7562850" y="6394001"/>
            <a:ext cx="4629150" cy="369332"/>
          </a:xfrm>
          <a:prstGeom prst="rect">
            <a:avLst/>
          </a:prstGeom>
          <a:noFill/>
        </p:spPr>
        <p:txBody>
          <a:bodyPr wrap="square">
            <a:spAutoFit/>
          </a:bodyPr>
          <a:lstStyle/>
          <a:p>
            <a:r>
              <a:rPr lang="en-AU" dirty="0"/>
              <a:t>https://www.youtube.com/watch?v=rGljOEqLrjQ</a:t>
            </a:r>
          </a:p>
        </p:txBody>
      </p:sp>
    </p:spTree>
    <p:extLst>
      <p:ext uri="{BB962C8B-B14F-4D97-AF65-F5344CB8AC3E}">
        <p14:creationId xmlns:p14="http://schemas.microsoft.com/office/powerpoint/2010/main" val="311867565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3A7AE6-D4A2-4EC7-AB69-D10FDED6791E}"/>
              </a:ext>
            </a:extLst>
          </p:cNvPr>
          <p:cNvSpPr>
            <a:spLocks noGrp="1"/>
          </p:cNvSpPr>
          <p:nvPr>
            <p:ph type="title"/>
          </p:nvPr>
        </p:nvSpPr>
        <p:spPr>
          <a:xfrm>
            <a:off x="919119" y="94592"/>
            <a:ext cx="10353762" cy="935421"/>
          </a:xfrm>
        </p:spPr>
        <p:txBody>
          <a:bodyPr/>
          <a:lstStyle/>
          <a:p>
            <a:r>
              <a:rPr lang="en-AU" dirty="0"/>
              <a:t>Attack Tree</a:t>
            </a:r>
          </a:p>
        </p:txBody>
      </p:sp>
      <p:sp>
        <p:nvSpPr>
          <p:cNvPr id="5" name="Content Placeholder 2">
            <a:extLst>
              <a:ext uri="{FF2B5EF4-FFF2-40B4-BE49-F238E27FC236}">
                <a16:creationId xmlns:a16="http://schemas.microsoft.com/office/drawing/2014/main" id="{7B5CCB9A-CAAC-4278-82F3-30F13CAC3E88}"/>
              </a:ext>
            </a:extLst>
          </p:cNvPr>
          <p:cNvSpPr>
            <a:spLocks noGrp="1"/>
          </p:cNvSpPr>
          <p:nvPr>
            <p:ph idx="1"/>
          </p:nvPr>
        </p:nvSpPr>
        <p:spPr>
          <a:xfrm>
            <a:off x="635498" y="1306167"/>
            <a:ext cx="11411722" cy="3714749"/>
          </a:xfrm>
        </p:spPr>
        <p:txBody>
          <a:bodyPr>
            <a:normAutofit/>
          </a:bodyPr>
          <a:lstStyle/>
          <a:p>
            <a:r>
              <a:rPr lang="en-AU" sz="2800" dirty="0"/>
              <a:t>What is </a:t>
            </a:r>
            <a:r>
              <a:rPr lang="en-US" sz="2800" dirty="0"/>
              <a:t>an attack tree?</a:t>
            </a:r>
          </a:p>
          <a:p>
            <a:pPr lvl="1"/>
            <a:r>
              <a:rPr lang="en-US" sz="2800" dirty="0"/>
              <a:t>It is a </a:t>
            </a:r>
            <a:r>
              <a:rPr lang="en-US" sz="2800" dirty="0">
                <a:solidFill>
                  <a:srgbClr val="FF0000"/>
                </a:solidFill>
              </a:rPr>
              <a:t>graphical</a:t>
            </a:r>
            <a:r>
              <a:rPr lang="en-US" sz="2800" dirty="0"/>
              <a:t> structure of different paths that an attacker can take to achieve </a:t>
            </a:r>
            <a:r>
              <a:rPr lang="en-US" sz="2800" dirty="0">
                <a:solidFill>
                  <a:srgbClr val="FF0000"/>
                </a:solidFill>
              </a:rPr>
              <a:t>a specific attack goal.</a:t>
            </a:r>
            <a:endParaRPr lang="en-US" sz="2800" dirty="0"/>
          </a:p>
          <a:p>
            <a:pPr marL="450000" lvl="1" indent="0">
              <a:buNone/>
            </a:pPr>
            <a:endParaRPr lang="en-US" sz="2800" dirty="0"/>
          </a:p>
          <a:p>
            <a:endParaRPr lang="en-AU" dirty="0"/>
          </a:p>
        </p:txBody>
      </p:sp>
    </p:spTree>
    <p:extLst>
      <p:ext uri="{BB962C8B-B14F-4D97-AF65-F5344CB8AC3E}">
        <p14:creationId xmlns:p14="http://schemas.microsoft.com/office/powerpoint/2010/main" val="119741145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538774" y="1196976"/>
            <a:ext cx="11343051" cy="4924656"/>
          </a:xfrm>
        </p:spPr>
        <p:txBody>
          <a:bodyPr>
            <a:normAutofit/>
          </a:bodyPr>
          <a:lstStyle/>
          <a:p>
            <a:r>
              <a:rPr lang="en-AU" sz="2800" dirty="0"/>
              <a:t>An attack tree has: </a:t>
            </a:r>
          </a:p>
          <a:p>
            <a:pPr lvl="1"/>
            <a:r>
              <a:rPr lang="en-AU" sz="2800" dirty="0">
                <a:solidFill>
                  <a:srgbClr val="FF0000"/>
                </a:solidFill>
              </a:rPr>
              <a:t>root node </a:t>
            </a:r>
            <a:r>
              <a:rPr lang="en-AU" sz="2800" dirty="0"/>
              <a:t>describes the goal of an attack</a:t>
            </a:r>
          </a:p>
          <a:p>
            <a:pPr lvl="1"/>
            <a:r>
              <a:rPr lang="en-AU" sz="2800" dirty="0">
                <a:solidFill>
                  <a:srgbClr val="FF0000"/>
                </a:solidFill>
              </a:rPr>
              <a:t>child node </a:t>
            </a:r>
            <a:r>
              <a:rPr lang="en-AU" sz="2800" dirty="0"/>
              <a:t>represents a sub-goal or an attack step for the overall goal</a:t>
            </a:r>
          </a:p>
          <a:p>
            <a:pPr lvl="1"/>
            <a:r>
              <a:rPr lang="en-AU" sz="2800" dirty="0">
                <a:solidFill>
                  <a:srgbClr val="FF0000"/>
                </a:solidFill>
              </a:rPr>
              <a:t>leaf node </a:t>
            </a:r>
            <a:r>
              <a:rPr lang="en-AU" sz="2800" dirty="0"/>
              <a:t>refers to an attack step and has no child node</a:t>
            </a:r>
          </a:p>
        </p:txBody>
      </p:sp>
      <p:sp>
        <p:nvSpPr>
          <p:cNvPr id="3" name="Slide Number Placeholder 2"/>
          <p:cNvSpPr>
            <a:spLocks noGrp="1"/>
          </p:cNvSpPr>
          <p:nvPr>
            <p:ph type="sldNum" sz="quarter" idx="12"/>
          </p:nvPr>
        </p:nvSpPr>
        <p:spPr/>
        <p:txBody>
          <a:bodyPr/>
          <a:lstStyle/>
          <a:p>
            <a:fld id="{55670E94-029C-4BA8-8D44-FBB339E4924F}" type="slidenum">
              <a:rPr lang="en-AU" smtClean="0">
                <a:solidFill>
                  <a:prstClr val="black">
                    <a:tint val="75000"/>
                  </a:prstClr>
                </a:solidFill>
              </a:rPr>
              <a:pPr/>
              <a:t>7</a:t>
            </a:fld>
            <a:endParaRPr lang="en-AU" dirty="0">
              <a:solidFill>
                <a:prstClr val="black">
                  <a:tint val="75000"/>
                </a:prstClr>
              </a:solidFill>
            </a:endParaRPr>
          </a:p>
        </p:txBody>
      </p:sp>
      <p:sp>
        <p:nvSpPr>
          <p:cNvPr id="4" name="Title 3"/>
          <p:cNvSpPr>
            <a:spLocks noGrp="1"/>
          </p:cNvSpPr>
          <p:nvPr>
            <p:ph type="title"/>
          </p:nvPr>
        </p:nvSpPr>
        <p:spPr>
          <a:xfrm>
            <a:off x="2457450" y="0"/>
            <a:ext cx="7505700" cy="1257300"/>
          </a:xfrm>
        </p:spPr>
        <p:txBody>
          <a:bodyPr/>
          <a:lstStyle/>
          <a:p>
            <a:r>
              <a:rPr lang="en-AU" dirty="0"/>
              <a:t>Attack Tree</a:t>
            </a:r>
          </a:p>
        </p:txBody>
      </p:sp>
    </p:spTree>
    <p:extLst>
      <p:ext uri="{BB962C8B-B14F-4D97-AF65-F5344CB8AC3E}">
        <p14:creationId xmlns:p14="http://schemas.microsoft.com/office/powerpoint/2010/main" val="291138831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55670E94-029C-4BA8-8D44-FBB339E4924F}" type="slidenum">
              <a:rPr lang="en-AU" smtClean="0">
                <a:solidFill>
                  <a:schemeClr val="tx1"/>
                </a:solidFill>
              </a:rPr>
              <a:pPr/>
              <a:t>8</a:t>
            </a:fld>
            <a:endParaRPr lang="en-AU" dirty="0">
              <a:solidFill>
                <a:schemeClr val="tx1"/>
              </a:solidFill>
            </a:endParaRPr>
          </a:p>
        </p:txBody>
      </p:sp>
      <p:sp>
        <p:nvSpPr>
          <p:cNvPr id="4" name="Title 3"/>
          <p:cNvSpPr>
            <a:spLocks noGrp="1"/>
          </p:cNvSpPr>
          <p:nvPr>
            <p:ph type="title"/>
          </p:nvPr>
        </p:nvSpPr>
        <p:spPr>
          <a:xfrm>
            <a:off x="996192" y="131497"/>
            <a:ext cx="10353762" cy="768084"/>
          </a:xfrm>
        </p:spPr>
        <p:txBody>
          <a:bodyPr/>
          <a:lstStyle/>
          <a:p>
            <a:r>
              <a:rPr lang="en-AU" dirty="0"/>
              <a:t>Attack Tree</a:t>
            </a:r>
          </a:p>
        </p:txBody>
      </p:sp>
      <p:sp>
        <p:nvSpPr>
          <p:cNvPr id="5" name="Rectangle 4"/>
          <p:cNvSpPr/>
          <p:nvPr/>
        </p:nvSpPr>
        <p:spPr>
          <a:xfrm>
            <a:off x="2758848" y="1068847"/>
            <a:ext cx="6329168" cy="768084"/>
          </a:xfrm>
          <a:prstGeom prst="rect">
            <a:avLst/>
          </a:prstGeom>
          <a:solidFill>
            <a:schemeClr val="bg1"/>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sz="2400" dirty="0">
                <a:solidFill>
                  <a:schemeClr val="tx1"/>
                </a:solidFill>
              </a:rPr>
              <a:t>1 </a:t>
            </a:r>
            <a:r>
              <a:rPr lang="en-US" sz="2400" dirty="0">
                <a:solidFill>
                  <a:schemeClr val="tx1"/>
                </a:solidFill>
              </a:rPr>
              <a:t>disable a web server</a:t>
            </a:r>
            <a:endParaRPr lang="en-NZ" sz="2400" dirty="0">
              <a:solidFill>
                <a:schemeClr val="tx1"/>
              </a:solidFill>
            </a:endParaRPr>
          </a:p>
        </p:txBody>
      </p:sp>
      <p:sp>
        <p:nvSpPr>
          <p:cNvPr id="8" name="Rounded Rectangle 7"/>
          <p:cNvSpPr/>
          <p:nvPr/>
        </p:nvSpPr>
        <p:spPr>
          <a:xfrm>
            <a:off x="1315747" y="2585803"/>
            <a:ext cx="3645555" cy="943267"/>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sz="2400" dirty="0">
                <a:solidFill>
                  <a:schemeClr val="tx1"/>
                </a:solidFill>
              </a:rPr>
              <a:t>1.1 conduct a DDoS attack against the server</a:t>
            </a:r>
          </a:p>
        </p:txBody>
      </p:sp>
      <p:sp>
        <p:nvSpPr>
          <p:cNvPr id="9" name="Rounded Rectangle 8"/>
          <p:cNvSpPr/>
          <p:nvPr/>
        </p:nvSpPr>
        <p:spPr>
          <a:xfrm>
            <a:off x="7433189" y="2585803"/>
            <a:ext cx="3645555" cy="943267"/>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sz="2400" dirty="0">
                <a:solidFill>
                  <a:schemeClr val="tx1"/>
                </a:solidFill>
              </a:rPr>
              <a:t>1.2 remotely shutdown the server </a:t>
            </a:r>
          </a:p>
        </p:txBody>
      </p:sp>
      <p:cxnSp>
        <p:nvCxnSpPr>
          <p:cNvPr id="17" name="Straight Connector 16"/>
          <p:cNvCxnSpPr>
            <a:cxnSpLocks/>
            <a:stCxn id="5" idx="2"/>
            <a:endCxn id="8" idx="0"/>
          </p:cNvCxnSpPr>
          <p:nvPr/>
        </p:nvCxnSpPr>
        <p:spPr>
          <a:xfrm flipH="1">
            <a:off x="3138525" y="1836931"/>
            <a:ext cx="2784907" cy="74887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a:cxnSpLocks/>
            <a:stCxn id="5" idx="2"/>
            <a:endCxn id="9" idx="0"/>
          </p:cNvCxnSpPr>
          <p:nvPr/>
        </p:nvCxnSpPr>
        <p:spPr>
          <a:xfrm>
            <a:off x="5923432" y="1836931"/>
            <a:ext cx="3332535" cy="74887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65" name="Rounded Rectangle 13">
            <a:extLst>
              <a:ext uri="{FF2B5EF4-FFF2-40B4-BE49-F238E27FC236}">
                <a16:creationId xmlns:a16="http://schemas.microsoft.com/office/drawing/2014/main" id="{E9541046-7311-4C3D-978A-A0AEB4D1B575}"/>
              </a:ext>
            </a:extLst>
          </p:cNvPr>
          <p:cNvSpPr/>
          <p:nvPr/>
        </p:nvSpPr>
        <p:spPr>
          <a:xfrm>
            <a:off x="7337991" y="4271938"/>
            <a:ext cx="3835950" cy="1528336"/>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solidFill>
                  <a:schemeClr val="tx1"/>
                </a:solidFill>
              </a:rPr>
              <a:t>1.2.1 brute force the server's login credentials to gain an unauthorized access</a:t>
            </a:r>
          </a:p>
        </p:txBody>
      </p:sp>
      <p:cxnSp>
        <p:nvCxnSpPr>
          <p:cNvPr id="96" name="Straight Connector 95">
            <a:extLst>
              <a:ext uri="{FF2B5EF4-FFF2-40B4-BE49-F238E27FC236}">
                <a16:creationId xmlns:a16="http://schemas.microsoft.com/office/drawing/2014/main" id="{402F6C4F-D6A5-486E-89A3-0B296ED2F0DF}"/>
              </a:ext>
            </a:extLst>
          </p:cNvPr>
          <p:cNvCxnSpPr>
            <a:cxnSpLocks/>
            <a:stCxn id="9" idx="2"/>
            <a:endCxn id="65" idx="0"/>
          </p:cNvCxnSpPr>
          <p:nvPr/>
        </p:nvCxnSpPr>
        <p:spPr>
          <a:xfrm flipH="1">
            <a:off x="9255966" y="3529070"/>
            <a:ext cx="1" cy="74286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1273644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538774" y="1196976"/>
            <a:ext cx="11343051" cy="4924656"/>
          </a:xfrm>
        </p:spPr>
        <p:txBody>
          <a:bodyPr>
            <a:normAutofit lnSpcReduction="10000"/>
          </a:bodyPr>
          <a:lstStyle/>
          <a:p>
            <a:r>
              <a:rPr lang="en-AU" sz="2800" dirty="0"/>
              <a:t>An attack tree has:</a:t>
            </a:r>
          </a:p>
          <a:p>
            <a:pPr lvl="1"/>
            <a:r>
              <a:rPr lang="en-AU" sz="2800" dirty="0"/>
              <a:t>root node is the overall goal of the attack</a:t>
            </a:r>
          </a:p>
          <a:p>
            <a:pPr lvl="1"/>
            <a:r>
              <a:rPr lang="en-AU" sz="2800" dirty="0"/>
              <a:t>child node represents a sub-goal or an attack step for the overall goal</a:t>
            </a:r>
          </a:p>
          <a:p>
            <a:pPr lvl="1"/>
            <a:r>
              <a:rPr lang="en-AU" sz="2800" dirty="0"/>
              <a:t>leaf node refers to an attack step and has no child node</a:t>
            </a:r>
          </a:p>
          <a:p>
            <a:pPr lvl="1"/>
            <a:endParaRPr lang="en-AU" sz="2800" dirty="0"/>
          </a:p>
          <a:p>
            <a:pPr lvl="1"/>
            <a:r>
              <a:rPr lang="en-AU" sz="2800" dirty="0">
                <a:solidFill>
                  <a:srgbClr val="FF0000"/>
                </a:solidFill>
              </a:rPr>
              <a:t>logical gate </a:t>
            </a:r>
            <a:r>
              <a:rPr lang="en-AU" sz="2800" dirty="0"/>
              <a:t>denotes the relationship among child nodes</a:t>
            </a:r>
          </a:p>
          <a:p>
            <a:pPr lvl="2"/>
            <a:r>
              <a:rPr lang="en-AU" sz="2800" dirty="0">
                <a:solidFill>
                  <a:srgbClr val="FF0000"/>
                </a:solidFill>
              </a:rPr>
              <a:t>OR gates: </a:t>
            </a:r>
            <a:r>
              <a:rPr lang="en-AU" sz="2800" dirty="0"/>
              <a:t>completing </a:t>
            </a:r>
            <a:r>
              <a:rPr lang="en-US" sz="2800" dirty="0"/>
              <a:t>only one child node can lead to the completion of a parent node</a:t>
            </a:r>
          </a:p>
          <a:p>
            <a:pPr lvl="2"/>
            <a:r>
              <a:rPr lang="en-AU" sz="2800" dirty="0">
                <a:solidFill>
                  <a:srgbClr val="FF0000"/>
                </a:solidFill>
              </a:rPr>
              <a:t>AND gates:</a:t>
            </a:r>
            <a:endParaRPr lang="en-AU" sz="2800" dirty="0"/>
          </a:p>
        </p:txBody>
      </p:sp>
      <p:sp>
        <p:nvSpPr>
          <p:cNvPr id="3" name="Slide Number Placeholder 2"/>
          <p:cNvSpPr>
            <a:spLocks noGrp="1"/>
          </p:cNvSpPr>
          <p:nvPr>
            <p:ph type="sldNum" sz="quarter" idx="12"/>
          </p:nvPr>
        </p:nvSpPr>
        <p:spPr/>
        <p:txBody>
          <a:bodyPr/>
          <a:lstStyle/>
          <a:p>
            <a:fld id="{55670E94-029C-4BA8-8D44-FBB339E4924F}" type="slidenum">
              <a:rPr lang="en-AU" smtClean="0">
                <a:solidFill>
                  <a:prstClr val="black">
                    <a:tint val="75000"/>
                  </a:prstClr>
                </a:solidFill>
              </a:rPr>
              <a:pPr/>
              <a:t>9</a:t>
            </a:fld>
            <a:endParaRPr lang="en-AU" dirty="0">
              <a:solidFill>
                <a:prstClr val="black">
                  <a:tint val="75000"/>
                </a:prstClr>
              </a:solidFill>
            </a:endParaRPr>
          </a:p>
        </p:txBody>
      </p:sp>
      <p:sp>
        <p:nvSpPr>
          <p:cNvPr id="4" name="Title 3"/>
          <p:cNvSpPr>
            <a:spLocks noGrp="1"/>
          </p:cNvSpPr>
          <p:nvPr>
            <p:ph type="title"/>
          </p:nvPr>
        </p:nvSpPr>
        <p:spPr>
          <a:xfrm>
            <a:off x="2457450" y="0"/>
            <a:ext cx="7505700" cy="1257300"/>
          </a:xfrm>
        </p:spPr>
        <p:txBody>
          <a:bodyPr/>
          <a:lstStyle/>
          <a:p>
            <a:r>
              <a:rPr lang="en-AU" dirty="0"/>
              <a:t>Attack Tree</a:t>
            </a:r>
          </a:p>
        </p:txBody>
      </p:sp>
    </p:spTree>
    <p:extLst>
      <p:ext uri="{BB962C8B-B14F-4D97-AF65-F5344CB8AC3E}">
        <p14:creationId xmlns:p14="http://schemas.microsoft.com/office/powerpoint/2010/main" val="338878770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55670E94-029C-4BA8-8D44-FBB339E4924F}" type="slidenum">
              <a:rPr lang="en-AU" smtClean="0">
                <a:solidFill>
                  <a:schemeClr val="tx1"/>
                </a:solidFill>
              </a:rPr>
              <a:pPr/>
              <a:t>10</a:t>
            </a:fld>
            <a:endParaRPr lang="en-AU" dirty="0">
              <a:solidFill>
                <a:schemeClr val="tx1"/>
              </a:solidFill>
            </a:endParaRPr>
          </a:p>
        </p:txBody>
      </p:sp>
      <p:sp>
        <p:nvSpPr>
          <p:cNvPr id="4" name="Title 3"/>
          <p:cNvSpPr>
            <a:spLocks noGrp="1"/>
          </p:cNvSpPr>
          <p:nvPr>
            <p:ph type="title"/>
          </p:nvPr>
        </p:nvSpPr>
        <p:spPr>
          <a:xfrm>
            <a:off x="996192" y="131497"/>
            <a:ext cx="10353762" cy="768084"/>
          </a:xfrm>
        </p:spPr>
        <p:txBody>
          <a:bodyPr/>
          <a:lstStyle/>
          <a:p>
            <a:r>
              <a:rPr lang="en-AU" dirty="0"/>
              <a:t>Attack Tree</a:t>
            </a:r>
          </a:p>
        </p:txBody>
      </p:sp>
      <p:sp>
        <p:nvSpPr>
          <p:cNvPr id="5" name="Rectangle 4"/>
          <p:cNvSpPr/>
          <p:nvPr/>
        </p:nvSpPr>
        <p:spPr>
          <a:xfrm>
            <a:off x="3338091" y="1104405"/>
            <a:ext cx="4984815" cy="1516957"/>
          </a:xfrm>
          <a:prstGeom prst="rect">
            <a:avLst/>
          </a:prstGeom>
          <a:solidFill>
            <a:schemeClr val="bg1"/>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sz="2800" dirty="0">
                <a:solidFill>
                  <a:schemeClr val="tx1"/>
                </a:solidFill>
              </a:rPr>
              <a:t>1 </a:t>
            </a:r>
            <a:r>
              <a:rPr lang="en-US" sz="2800" dirty="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rPr>
              <a:t>steal valuable items from a jewelry store</a:t>
            </a:r>
            <a:endParaRPr lang="en-NZ" sz="2800" dirty="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endParaRPr>
          </a:p>
        </p:txBody>
      </p:sp>
      <p:sp>
        <p:nvSpPr>
          <p:cNvPr id="8" name="Rounded Rectangle 7"/>
          <p:cNvSpPr/>
          <p:nvPr/>
        </p:nvSpPr>
        <p:spPr>
          <a:xfrm>
            <a:off x="1113255" y="3761922"/>
            <a:ext cx="3645557" cy="1425898"/>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sz="2800" dirty="0">
                <a:solidFill>
                  <a:schemeClr val="tx1"/>
                </a:solidFill>
              </a:rPr>
              <a:t>1.1 </a:t>
            </a:r>
            <a:r>
              <a:rPr lang="en-US" sz="2800" dirty="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rPr>
              <a:t>smash the display case and grab items</a:t>
            </a:r>
            <a:endParaRPr lang="en-NZ" sz="2800" dirty="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endParaRPr>
          </a:p>
        </p:txBody>
      </p:sp>
      <p:sp>
        <p:nvSpPr>
          <p:cNvPr id="9" name="Rounded Rectangle 8"/>
          <p:cNvSpPr/>
          <p:nvPr/>
        </p:nvSpPr>
        <p:spPr>
          <a:xfrm>
            <a:off x="6581591" y="3743260"/>
            <a:ext cx="4497154" cy="1425897"/>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sz="2800" dirty="0">
                <a:solidFill>
                  <a:schemeClr val="tx1"/>
                </a:solidFill>
              </a:rPr>
              <a:t>1.2 </a:t>
            </a:r>
            <a:r>
              <a:rPr lang="en-US" sz="2800" dirty="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rPr>
              <a:t>force a store employee to open the display case</a:t>
            </a:r>
            <a:endParaRPr lang="en-NZ" sz="2800" dirty="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endParaRPr>
          </a:p>
        </p:txBody>
      </p:sp>
      <p:cxnSp>
        <p:nvCxnSpPr>
          <p:cNvPr id="17" name="Straight Connector 16"/>
          <p:cNvCxnSpPr>
            <a:cxnSpLocks/>
            <a:stCxn id="5" idx="2"/>
            <a:endCxn id="8" idx="0"/>
          </p:cNvCxnSpPr>
          <p:nvPr/>
        </p:nvCxnSpPr>
        <p:spPr>
          <a:xfrm flipH="1">
            <a:off x="2936034" y="2621362"/>
            <a:ext cx="2894465" cy="114056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a:cxnSpLocks/>
            <a:stCxn id="5" idx="2"/>
            <a:endCxn id="9" idx="0"/>
          </p:cNvCxnSpPr>
          <p:nvPr/>
        </p:nvCxnSpPr>
        <p:spPr>
          <a:xfrm>
            <a:off x="5830499" y="2621362"/>
            <a:ext cx="2999669" cy="112189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8866045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729890" y="1085537"/>
            <a:ext cx="10658546" cy="4924656"/>
          </a:xfrm>
        </p:spPr>
        <p:txBody>
          <a:bodyPr>
            <a:normAutofit fontScale="92500" lnSpcReduction="10000"/>
          </a:bodyPr>
          <a:lstStyle/>
          <a:p>
            <a:r>
              <a:rPr lang="en-AU" sz="2800" dirty="0"/>
              <a:t>An attack tree has:</a:t>
            </a:r>
          </a:p>
          <a:p>
            <a:pPr lvl="1"/>
            <a:r>
              <a:rPr lang="en-AU" sz="2800" dirty="0">
                <a:solidFill>
                  <a:srgbClr val="FF0000"/>
                </a:solidFill>
              </a:rPr>
              <a:t>root node </a:t>
            </a:r>
            <a:r>
              <a:rPr lang="en-AU" sz="2800" dirty="0"/>
              <a:t>is the overall goal of the attack</a:t>
            </a:r>
          </a:p>
          <a:p>
            <a:pPr lvl="1"/>
            <a:r>
              <a:rPr lang="en-AU" sz="2800" dirty="0">
                <a:solidFill>
                  <a:srgbClr val="FF0000"/>
                </a:solidFill>
              </a:rPr>
              <a:t>child node </a:t>
            </a:r>
            <a:r>
              <a:rPr lang="en-AU" sz="2800" dirty="0"/>
              <a:t>represents a sub-goal or an attack step for the overall goal </a:t>
            </a:r>
          </a:p>
          <a:p>
            <a:pPr lvl="1"/>
            <a:r>
              <a:rPr lang="en-AU" sz="2800" dirty="0">
                <a:solidFill>
                  <a:srgbClr val="FF0000"/>
                </a:solidFill>
              </a:rPr>
              <a:t>leaf node </a:t>
            </a:r>
            <a:r>
              <a:rPr lang="en-AU" sz="2800" dirty="0"/>
              <a:t>refers to an attack step and has no child node</a:t>
            </a:r>
          </a:p>
          <a:p>
            <a:pPr lvl="1"/>
            <a:endParaRPr lang="en-AU" sz="2800" dirty="0"/>
          </a:p>
          <a:p>
            <a:pPr lvl="1"/>
            <a:r>
              <a:rPr lang="en-AU" sz="2800" dirty="0">
                <a:solidFill>
                  <a:srgbClr val="FF0000"/>
                </a:solidFill>
              </a:rPr>
              <a:t>logical gate </a:t>
            </a:r>
            <a:r>
              <a:rPr lang="en-AU" sz="2800" dirty="0"/>
              <a:t>denotes the relationship among different nodes</a:t>
            </a:r>
          </a:p>
          <a:p>
            <a:pPr lvl="2"/>
            <a:r>
              <a:rPr lang="en-AU" sz="2800" dirty="0">
                <a:solidFill>
                  <a:srgbClr val="FF0000"/>
                </a:solidFill>
              </a:rPr>
              <a:t>OR gates: </a:t>
            </a:r>
            <a:r>
              <a:rPr lang="en-AU" sz="2800" dirty="0"/>
              <a:t>completing </a:t>
            </a:r>
            <a:r>
              <a:rPr lang="en-US" sz="2800" dirty="0"/>
              <a:t>only one child node can lead to the completion of a parent node</a:t>
            </a:r>
            <a:endParaRPr lang="en-AU" sz="2800" dirty="0"/>
          </a:p>
          <a:p>
            <a:pPr lvl="2"/>
            <a:r>
              <a:rPr lang="en-AU" sz="2800" dirty="0">
                <a:solidFill>
                  <a:srgbClr val="FF0000"/>
                </a:solidFill>
              </a:rPr>
              <a:t>AND gates: </a:t>
            </a:r>
            <a:r>
              <a:rPr lang="en-AU" sz="2800" dirty="0"/>
              <a:t>completing all</a:t>
            </a:r>
            <a:r>
              <a:rPr lang="en-US" sz="2800" dirty="0"/>
              <a:t> child nodes so that a parent node can succeed</a:t>
            </a:r>
            <a:endParaRPr lang="en-AU" sz="2800" dirty="0"/>
          </a:p>
        </p:txBody>
      </p:sp>
      <p:sp>
        <p:nvSpPr>
          <p:cNvPr id="3" name="Slide Number Placeholder 2"/>
          <p:cNvSpPr>
            <a:spLocks noGrp="1"/>
          </p:cNvSpPr>
          <p:nvPr>
            <p:ph type="sldNum" sz="quarter" idx="12"/>
          </p:nvPr>
        </p:nvSpPr>
        <p:spPr/>
        <p:txBody>
          <a:bodyPr/>
          <a:lstStyle/>
          <a:p>
            <a:fld id="{55670E94-029C-4BA8-8D44-FBB339E4924F}" type="slidenum">
              <a:rPr lang="en-AU" smtClean="0">
                <a:solidFill>
                  <a:prstClr val="black">
                    <a:tint val="75000"/>
                  </a:prstClr>
                </a:solidFill>
              </a:rPr>
              <a:pPr/>
              <a:t>11</a:t>
            </a:fld>
            <a:endParaRPr lang="en-AU" dirty="0">
              <a:solidFill>
                <a:prstClr val="black">
                  <a:tint val="75000"/>
                </a:prstClr>
              </a:solidFill>
            </a:endParaRPr>
          </a:p>
        </p:txBody>
      </p:sp>
      <p:sp>
        <p:nvSpPr>
          <p:cNvPr id="4" name="Title 3"/>
          <p:cNvSpPr>
            <a:spLocks noGrp="1"/>
          </p:cNvSpPr>
          <p:nvPr>
            <p:ph type="title"/>
          </p:nvPr>
        </p:nvSpPr>
        <p:spPr>
          <a:xfrm>
            <a:off x="2457450" y="0"/>
            <a:ext cx="7505700" cy="1257300"/>
          </a:xfrm>
        </p:spPr>
        <p:txBody>
          <a:bodyPr/>
          <a:lstStyle/>
          <a:p>
            <a:r>
              <a:rPr lang="en-AU" dirty="0"/>
              <a:t>Attack Tree</a:t>
            </a:r>
          </a:p>
        </p:txBody>
      </p:sp>
    </p:spTree>
    <p:extLst>
      <p:ext uri="{BB962C8B-B14F-4D97-AF65-F5344CB8AC3E}">
        <p14:creationId xmlns:p14="http://schemas.microsoft.com/office/powerpoint/2010/main" val="153563034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55670E94-029C-4BA8-8D44-FBB339E4924F}" type="slidenum">
              <a:rPr lang="en-AU" smtClean="0">
                <a:solidFill>
                  <a:schemeClr val="tx1"/>
                </a:solidFill>
              </a:rPr>
              <a:pPr/>
              <a:t>12</a:t>
            </a:fld>
            <a:endParaRPr lang="en-AU" dirty="0">
              <a:solidFill>
                <a:schemeClr val="tx1"/>
              </a:solidFill>
            </a:endParaRPr>
          </a:p>
        </p:txBody>
      </p:sp>
      <p:sp>
        <p:nvSpPr>
          <p:cNvPr id="4" name="Title 3"/>
          <p:cNvSpPr>
            <a:spLocks noGrp="1"/>
          </p:cNvSpPr>
          <p:nvPr>
            <p:ph type="title"/>
          </p:nvPr>
        </p:nvSpPr>
        <p:spPr>
          <a:xfrm>
            <a:off x="996192" y="131497"/>
            <a:ext cx="10353762" cy="768084"/>
          </a:xfrm>
        </p:spPr>
        <p:txBody>
          <a:bodyPr/>
          <a:lstStyle/>
          <a:p>
            <a:r>
              <a:rPr lang="en-AU" dirty="0"/>
              <a:t>Attack Tree</a:t>
            </a:r>
          </a:p>
        </p:txBody>
      </p:sp>
      <p:sp>
        <p:nvSpPr>
          <p:cNvPr id="5" name="Rectangle 4"/>
          <p:cNvSpPr/>
          <p:nvPr/>
        </p:nvSpPr>
        <p:spPr>
          <a:xfrm>
            <a:off x="3338091" y="1104405"/>
            <a:ext cx="4984815" cy="1516957"/>
          </a:xfrm>
          <a:prstGeom prst="rect">
            <a:avLst/>
          </a:prstGeom>
          <a:solidFill>
            <a:schemeClr val="bg1"/>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sz="2800" dirty="0">
                <a:solidFill>
                  <a:schemeClr val="tx1"/>
                </a:solidFill>
              </a:rPr>
              <a:t>1 </a:t>
            </a:r>
            <a:r>
              <a:rPr lang="en-US" sz="2800" dirty="0">
                <a:solidFill>
                  <a:schemeClr val="tx1"/>
                </a:solidFill>
              </a:rPr>
              <a:t>gain an unauthorized access to a secure building</a:t>
            </a:r>
            <a:endParaRPr lang="en-NZ" sz="2800" dirty="0">
              <a:solidFill>
                <a:schemeClr val="tx1"/>
              </a:solidFill>
            </a:endParaRPr>
          </a:p>
        </p:txBody>
      </p:sp>
      <p:sp>
        <p:nvSpPr>
          <p:cNvPr id="8" name="Rounded Rectangle 7"/>
          <p:cNvSpPr/>
          <p:nvPr/>
        </p:nvSpPr>
        <p:spPr>
          <a:xfrm>
            <a:off x="1113255" y="3761922"/>
            <a:ext cx="3645557" cy="1425898"/>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sz="2800" dirty="0">
                <a:solidFill>
                  <a:schemeClr val="tx1"/>
                </a:solidFill>
              </a:rPr>
              <a:t>1.1 </a:t>
            </a:r>
            <a:r>
              <a:rPr lang="en-US" sz="2800" dirty="0">
                <a:solidFill>
                  <a:schemeClr val="tx1"/>
                </a:solidFill>
              </a:rPr>
              <a:t>obtain a valid access card</a:t>
            </a:r>
            <a:endParaRPr lang="en-NZ" sz="2800" dirty="0">
              <a:solidFill>
                <a:schemeClr val="tx1"/>
              </a:solidFill>
            </a:endParaRPr>
          </a:p>
        </p:txBody>
      </p:sp>
      <p:sp>
        <p:nvSpPr>
          <p:cNvPr id="9" name="Rounded Rectangle 8"/>
          <p:cNvSpPr/>
          <p:nvPr/>
        </p:nvSpPr>
        <p:spPr>
          <a:xfrm>
            <a:off x="6581590" y="3743260"/>
            <a:ext cx="4685965" cy="1425897"/>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sz="2800" dirty="0">
                <a:solidFill>
                  <a:schemeClr val="tx1"/>
                </a:solidFill>
              </a:rPr>
              <a:t>1.2 </a:t>
            </a:r>
            <a:r>
              <a:rPr lang="en-US" sz="2800" dirty="0">
                <a:solidFill>
                  <a:schemeClr val="tx1"/>
                </a:solidFill>
              </a:rPr>
              <a:t>steal the door passcode</a:t>
            </a:r>
            <a:endParaRPr lang="en-NZ" sz="2800" dirty="0">
              <a:solidFill>
                <a:schemeClr val="tx1"/>
              </a:solidFill>
            </a:endParaRPr>
          </a:p>
        </p:txBody>
      </p:sp>
      <p:cxnSp>
        <p:nvCxnSpPr>
          <p:cNvPr id="17" name="Straight Connector 16"/>
          <p:cNvCxnSpPr>
            <a:cxnSpLocks/>
            <a:stCxn id="5" idx="2"/>
            <a:endCxn id="8" idx="0"/>
          </p:cNvCxnSpPr>
          <p:nvPr/>
        </p:nvCxnSpPr>
        <p:spPr>
          <a:xfrm flipH="1">
            <a:off x="2936034" y="2621362"/>
            <a:ext cx="2894465" cy="114056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a:cxnSpLocks/>
            <a:stCxn id="5" idx="2"/>
            <a:endCxn id="9" idx="0"/>
          </p:cNvCxnSpPr>
          <p:nvPr/>
        </p:nvCxnSpPr>
        <p:spPr>
          <a:xfrm>
            <a:off x="5830499" y="2621362"/>
            <a:ext cx="3094074" cy="112189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3" name="Freeform 30">
            <a:extLst>
              <a:ext uri="{FF2B5EF4-FFF2-40B4-BE49-F238E27FC236}">
                <a16:creationId xmlns:a16="http://schemas.microsoft.com/office/drawing/2014/main" id="{86BA0FFC-FA9E-448C-9A58-D706FAC2A265}"/>
              </a:ext>
            </a:extLst>
          </p:cNvPr>
          <p:cNvSpPr/>
          <p:nvPr/>
        </p:nvSpPr>
        <p:spPr>
          <a:xfrm>
            <a:off x="5322692" y="2826186"/>
            <a:ext cx="1015612" cy="269892"/>
          </a:xfrm>
          <a:custGeom>
            <a:avLst/>
            <a:gdLst>
              <a:gd name="connsiteX0" fmla="*/ 0 w 476250"/>
              <a:gd name="connsiteY0" fmla="*/ 0 h 142944"/>
              <a:gd name="connsiteX1" fmla="*/ 228600 w 476250"/>
              <a:gd name="connsiteY1" fmla="*/ 142875 h 142944"/>
              <a:gd name="connsiteX2" fmla="*/ 476250 w 476250"/>
              <a:gd name="connsiteY2" fmla="*/ 19050 h 142944"/>
              <a:gd name="connsiteX0" fmla="*/ 0 w 476250"/>
              <a:gd name="connsiteY0" fmla="*/ 0 h 142978"/>
              <a:gd name="connsiteX1" fmla="*/ 228600 w 476250"/>
              <a:gd name="connsiteY1" fmla="*/ 142875 h 142978"/>
              <a:gd name="connsiteX2" fmla="*/ 476250 w 476250"/>
              <a:gd name="connsiteY2" fmla="*/ 19050 h 142978"/>
              <a:gd name="connsiteX0" fmla="*/ 0 w 476250"/>
              <a:gd name="connsiteY0" fmla="*/ 0 h 147735"/>
              <a:gd name="connsiteX1" fmla="*/ 247650 w 476250"/>
              <a:gd name="connsiteY1" fmla="*/ 147638 h 147735"/>
              <a:gd name="connsiteX2" fmla="*/ 476250 w 476250"/>
              <a:gd name="connsiteY2" fmla="*/ 19050 h 147735"/>
              <a:gd name="connsiteX0" fmla="*/ 0 w 476250"/>
              <a:gd name="connsiteY0" fmla="*/ 0 h 147661"/>
              <a:gd name="connsiteX1" fmla="*/ 247650 w 476250"/>
              <a:gd name="connsiteY1" fmla="*/ 147638 h 147661"/>
              <a:gd name="connsiteX2" fmla="*/ 476250 w 476250"/>
              <a:gd name="connsiteY2" fmla="*/ 19050 h 147661"/>
              <a:gd name="connsiteX0" fmla="*/ 0 w 464344"/>
              <a:gd name="connsiteY0" fmla="*/ 0 h 147690"/>
              <a:gd name="connsiteX1" fmla="*/ 247650 w 464344"/>
              <a:gd name="connsiteY1" fmla="*/ 147638 h 147690"/>
              <a:gd name="connsiteX2" fmla="*/ 464344 w 464344"/>
              <a:gd name="connsiteY2" fmla="*/ 14288 h 147690"/>
              <a:gd name="connsiteX0" fmla="*/ 0 w 464344"/>
              <a:gd name="connsiteY0" fmla="*/ 0 h 147701"/>
              <a:gd name="connsiteX1" fmla="*/ 247650 w 464344"/>
              <a:gd name="connsiteY1" fmla="*/ 147638 h 147701"/>
              <a:gd name="connsiteX2" fmla="*/ 464344 w 464344"/>
              <a:gd name="connsiteY2" fmla="*/ 14288 h 147701"/>
              <a:gd name="connsiteX0" fmla="*/ 0 w 464344"/>
              <a:gd name="connsiteY0" fmla="*/ 0 h 147701"/>
              <a:gd name="connsiteX1" fmla="*/ 247650 w 464344"/>
              <a:gd name="connsiteY1" fmla="*/ 147638 h 147701"/>
              <a:gd name="connsiteX2" fmla="*/ 464344 w 464344"/>
              <a:gd name="connsiteY2" fmla="*/ 14288 h 147701"/>
              <a:gd name="connsiteX0" fmla="*/ 0 w 464344"/>
              <a:gd name="connsiteY0" fmla="*/ 0 h 147701"/>
              <a:gd name="connsiteX1" fmla="*/ 247650 w 464344"/>
              <a:gd name="connsiteY1" fmla="*/ 147638 h 147701"/>
              <a:gd name="connsiteX2" fmla="*/ 464344 w 464344"/>
              <a:gd name="connsiteY2" fmla="*/ 14288 h 147701"/>
              <a:gd name="connsiteX0" fmla="*/ 0 w 464344"/>
              <a:gd name="connsiteY0" fmla="*/ 0 h 150080"/>
              <a:gd name="connsiteX1" fmla="*/ 204788 w 464344"/>
              <a:gd name="connsiteY1" fmla="*/ 150019 h 150080"/>
              <a:gd name="connsiteX2" fmla="*/ 464344 w 464344"/>
              <a:gd name="connsiteY2" fmla="*/ 14288 h 150080"/>
            </a:gdLst>
            <a:ahLst/>
            <a:cxnLst>
              <a:cxn ang="0">
                <a:pos x="connsiteX0" y="connsiteY0"/>
              </a:cxn>
              <a:cxn ang="0">
                <a:pos x="connsiteX1" y="connsiteY1"/>
              </a:cxn>
              <a:cxn ang="0">
                <a:pos x="connsiteX2" y="connsiteY2"/>
              </a:cxn>
            </a:cxnLst>
            <a:rect l="l" t="t" r="r" b="b"/>
            <a:pathLst>
              <a:path w="464344" h="150080">
                <a:moveTo>
                  <a:pt x="0" y="0"/>
                </a:moveTo>
                <a:cubicBezTo>
                  <a:pt x="67468" y="100806"/>
                  <a:pt x="127397" y="147638"/>
                  <a:pt x="204788" y="150019"/>
                </a:cubicBezTo>
                <a:cubicBezTo>
                  <a:pt x="282179" y="152400"/>
                  <a:pt x="407989" y="84932"/>
                  <a:pt x="464344" y="14288"/>
                </a:cubicBezTo>
              </a:path>
            </a:pathLst>
          </a:cu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NZ" sz="1867">
              <a:solidFill>
                <a:schemeClr val="tx1"/>
              </a:solidFill>
            </a:endParaRPr>
          </a:p>
        </p:txBody>
      </p:sp>
    </p:spTree>
    <p:extLst>
      <p:ext uri="{BB962C8B-B14F-4D97-AF65-F5344CB8AC3E}">
        <p14:creationId xmlns:p14="http://schemas.microsoft.com/office/powerpoint/2010/main" val="153592674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55670E94-029C-4BA8-8D44-FBB339E4924F}" type="slidenum">
              <a:rPr lang="en-AU" smtClean="0">
                <a:solidFill>
                  <a:prstClr val="black">
                    <a:tint val="75000"/>
                  </a:prstClr>
                </a:solidFill>
              </a:rPr>
              <a:pPr/>
              <a:t>13</a:t>
            </a:fld>
            <a:endParaRPr lang="en-AU" dirty="0">
              <a:solidFill>
                <a:prstClr val="black">
                  <a:tint val="75000"/>
                </a:prstClr>
              </a:solidFill>
            </a:endParaRPr>
          </a:p>
        </p:txBody>
      </p:sp>
      <p:sp>
        <p:nvSpPr>
          <p:cNvPr id="4" name="Title 3"/>
          <p:cNvSpPr>
            <a:spLocks noGrp="1"/>
          </p:cNvSpPr>
          <p:nvPr>
            <p:ph type="title"/>
          </p:nvPr>
        </p:nvSpPr>
        <p:spPr>
          <a:xfrm>
            <a:off x="781999" y="15960"/>
            <a:ext cx="10353762" cy="1101640"/>
          </a:xfrm>
        </p:spPr>
        <p:txBody>
          <a:bodyPr/>
          <a:lstStyle/>
          <a:p>
            <a:r>
              <a:rPr lang="en-AU" dirty="0"/>
              <a:t>Exercise</a:t>
            </a:r>
          </a:p>
        </p:txBody>
      </p:sp>
      <p:sp>
        <p:nvSpPr>
          <p:cNvPr id="2" name="Rectangle 1"/>
          <p:cNvSpPr/>
          <p:nvPr/>
        </p:nvSpPr>
        <p:spPr>
          <a:xfrm>
            <a:off x="727892" y="1117600"/>
            <a:ext cx="11247040" cy="4801314"/>
          </a:xfrm>
          <a:prstGeom prst="rect">
            <a:avLst/>
          </a:prstGeom>
        </p:spPr>
        <p:txBody>
          <a:bodyPr wrap="square">
            <a:spAutoFit/>
          </a:bodyPr>
          <a:lstStyle/>
          <a:p>
            <a:pPr hangingPunct="0">
              <a:tabLst>
                <a:tab pos="731976" algn="l"/>
                <a:tab pos="1951146" algn="l"/>
                <a:tab pos="3170315" algn="l"/>
                <a:tab pos="4389485" algn="l"/>
                <a:tab pos="5608654" algn="l"/>
                <a:tab pos="6827824" algn="l"/>
                <a:tab pos="8046993" algn="l"/>
                <a:tab pos="9266163" algn="l"/>
                <a:tab pos="10485333" algn="l"/>
                <a:tab pos="11704502" algn="l"/>
                <a:tab pos="12923672" algn="l"/>
              </a:tabLst>
            </a:pPr>
            <a:r>
              <a:rPr lang="en-NZ" sz="2800" dirty="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rPr>
              <a:t>1. </a:t>
            </a:r>
            <a:r>
              <a:rPr lang="en-NZ" sz="2800" dirty="0">
                <a:ln>
                  <a:solidFill>
                    <a:schemeClr val="bg1">
                      <a:lumMod val="75000"/>
                      <a:lumOff val="25000"/>
                      <a:alpha val="10000"/>
                    </a:schemeClr>
                  </a:solidFill>
                </a:ln>
                <a:solidFill>
                  <a:schemeClr val="tx2"/>
                </a:solidFill>
              </a:rPr>
              <a:t>change students’ assessment marks in CITS1003 from LMS</a:t>
            </a:r>
          </a:p>
          <a:p>
            <a:pPr hangingPunct="0">
              <a:tabLst>
                <a:tab pos="731976" algn="l"/>
                <a:tab pos="1951146" algn="l"/>
                <a:tab pos="3170315" algn="l"/>
                <a:tab pos="4389485" algn="l"/>
                <a:tab pos="5608654" algn="l"/>
                <a:tab pos="6827824" algn="l"/>
                <a:tab pos="8046993" algn="l"/>
                <a:tab pos="9266163" algn="l"/>
                <a:tab pos="10485333" algn="l"/>
                <a:tab pos="11704502" algn="l"/>
                <a:tab pos="12923672" algn="l"/>
              </a:tabLst>
            </a:pPr>
            <a:r>
              <a:rPr lang="en-NZ" sz="2800" dirty="0">
                <a:ln>
                  <a:solidFill>
                    <a:schemeClr val="bg1">
                      <a:lumMod val="75000"/>
                      <a:lumOff val="25000"/>
                      <a:alpha val="10000"/>
                    </a:schemeClr>
                  </a:solidFill>
                </a:ln>
                <a:solidFill>
                  <a:schemeClr val="tx2"/>
                </a:solidFill>
              </a:rPr>
              <a:t>	1.1 gain direct access to the CITS1003’s marks database in LMS</a:t>
            </a:r>
          </a:p>
          <a:p>
            <a:pPr marL="1219170" lvl="2" hangingPunct="0">
              <a:tabLst>
                <a:tab pos="731976" algn="l"/>
                <a:tab pos="1951146" algn="l"/>
                <a:tab pos="3170315" algn="l"/>
                <a:tab pos="4389485" algn="l"/>
                <a:tab pos="5608654" algn="l"/>
                <a:tab pos="6827824" algn="l"/>
                <a:tab pos="8046993" algn="l"/>
                <a:tab pos="9266163" algn="l"/>
                <a:tab pos="10485333" algn="l"/>
                <a:tab pos="11704502" algn="l"/>
                <a:tab pos="12923672" algn="l"/>
              </a:tabLst>
            </a:pPr>
            <a:r>
              <a:rPr lang="en-NZ" sz="2800" dirty="0">
                <a:ln>
                  <a:solidFill>
                    <a:schemeClr val="bg1">
                      <a:lumMod val="75000"/>
                      <a:lumOff val="25000"/>
                      <a:alpha val="10000"/>
                    </a:schemeClr>
                  </a:solidFill>
                </a:ln>
                <a:solidFill>
                  <a:schemeClr val="tx2"/>
                </a:solidFill>
              </a:rPr>
              <a:t>	1.1.1 exploit a software vulnerability in the LMS</a:t>
            </a:r>
          </a:p>
          <a:p>
            <a:pPr hangingPunct="0">
              <a:tabLst>
                <a:tab pos="731976" algn="l"/>
                <a:tab pos="1951146" algn="l"/>
                <a:tab pos="3170315" algn="l"/>
                <a:tab pos="4389485" algn="l"/>
                <a:tab pos="5608654" algn="l"/>
                <a:tab pos="6827824" algn="l"/>
                <a:tab pos="8046993" algn="l"/>
                <a:tab pos="9266163" algn="l"/>
                <a:tab pos="10485333" algn="l"/>
                <a:tab pos="11704502" algn="l"/>
                <a:tab pos="12923672" algn="l"/>
              </a:tabLst>
            </a:pPr>
            <a:r>
              <a:rPr lang="en-NZ" sz="2800" dirty="0">
                <a:ln>
                  <a:solidFill>
                    <a:schemeClr val="bg1">
                      <a:lumMod val="75000"/>
                      <a:lumOff val="25000"/>
                      <a:alpha val="10000"/>
                    </a:schemeClr>
                  </a:solidFill>
                </a:ln>
                <a:solidFill>
                  <a:schemeClr val="tx2"/>
                </a:solidFill>
              </a:rPr>
              <a:t>	1.2 log in as an authenticated UC</a:t>
            </a:r>
          </a:p>
          <a:p>
            <a:pPr hangingPunct="0">
              <a:tabLst>
                <a:tab pos="731976" algn="l"/>
                <a:tab pos="1951146" algn="l"/>
                <a:tab pos="3170315" algn="l"/>
                <a:tab pos="4389485" algn="l"/>
                <a:tab pos="5608654" algn="l"/>
                <a:tab pos="6827824" algn="l"/>
                <a:tab pos="8046993" algn="l"/>
                <a:tab pos="9266163" algn="l"/>
                <a:tab pos="10485333" algn="l"/>
                <a:tab pos="11704502" algn="l"/>
                <a:tab pos="12923672" algn="l"/>
              </a:tabLst>
            </a:pPr>
            <a:r>
              <a:rPr lang="en-NZ" sz="2800" dirty="0">
                <a:ln>
                  <a:solidFill>
                    <a:schemeClr val="bg1">
                      <a:lumMod val="75000"/>
                      <a:lumOff val="25000"/>
                      <a:alpha val="10000"/>
                    </a:schemeClr>
                  </a:solidFill>
                </a:ln>
                <a:solidFill>
                  <a:schemeClr val="tx2"/>
                </a:solidFill>
              </a:rPr>
              <a:t>	 	1.2.1 perform a brute-force login</a:t>
            </a:r>
          </a:p>
          <a:p>
            <a:pPr marL="609585" lvl="1" hangingPunct="0">
              <a:tabLst>
                <a:tab pos="731976" algn="l"/>
                <a:tab pos="1951146" algn="l"/>
                <a:tab pos="3170315" algn="l"/>
                <a:tab pos="4389485" algn="l"/>
                <a:tab pos="5608654" algn="l"/>
                <a:tab pos="6827824" algn="l"/>
                <a:tab pos="8046993" algn="l"/>
                <a:tab pos="9266163" algn="l"/>
                <a:tab pos="10485333" algn="l"/>
                <a:tab pos="11704502" algn="l"/>
                <a:tab pos="12923672" algn="l"/>
              </a:tabLst>
            </a:pPr>
            <a:r>
              <a:rPr lang="en-NZ" sz="2800" dirty="0">
                <a:ln>
                  <a:solidFill>
                    <a:schemeClr val="bg1">
                      <a:lumMod val="75000"/>
                      <a:lumOff val="25000"/>
                      <a:alpha val="10000"/>
                    </a:schemeClr>
                  </a:solidFill>
                </a:ln>
                <a:solidFill>
                  <a:schemeClr val="tx2"/>
                </a:solidFill>
              </a:rPr>
              <a:t>		   	1.2.1.1 identify the UC’s username</a:t>
            </a:r>
          </a:p>
          <a:p>
            <a:pPr marL="609585" lvl="1" hangingPunct="0">
              <a:tabLst>
                <a:tab pos="731976" algn="l"/>
                <a:tab pos="1951146" algn="l"/>
                <a:tab pos="3170315" algn="l"/>
                <a:tab pos="4389485" algn="l"/>
                <a:tab pos="5608654" algn="l"/>
                <a:tab pos="6827824" algn="l"/>
                <a:tab pos="8046993" algn="l"/>
                <a:tab pos="9266163" algn="l"/>
                <a:tab pos="10485333" algn="l"/>
                <a:tab pos="11704502" algn="l"/>
                <a:tab pos="12923672" algn="l"/>
              </a:tabLst>
            </a:pPr>
            <a:r>
              <a:rPr lang="en-NZ" sz="2800" dirty="0">
                <a:ln>
                  <a:solidFill>
                    <a:schemeClr val="bg1">
                      <a:lumMod val="75000"/>
                      <a:lumOff val="25000"/>
                      <a:alpha val="10000"/>
                    </a:schemeClr>
                  </a:solidFill>
                </a:ln>
                <a:solidFill>
                  <a:schemeClr val="tx2"/>
                </a:solidFill>
              </a:rPr>
              <a:t>            	1.2.1.2 identify the UC’s password</a:t>
            </a:r>
          </a:p>
          <a:p>
            <a:pPr hangingPunct="0">
              <a:tabLst>
                <a:tab pos="731976" algn="l"/>
                <a:tab pos="1951146" algn="l"/>
                <a:tab pos="3170315" algn="l"/>
                <a:tab pos="4389485" algn="l"/>
                <a:tab pos="5608654" algn="l"/>
                <a:tab pos="6827824" algn="l"/>
                <a:tab pos="8046993" algn="l"/>
                <a:tab pos="9266163" algn="l"/>
                <a:tab pos="10485333" algn="l"/>
                <a:tab pos="11704502" algn="l"/>
                <a:tab pos="12923672" algn="l"/>
              </a:tabLst>
            </a:pPr>
            <a:r>
              <a:rPr lang="en-NZ" sz="2800" dirty="0">
                <a:ln>
                  <a:solidFill>
                    <a:schemeClr val="bg1">
                      <a:lumMod val="75000"/>
                      <a:lumOff val="25000"/>
                      <a:alpha val="10000"/>
                    </a:schemeClr>
                  </a:solidFill>
                </a:ln>
                <a:solidFill>
                  <a:schemeClr val="tx2"/>
                </a:solidFill>
              </a:rPr>
              <a:t>		1.2.2 steal the UC’s login credentials</a:t>
            </a:r>
          </a:p>
          <a:p>
            <a:pPr hangingPunct="0">
              <a:tabLst>
                <a:tab pos="731976" algn="l"/>
                <a:tab pos="1951146" algn="l"/>
                <a:tab pos="3170315" algn="l"/>
                <a:tab pos="4389485" algn="l"/>
                <a:tab pos="5608654" algn="l"/>
                <a:tab pos="6827824" algn="l"/>
                <a:tab pos="8046993" algn="l"/>
                <a:tab pos="9266163" algn="l"/>
                <a:tab pos="10485333" algn="l"/>
                <a:tab pos="11704502" algn="l"/>
                <a:tab pos="12923672" algn="l"/>
              </a:tabLst>
            </a:pPr>
            <a:r>
              <a:rPr lang="en-NZ" sz="2800" dirty="0">
                <a:ln>
                  <a:solidFill>
                    <a:schemeClr val="bg1">
                      <a:lumMod val="75000"/>
                      <a:lumOff val="25000"/>
                      <a:alpha val="10000"/>
                    </a:schemeClr>
                  </a:solidFill>
                </a:ln>
                <a:solidFill>
                  <a:schemeClr val="tx2"/>
                </a:solidFill>
              </a:rPr>
              <a:t>	1.3 hijack the web authentication session of the UC</a:t>
            </a:r>
          </a:p>
          <a:p>
            <a:pPr hangingPunct="0">
              <a:tabLst>
                <a:tab pos="731976" algn="l"/>
                <a:tab pos="1951146" algn="l"/>
                <a:tab pos="3170315" algn="l"/>
                <a:tab pos="4389485" algn="l"/>
                <a:tab pos="5608654" algn="l"/>
                <a:tab pos="6827824" algn="l"/>
                <a:tab pos="8046993" algn="l"/>
                <a:tab pos="9266163" algn="l"/>
                <a:tab pos="10485333" algn="l"/>
                <a:tab pos="11704502" algn="l"/>
                <a:tab pos="12923672" algn="l"/>
              </a:tabLst>
            </a:pPr>
            <a:r>
              <a:rPr lang="en-NZ" sz="2800" dirty="0">
                <a:ln>
                  <a:solidFill>
                    <a:schemeClr val="bg1">
                      <a:lumMod val="75000"/>
                      <a:lumOff val="25000"/>
                      <a:alpha val="10000"/>
                    </a:schemeClr>
                  </a:solidFill>
                </a:ln>
                <a:solidFill>
                  <a:schemeClr val="tx2"/>
                </a:solidFill>
              </a:rPr>
              <a:t>		1.3.1 steal the UC’s session cookie</a:t>
            </a:r>
          </a:p>
          <a:p>
            <a:pPr hangingPunct="0">
              <a:tabLst>
                <a:tab pos="731976" algn="l"/>
                <a:tab pos="1951146" algn="l"/>
                <a:tab pos="3170315" algn="l"/>
                <a:tab pos="4389485" algn="l"/>
                <a:tab pos="5608654" algn="l"/>
                <a:tab pos="6827824" algn="l"/>
                <a:tab pos="8046993" algn="l"/>
                <a:tab pos="9266163" algn="l"/>
                <a:tab pos="10485333" algn="l"/>
                <a:tab pos="11704502" algn="l"/>
                <a:tab pos="12923672" algn="l"/>
              </a:tabLst>
            </a:pPr>
            <a:r>
              <a:rPr lang="en-NZ" sz="2600" dirty="0">
                <a:ln>
                  <a:solidFill>
                    <a:schemeClr val="bg1">
                      <a:lumMod val="75000"/>
                      <a:lumOff val="25000"/>
                      <a:alpha val="10000"/>
                    </a:schemeClr>
                  </a:solidFill>
                </a:ln>
                <a:solidFill>
                  <a:schemeClr val="tx2"/>
                </a:solidFill>
              </a:rPr>
              <a:t>	</a:t>
            </a:r>
          </a:p>
        </p:txBody>
      </p:sp>
    </p:spTree>
    <p:extLst>
      <p:ext uri="{BB962C8B-B14F-4D97-AF65-F5344CB8AC3E}">
        <p14:creationId xmlns:p14="http://schemas.microsoft.com/office/powerpoint/2010/main" val="84677179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55670E94-029C-4BA8-8D44-FBB339E4924F}" type="slidenum">
              <a:rPr lang="en-AU" smtClean="0">
                <a:solidFill>
                  <a:prstClr val="black">
                    <a:tint val="75000"/>
                  </a:prstClr>
                </a:solidFill>
              </a:rPr>
              <a:pPr/>
              <a:t>14</a:t>
            </a:fld>
            <a:endParaRPr lang="en-AU" dirty="0">
              <a:solidFill>
                <a:prstClr val="black">
                  <a:tint val="75000"/>
                </a:prstClr>
              </a:solidFill>
            </a:endParaRPr>
          </a:p>
        </p:txBody>
      </p:sp>
      <p:sp>
        <p:nvSpPr>
          <p:cNvPr id="4" name="Title 3"/>
          <p:cNvSpPr>
            <a:spLocks noGrp="1"/>
          </p:cNvSpPr>
          <p:nvPr>
            <p:ph type="title"/>
          </p:nvPr>
        </p:nvSpPr>
        <p:spPr>
          <a:xfrm>
            <a:off x="781999" y="15960"/>
            <a:ext cx="10353762" cy="1101640"/>
          </a:xfrm>
        </p:spPr>
        <p:txBody>
          <a:bodyPr/>
          <a:lstStyle/>
          <a:p>
            <a:r>
              <a:rPr lang="en-AU" dirty="0"/>
              <a:t>Exercise</a:t>
            </a:r>
          </a:p>
        </p:txBody>
      </p:sp>
      <p:sp>
        <p:nvSpPr>
          <p:cNvPr id="2" name="Rectangle 1"/>
          <p:cNvSpPr/>
          <p:nvPr/>
        </p:nvSpPr>
        <p:spPr>
          <a:xfrm>
            <a:off x="727892" y="1117600"/>
            <a:ext cx="11247040" cy="4801314"/>
          </a:xfrm>
          <a:prstGeom prst="rect">
            <a:avLst/>
          </a:prstGeom>
        </p:spPr>
        <p:txBody>
          <a:bodyPr wrap="square">
            <a:spAutoFit/>
          </a:bodyPr>
          <a:lstStyle/>
          <a:p>
            <a:pPr hangingPunct="0">
              <a:tabLst>
                <a:tab pos="731976" algn="l"/>
                <a:tab pos="1951146" algn="l"/>
                <a:tab pos="3170315" algn="l"/>
                <a:tab pos="4389485" algn="l"/>
                <a:tab pos="5608654" algn="l"/>
                <a:tab pos="6827824" algn="l"/>
                <a:tab pos="8046993" algn="l"/>
                <a:tab pos="9266163" algn="l"/>
                <a:tab pos="10485333" algn="l"/>
                <a:tab pos="11704502" algn="l"/>
                <a:tab pos="12923672" algn="l"/>
              </a:tabLst>
            </a:pPr>
            <a:r>
              <a:rPr lang="en-NZ" sz="2800" dirty="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rPr>
              <a:t>1. </a:t>
            </a:r>
            <a:r>
              <a:rPr lang="en-NZ" sz="2800" dirty="0">
                <a:ln>
                  <a:solidFill>
                    <a:schemeClr val="bg1">
                      <a:lumMod val="75000"/>
                      <a:lumOff val="25000"/>
                      <a:alpha val="10000"/>
                    </a:schemeClr>
                  </a:solidFill>
                </a:ln>
                <a:solidFill>
                  <a:schemeClr val="tx2"/>
                </a:solidFill>
              </a:rPr>
              <a:t>change students’ assessment marks in CITS1003 from LMS</a:t>
            </a:r>
          </a:p>
          <a:p>
            <a:pPr hangingPunct="0">
              <a:tabLst>
                <a:tab pos="731976" algn="l"/>
                <a:tab pos="1951146" algn="l"/>
                <a:tab pos="3170315" algn="l"/>
                <a:tab pos="4389485" algn="l"/>
                <a:tab pos="5608654" algn="l"/>
                <a:tab pos="6827824" algn="l"/>
                <a:tab pos="8046993" algn="l"/>
                <a:tab pos="9266163" algn="l"/>
                <a:tab pos="10485333" algn="l"/>
                <a:tab pos="11704502" algn="l"/>
                <a:tab pos="12923672" algn="l"/>
              </a:tabLst>
            </a:pPr>
            <a:r>
              <a:rPr lang="en-NZ" sz="2800" dirty="0">
                <a:ln>
                  <a:solidFill>
                    <a:schemeClr val="bg1">
                      <a:lumMod val="75000"/>
                      <a:lumOff val="25000"/>
                      <a:alpha val="10000"/>
                    </a:schemeClr>
                  </a:solidFill>
                </a:ln>
                <a:solidFill>
                  <a:schemeClr val="tx2"/>
                </a:solidFill>
              </a:rPr>
              <a:t>	1.1 gain direct access to the CITS1003’s marks database in LMS</a:t>
            </a:r>
          </a:p>
          <a:p>
            <a:pPr marL="1219170" lvl="2" hangingPunct="0">
              <a:tabLst>
                <a:tab pos="731976" algn="l"/>
                <a:tab pos="1951146" algn="l"/>
                <a:tab pos="3170315" algn="l"/>
                <a:tab pos="4389485" algn="l"/>
                <a:tab pos="5608654" algn="l"/>
                <a:tab pos="6827824" algn="l"/>
                <a:tab pos="8046993" algn="l"/>
                <a:tab pos="9266163" algn="l"/>
                <a:tab pos="10485333" algn="l"/>
                <a:tab pos="11704502" algn="l"/>
                <a:tab pos="12923672" algn="l"/>
              </a:tabLst>
            </a:pPr>
            <a:r>
              <a:rPr lang="en-NZ" sz="2800" dirty="0">
                <a:ln>
                  <a:solidFill>
                    <a:schemeClr val="bg1">
                      <a:lumMod val="75000"/>
                      <a:lumOff val="25000"/>
                      <a:alpha val="10000"/>
                    </a:schemeClr>
                  </a:solidFill>
                </a:ln>
                <a:solidFill>
                  <a:schemeClr val="tx2"/>
                </a:solidFill>
              </a:rPr>
              <a:t>	1.1.1 exploit a software vulnerability in the LMS</a:t>
            </a:r>
          </a:p>
          <a:p>
            <a:pPr hangingPunct="0">
              <a:tabLst>
                <a:tab pos="731976" algn="l"/>
                <a:tab pos="1951146" algn="l"/>
                <a:tab pos="3170315" algn="l"/>
                <a:tab pos="4389485" algn="l"/>
                <a:tab pos="5608654" algn="l"/>
                <a:tab pos="6827824" algn="l"/>
                <a:tab pos="8046993" algn="l"/>
                <a:tab pos="9266163" algn="l"/>
                <a:tab pos="10485333" algn="l"/>
                <a:tab pos="11704502" algn="l"/>
                <a:tab pos="12923672" algn="l"/>
              </a:tabLst>
            </a:pPr>
            <a:r>
              <a:rPr lang="en-NZ" sz="2800" dirty="0">
                <a:ln>
                  <a:solidFill>
                    <a:schemeClr val="bg1">
                      <a:lumMod val="75000"/>
                      <a:lumOff val="25000"/>
                      <a:alpha val="10000"/>
                    </a:schemeClr>
                  </a:solidFill>
                </a:ln>
                <a:solidFill>
                  <a:schemeClr val="tx2"/>
                </a:solidFill>
              </a:rPr>
              <a:t>	1.2 log in as an authenticated UC</a:t>
            </a:r>
          </a:p>
          <a:p>
            <a:pPr hangingPunct="0">
              <a:tabLst>
                <a:tab pos="731976" algn="l"/>
                <a:tab pos="1951146" algn="l"/>
                <a:tab pos="3170315" algn="l"/>
                <a:tab pos="4389485" algn="l"/>
                <a:tab pos="5608654" algn="l"/>
                <a:tab pos="6827824" algn="l"/>
                <a:tab pos="8046993" algn="l"/>
                <a:tab pos="9266163" algn="l"/>
                <a:tab pos="10485333" algn="l"/>
                <a:tab pos="11704502" algn="l"/>
                <a:tab pos="12923672" algn="l"/>
              </a:tabLst>
            </a:pPr>
            <a:r>
              <a:rPr lang="en-NZ" sz="2800" dirty="0">
                <a:ln>
                  <a:solidFill>
                    <a:schemeClr val="bg1">
                      <a:lumMod val="75000"/>
                      <a:lumOff val="25000"/>
                      <a:alpha val="10000"/>
                    </a:schemeClr>
                  </a:solidFill>
                </a:ln>
                <a:solidFill>
                  <a:schemeClr val="tx2"/>
                </a:solidFill>
              </a:rPr>
              <a:t>	 	1.2.1 perform a brute-force login</a:t>
            </a:r>
          </a:p>
          <a:p>
            <a:pPr marL="609585" lvl="1" hangingPunct="0">
              <a:tabLst>
                <a:tab pos="731976" algn="l"/>
                <a:tab pos="1951146" algn="l"/>
                <a:tab pos="3170315" algn="l"/>
                <a:tab pos="4389485" algn="l"/>
                <a:tab pos="5608654" algn="l"/>
                <a:tab pos="6827824" algn="l"/>
                <a:tab pos="8046993" algn="l"/>
                <a:tab pos="9266163" algn="l"/>
                <a:tab pos="10485333" algn="l"/>
                <a:tab pos="11704502" algn="l"/>
                <a:tab pos="12923672" algn="l"/>
              </a:tabLst>
            </a:pPr>
            <a:r>
              <a:rPr lang="en-NZ" sz="2800" dirty="0">
                <a:ln>
                  <a:solidFill>
                    <a:schemeClr val="bg1">
                      <a:lumMod val="75000"/>
                      <a:lumOff val="25000"/>
                      <a:alpha val="10000"/>
                    </a:schemeClr>
                  </a:solidFill>
                </a:ln>
                <a:solidFill>
                  <a:schemeClr val="tx2"/>
                </a:solidFill>
              </a:rPr>
              <a:t>		   	1.2.1.1 identify the UC’s username</a:t>
            </a:r>
          </a:p>
          <a:p>
            <a:pPr marL="609585" lvl="1" hangingPunct="0">
              <a:tabLst>
                <a:tab pos="731976" algn="l"/>
                <a:tab pos="1951146" algn="l"/>
                <a:tab pos="3170315" algn="l"/>
                <a:tab pos="4389485" algn="l"/>
                <a:tab pos="5608654" algn="l"/>
                <a:tab pos="6827824" algn="l"/>
                <a:tab pos="8046993" algn="l"/>
                <a:tab pos="9266163" algn="l"/>
                <a:tab pos="10485333" algn="l"/>
                <a:tab pos="11704502" algn="l"/>
                <a:tab pos="12923672" algn="l"/>
              </a:tabLst>
            </a:pPr>
            <a:r>
              <a:rPr lang="en-NZ" sz="2800" dirty="0">
                <a:ln>
                  <a:solidFill>
                    <a:schemeClr val="bg1">
                      <a:lumMod val="75000"/>
                      <a:lumOff val="25000"/>
                      <a:alpha val="10000"/>
                    </a:schemeClr>
                  </a:solidFill>
                </a:ln>
                <a:solidFill>
                  <a:schemeClr val="tx2"/>
                </a:solidFill>
              </a:rPr>
              <a:t>            	1.2.1.2 identify the UC’s password</a:t>
            </a:r>
          </a:p>
          <a:p>
            <a:pPr hangingPunct="0">
              <a:tabLst>
                <a:tab pos="731976" algn="l"/>
                <a:tab pos="1951146" algn="l"/>
                <a:tab pos="3170315" algn="l"/>
                <a:tab pos="4389485" algn="l"/>
                <a:tab pos="5608654" algn="l"/>
                <a:tab pos="6827824" algn="l"/>
                <a:tab pos="8046993" algn="l"/>
                <a:tab pos="9266163" algn="l"/>
                <a:tab pos="10485333" algn="l"/>
                <a:tab pos="11704502" algn="l"/>
                <a:tab pos="12923672" algn="l"/>
              </a:tabLst>
            </a:pPr>
            <a:r>
              <a:rPr lang="en-NZ" sz="2800" dirty="0">
                <a:ln>
                  <a:solidFill>
                    <a:schemeClr val="bg1">
                      <a:lumMod val="75000"/>
                      <a:lumOff val="25000"/>
                      <a:alpha val="10000"/>
                    </a:schemeClr>
                  </a:solidFill>
                </a:ln>
                <a:solidFill>
                  <a:schemeClr val="tx2"/>
                </a:solidFill>
              </a:rPr>
              <a:t>		1.2.2 steal the UC’s login credentials</a:t>
            </a:r>
          </a:p>
          <a:p>
            <a:pPr hangingPunct="0">
              <a:tabLst>
                <a:tab pos="731976" algn="l"/>
                <a:tab pos="1951146" algn="l"/>
                <a:tab pos="3170315" algn="l"/>
                <a:tab pos="4389485" algn="l"/>
                <a:tab pos="5608654" algn="l"/>
                <a:tab pos="6827824" algn="l"/>
                <a:tab pos="8046993" algn="l"/>
                <a:tab pos="9266163" algn="l"/>
                <a:tab pos="10485333" algn="l"/>
                <a:tab pos="11704502" algn="l"/>
                <a:tab pos="12923672" algn="l"/>
              </a:tabLst>
            </a:pPr>
            <a:r>
              <a:rPr lang="en-NZ" sz="2800" dirty="0">
                <a:ln>
                  <a:solidFill>
                    <a:schemeClr val="bg1">
                      <a:lumMod val="75000"/>
                      <a:lumOff val="25000"/>
                      <a:alpha val="10000"/>
                    </a:schemeClr>
                  </a:solidFill>
                </a:ln>
                <a:solidFill>
                  <a:schemeClr val="tx2"/>
                </a:solidFill>
              </a:rPr>
              <a:t>	1.3 hijack the web authentication session of the UC</a:t>
            </a:r>
          </a:p>
          <a:p>
            <a:pPr hangingPunct="0">
              <a:tabLst>
                <a:tab pos="731976" algn="l"/>
                <a:tab pos="1951146" algn="l"/>
                <a:tab pos="3170315" algn="l"/>
                <a:tab pos="4389485" algn="l"/>
                <a:tab pos="5608654" algn="l"/>
                <a:tab pos="6827824" algn="l"/>
                <a:tab pos="8046993" algn="l"/>
                <a:tab pos="9266163" algn="l"/>
                <a:tab pos="10485333" algn="l"/>
                <a:tab pos="11704502" algn="l"/>
                <a:tab pos="12923672" algn="l"/>
              </a:tabLst>
            </a:pPr>
            <a:r>
              <a:rPr lang="en-NZ" sz="2800" dirty="0">
                <a:ln>
                  <a:solidFill>
                    <a:schemeClr val="bg1">
                      <a:lumMod val="75000"/>
                      <a:lumOff val="25000"/>
                      <a:alpha val="10000"/>
                    </a:schemeClr>
                  </a:solidFill>
                </a:ln>
                <a:solidFill>
                  <a:schemeClr val="tx2"/>
                </a:solidFill>
              </a:rPr>
              <a:t>		1.3.1 steal the UC’s session cookie</a:t>
            </a:r>
          </a:p>
          <a:p>
            <a:pPr hangingPunct="0">
              <a:tabLst>
                <a:tab pos="731976" algn="l"/>
                <a:tab pos="1951146" algn="l"/>
                <a:tab pos="3170315" algn="l"/>
                <a:tab pos="4389485" algn="l"/>
                <a:tab pos="5608654" algn="l"/>
                <a:tab pos="6827824" algn="l"/>
                <a:tab pos="8046993" algn="l"/>
                <a:tab pos="9266163" algn="l"/>
                <a:tab pos="10485333" algn="l"/>
                <a:tab pos="11704502" algn="l"/>
                <a:tab pos="12923672" algn="l"/>
              </a:tabLst>
            </a:pPr>
            <a:r>
              <a:rPr lang="en-NZ" sz="2600" dirty="0">
                <a:ln>
                  <a:solidFill>
                    <a:schemeClr val="bg1">
                      <a:lumMod val="75000"/>
                      <a:lumOff val="25000"/>
                      <a:alpha val="10000"/>
                    </a:schemeClr>
                  </a:solidFill>
                </a:ln>
                <a:solidFill>
                  <a:schemeClr val="tx2"/>
                </a:solidFill>
              </a:rPr>
              <a:t>	</a:t>
            </a:r>
          </a:p>
        </p:txBody>
      </p:sp>
      <p:sp>
        <p:nvSpPr>
          <p:cNvPr id="5" name="Rectangle 4">
            <a:extLst>
              <a:ext uri="{FF2B5EF4-FFF2-40B4-BE49-F238E27FC236}">
                <a16:creationId xmlns:a16="http://schemas.microsoft.com/office/drawing/2014/main" id="{1B6BDF2B-282F-46DA-9B05-2B1B66987005}"/>
              </a:ext>
            </a:extLst>
          </p:cNvPr>
          <p:cNvSpPr/>
          <p:nvPr/>
        </p:nvSpPr>
        <p:spPr>
          <a:xfrm>
            <a:off x="660401" y="3422479"/>
            <a:ext cx="745066" cy="64346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2600" dirty="0"/>
              <a:t>OR</a:t>
            </a:r>
          </a:p>
        </p:txBody>
      </p:sp>
      <p:cxnSp>
        <p:nvCxnSpPr>
          <p:cNvPr id="8" name="Straight Connector 7">
            <a:extLst>
              <a:ext uri="{FF2B5EF4-FFF2-40B4-BE49-F238E27FC236}">
                <a16:creationId xmlns:a16="http://schemas.microsoft.com/office/drawing/2014/main" id="{D69C1B7E-A716-404B-975E-F76A2451D01F}"/>
              </a:ext>
            </a:extLst>
          </p:cNvPr>
          <p:cNvCxnSpPr>
            <a:cxnSpLocks/>
          </p:cNvCxnSpPr>
          <p:nvPr/>
        </p:nvCxnSpPr>
        <p:spPr>
          <a:xfrm flipH="1">
            <a:off x="1269938" y="2794000"/>
            <a:ext cx="474077" cy="950212"/>
          </a:xfrm>
          <a:prstGeom prst="line">
            <a:avLst/>
          </a:prstGeom>
          <a:ln w="19050">
            <a:solidFill>
              <a:srgbClr val="FF0000"/>
            </a:solidFill>
            <a:headEnd type="triangle"/>
            <a:tailEnd type="none"/>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55D6178A-D82D-4794-99B2-7C8DE208FF3F}"/>
              </a:ext>
            </a:extLst>
          </p:cNvPr>
          <p:cNvCxnSpPr>
            <a:cxnSpLocks/>
          </p:cNvCxnSpPr>
          <p:nvPr/>
        </p:nvCxnSpPr>
        <p:spPr>
          <a:xfrm flipH="1">
            <a:off x="1269938" y="1794933"/>
            <a:ext cx="287930" cy="1949279"/>
          </a:xfrm>
          <a:prstGeom prst="line">
            <a:avLst/>
          </a:prstGeom>
          <a:ln w="19050">
            <a:solidFill>
              <a:srgbClr val="FF0000"/>
            </a:solidFill>
            <a:headEnd type="triangle"/>
            <a:tailEnd type="none"/>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D3EE751F-EFB9-4810-9731-22605364B14E}"/>
              </a:ext>
            </a:extLst>
          </p:cNvPr>
          <p:cNvCxnSpPr>
            <a:cxnSpLocks/>
          </p:cNvCxnSpPr>
          <p:nvPr/>
        </p:nvCxnSpPr>
        <p:spPr>
          <a:xfrm flipH="1" flipV="1">
            <a:off x="1269938" y="3781684"/>
            <a:ext cx="440572" cy="858049"/>
          </a:xfrm>
          <a:prstGeom prst="line">
            <a:avLst/>
          </a:prstGeom>
          <a:ln w="19050">
            <a:solidFill>
              <a:srgbClr val="FF0000"/>
            </a:solidFill>
            <a:headEnd type="triangle"/>
            <a:tailEnd type="non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6780753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55670E94-029C-4BA8-8D44-FBB339E4924F}" type="slidenum">
              <a:rPr lang="en-AU" smtClean="0">
                <a:solidFill>
                  <a:schemeClr val="tx1"/>
                </a:solidFill>
              </a:rPr>
              <a:pPr/>
              <a:t>15</a:t>
            </a:fld>
            <a:endParaRPr lang="en-AU" dirty="0">
              <a:solidFill>
                <a:schemeClr val="tx1"/>
              </a:solidFill>
            </a:endParaRPr>
          </a:p>
        </p:txBody>
      </p:sp>
      <p:sp>
        <p:nvSpPr>
          <p:cNvPr id="5" name="Rectangle 4"/>
          <p:cNvSpPr/>
          <p:nvPr/>
        </p:nvSpPr>
        <p:spPr>
          <a:xfrm>
            <a:off x="3764156" y="384043"/>
            <a:ext cx="3928041" cy="999066"/>
          </a:xfrm>
          <a:prstGeom prst="rect">
            <a:avLst/>
          </a:prstGeom>
          <a:solidFill>
            <a:schemeClr val="bg1"/>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sz="2200" dirty="0">
                <a:solidFill>
                  <a:schemeClr val="tx1"/>
                </a:solidFill>
              </a:rPr>
              <a:t>1 change students’ assessment marks in CITS1003 from LMS</a:t>
            </a:r>
          </a:p>
        </p:txBody>
      </p:sp>
      <p:cxnSp>
        <p:nvCxnSpPr>
          <p:cNvPr id="6" name="Straight Connector 5"/>
          <p:cNvCxnSpPr>
            <a:cxnSpLocks/>
            <a:stCxn id="5" idx="2"/>
            <a:endCxn id="7" idx="0"/>
          </p:cNvCxnSpPr>
          <p:nvPr/>
        </p:nvCxnSpPr>
        <p:spPr>
          <a:xfrm flipH="1">
            <a:off x="2470714" y="1383109"/>
            <a:ext cx="3257463" cy="82900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7" name="Rounded Rectangle 6"/>
          <p:cNvSpPr/>
          <p:nvPr/>
        </p:nvSpPr>
        <p:spPr>
          <a:xfrm>
            <a:off x="783771" y="2212116"/>
            <a:ext cx="3373886" cy="1216884"/>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sz="2200" dirty="0">
                <a:solidFill>
                  <a:schemeClr val="tx1"/>
                </a:solidFill>
              </a:rPr>
              <a:t>1.1 gain direct access to the CITS1003’s marks database in LMS</a:t>
            </a:r>
          </a:p>
        </p:txBody>
      </p:sp>
      <p:sp>
        <p:nvSpPr>
          <p:cNvPr id="8" name="Rounded Rectangle 7"/>
          <p:cNvSpPr/>
          <p:nvPr/>
        </p:nvSpPr>
        <p:spPr>
          <a:xfrm>
            <a:off x="4394553" y="2212116"/>
            <a:ext cx="2667247" cy="1216883"/>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sz="2200" dirty="0">
                <a:solidFill>
                  <a:schemeClr val="tx1"/>
                </a:solidFill>
              </a:rPr>
              <a:t>1.2 log in as an authenticated UC</a:t>
            </a:r>
          </a:p>
        </p:txBody>
      </p:sp>
      <p:sp>
        <p:nvSpPr>
          <p:cNvPr id="9" name="Rounded Rectangle 8"/>
          <p:cNvSpPr/>
          <p:nvPr/>
        </p:nvSpPr>
        <p:spPr>
          <a:xfrm>
            <a:off x="7298697" y="2212117"/>
            <a:ext cx="3020566" cy="1216882"/>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sz="2200" dirty="0">
                <a:solidFill>
                  <a:schemeClr val="tx1"/>
                </a:solidFill>
              </a:rPr>
              <a:t>1.3 hijack the web authentication session of the UC</a:t>
            </a:r>
          </a:p>
        </p:txBody>
      </p:sp>
      <p:cxnSp>
        <p:nvCxnSpPr>
          <p:cNvPr id="17" name="Straight Connector 16"/>
          <p:cNvCxnSpPr>
            <a:cxnSpLocks/>
            <a:stCxn id="5" idx="2"/>
            <a:endCxn id="8" idx="0"/>
          </p:cNvCxnSpPr>
          <p:nvPr/>
        </p:nvCxnSpPr>
        <p:spPr>
          <a:xfrm>
            <a:off x="5728177" y="1383109"/>
            <a:ext cx="0" cy="82900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a:cxnSpLocks/>
            <a:stCxn id="5" idx="2"/>
            <a:endCxn id="9" idx="0"/>
          </p:cNvCxnSpPr>
          <p:nvPr/>
        </p:nvCxnSpPr>
        <p:spPr>
          <a:xfrm>
            <a:off x="5728177" y="1383109"/>
            <a:ext cx="3080803" cy="82900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8492971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55670E94-029C-4BA8-8D44-FBB339E4924F}" type="slidenum">
              <a:rPr lang="en-AU" smtClean="0">
                <a:solidFill>
                  <a:prstClr val="black">
                    <a:tint val="75000"/>
                  </a:prstClr>
                </a:solidFill>
              </a:rPr>
              <a:pPr/>
              <a:t>16</a:t>
            </a:fld>
            <a:endParaRPr lang="en-AU" dirty="0">
              <a:solidFill>
                <a:prstClr val="black">
                  <a:tint val="75000"/>
                </a:prstClr>
              </a:solidFill>
            </a:endParaRPr>
          </a:p>
        </p:txBody>
      </p:sp>
      <p:sp>
        <p:nvSpPr>
          <p:cNvPr id="4" name="Title 3"/>
          <p:cNvSpPr>
            <a:spLocks noGrp="1"/>
          </p:cNvSpPr>
          <p:nvPr>
            <p:ph type="title"/>
          </p:nvPr>
        </p:nvSpPr>
        <p:spPr>
          <a:xfrm>
            <a:off x="781999" y="15960"/>
            <a:ext cx="10353762" cy="1101640"/>
          </a:xfrm>
        </p:spPr>
        <p:txBody>
          <a:bodyPr/>
          <a:lstStyle/>
          <a:p>
            <a:r>
              <a:rPr lang="en-AU" dirty="0"/>
              <a:t>Exercise</a:t>
            </a:r>
          </a:p>
        </p:txBody>
      </p:sp>
      <p:sp>
        <p:nvSpPr>
          <p:cNvPr id="2" name="Rectangle 1"/>
          <p:cNvSpPr/>
          <p:nvPr/>
        </p:nvSpPr>
        <p:spPr>
          <a:xfrm>
            <a:off x="727892" y="1117600"/>
            <a:ext cx="11247040" cy="4801314"/>
          </a:xfrm>
          <a:prstGeom prst="rect">
            <a:avLst/>
          </a:prstGeom>
        </p:spPr>
        <p:txBody>
          <a:bodyPr wrap="square">
            <a:spAutoFit/>
          </a:bodyPr>
          <a:lstStyle/>
          <a:p>
            <a:pPr hangingPunct="0">
              <a:tabLst>
                <a:tab pos="731976" algn="l"/>
                <a:tab pos="1951146" algn="l"/>
                <a:tab pos="3170315" algn="l"/>
                <a:tab pos="4389485" algn="l"/>
                <a:tab pos="5608654" algn="l"/>
                <a:tab pos="6827824" algn="l"/>
                <a:tab pos="8046993" algn="l"/>
                <a:tab pos="9266163" algn="l"/>
                <a:tab pos="10485333" algn="l"/>
                <a:tab pos="11704502" algn="l"/>
                <a:tab pos="12923672" algn="l"/>
              </a:tabLst>
            </a:pPr>
            <a:r>
              <a:rPr lang="en-NZ" sz="2800" dirty="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rPr>
              <a:t>1. </a:t>
            </a:r>
            <a:r>
              <a:rPr lang="en-NZ" sz="2800" dirty="0">
                <a:ln>
                  <a:solidFill>
                    <a:schemeClr val="bg1">
                      <a:lumMod val="75000"/>
                      <a:lumOff val="25000"/>
                      <a:alpha val="10000"/>
                    </a:schemeClr>
                  </a:solidFill>
                </a:ln>
                <a:solidFill>
                  <a:schemeClr val="tx2"/>
                </a:solidFill>
              </a:rPr>
              <a:t>change students’ assessment marks in CITS1003 from LMS</a:t>
            </a:r>
          </a:p>
          <a:p>
            <a:pPr hangingPunct="0">
              <a:tabLst>
                <a:tab pos="731976" algn="l"/>
                <a:tab pos="1951146" algn="l"/>
                <a:tab pos="3170315" algn="l"/>
                <a:tab pos="4389485" algn="l"/>
                <a:tab pos="5608654" algn="l"/>
                <a:tab pos="6827824" algn="l"/>
                <a:tab pos="8046993" algn="l"/>
                <a:tab pos="9266163" algn="l"/>
                <a:tab pos="10485333" algn="l"/>
                <a:tab pos="11704502" algn="l"/>
                <a:tab pos="12923672" algn="l"/>
              </a:tabLst>
            </a:pPr>
            <a:r>
              <a:rPr lang="en-NZ" sz="2800" dirty="0">
                <a:ln>
                  <a:solidFill>
                    <a:schemeClr val="bg1">
                      <a:lumMod val="75000"/>
                      <a:lumOff val="25000"/>
                      <a:alpha val="10000"/>
                    </a:schemeClr>
                  </a:solidFill>
                </a:ln>
                <a:solidFill>
                  <a:schemeClr val="tx2"/>
                </a:solidFill>
              </a:rPr>
              <a:t>	1.1 gain direct access to the CITS1003’s marks database in LMS</a:t>
            </a:r>
          </a:p>
          <a:p>
            <a:pPr marL="1219170" lvl="2" hangingPunct="0">
              <a:tabLst>
                <a:tab pos="731976" algn="l"/>
                <a:tab pos="1951146" algn="l"/>
                <a:tab pos="3170315" algn="l"/>
                <a:tab pos="4389485" algn="l"/>
                <a:tab pos="5608654" algn="l"/>
                <a:tab pos="6827824" algn="l"/>
                <a:tab pos="8046993" algn="l"/>
                <a:tab pos="9266163" algn="l"/>
                <a:tab pos="10485333" algn="l"/>
                <a:tab pos="11704502" algn="l"/>
                <a:tab pos="12923672" algn="l"/>
              </a:tabLst>
            </a:pPr>
            <a:r>
              <a:rPr lang="en-NZ" sz="2800" dirty="0">
                <a:ln>
                  <a:solidFill>
                    <a:schemeClr val="bg1">
                      <a:lumMod val="75000"/>
                      <a:lumOff val="25000"/>
                      <a:alpha val="10000"/>
                    </a:schemeClr>
                  </a:solidFill>
                </a:ln>
                <a:solidFill>
                  <a:schemeClr val="tx2"/>
                </a:solidFill>
              </a:rPr>
              <a:t>	1.1.1 exploit a software vulnerability in the LMS</a:t>
            </a:r>
          </a:p>
          <a:p>
            <a:pPr hangingPunct="0">
              <a:tabLst>
                <a:tab pos="731976" algn="l"/>
                <a:tab pos="1951146" algn="l"/>
                <a:tab pos="3170315" algn="l"/>
                <a:tab pos="4389485" algn="l"/>
                <a:tab pos="5608654" algn="l"/>
                <a:tab pos="6827824" algn="l"/>
                <a:tab pos="8046993" algn="l"/>
                <a:tab pos="9266163" algn="l"/>
                <a:tab pos="10485333" algn="l"/>
                <a:tab pos="11704502" algn="l"/>
                <a:tab pos="12923672" algn="l"/>
              </a:tabLst>
            </a:pPr>
            <a:r>
              <a:rPr lang="en-NZ" sz="2800" dirty="0">
                <a:ln>
                  <a:solidFill>
                    <a:schemeClr val="bg1">
                      <a:lumMod val="75000"/>
                      <a:lumOff val="25000"/>
                      <a:alpha val="10000"/>
                    </a:schemeClr>
                  </a:solidFill>
                </a:ln>
                <a:solidFill>
                  <a:schemeClr val="tx2"/>
                </a:solidFill>
              </a:rPr>
              <a:t>	1.2 log in as an authenticated UC</a:t>
            </a:r>
          </a:p>
          <a:p>
            <a:pPr hangingPunct="0">
              <a:tabLst>
                <a:tab pos="731976" algn="l"/>
                <a:tab pos="1951146" algn="l"/>
                <a:tab pos="3170315" algn="l"/>
                <a:tab pos="4389485" algn="l"/>
                <a:tab pos="5608654" algn="l"/>
                <a:tab pos="6827824" algn="l"/>
                <a:tab pos="8046993" algn="l"/>
                <a:tab pos="9266163" algn="l"/>
                <a:tab pos="10485333" algn="l"/>
                <a:tab pos="11704502" algn="l"/>
                <a:tab pos="12923672" algn="l"/>
              </a:tabLst>
            </a:pPr>
            <a:r>
              <a:rPr lang="en-NZ" sz="2800" dirty="0">
                <a:ln>
                  <a:solidFill>
                    <a:schemeClr val="bg1">
                      <a:lumMod val="75000"/>
                      <a:lumOff val="25000"/>
                      <a:alpha val="10000"/>
                    </a:schemeClr>
                  </a:solidFill>
                </a:ln>
                <a:solidFill>
                  <a:schemeClr val="tx2"/>
                </a:solidFill>
              </a:rPr>
              <a:t>	 	1.2.1 perform a brute-force login</a:t>
            </a:r>
          </a:p>
          <a:p>
            <a:pPr marL="609585" lvl="1" hangingPunct="0">
              <a:tabLst>
                <a:tab pos="731976" algn="l"/>
                <a:tab pos="1951146" algn="l"/>
                <a:tab pos="3170315" algn="l"/>
                <a:tab pos="4389485" algn="l"/>
                <a:tab pos="5608654" algn="l"/>
                <a:tab pos="6827824" algn="l"/>
                <a:tab pos="8046993" algn="l"/>
                <a:tab pos="9266163" algn="l"/>
                <a:tab pos="10485333" algn="l"/>
                <a:tab pos="11704502" algn="l"/>
                <a:tab pos="12923672" algn="l"/>
              </a:tabLst>
            </a:pPr>
            <a:r>
              <a:rPr lang="en-NZ" sz="2800" dirty="0">
                <a:ln>
                  <a:solidFill>
                    <a:schemeClr val="bg1">
                      <a:lumMod val="75000"/>
                      <a:lumOff val="25000"/>
                      <a:alpha val="10000"/>
                    </a:schemeClr>
                  </a:solidFill>
                </a:ln>
                <a:solidFill>
                  <a:schemeClr val="tx2"/>
                </a:solidFill>
              </a:rPr>
              <a:t>		   	1.2.1.1 identify the UC’s username</a:t>
            </a:r>
          </a:p>
          <a:p>
            <a:pPr marL="609585" lvl="1" hangingPunct="0">
              <a:tabLst>
                <a:tab pos="731976" algn="l"/>
                <a:tab pos="1951146" algn="l"/>
                <a:tab pos="3170315" algn="l"/>
                <a:tab pos="4389485" algn="l"/>
                <a:tab pos="5608654" algn="l"/>
                <a:tab pos="6827824" algn="l"/>
                <a:tab pos="8046993" algn="l"/>
                <a:tab pos="9266163" algn="l"/>
                <a:tab pos="10485333" algn="l"/>
                <a:tab pos="11704502" algn="l"/>
                <a:tab pos="12923672" algn="l"/>
              </a:tabLst>
            </a:pPr>
            <a:r>
              <a:rPr lang="en-NZ" sz="2800" dirty="0">
                <a:ln>
                  <a:solidFill>
                    <a:schemeClr val="bg1">
                      <a:lumMod val="75000"/>
                      <a:lumOff val="25000"/>
                      <a:alpha val="10000"/>
                    </a:schemeClr>
                  </a:solidFill>
                </a:ln>
                <a:solidFill>
                  <a:schemeClr val="tx2"/>
                </a:solidFill>
              </a:rPr>
              <a:t>            	1.2.1.2 identify the UC’s password</a:t>
            </a:r>
          </a:p>
          <a:p>
            <a:pPr hangingPunct="0">
              <a:tabLst>
                <a:tab pos="731976" algn="l"/>
                <a:tab pos="1951146" algn="l"/>
                <a:tab pos="3170315" algn="l"/>
                <a:tab pos="4389485" algn="l"/>
                <a:tab pos="5608654" algn="l"/>
                <a:tab pos="6827824" algn="l"/>
                <a:tab pos="8046993" algn="l"/>
                <a:tab pos="9266163" algn="l"/>
                <a:tab pos="10485333" algn="l"/>
                <a:tab pos="11704502" algn="l"/>
                <a:tab pos="12923672" algn="l"/>
              </a:tabLst>
            </a:pPr>
            <a:r>
              <a:rPr lang="en-NZ" sz="2800" dirty="0">
                <a:ln>
                  <a:solidFill>
                    <a:schemeClr val="bg1">
                      <a:lumMod val="75000"/>
                      <a:lumOff val="25000"/>
                      <a:alpha val="10000"/>
                    </a:schemeClr>
                  </a:solidFill>
                </a:ln>
                <a:solidFill>
                  <a:schemeClr val="tx2"/>
                </a:solidFill>
              </a:rPr>
              <a:t>		1.2.2 steal the UC’s login credentials</a:t>
            </a:r>
          </a:p>
          <a:p>
            <a:pPr hangingPunct="0">
              <a:tabLst>
                <a:tab pos="731976" algn="l"/>
                <a:tab pos="1951146" algn="l"/>
                <a:tab pos="3170315" algn="l"/>
                <a:tab pos="4389485" algn="l"/>
                <a:tab pos="5608654" algn="l"/>
                <a:tab pos="6827824" algn="l"/>
                <a:tab pos="8046993" algn="l"/>
                <a:tab pos="9266163" algn="l"/>
                <a:tab pos="10485333" algn="l"/>
                <a:tab pos="11704502" algn="l"/>
                <a:tab pos="12923672" algn="l"/>
              </a:tabLst>
            </a:pPr>
            <a:r>
              <a:rPr lang="en-NZ" sz="2800" dirty="0">
                <a:ln>
                  <a:solidFill>
                    <a:schemeClr val="bg1">
                      <a:lumMod val="75000"/>
                      <a:lumOff val="25000"/>
                      <a:alpha val="10000"/>
                    </a:schemeClr>
                  </a:solidFill>
                </a:ln>
                <a:solidFill>
                  <a:schemeClr val="tx2"/>
                </a:solidFill>
              </a:rPr>
              <a:t>	1.3 hijack the web authentication session of the UC</a:t>
            </a:r>
          </a:p>
          <a:p>
            <a:pPr hangingPunct="0">
              <a:tabLst>
                <a:tab pos="731976" algn="l"/>
                <a:tab pos="1951146" algn="l"/>
                <a:tab pos="3170315" algn="l"/>
                <a:tab pos="4389485" algn="l"/>
                <a:tab pos="5608654" algn="l"/>
                <a:tab pos="6827824" algn="l"/>
                <a:tab pos="8046993" algn="l"/>
                <a:tab pos="9266163" algn="l"/>
                <a:tab pos="10485333" algn="l"/>
                <a:tab pos="11704502" algn="l"/>
                <a:tab pos="12923672" algn="l"/>
              </a:tabLst>
            </a:pPr>
            <a:r>
              <a:rPr lang="en-NZ" sz="2800" dirty="0">
                <a:ln>
                  <a:solidFill>
                    <a:schemeClr val="bg1">
                      <a:lumMod val="75000"/>
                      <a:lumOff val="25000"/>
                      <a:alpha val="10000"/>
                    </a:schemeClr>
                  </a:solidFill>
                </a:ln>
                <a:solidFill>
                  <a:schemeClr val="tx2"/>
                </a:solidFill>
              </a:rPr>
              <a:t>		1.3.1 steal the UC’s session cookie</a:t>
            </a:r>
          </a:p>
          <a:p>
            <a:pPr hangingPunct="0">
              <a:tabLst>
                <a:tab pos="731976" algn="l"/>
                <a:tab pos="1951146" algn="l"/>
                <a:tab pos="3170315" algn="l"/>
                <a:tab pos="4389485" algn="l"/>
                <a:tab pos="5608654" algn="l"/>
                <a:tab pos="6827824" algn="l"/>
                <a:tab pos="8046993" algn="l"/>
                <a:tab pos="9266163" algn="l"/>
                <a:tab pos="10485333" algn="l"/>
                <a:tab pos="11704502" algn="l"/>
                <a:tab pos="12923672" algn="l"/>
              </a:tabLst>
            </a:pPr>
            <a:r>
              <a:rPr lang="en-NZ" sz="2600" dirty="0">
                <a:ln>
                  <a:solidFill>
                    <a:schemeClr val="bg1">
                      <a:lumMod val="75000"/>
                      <a:lumOff val="25000"/>
                      <a:alpha val="10000"/>
                    </a:schemeClr>
                  </a:solidFill>
                </a:ln>
                <a:solidFill>
                  <a:schemeClr val="tx2"/>
                </a:solidFill>
              </a:rPr>
              <a:t>	</a:t>
            </a:r>
          </a:p>
        </p:txBody>
      </p:sp>
      <p:sp>
        <p:nvSpPr>
          <p:cNvPr id="5" name="Rectangle 4">
            <a:extLst>
              <a:ext uri="{FF2B5EF4-FFF2-40B4-BE49-F238E27FC236}">
                <a16:creationId xmlns:a16="http://schemas.microsoft.com/office/drawing/2014/main" id="{1B6BDF2B-282F-46DA-9B05-2B1B66987005}"/>
              </a:ext>
            </a:extLst>
          </p:cNvPr>
          <p:cNvSpPr/>
          <p:nvPr/>
        </p:nvSpPr>
        <p:spPr>
          <a:xfrm>
            <a:off x="660401" y="3422479"/>
            <a:ext cx="745066" cy="64346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2600" dirty="0"/>
              <a:t>OR</a:t>
            </a:r>
          </a:p>
        </p:txBody>
      </p:sp>
      <p:cxnSp>
        <p:nvCxnSpPr>
          <p:cNvPr id="8" name="Straight Connector 7">
            <a:extLst>
              <a:ext uri="{FF2B5EF4-FFF2-40B4-BE49-F238E27FC236}">
                <a16:creationId xmlns:a16="http://schemas.microsoft.com/office/drawing/2014/main" id="{D69C1B7E-A716-404B-975E-F76A2451D01F}"/>
              </a:ext>
            </a:extLst>
          </p:cNvPr>
          <p:cNvCxnSpPr>
            <a:cxnSpLocks/>
          </p:cNvCxnSpPr>
          <p:nvPr/>
        </p:nvCxnSpPr>
        <p:spPr>
          <a:xfrm flipH="1">
            <a:off x="1269938" y="2794000"/>
            <a:ext cx="474077" cy="950212"/>
          </a:xfrm>
          <a:prstGeom prst="line">
            <a:avLst/>
          </a:prstGeom>
          <a:ln w="19050">
            <a:solidFill>
              <a:srgbClr val="FF0000"/>
            </a:solidFill>
            <a:headEnd type="triangle"/>
            <a:tailEnd type="none"/>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55D6178A-D82D-4794-99B2-7C8DE208FF3F}"/>
              </a:ext>
            </a:extLst>
          </p:cNvPr>
          <p:cNvCxnSpPr>
            <a:cxnSpLocks/>
          </p:cNvCxnSpPr>
          <p:nvPr/>
        </p:nvCxnSpPr>
        <p:spPr>
          <a:xfrm flipH="1">
            <a:off x="1269938" y="1794933"/>
            <a:ext cx="287930" cy="1949279"/>
          </a:xfrm>
          <a:prstGeom prst="line">
            <a:avLst/>
          </a:prstGeom>
          <a:ln w="19050">
            <a:solidFill>
              <a:srgbClr val="FF0000"/>
            </a:solidFill>
            <a:headEnd type="triangle"/>
            <a:tailEnd type="none"/>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D3EE751F-EFB9-4810-9731-22605364B14E}"/>
              </a:ext>
            </a:extLst>
          </p:cNvPr>
          <p:cNvCxnSpPr>
            <a:cxnSpLocks/>
          </p:cNvCxnSpPr>
          <p:nvPr/>
        </p:nvCxnSpPr>
        <p:spPr>
          <a:xfrm flipH="1" flipV="1">
            <a:off x="1269938" y="3781684"/>
            <a:ext cx="440572" cy="858049"/>
          </a:xfrm>
          <a:prstGeom prst="line">
            <a:avLst/>
          </a:prstGeom>
          <a:ln w="19050">
            <a:solidFill>
              <a:srgbClr val="FF0000"/>
            </a:solidFill>
            <a:headEnd type="triangle"/>
            <a:tailEnd type="non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1269141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55670E94-029C-4BA8-8D44-FBB339E4924F}" type="slidenum">
              <a:rPr lang="en-AU" smtClean="0">
                <a:solidFill>
                  <a:prstClr val="black">
                    <a:tint val="75000"/>
                  </a:prstClr>
                </a:solidFill>
              </a:rPr>
              <a:pPr/>
              <a:t>17</a:t>
            </a:fld>
            <a:endParaRPr lang="en-AU" dirty="0">
              <a:solidFill>
                <a:prstClr val="black">
                  <a:tint val="75000"/>
                </a:prstClr>
              </a:solidFill>
            </a:endParaRPr>
          </a:p>
        </p:txBody>
      </p:sp>
      <p:sp>
        <p:nvSpPr>
          <p:cNvPr id="4" name="Title 3"/>
          <p:cNvSpPr>
            <a:spLocks noGrp="1"/>
          </p:cNvSpPr>
          <p:nvPr>
            <p:ph type="title"/>
          </p:nvPr>
        </p:nvSpPr>
        <p:spPr>
          <a:xfrm>
            <a:off x="781999" y="15960"/>
            <a:ext cx="10353762" cy="1101640"/>
          </a:xfrm>
        </p:spPr>
        <p:txBody>
          <a:bodyPr/>
          <a:lstStyle/>
          <a:p>
            <a:r>
              <a:rPr lang="en-AU" dirty="0"/>
              <a:t>Exercise</a:t>
            </a:r>
          </a:p>
        </p:txBody>
      </p:sp>
      <p:sp>
        <p:nvSpPr>
          <p:cNvPr id="2" name="Rectangle 1"/>
          <p:cNvSpPr/>
          <p:nvPr/>
        </p:nvSpPr>
        <p:spPr>
          <a:xfrm>
            <a:off x="727892" y="1117600"/>
            <a:ext cx="11247040" cy="4801314"/>
          </a:xfrm>
          <a:prstGeom prst="rect">
            <a:avLst/>
          </a:prstGeom>
        </p:spPr>
        <p:txBody>
          <a:bodyPr wrap="square">
            <a:spAutoFit/>
          </a:bodyPr>
          <a:lstStyle/>
          <a:p>
            <a:pPr hangingPunct="0">
              <a:tabLst>
                <a:tab pos="731976" algn="l"/>
                <a:tab pos="1951146" algn="l"/>
                <a:tab pos="3170315" algn="l"/>
                <a:tab pos="4389485" algn="l"/>
                <a:tab pos="5608654" algn="l"/>
                <a:tab pos="6827824" algn="l"/>
                <a:tab pos="8046993" algn="l"/>
                <a:tab pos="9266163" algn="l"/>
                <a:tab pos="10485333" algn="l"/>
                <a:tab pos="11704502" algn="l"/>
                <a:tab pos="12923672" algn="l"/>
              </a:tabLst>
            </a:pPr>
            <a:r>
              <a:rPr lang="en-NZ" sz="2800" dirty="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rPr>
              <a:t>1. </a:t>
            </a:r>
            <a:r>
              <a:rPr lang="en-NZ" sz="2800" dirty="0">
                <a:ln>
                  <a:solidFill>
                    <a:schemeClr val="bg1">
                      <a:lumMod val="75000"/>
                      <a:lumOff val="25000"/>
                      <a:alpha val="10000"/>
                    </a:schemeClr>
                  </a:solidFill>
                </a:ln>
                <a:solidFill>
                  <a:schemeClr val="tx2"/>
                </a:solidFill>
              </a:rPr>
              <a:t>change students’ assessment marks in CITS1003 from LMS</a:t>
            </a:r>
          </a:p>
          <a:p>
            <a:pPr hangingPunct="0">
              <a:tabLst>
                <a:tab pos="731976" algn="l"/>
                <a:tab pos="1951146" algn="l"/>
                <a:tab pos="3170315" algn="l"/>
                <a:tab pos="4389485" algn="l"/>
                <a:tab pos="5608654" algn="l"/>
                <a:tab pos="6827824" algn="l"/>
                <a:tab pos="8046993" algn="l"/>
                <a:tab pos="9266163" algn="l"/>
                <a:tab pos="10485333" algn="l"/>
                <a:tab pos="11704502" algn="l"/>
                <a:tab pos="12923672" algn="l"/>
              </a:tabLst>
            </a:pPr>
            <a:r>
              <a:rPr lang="en-NZ" sz="2800" dirty="0">
                <a:ln>
                  <a:solidFill>
                    <a:schemeClr val="bg1">
                      <a:lumMod val="75000"/>
                      <a:lumOff val="25000"/>
                      <a:alpha val="10000"/>
                    </a:schemeClr>
                  </a:solidFill>
                </a:ln>
                <a:solidFill>
                  <a:schemeClr val="tx2"/>
                </a:solidFill>
              </a:rPr>
              <a:t>	1.1 gain direct access to the CITS1003’s marks database in LMS</a:t>
            </a:r>
          </a:p>
          <a:p>
            <a:pPr marL="1219170" lvl="2" hangingPunct="0">
              <a:tabLst>
                <a:tab pos="731976" algn="l"/>
                <a:tab pos="1951146" algn="l"/>
                <a:tab pos="3170315" algn="l"/>
                <a:tab pos="4389485" algn="l"/>
                <a:tab pos="5608654" algn="l"/>
                <a:tab pos="6827824" algn="l"/>
                <a:tab pos="8046993" algn="l"/>
                <a:tab pos="9266163" algn="l"/>
                <a:tab pos="10485333" algn="l"/>
                <a:tab pos="11704502" algn="l"/>
                <a:tab pos="12923672" algn="l"/>
              </a:tabLst>
            </a:pPr>
            <a:r>
              <a:rPr lang="en-NZ" sz="2800" dirty="0">
                <a:ln>
                  <a:solidFill>
                    <a:schemeClr val="bg1">
                      <a:lumMod val="75000"/>
                      <a:lumOff val="25000"/>
                      <a:alpha val="10000"/>
                    </a:schemeClr>
                  </a:solidFill>
                </a:ln>
                <a:solidFill>
                  <a:schemeClr val="tx2"/>
                </a:solidFill>
              </a:rPr>
              <a:t>	1.1.1 exploit a software vulnerability in the LMS</a:t>
            </a:r>
          </a:p>
          <a:p>
            <a:pPr hangingPunct="0">
              <a:tabLst>
                <a:tab pos="731976" algn="l"/>
                <a:tab pos="1951146" algn="l"/>
                <a:tab pos="3170315" algn="l"/>
                <a:tab pos="4389485" algn="l"/>
                <a:tab pos="5608654" algn="l"/>
                <a:tab pos="6827824" algn="l"/>
                <a:tab pos="8046993" algn="l"/>
                <a:tab pos="9266163" algn="l"/>
                <a:tab pos="10485333" algn="l"/>
                <a:tab pos="11704502" algn="l"/>
                <a:tab pos="12923672" algn="l"/>
              </a:tabLst>
            </a:pPr>
            <a:r>
              <a:rPr lang="en-NZ" sz="2800" dirty="0">
                <a:ln>
                  <a:solidFill>
                    <a:schemeClr val="bg1">
                      <a:lumMod val="75000"/>
                      <a:lumOff val="25000"/>
                      <a:alpha val="10000"/>
                    </a:schemeClr>
                  </a:solidFill>
                </a:ln>
                <a:solidFill>
                  <a:schemeClr val="tx2"/>
                </a:solidFill>
              </a:rPr>
              <a:t>	1.2 log in as an authenticated UC</a:t>
            </a:r>
          </a:p>
          <a:p>
            <a:pPr hangingPunct="0">
              <a:tabLst>
                <a:tab pos="731976" algn="l"/>
                <a:tab pos="1951146" algn="l"/>
                <a:tab pos="3170315" algn="l"/>
                <a:tab pos="4389485" algn="l"/>
                <a:tab pos="5608654" algn="l"/>
                <a:tab pos="6827824" algn="l"/>
                <a:tab pos="8046993" algn="l"/>
                <a:tab pos="9266163" algn="l"/>
                <a:tab pos="10485333" algn="l"/>
                <a:tab pos="11704502" algn="l"/>
                <a:tab pos="12923672" algn="l"/>
              </a:tabLst>
            </a:pPr>
            <a:r>
              <a:rPr lang="en-NZ" sz="2800" dirty="0">
                <a:ln>
                  <a:solidFill>
                    <a:schemeClr val="bg1">
                      <a:lumMod val="75000"/>
                      <a:lumOff val="25000"/>
                      <a:alpha val="10000"/>
                    </a:schemeClr>
                  </a:solidFill>
                </a:ln>
                <a:solidFill>
                  <a:schemeClr val="tx2"/>
                </a:solidFill>
              </a:rPr>
              <a:t>	 	1.2.1 perform a brute-force login</a:t>
            </a:r>
          </a:p>
          <a:p>
            <a:pPr marL="609585" lvl="1" hangingPunct="0">
              <a:tabLst>
                <a:tab pos="731976" algn="l"/>
                <a:tab pos="1951146" algn="l"/>
                <a:tab pos="3170315" algn="l"/>
                <a:tab pos="4389485" algn="l"/>
                <a:tab pos="5608654" algn="l"/>
                <a:tab pos="6827824" algn="l"/>
                <a:tab pos="8046993" algn="l"/>
                <a:tab pos="9266163" algn="l"/>
                <a:tab pos="10485333" algn="l"/>
                <a:tab pos="11704502" algn="l"/>
                <a:tab pos="12923672" algn="l"/>
              </a:tabLst>
            </a:pPr>
            <a:r>
              <a:rPr lang="en-NZ" sz="2800" dirty="0">
                <a:ln>
                  <a:solidFill>
                    <a:schemeClr val="bg1">
                      <a:lumMod val="75000"/>
                      <a:lumOff val="25000"/>
                      <a:alpha val="10000"/>
                    </a:schemeClr>
                  </a:solidFill>
                </a:ln>
                <a:solidFill>
                  <a:schemeClr val="tx2"/>
                </a:solidFill>
              </a:rPr>
              <a:t>		   	1.2.1.1 identify the UC’s username</a:t>
            </a:r>
          </a:p>
          <a:p>
            <a:pPr marL="609585" lvl="1" hangingPunct="0">
              <a:tabLst>
                <a:tab pos="731976" algn="l"/>
                <a:tab pos="1951146" algn="l"/>
                <a:tab pos="3170315" algn="l"/>
                <a:tab pos="4389485" algn="l"/>
                <a:tab pos="5608654" algn="l"/>
                <a:tab pos="6827824" algn="l"/>
                <a:tab pos="8046993" algn="l"/>
                <a:tab pos="9266163" algn="l"/>
                <a:tab pos="10485333" algn="l"/>
                <a:tab pos="11704502" algn="l"/>
                <a:tab pos="12923672" algn="l"/>
              </a:tabLst>
            </a:pPr>
            <a:r>
              <a:rPr lang="en-NZ" sz="2800" dirty="0">
                <a:ln>
                  <a:solidFill>
                    <a:schemeClr val="bg1">
                      <a:lumMod val="75000"/>
                      <a:lumOff val="25000"/>
                      <a:alpha val="10000"/>
                    </a:schemeClr>
                  </a:solidFill>
                </a:ln>
                <a:solidFill>
                  <a:schemeClr val="tx2"/>
                </a:solidFill>
              </a:rPr>
              <a:t>            	1.2.1.2 identify the UC’s password</a:t>
            </a:r>
          </a:p>
          <a:p>
            <a:pPr hangingPunct="0">
              <a:tabLst>
                <a:tab pos="731976" algn="l"/>
                <a:tab pos="1951146" algn="l"/>
                <a:tab pos="3170315" algn="l"/>
                <a:tab pos="4389485" algn="l"/>
                <a:tab pos="5608654" algn="l"/>
                <a:tab pos="6827824" algn="l"/>
                <a:tab pos="8046993" algn="l"/>
                <a:tab pos="9266163" algn="l"/>
                <a:tab pos="10485333" algn="l"/>
                <a:tab pos="11704502" algn="l"/>
                <a:tab pos="12923672" algn="l"/>
              </a:tabLst>
            </a:pPr>
            <a:r>
              <a:rPr lang="en-NZ" sz="2800" dirty="0">
                <a:ln>
                  <a:solidFill>
                    <a:schemeClr val="bg1">
                      <a:lumMod val="75000"/>
                      <a:lumOff val="25000"/>
                      <a:alpha val="10000"/>
                    </a:schemeClr>
                  </a:solidFill>
                </a:ln>
                <a:solidFill>
                  <a:schemeClr val="tx2"/>
                </a:solidFill>
              </a:rPr>
              <a:t>		1.2.2 steal the UC’s login credentials</a:t>
            </a:r>
          </a:p>
          <a:p>
            <a:pPr hangingPunct="0">
              <a:tabLst>
                <a:tab pos="731976" algn="l"/>
                <a:tab pos="1951146" algn="l"/>
                <a:tab pos="3170315" algn="l"/>
                <a:tab pos="4389485" algn="l"/>
                <a:tab pos="5608654" algn="l"/>
                <a:tab pos="6827824" algn="l"/>
                <a:tab pos="8046993" algn="l"/>
                <a:tab pos="9266163" algn="l"/>
                <a:tab pos="10485333" algn="l"/>
                <a:tab pos="11704502" algn="l"/>
                <a:tab pos="12923672" algn="l"/>
              </a:tabLst>
            </a:pPr>
            <a:r>
              <a:rPr lang="en-NZ" sz="2800" dirty="0">
                <a:ln>
                  <a:solidFill>
                    <a:schemeClr val="bg1">
                      <a:lumMod val="75000"/>
                      <a:lumOff val="25000"/>
                      <a:alpha val="10000"/>
                    </a:schemeClr>
                  </a:solidFill>
                </a:ln>
                <a:solidFill>
                  <a:schemeClr val="tx2"/>
                </a:solidFill>
              </a:rPr>
              <a:t>	1.3 hijack the web authentication session of the UC</a:t>
            </a:r>
          </a:p>
          <a:p>
            <a:pPr hangingPunct="0">
              <a:tabLst>
                <a:tab pos="731976" algn="l"/>
                <a:tab pos="1951146" algn="l"/>
                <a:tab pos="3170315" algn="l"/>
                <a:tab pos="4389485" algn="l"/>
                <a:tab pos="5608654" algn="l"/>
                <a:tab pos="6827824" algn="l"/>
                <a:tab pos="8046993" algn="l"/>
                <a:tab pos="9266163" algn="l"/>
                <a:tab pos="10485333" algn="l"/>
                <a:tab pos="11704502" algn="l"/>
                <a:tab pos="12923672" algn="l"/>
              </a:tabLst>
            </a:pPr>
            <a:r>
              <a:rPr lang="en-NZ" sz="2800" dirty="0">
                <a:ln>
                  <a:solidFill>
                    <a:schemeClr val="bg1">
                      <a:lumMod val="75000"/>
                      <a:lumOff val="25000"/>
                      <a:alpha val="10000"/>
                    </a:schemeClr>
                  </a:solidFill>
                </a:ln>
                <a:solidFill>
                  <a:schemeClr val="tx2"/>
                </a:solidFill>
              </a:rPr>
              <a:t>		1.3.1 steal the UC’s session cookie</a:t>
            </a:r>
          </a:p>
          <a:p>
            <a:pPr hangingPunct="0">
              <a:tabLst>
                <a:tab pos="731976" algn="l"/>
                <a:tab pos="1951146" algn="l"/>
                <a:tab pos="3170315" algn="l"/>
                <a:tab pos="4389485" algn="l"/>
                <a:tab pos="5608654" algn="l"/>
                <a:tab pos="6827824" algn="l"/>
                <a:tab pos="8046993" algn="l"/>
                <a:tab pos="9266163" algn="l"/>
                <a:tab pos="10485333" algn="l"/>
                <a:tab pos="11704502" algn="l"/>
                <a:tab pos="12923672" algn="l"/>
              </a:tabLst>
            </a:pPr>
            <a:r>
              <a:rPr lang="en-NZ" sz="2600" dirty="0">
                <a:ln>
                  <a:solidFill>
                    <a:schemeClr val="bg1">
                      <a:lumMod val="75000"/>
                      <a:lumOff val="25000"/>
                      <a:alpha val="10000"/>
                    </a:schemeClr>
                  </a:solidFill>
                </a:ln>
                <a:solidFill>
                  <a:schemeClr val="tx2"/>
                </a:solidFill>
              </a:rPr>
              <a:t>	</a:t>
            </a:r>
          </a:p>
        </p:txBody>
      </p:sp>
      <p:sp>
        <p:nvSpPr>
          <p:cNvPr id="5" name="Rectangle 4">
            <a:extLst>
              <a:ext uri="{FF2B5EF4-FFF2-40B4-BE49-F238E27FC236}">
                <a16:creationId xmlns:a16="http://schemas.microsoft.com/office/drawing/2014/main" id="{1B6BDF2B-282F-46DA-9B05-2B1B66987005}"/>
              </a:ext>
            </a:extLst>
          </p:cNvPr>
          <p:cNvSpPr/>
          <p:nvPr/>
        </p:nvSpPr>
        <p:spPr>
          <a:xfrm>
            <a:off x="660401" y="3422479"/>
            <a:ext cx="745066" cy="64346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2600" dirty="0"/>
              <a:t>OR</a:t>
            </a:r>
          </a:p>
        </p:txBody>
      </p:sp>
      <p:cxnSp>
        <p:nvCxnSpPr>
          <p:cNvPr id="8" name="Straight Connector 7">
            <a:extLst>
              <a:ext uri="{FF2B5EF4-FFF2-40B4-BE49-F238E27FC236}">
                <a16:creationId xmlns:a16="http://schemas.microsoft.com/office/drawing/2014/main" id="{D69C1B7E-A716-404B-975E-F76A2451D01F}"/>
              </a:ext>
            </a:extLst>
          </p:cNvPr>
          <p:cNvCxnSpPr>
            <a:cxnSpLocks/>
          </p:cNvCxnSpPr>
          <p:nvPr/>
        </p:nvCxnSpPr>
        <p:spPr>
          <a:xfrm flipH="1">
            <a:off x="1269938" y="2794000"/>
            <a:ext cx="474077" cy="950212"/>
          </a:xfrm>
          <a:prstGeom prst="line">
            <a:avLst/>
          </a:prstGeom>
          <a:ln w="19050">
            <a:solidFill>
              <a:srgbClr val="FF0000"/>
            </a:solidFill>
            <a:headEnd type="triangle"/>
            <a:tailEnd type="none"/>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55D6178A-D82D-4794-99B2-7C8DE208FF3F}"/>
              </a:ext>
            </a:extLst>
          </p:cNvPr>
          <p:cNvCxnSpPr>
            <a:cxnSpLocks/>
          </p:cNvCxnSpPr>
          <p:nvPr/>
        </p:nvCxnSpPr>
        <p:spPr>
          <a:xfrm flipH="1">
            <a:off x="1269938" y="1794933"/>
            <a:ext cx="287930" cy="1949279"/>
          </a:xfrm>
          <a:prstGeom prst="line">
            <a:avLst/>
          </a:prstGeom>
          <a:ln w="19050">
            <a:solidFill>
              <a:srgbClr val="FF0000"/>
            </a:solidFill>
            <a:headEnd type="triangle"/>
            <a:tailEnd type="none"/>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D3EE751F-EFB9-4810-9731-22605364B14E}"/>
              </a:ext>
            </a:extLst>
          </p:cNvPr>
          <p:cNvCxnSpPr>
            <a:cxnSpLocks/>
          </p:cNvCxnSpPr>
          <p:nvPr/>
        </p:nvCxnSpPr>
        <p:spPr>
          <a:xfrm flipH="1" flipV="1">
            <a:off x="1269938" y="3781684"/>
            <a:ext cx="440572" cy="858049"/>
          </a:xfrm>
          <a:prstGeom prst="line">
            <a:avLst/>
          </a:prstGeom>
          <a:ln w="19050">
            <a:solidFill>
              <a:srgbClr val="FF0000"/>
            </a:solidFill>
            <a:headEnd type="triangle"/>
            <a:tailEnd type="none"/>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A35C2837-3335-41C5-800A-F9109E32111A}"/>
              </a:ext>
            </a:extLst>
          </p:cNvPr>
          <p:cNvCxnSpPr>
            <a:cxnSpLocks/>
          </p:cNvCxnSpPr>
          <p:nvPr/>
        </p:nvCxnSpPr>
        <p:spPr>
          <a:xfrm flipH="1">
            <a:off x="2047345" y="3043151"/>
            <a:ext cx="780764" cy="633235"/>
          </a:xfrm>
          <a:prstGeom prst="line">
            <a:avLst/>
          </a:prstGeom>
          <a:ln w="19050">
            <a:solidFill>
              <a:srgbClr val="FF0000"/>
            </a:solidFill>
            <a:headEnd type="triangle"/>
            <a:tailEnd type="none"/>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547A60E2-B3C7-4190-A0FC-F96C45D0C64C}"/>
              </a:ext>
            </a:extLst>
          </p:cNvPr>
          <p:cNvCxnSpPr>
            <a:cxnSpLocks/>
          </p:cNvCxnSpPr>
          <p:nvPr/>
        </p:nvCxnSpPr>
        <p:spPr>
          <a:xfrm flipH="1" flipV="1">
            <a:off x="2047345" y="3676386"/>
            <a:ext cx="780763" cy="639590"/>
          </a:xfrm>
          <a:prstGeom prst="line">
            <a:avLst/>
          </a:prstGeom>
          <a:ln w="19050">
            <a:solidFill>
              <a:srgbClr val="FF0000"/>
            </a:solidFill>
            <a:headEnd type="triangle"/>
            <a:tailEnd type="none"/>
          </a:ln>
        </p:spPr>
        <p:style>
          <a:lnRef idx="1">
            <a:schemeClr val="accent1"/>
          </a:lnRef>
          <a:fillRef idx="0">
            <a:schemeClr val="accent1"/>
          </a:fillRef>
          <a:effectRef idx="0">
            <a:schemeClr val="accent1"/>
          </a:effectRef>
          <a:fontRef idx="minor">
            <a:schemeClr val="tx1"/>
          </a:fontRef>
        </p:style>
      </p:cxnSp>
      <p:sp>
        <p:nvSpPr>
          <p:cNvPr id="13" name="Rectangle 12">
            <a:extLst>
              <a:ext uri="{FF2B5EF4-FFF2-40B4-BE49-F238E27FC236}">
                <a16:creationId xmlns:a16="http://schemas.microsoft.com/office/drawing/2014/main" id="{0FBB8EB3-FD40-4CBB-BB3F-37AEDF9CC70C}"/>
              </a:ext>
            </a:extLst>
          </p:cNvPr>
          <p:cNvSpPr/>
          <p:nvPr/>
        </p:nvSpPr>
        <p:spPr>
          <a:xfrm>
            <a:off x="1405467" y="3422479"/>
            <a:ext cx="745066" cy="64346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2600" dirty="0"/>
              <a:t>OR</a:t>
            </a:r>
          </a:p>
        </p:txBody>
      </p:sp>
    </p:spTree>
    <p:extLst>
      <p:ext uri="{BB962C8B-B14F-4D97-AF65-F5344CB8AC3E}">
        <p14:creationId xmlns:p14="http://schemas.microsoft.com/office/powerpoint/2010/main" val="219134874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55670E94-029C-4BA8-8D44-FBB339E4924F}" type="slidenum">
              <a:rPr lang="en-AU" smtClean="0">
                <a:solidFill>
                  <a:schemeClr val="tx1"/>
                </a:solidFill>
              </a:rPr>
              <a:pPr/>
              <a:t>18</a:t>
            </a:fld>
            <a:endParaRPr lang="en-AU" dirty="0">
              <a:solidFill>
                <a:schemeClr val="tx1"/>
              </a:solidFill>
            </a:endParaRPr>
          </a:p>
        </p:txBody>
      </p:sp>
      <p:sp>
        <p:nvSpPr>
          <p:cNvPr id="5" name="Rectangle 4"/>
          <p:cNvSpPr/>
          <p:nvPr/>
        </p:nvSpPr>
        <p:spPr>
          <a:xfrm>
            <a:off x="3764156" y="384043"/>
            <a:ext cx="3928041" cy="999066"/>
          </a:xfrm>
          <a:prstGeom prst="rect">
            <a:avLst/>
          </a:prstGeom>
          <a:solidFill>
            <a:schemeClr val="bg1"/>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sz="2200" dirty="0">
                <a:solidFill>
                  <a:schemeClr val="tx1"/>
                </a:solidFill>
              </a:rPr>
              <a:t>1 change students’ assessment marks in CITS1003 from LMS</a:t>
            </a:r>
          </a:p>
        </p:txBody>
      </p:sp>
      <p:cxnSp>
        <p:nvCxnSpPr>
          <p:cNvPr id="6" name="Straight Connector 5"/>
          <p:cNvCxnSpPr>
            <a:cxnSpLocks/>
            <a:stCxn id="5" idx="2"/>
            <a:endCxn id="7" idx="0"/>
          </p:cNvCxnSpPr>
          <p:nvPr/>
        </p:nvCxnSpPr>
        <p:spPr>
          <a:xfrm flipH="1">
            <a:off x="2470714" y="1383109"/>
            <a:ext cx="3257463" cy="82900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7" name="Rounded Rectangle 6"/>
          <p:cNvSpPr/>
          <p:nvPr/>
        </p:nvSpPr>
        <p:spPr>
          <a:xfrm>
            <a:off x="783771" y="2212116"/>
            <a:ext cx="3373886" cy="1216884"/>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sz="2200" dirty="0">
                <a:solidFill>
                  <a:schemeClr val="tx1"/>
                </a:solidFill>
              </a:rPr>
              <a:t>1.1 gain direct access to the CITS1003’s marks database in LMS</a:t>
            </a:r>
          </a:p>
        </p:txBody>
      </p:sp>
      <p:sp>
        <p:nvSpPr>
          <p:cNvPr id="8" name="Rounded Rectangle 7"/>
          <p:cNvSpPr/>
          <p:nvPr/>
        </p:nvSpPr>
        <p:spPr>
          <a:xfrm>
            <a:off x="4394553" y="2212116"/>
            <a:ext cx="2667247" cy="1216883"/>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sz="2200" dirty="0">
                <a:solidFill>
                  <a:schemeClr val="tx1"/>
                </a:solidFill>
              </a:rPr>
              <a:t>1.2 log in as an authenticated UC</a:t>
            </a:r>
          </a:p>
        </p:txBody>
      </p:sp>
      <p:sp>
        <p:nvSpPr>
          <p:cNvPr id="9" name="Rounded Rectangle 8"/>
          <p:cNvSpPr/>
          <p:nvPr/>
        </p:nvSpPr>
        <p:spPr>
          <a:xfrm>
            <a:off x="7298697" y="2212117"/>
            <a:ext cx="3020566" cy="1216882"/>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sz="2200" dirty="0">
                <a:solidFill>
                  <a:schemeClr val="tx1"/>
                </a:solidFill>
              </a:rPr>
              <a:t>1.3 hijack the web authentication session of the UC</a:t>
            </a:r>
          </a:p>
        </p:txBody>
      </p:sp>
      <p:cxnSp>
        <p:nvCxnSpPr>
          <p:cNvPr id="17" name="Straight Connector 16"/>
          <p:cNvCxnSpPr>
            <a:cxnSpLocks/>
            <a:stCxn id="5" idx="2"/>
            <a:endCxn id="8" idx="0"/>
          </p:cNvCxnSpPr>
          <p:nvPr/>
        </p:nvCxnSpPr>
        <p:spPr>
          <a:xfrm>
            <a:off x="5728177" y="1383109"/>
            <a:ext cx="0" cy="82900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a:cxnSpLocks/>
            <a:stCxn id="5" idx="2"/>
            <a:endCxn id="9" idx="0"/>
          </p:cNvCxnSpPr>
          <p:nvPr/>
        </p:nvCxnSpPr>
        <p:spPr>
          <a:xfrm>
            <a:off x="5728177" y="1383109"/>
            <a:ext cx="3080803" cy="82900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0" name="Rounded Rectangle 10">
            <a:extLst>
              <a:ext uri="{FF2B5EF4-FFF2-40B4-BE49-F238E27FC236}">
                <a16:creationId xmlns:a16="http://schemas.microsoft.com/office/drawing/2014/main" id="{DEAD9671-0D0E-49C6-8EB9-99AA326257BD}"/>
              </a:ext>
            </a:extLst>
          </p:cNvPr>
          <p:cNvSpPr/>
          <p:nvPr/>
        </p:nvSpPr>
        <p:spPr>
          <a:xfrm>
            <a:off x="190824" y="4279674"/>
            <a:ext cx="3399043" cy="1253296"/>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sz="2200" dirty="0">
                <a:solidFill>
                  <a:schemeClr val="tx1"/>
                </a:solidFill>
              </a:rPr>
              <a:t>1.1.1 exploit a software vulnerability in the LMS</a:t>
            </a:r>
          </a:p>
        </p:txBody>
      </p:sp>
      <p:cxnSp>
        <p:nvCxnSpPr>
          <p:cNvPr id="11" name="Straight Connector 10">
            <a:extLst>
              <a:ext uri="{FF2B5EF4-FFF2-40B4-BE49-F238E27FC236}">
                <a16:creationId xmlns:a16="http://schemas.microsoft.com/office/drawing/2014/main" id="{0BB69833-9B0D-4152-B890-103A04B46BB6}"/>
              </a:ext>
            </a:extLst>
          </p:cNvPr>
          <p:cNvCxnSpPr>
            <a:cxnSpLocks/>
            <a:stCxn id="7" idx="2"/>
            <a:endCxn id="10" idx="0"/>
          </p:cNvCxnSpPr>
          <p:nvPr/>
        </p:nvCxnSpPr>
        <p:spPr>
          <a:xfrm flipH="1">
            <a:off x="1890346" y="3429000"/>
            <a:ext cx="580368" cy="85067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2" name="Rounded Rectangle 13">
            <a:extLst>
              <a:ext uri="{FF2B5EF4-FFF2-40B4-BE49-F238E27FC236}">
                <a16:creationId xmlns:a16="http://schemas.microsoft.com/office/drawing/2014/main" id="{B7CF5227-B740-44FC-8B2E-6486B55C4B10}"/>
              </a:ext>
            </a:extLst>
          </p:cNvPr>
          <p:cNvSpPr/>
          <p:nvPr/>
        </p:nvSpPr>
        <p:spPr>
          <a:xfrm>
            <a:off x="9181301" y="4279674"/>
            <a:ext cx="2665420" cy="1253296"/>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hangingPunct="0">
              <a:tabLst>
                <a:tab pos="731976" algn="l"/>
                <a:tab pos="1951146" algn="l"/>
                <a:tab pos="3170315" algn="l"/>
                <a:tab pos="4389485" algn="l"/>
                <a:tab pos="5608654" algn="l"/>
                <a:tab pos="6827824" algn="l"/>
                <a:tab pos="8046993" algn="l"/>
                <a:tab pos="9266163" algn="l"/>
                <a:tab pos="10485333" algn="l"/>
                <a:tab pos="11704502" algn="l"/>
                <a:tab pos="12923672" algn="l"/>
              </a:tabLst>
            </a:pPr>
            <a:r>
              <a:rPr lang="en-NZ" sz="2200" dirty="0">
                <a:solidFill>
                  <a:schemeClr val="tx1"/>
                </a:solidFill>
              </a:rPr>
              <a:t>1.3.1 steal the UC’s session cookie</a:t>
            </a:r>
          </a:p>
        </p:txBody>
      </p:sp>
      <p:cxnSp>
        <p:nvCxnSpPr>
          <p:cNvPr id="13" name="Straight Connector 12">
            <a:extLst>
              <a:ext uri="{FF2B5EF4-FFF2-40B4-BE49-F238E27FC236}">
                <a16:creationId xmlns:a16="http://schemas.microsoft.com/office/drawing/2014/main" id="{FB306E84-8517-434B-83B1-FD8280698B34}"/>
              </a:ext>
            </a:extLst>
          </p:cNvPr>
          <p:cNvCxnSpPr>
            <a:cxnSpLocks/>
            <a:stCxn id="9" idx="2"/>
            <a:endCxn id="12" idx="0"/>
          </p:cNvCxnSpPr>
          <p:nvPr/>
        </p:nvCxnSpPr>
        <p:spPr>
          <a:xfrm>
            <a:off x="8808980" y="3428999"/>
            <a:ext cx="1705031" cy="85067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4" name="Rounded Rectangle 11">
            <a:extLst>
              <a:ext uri="{FF2B5EF4-FFF2-40B4-BE49-F238E27FC236}">
                <a16:creationId xmlns:a16="http://schemas.microsoft.com/office/drawing/2014/main" id="{604E5D3D-7003-43CE-8F61-CE4D010653DE}"/>
              </a:ext>
            </a:extLst>
          </p:cNvPr>
          <p:cNvSpPr/>
          <p:nvPr/>
        </p:nvSpPr>
        <p:spPr>
          <a:xfrm>
            <a:off x="3815778" y="4279674"/>
            <a:ext cx="2248281" cy="1253296"/>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sz="2200" dirty="0">
                <a:solidFill>
                  <a:schemeClr val="tx1"/>
                </a:solidFill>
              </a:rPr>
              <a:t>1.2.1 perform a brute-force login</a:t>
            </a:r>
          </a:p>
        </p:txBody>
      </p:sp>
      <p:sp>
        <p:nvSpPr>
          <p:cNvPr id="15" name="Rounded Rectangle 12">
            <a:extLst>
              <a:ext uri="{FF2B5EF4-FFF2-40B4-BE49-F238E27FC236}">
                <a16:creationId xmlns:a16="http://schemas.microsoft.com/office/drawing/2014/main" id="{68AAF1D9-03BE-4414-BB0E-3F2221E51EFA}"/>
              </a:ext>
            </a:extLst>
          </p:cNvPr>
          <p:cNvSpPr/>
          <p:nvPr/>
        </p:nvSpPr>
        <p:spPr>
          <a:xfrm>
            <a:off x="6289971" y="4279674"/>
            <a:ext cx="2665419" cy="1253296"/>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sz="2200" dirty="0">
                <a:solidFill>
                  <a:schemeClr val="tx1"/>
                </a:solidFill>
              </a:rPr>
              <a:t>1.2.2 steal the UC’s login credentials</a:t>
            </a:r>
          </a:p>
        </p:txBody>
      </p:sp>
      <p:cxnSp>
        <p:nvCxnSpPr>
          <p:cNvPr id="16" name="Straight Connector 15">
            <a:extLst>
              <a:ext uri="{FF2B5EF4-FFF2-40B4-BE49-F238E27FC236}">
                <a16:creationId xmlns:a16="http://schemas.microsoft.com/office/drawing/2014/main" id="{D011E090-48B4-4787-A7E6-177F361C308B}"/>
              </a:ext>
            </a:extLst>
          </p:cNvPr>
          <p:cNvCxnSpPr>
            <a:cxnSpLocks/>
            <a:stCxn id="8" idx="2"/>
            <a:endCxn id="14" idx="0"/>
          </p:cNvCxnSpPr>
          <p:nvPr/>
        </p:nvCxnSpPr>
        <p:spPr>
          <a:xfrm flipH="1">
            <a:off x="4939919" y="3428999"/>
            <a:ext cx="788258" cy="85067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339FD23C-31E7-4F29-A364-1686F16A3693}"/>
              </a:ext>
            </a:extLst>
          </p:cNvPr>
          <p:cNvCxnSpPr>
            <a:cxnSpLocks/>
            <a:stCxn id="8" idx="2"/>
            <a:endCxn id="15" idx="0"/>
          </p:cNvCxnSpPr>
          <p:nvPr/>
        </p:nvCxnSpPr>
        <p:spPr>
          <a:xfrm>
            <a:off x="5728177" y="3428999"/>
            <a:ext cx="1894504" cy="85067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8607912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55670E94-029C-4BA8-8D44-FBB339E4924F}" type="slidenum">
              <a:rPr lang="en-AU" smtClean="0">
                <a:solidFill>
                  <a:prstClr val="black">
                    <a:tint val="75000"/>
                  </a:prstClr>
                </a:solidFill>
              </a:rPr>
              <a:pPr/>
              <a:t>19</a:t>
            </a:fld>
            <a:endParaRPr lang="en-AU" dirty="0">
              <a:solidFill>
                <a:prstClr val="black">
                  <a:tint val="75000"/>
                </a:prstClr>
              </a:solidFill>
            </a:endParaRPr>
          </a:p>
        </p:txBody>
      </p:sp>
      <p:sp>
        <p:nvSpPr>
          <p:cNvPr id="4" name="Title 3"/>
          <p:cNvSpPr>
            <a:spLocks noGrp="1"/>
          </p:cNvSpPr>
          <p:nvPr>
            <p:ph type="title"/>
          </p:nvPr>
        </p:nvSpPr>
        <p:spPr>
          <a:xfrm>
            <a:off x="781999" y="15960"/>
            <a:ext cx="10353762" cy="1101640"/>
          </a:xfrm>
        </p:spPr>
        <p:txBody>
          <a:bodyPr/>
          <a:lstStyle/>
          <a:p>
            <a:r>
              <a:rPr lang="en-AU" dirty="0"/>
              <a:t>Exercise</a:t>
            </a:r>
          </a:p>
        </p:txBody>
      </p:sp>
      <p:sp>
        <p:nvSpPr>
          <p:cNvPr id="2" name="Rectangle 1"/>
          <p:cNvSpPr/>
          <p:nvPr/>
        </p:nvSpPr>
        <p:spPr>
          <a:xfrm>
            <a:off x="727892" y="1117600"/>
            <a:ext cx="11247040" cy="4801314"/>
          </a:xfrm>
          <a:prstGeom prst="rect">
            <a:avLst/>
          </a:prstGeom>
        </p:spPr>
        <p:txBody>
          <a:bodyPr wrap="square">
            <a:spAutoFit/>
          </a:bodyPr>
          <a:lstStyle/>
          <a:p>
            <a:pPr hangingPunct="0">
              <a:tabLst>
                <a:tab pos="731976" algn="l"/>
                <a:tab pos="1951146" algn="l"/>
                <a:tab pos="3170315" algn="l"/>
                <a:tab pos="4389485" algn="l"/>
                <a:tab pos="5608654" algn="l"/>
                <a:tab pos="6827824" algn="l"/>
                <a:tab pos="8046993" algn="l"/>
                <a:tab pos="9266163" algn="l"/>
                <a:tab pos="10485333" algn="l"/>
                <a:tab pos="11704502" algn="l"/>
                <a:tab pos="12923672" algn="l"/>
              </a:tabLst>
            </a:pPr>
            <a:r>
              <a:rPr lang="en-NZ" sz="2800" dirty="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rPr>
              <a:t>1. </a:t>
            </a:r>
            <a:r>
              <a:rPr lang="en-NZ" sz="2800" dirty="0">
                <a:ln>
                  <a:solidFill>
                    <a:schemeClr val="bg1">
                      <a:lumMod val="75000"/>
                      <a:lumOff val="25000"/>
                      <a:alpha val="10000"/>
                    </a:schemeClr>
                  </a:solidFill>
                </a:ln>
                <a:solidFill>
                  <a:schemeClr val="tx2"/>
                </a:solidFill>
              </a:rPr>
              <a:t>change students’ assessment marks in CITS1003 from LMS</a:t>
            </a:r>
          </a:p>
          <a:p>
            <a:pPr hangingPunct="0">
              <a:tabLst>
                <a:tab pos="731976" algn="l"/>
                <a:tab pos="1951146" algn="l"/>
                <a:tab pos="3170315" algn="l"/>
                <a:tab pos="4389485" algn="l"/>
                <a:tab pos="5608654" algn="l"/>
                <a:tab pos="6827824" algn="l"/>
                <a:tab pos="8046993" algn="l"/>
                <a:tab pos="9266163" algn="l"/>
                <a:tab pos="10485333" algn="l"/>
                <a:tab pos="11704502" algn="l"/>
                <a:tab pos="12923672" algn="l"/>
              </a:tabLst>
            </a:pPr>
            <a:r>
              <a:rPr lang="en-NZ" sz="2800" dirty="0">
                <a:ln>
                  <a:solidFill>
                    <a:schemeClr val="bg1">
                      <a:lumMod val="75000"/>
                      <a:lumOff val="25000"/>
                      <a:alpha val="10000"/>
                    </a:schemeClr>
                  </a:solidFill>
                </a:ln>
                <a:solidFill>
                  <a:schemeClr val="tx2"/>
                </a:solidFill>
              </a:rPr>
              <a:t>	1.1 gain direct access to the CITS1003’s marks database in LMS</a:t>
            </a:r>
          </a:p>
          <a:p>
            <a:pPr marL="1219170" lvl="2" hangingPunct="0">
              <a:tabLst>
                <a:tab pos="731976" algn="l"/>
                <a:tab pos="1951146" algn="l"/>
                <a:tab pos="3170315" algn="l"/>
                <a:tab pos="4389485" algn="l"/>
                <a:tab pos="5608654" algn="l"/>
                <a:tab pos="6827824" algn="l"/>
                <a:tab pos="8046993" algn="l"/>
                <a:tab pos="9266163" algn="l"/>
                <a:tab pos="10485333" algn="l"/>
                <a:tab pos="11704502" algn="l"/>
                <a:tab pos="12923672" algn="l"/>
              </a:tabLst>
            </a:pPr>
            <a:r>
              <a:rPr lang="en-NZ" sz="2800" dirty="0">
                <a:ln>
                  <a:solidFill>
                    <a:schemeClr val="bg1">
                      <a:lumMod val="75000"/>
                      <a:lumOff val="25000"/>
                      <a:alpha val="10000"/>
                    </a:schemeClr>
                  </a:solidFill>
                </a:ln>
                <a:solidFill>
                  <a:schemeClr val="tx2"/>
                </a:solidFill>
              </a:rPr>
              <a:t>	1.1.1 exploit a software vulnerability in the LMS</a:t>
            </a:r>
          </a:p>
          <a:p>
            <a:pPr hangingPunct="0">
              <a:tabLst>
                <a:tab pos="731976" algn="l"/>
                <a:tab pos="1951146" algn="l"/>
                <a:tab pos="3170315" algn="l"/>
                <a:tab pos="4389485" algn="l"/>
                <a:tab pos="5608654" algn="l"/>
                <a:tab pos="6827824" algn="l"/>
                <a:tab pos="8046993" algn="l"/>
                <a:tab pos="9266163" algn="l"/>
                <a:tab pos="10485333" algn="l"/>
                <a:tab pos="11704502" algn="l"/>
                <a:tab pos="12923672" algn="l"/>
              </a:tabLst>
            </a:pPr>
            <a:r>
              <a:rPr lang="en-NZ" sz="2800" dirty="0">
                <a:ln>
                  <a:solidFill>
                    <a:schemeClr val="bg1">
                      <a:lumMod val="75000"/>
                      <a:lumOff val="25000"/>
                      <a:alpha val="10000"/>
                    </a:schemeClr>
                  </a:solidFill>
                </a:ln>
                <a:solidFill>
                  <a:schemeClr val="tx2"/>
                </a:solidFill>
              </a:rPr>
              <a:t>	1.2 log in as an authenticated UC</a:t>
            </a:r>
          </a:p>
          <a:p>
            <a:pPr hangingPunct="0">
              <a:tabLst>
                <a:tab pos="731976" algn="l"/>
                <a:tab pos="1951146" algn="l"/>
                <a:tab pos="3170315" algn="l"/>
                <a:tab pos="4389485" algn="l"/>
                <a:tab pos="5608654" algn="l"/>
                <a:tab pos="6827824" algn="l"/>
                <a:tab pos="8046993" algn="l"/>
                <a:tab pos="9266163" algn="l"/>
                <a:tab pos="10485333" algn="l"/>
                <a:tab pos="11704502" algn="l"/>
                <a:tab pos="12923672" algn="l"/>
              </a:tabLst>
            </a:pPr>
            <a:r>
              <a:rPr lang="en-NZ" sz="2800" dirty="0">
                <a:ln>
                  <a:solidFill>
                    <a:schemeClr val="bg1">
                      <a:lumMod val="75000"/>
                      <a:lumOff val="25000"/>
                      <a:alpha val="10000"/>
                    </a:schemeClr>
                  </a:solidFill>
                </a:ln>
                <a:solidFill>
                  <a:schemeClr val="tx2"/>
                </a:solidFill>
              </a:rPr>
              <a:t>	 	1.2.1 perform a brute-force login</a:t>
            </a:r>
          </a:p>
          <a:p>
            <a:pPr marL="609585" lvl="1" hangingPunct="0">
              <a:tabLst>
                <a:tab pos="731976" algn="l"/>
                <a:tab pos="1951146" algn="l"/>
                <a:tab pos="3170315" algn="l"/>
                <a:tab pos="4389485" algn="l"/>
                <a:tab pos="5608654" algn="l"/>
                <a:tab pos="6827824" algn="l"/>
                <a:tab pos="8046993" algn="l"/>
                <a:tab pos="9266163" algn="l"/>
                <a:tab pos="10485333" algn="l"/>
                <a:tab pos="11704502" algn="l"/>
                <a:tab pos="12923672" algn="l"/>
              </a:tabLst>
            </a:pPr>
            <a:r>
              <a:rPr lang="en-NZ" sz="2800" dirty="0">
                <a:ln>
                  <a:solidFill>
                    <a:schemeClr val="bg1">
                      <a:lumMod val="75000"/>
                      <a:lumOff val="25000"/>
                      <a:alpha val="10000"/>
                    </a:schemeClr>
                  </a:solidFill>
                </a:ln>
                <a:solidFill>
                  <a:schemeClr val="tx2"/>
                </a:solidFill>
              </a:rPr>
              <a:t>		   	1.2.1.1 identify the UC’s username</a:t>
            </a:r>
          </a:p>
          <a:p>
            <a:pPr marL="609585" lvl="1" hangingPunct="0">
              <a:tabLst>
                <a:tab pos="731976" algn="l"/>
                <a:tab pos="1951146" algn="l"/>
                <a:tab pos="3170315" algn="l"/>
                <a:tab pos="4389485" algn="l"/>
                <a:tab pos="5608654" algn="l"/>
                <a:tab pos="6827824" algn="l"/>
                <a:tab pos="8046993" algn="l"/>
                <a:tab pos="9266163" algn="l"/>
                <a:tab pos="10485333" algn="l"/>
                <a:tab pos="11704502" algn="l"/>
                <a:tab pos="12923672" algn="l"/>
              </a:tabLst>
            </a:pPr>
            <a:r>
              <a:rPr lang="en-NZ" sz="2800" dirty="0">
                <a:ln>
                  <a:solidFill>
                    <a:schemeClr val="bg1">
                      <a:lumMod val="75000"/>
                      <a:lumOff val="25000"/>
                      <a:alpha val="10000"/>
                    </a:schemeClr>
                  </a:solidFill>
                </a:ln>
                <a:solidFill>
                  <a:schemeClr val="tx2"/>
                </a:solidFill>
              </a:rPr>
              <a:t>            	1.2.1.2 identify the UC’s password</a:t>
            </a:r>
          </a:p>
          <a:p>
            <a:pPr hangingPunct="0">
              <a:tabLst>
                <a:tab pos="731976" algn="l"/>
                <a:tab pos="1951146" algn="l"/>
                <a:tab pos="3170315" algn="l"/>
                <a:tab pos="4389485" algn="l"/>
                <a:tab pos="5608654" algn="l"/>
                <a:tab pos="6827824" algn="l"/>
                <a:tab pos="8046993" algn="l"/>
                <a:tab pos="9266163" algn="l"/>
                <a:tab pos="10485333" algn="l"/>
                <a:tab pos="11704502" algn="l"/>
                <a:tab pos="12923672" algn="l"/>
              </a:tabLst>
            </a:pPr>
            <a:r>
              <a:rPr lang="en-NZ" sz="2800" dirty="0">
                <a:ln>
                  <a:solidFill>
                    <a:schemeClr val="bg1">
                      <a:lumMod val="75000"/>
                      <a:lumOff val="25000"/>
                      <a:alpha val="10000"/>
                    </a:schemeClr>
                  </a:solidFill>
                </a:ln>
                <a:solidFill>
                  <a:schemeClr val="tx2"/>
                </a:solidFill>
              </a:rPr>
              <a:t>		1.2.2 steal the UC’s login credentials</a:t>
            </a:r>
          </a:p>
          <a:p>
            <a:pPr hangingPunct="0">
              <a:tabLst>
                <a:tab pos="731976" algn="l"/>
                <a:tab pos="1951146" algn="l"/>
                <a:tab pos="3170315" algn="l"/>
                <a:tab pos="4389485" algn="l"/>
                <a:tab pos="5608654" algn="l"/>
                <a:tab pos="6827824" algn="l"/>
                <a:tab pos="8046993" algn="l"/>
                <a:tab pos="9266163" algn="l"/>
                <a:tab pos="10485333" algn="l"/>
                <a:tab pos="11704502" algn="l"/>
                <a:tab pos="12923672" algn="l"/>
              </a:tabLst>
            </a:pPr>
            <a:r>
              <a:rPr lang="en-NZ" sz="2800" dirty="0">
                <a:ln>
                  <a:solidFill>
                    <a:schemeClr val="bg1">
                      <a:lumMod val="75000"/>
                      <a:lumOff val="25000"/>
                      <a:alpha val="10000"/>
                    </a:schemeClr>
                  </a:solidFill>
                </a:ln>
                <a:solidFill>
                  <a:schemeClr val="tx2"/>
                </a:solidFill>
              </a:rPr>
              <a:t>	1.3 hijack the web authentication session of the UC</a:t>
            </a:r>
          </a:p>
          <a:p>
            <a:pPr hangingPunct="0">
              <a:tabLst>
                <a:tab pos="731976" algn="l"/>
                <a:tab pos="1951146" algn="l"/>
                <a:tab pos="3170315" algn="l"/>
                <a:tab pos="4389485" algn="l"/>
                <a:tab pos="5608654" algn="l"/>
                <a:tab pos="6827824" algn="l"/>
                <a:tab pos="8046993" algn="l"/>
                <a:tab pos="9266163" algn="l"/>
                <a:tab pos="10485333" algn="l"/>
                <a:tab pos="11704502" algn="l"/>
                <a:tab pos="12923672" algn="l"/>
              </a:tabLst>
            </a:pPr>
            <a:r>
              <a:rPr lang="en-NZ" sz="2800" dirty="0">
                <a:ln>
                  <a:solidFill>
                    <a:schemeClr val="bg1">
                      <a:lumMod val="75000"/>
                      <a:lumOff val="25000"/>
                      <a:alpha val="10000"/>
                    </a:schemeClr>
                  </a:solidFill>
                </a:ln>
                <a:solidFill>
                  <a:schemeClr val="tx2"/>
                </a:solidFill>
              </a:rPr>
              <a:t>		1.3.1 steal the UC’s session cookie</a:t>
            </a:r>
          </a:p>
          <a:p>
            <a:pPr hangingPunct="0">
              <a:tabLst>
                <a:tab pos="731976" algn="l"/>
                <a:tab pos="1951146" algn="l"/>
                <a:tab pos="3170315" algn="l"/>
                <a:tab pos="4389485" algn="l"/>
                <a:tab pos="5608654" algn="l"/>
                <a:tab pos="6827824" algn="l"/>
                <a:tab pos="8046993" algn="l"/>
                <a:tab pos="9266163" algn="l"/>
                <a:tab pos="10485333" algn="l"/>
                <a:tab pos="11704502" algn="l"/>
                <a:tab pos="12923672" algn="l"/>
              </a:tabLst>
            </a:pPr>
            <a:r>
              <a:rPr lang="en-NZ" sz="2600" dirty="0">
                <a:ln>
                  <a:solidFill>
                    <a:schemeClr val="bg1">
                      <a:lumMod val="75000"/>
                      <a:lumOff val="25000"/>
                      <a:alpha val="10000"/>
                    </a:schemeClr>
                  </a:solidFill>
                </a:ln>
                <a:solidFill>
                  <a:schemeClr val="tx2"/>
                </a:solidFill>
              </a:rPr>
              <a:t>	</a:t>
            </a:r>
          </a:p>
        </p:txBody>
      </p:sp>
      <p:sp>
        <p:nvSpPr>
          <p:cNvPr id="5" name="Rectangle 4">
            <a:extLst>
              <a:ext uri="{FF2B5EF4-FFF2-40B4-BE49-F238E27FC236}">
                <a16:creationId xmlns:a16="http://schemas.microsoft.com/office/drawing/2014/main" id="{1B6BDF2B-282F-46DA-9B05-2B1B66987005}"/>
              </a:ext>
            </a:extLst>
          </p:cNvPr>
          <p:cNvSpPr/>
          <p:nvPr/>
        </p:nvSpPr>
        <p:spPr>
          <a:xfrm>
            <a:off x="660401" y="3422479"/>
            <a:ext cx="745066" cy="64346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2600" dirty="0"/>
              <a:t>OR</a:t>
            </a:r>
          </a:p>
        </p:txBody>
      </p:sp>
      <p:cxnSp>
        <p:nvCxnSpPr>
          <p:cNvPr id="8" name="Straight Connector 7">
            <a:extLst>
              <a:ext uri="{FF2B5EF4-FFF2-40B4-BE49-F238E27FC236}">
                <a16:creationId xmlns:a16="http://schemas.microsoft.com/office/drawing/2014/main" id="{D69C1B7E-A716-404B-975E-F76A2451D01F}"/>
              </a:ext>
            </a:extLst>
          </p:cNvPr>
          <p:cNvCxnSpPr>
            <a:cxnSpLocks/>
          </p:cNvCxnSpPr>
          <p:nvPr/>
        </p:nvCxnSpPr>
        <p:spPr>
          <a:xfrm flipH="1">
            <a:off x="1269938" y="2794000"/>
            <a:ext cx="474077" cy="950212"/>
          </a:xfrm>
          <a:prstGeom prst="line">
            <a:avLst/>
          </a:prstGeom>
          <a:ln w="19050">
            <a:solidFill>
              <a:srgbClr val="FF0000"/>
            </a:solidFill>
            <a:headEnd type="triangle"/>
            <a:tailEnd type="none"/>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55D6178A-D82D-4794-99B2-7C8DE208FF3F}"/>
              </a:ext>
            </a:extLst>
          </p:cNvPr>
          <p:cNvCxnSpPr>
            <a:cxnSpLocks/>
          </p:cNvCxnSpPr>
          <p:nvPr/>
        </p:nvCxnSpPr>
        <p:spPr>
          <a:xfrm flipH="1">
            <a:off x="1269938" y="1794933"/>
            <a:ext cx="287930" cy="1949279"/>
          </a:xfrm>
          <a:prstGeom prst="line">
            <a:avLst/>
          </a:prstGeom>
          <a:ln w="19050">
            <a:solidFill>
              <a:srgbClr val="FF0000"/>
            </a:solidFill>
            <a:headEnd type="triangle"/>
            <a:tailEnd type="none"/>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D3EE751F-EFB9-4810-9731-22605364B14E}"/>
              </a:ext>
            </a:extLst>
          </p:cNvPr>
          <p:cNvCxnSpPr>
            <a:cxnSpLocks/>
          </p:cNvCxnSpPr>
          <p:nvPr/>
        </p:nvCxnSpPr>
        <p:spPr>
          <a:xfrm flipH="1" flipV="1">
            <a:off x="1269938" y="3781684"/>
            <a:ext cx="440572" cy="858049"/>
          </a:xfrm>
          <a:prstGeom prst="line">
            <a:avLst/>
          </a:prstGeom>
          <a:ln w="19050">
            <a:solidFill>
              <a:srgbClr val="FF0000"/>
            </a:solidFill>
            <a:headEnd type="triangle"/>
            <a:tailEnd type="none"/>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A35C2837-3335-41C5-800A-F9109E32111A}"/>
              </a:ext>
            </a:extLst>
          </p:cNvPr>
          <p:cNvCxnSpPr>
            <a:cxnSpLocks/>
          </p:cNvCxnSpPr>
          <p:nvPr/>
        </p:nvCxnSpPr>
        <p:spPr>
          <a:xfrm flipH="1">
            <a:off x="2047345" y="3043151"/>
            <a:ext cx="780764" cy="633235"/>
          </a:xfrm>
          <a:prstGeom prst="line">
            <a:avLst/>
          </a:prstGeom>
          <a:ln w="19050">
            <a:solidFill>
              <a:srgbClr val="FF0000"/>
            </a:solidFill>
            <a:headEnd type="triangle"/>
            <a:tailEnd type="none"/>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547A60E2-B3C7-4190-A0FC-F96C45D0C64C}"/>
              </a:ext>
            </a:extLst>
          </p:cNvPr>
          <p:cNvCxnSpPr>
            <a:cxnSpLocks/>
          </p:cNvCxnSpPr>
          <p:nvPr/>
        </p:nvCxnSpPr>
        <p:spPr>
          <a:xfrm flipH="1" flipV="1">
            <a:off x="2047345" y="3676386"/>
            <a:ext cx="780763" cy="639590"/>
          </a:xfrm>
          <a:prstGeom prst="line">
            <a:avLst/>
          </a:prstGeom>
          <a:ln w="19050">
            <a:solidFill>
              <a:srgbClr val="FF0000"/>
            </a:solidFill>
            <a:headEnd type="triangle"/>
            <a:tailEnd type="none"/>
          </a:ln>
        </p:spPr>
        <p:style>
          <a:lnRef idx="1">
            <a:schemeClr val="accent1"/>
          </a:lnRef>
          <a:fillRef idx="0">
            <a:schemeClr val="accent1"/>
          </a:fillRef>
          <a:effectRef idx="0">
            <a:schemeClr val="accent1"/>
          </a:effectRef>
          <a:fontRef idx="minor">
            <a:schemeClr val="tx1"/>
          </a:fontRef>
        </p:style>
      </p:cxnSp>
      <p:sp>
        <p:nvSpPr>
          <p:cNvPr id="13" name="Rectangle 12">
            <a:extLst>
              <a:ext uri="{FF2B5EF4-FFF2-40B4-BE49-F238E27FC236}">
                <a16:creationId xmlns:a16="http://schemas.microsoft.com/office/drawing/2014/main" id="{0FBB8EB3-FD40-4CBB-BB3F-37AEDF9CC70C}"/>
              </a:ext>
            </a:extLst>
          </p:cNvPr>
          <p:cNvSpPr/>
          <p:nvPr/>
        </p:nvSpPr>
        <p:spPr>
          <a:xfrm>
            <a:off x="1405467" y="3422479"/>
            <a:ext cx="745066" cy="64346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2600" dirty="0"/>
              <a:t>OR</a:t>
            </a:r>
          </a:p>
        </p:txBody>
      </p:sp>
    </p:spTree>
    <p:extLst>
      <p:ext uri="{BB962C8B-B14F-4D97-AF65-F5344CB8AC3E}">
        <p14:creationId xmlns:p14="http://schemas.microsoft.com/office/powerpoint/2010/main" val="425390795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55670E94-029C-4BA8-8D44-FBB339E4924F}" type="slidenum">
              <a:rPr lang="en-AU" smtClean="0">
                <a:solidFill>
                  <a:prstClr val="black">
                    <a:tint val="75000"/>
                  </a:prstClr>
                </a:solidFill>
              </a:rPr>
              <a:pPr/>
              <a:t>20</a:t>
            </a:fld>
            <a:endParaRPr lang="en-AU" dirty="0">
              <a:solidFill>
                <a:prstClr val="black">
                  <a:tint val="75000"/>
                </a:prstClr>
              </a:solidFill>
            </a:endParaRPr>
          </a:p>
        </p:txBody>
      </p:sp>
      <p:sp>
        <p:nvSpPr>
          <p:cNvPr id="4" name="Title 3"/>
          <p:cNvSpPr>
            <a:spLocks noGrp="1"/>
          </p:cNvSpPr>
          <p:nvPr>
            <p:ph type="title"/>
          </p:nvPr>
        </p:nvSpPr>
        <p:spPr>
          <a:xfrm>
            <a:off x="781999" y="15960"/>
            <a:ext cx="10353762" cy="1101640"/>
          </a:xfrm>
        </p:spPr>
        <p:txBody>
          <a:bodyPr/>
          <a:lstStyle/>
          <a:p>
            <a:r>
              <a:rPr lang="en-AU" dirty="0"/>
              <a:t>Exercise</a:t>
            </a:r>
          </a:p>
        </p:txBody>
      </p:sp>
      <p:sp>
        <p:nvSpPr>
          <p:cNvPr id="2" name="Rectangle 1"/>
          <p:cNvSpPr/>
          <p:nvPr/>
        </p:nvSpPr>
        <p:spPr>
          <a:xfrm>
            <a:off x="727892" y="1117600"/>
            <a:ext cx="11247040" cy="4801314"/>
          </a:xfrm>
          <a:prstGeom prst="rect">
            <a:avLst/>
          </a:prstGeom>
        </p:spPr>
        <p:txBody>
          <a:bodyPr wrap="square">
            <a:spAutoFit/>
          </a:bodyPr>
          <a:lstStyle/>
          <a:p>
            <a:pPr hangingPunct="0">
              <a:tabLst>
                <a:tab pos="731976" algn="l"/>
                <a:tab pos="1951146" algn="l"/>
                <a:tab pos="3170315" algn="l"/>
                <a:tab pos="4389485" algn="l"/>
                <a:tab pos="5608654" algn="l"/>
                <a:tab pos="6827824" algn="l"/>
                <a:tab pos="8046993" algn="l"/>
                <a:tab pos="9266163" algn="l"/>
                <a:tab pos="10485333" algn="l"/>
                <a:tab pos="11704502" algn="l"/>
                <a:tab pos="12923672" algn="l"/>
              </a:tabLst>
            </a:pPr>
            <a:r>
              <a:rPr lang="en-NZ" sz="2800" dirty="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rPr>
              <a:t>1. </a:t>
            </a:r>
            <a:r>
              <a:rPr lang="en-NZ" sz="2800" dirty="0">
                <a:ln>
                  <a:solidFill>
                    <a:schemeClr val="bg1">
                      <a:lumMod val="75000"/>
                      <a:lumOff val="25000"/>
                      <a:alpha val="10000"/>
                    </a:schemeClr>
                  </a:solidFill>
                </a:ln>
                <a:solidFill>
                  <a:schemeClr val="tx2"/>
                </a:solidFill>
              </a:rPr>
              <a:t>change students’ assessment marks in CITS1003 from LMS</a:t>
            </a:r>
          </a:p>
          <a:p>
            <a:pPr hangingPunct="0">
              <a:tabLst>
                <a:tab pos="731976" algn="l"/>
                <a:tab pos="1951146" algn="l"/>
                <a:tab pos="3170315" algn="l"/>
                <a:tab pos="4389485" algn="l"/>
                <a:tab pos="5608654" algn="l"/>
                <a:tab pos="6827824" algn="l"/>
                <a:tab pos="8046993" algn="l"/>
                <a:tab pos="9266163" algn="l"/>
                <a:tab pos="10485333" algn="l"/>
                <a:tab pos="11704502" algn="l"/>
                <a:tab pos="12923672" algn="l"/>
              </a:tabLst>
            </a:pPr>
            <a:r>
              <a:rPr lang="en-NZ" sz="2800" dirty="0">
                <a:ln>
                  <a:solidFill>
                    <a:schemeClr val="bg1">
                      <a:lumMod val="75000"/>
                      <a:lumOff val="25000"/>
                      <a:alpha val="10000"/>
                    </a:schemeClr>
                  </a:solidFill>
                </a:ln>
                <a:solidFill>
                  <a:schemeClr val="tx2"/>
                </a:solidFill>
              </a:rPr>
              <a:t>	1.1 gain direct access to the CITS1003’s marks database in LMS</a:t>
            </a:r>
          </a:p>
          <a:p>
            <a:pPr marL="1219170" lvl="2" hangingPunct="0">
              <a:tabLst>
                <a:tab pos="731976" algn="l"/>
                <a:tab pos="1951146" algn="l"/>
                <a:tab pos="3170315" algn="l"/>
                <a:tab pos="4389485" algn="l"/>
                <a:tab pos="5608654" algn="l"/>
                <a:tab pos="6827824" algn="l"/>
                <a:tab pos="8046993" algn="l"/>
                <a:tab pos="9266163" algn="l"/>
                <a:tab pos="10485333" algn="l"/>
                <a:tab pos="11704502" algn="l"/>
                <a:tab pos="12923672" algn="l"/>
              </a:tabLst>
            </a:pPr>
            <a:r>
              <a:rPr lang="en-NZ" sz="2800" dirty="0">
                <a:ln>
                  <a:solidFill>
                    <a:schemeClr val="bg1">
                      <a:lumMod val="75000"/>
                      <a:lumOff val="25000"/>
                      <a:alpha val="10000"/>
                    </a:schemeClr>
                  </a:solidFill>
                </a:ln>
                <a:solidFill>
                  <a:schemeClr val="tx2"/>
                </a:solidFill>
              </a:rPr>
              <a:t>	1.1.1 exploit a software vulnerability in the LMS</a:t>
            </a:r>
          </a:p>
          <a:p>
            <a:pPr hangingPunct="0">
              <a:tabLst>
                <a:tab pos="731976" algn="l"/>
                <a:tab pos="1951146" algn="l"/>
                <a:tab pos="3170315" algn="l"/>
                <a:tab pos="4389485" algn="l"/>
                <a:tab pos="5608654" algn="l"/>
                <a:tab pos="6827824" algn="l"/>
                <a:tab pos="8046993" algn="l"/>
                <a:tab pos="9266163" algn="l"/>
                <a:tab pos="10485333" algn="l"/>
                <a:tab pos="11704502" algn="l"/>
                <a:tab pos="12923672" algn="l"/>
              </a:tabLst>
            </a:pPr>
            <a:r>
              <a:rPr lang="en-NZ" sz="2800" dirty="0">
                <a:ln>
                  <a:solidFill>
                    <a:schemeClr val="bg1">
                      <a:lumMod val="75000"/>
                      <a:lumOff val="25000"/>
                      <a:alpha val="10000"/>
                    </a:schemeClr>
                  </a:solidFill>
                </a:ln>
                <a:solidFill>
                  <a:schemeClr val="tx2"/>
                </a:solidFill>
              </a:rPr>
              <a:t>	1.2 log in as an authenticated UC</a:t>
            </a:r>
          </a:p>
          <a:p>
            <a:pPr hangingPunct="0">
              <a:tabLst>
                <a:tab pos="731976" algn="l"/>
                <a:tab pos="1951146" algn="l"/>
                <a:tab pos="3170315" algn="l"/>
                <a:tab pos="4389485" algn="l"/>
                <a:tab pos="5608654" algn="l"/>
                <a:tab pos="6827824" algn="l"/>
                <a:tab pos="8046993" algn="l"/>
                <a:tab pos="9266163" algn="l"/>
                <a:tab pos="10485333" algn="l"/>
                <a:tab pos="11704502" algn="l"/>
                <a:tab pos="12923672" algn="l"/>
              </a:tabLst>
            </a:pPr>
            <a:r>
              <a:rPr lang="en-NZ" sz="2800" dirty="0">
                <a:ln>
                  <a:solidFill>
                    <a:schemeClr val="bg1">
                      <a:lumMod val="75000"/>
                      <a:lumOff val="25000"/>
                      <a:alpha val="10000"/>
                    </a:schemeClr>
                  </a:solidFill>
                </a:ln>
                <a:solidFill>
                  <a:schemeClr val="tx2"/>
                </a:solidFill>
              </a:rPr>
              <a:t>	 	1.2.1 perform a brute-force login</a:t>
            </a:r>
          </a:p>
          <a:p>
            <a:pPr marL="609585" lvl="1" hangingPunct="0">
              <a:tabLst>
                <a:tab pos="731976" algn="l"/>
                <a:tab pos="1951146" algn="l"/>
                <a:tab pos="3170315" algn="l"/>
                <a:tab pos="4389485" algn="l"/>
                <a:tab pos="5608654" algn="l"/>
                <a:tab pos="6827824" algn="l"/>
                <a:tab pos="8046993" algn="l"/>
                <a:tab pos="9266163" algn="l"/>
                <a:tab pos="10485333" algn="l"/>
                <a:tab pos="11704502" algn="l"/>
                <a:tab pos="12923672" algn="l"/>
              </a:tabLst>
            </a:pPr>
            <a:r>
              <a:rPr lang="en-NZ" sz="2800" dirty="0">
                <a:ln>
                  <a:solidFill>
                    <a:schemeClr val="bg1">
                      <a:lumMod val="75000"/>
                      <a:lumOff val="25000"/>
                      <a:alpha val="10000"/>
                    </a:schemeClr>
                  </a:solidFill>
                </a:ln>
                <a:solidFill>
                  <a:schemeClr val="tx2"/>
                </a:solidFill>
              </a:rPr>
              <a:t>		   	1.2.1.1 identify the UC’s username</a:t>
            </a:r>
          </a:p>
          <a:p>
            <a:pPr marL="609585" lvl="1" hangingPunct="0">
              <a:tabLst>
                <a:tab pos="731976" algn="l"/>
                <a:tab pos="1951146" algn="l"/>
                <a:tab pos="3170315" algn="l"/>
                <a:tab pos="4389485" algn="l"/>
                <a:tab pos="5608654" algn="l"/>
                <a:tab pos="6827824" algn="l"/>
                <a:tab pos="8046993" algn="l"/>
                <a:tab pos="9266163" algn="l"/>
                <a:tab pos="10485333" algn="l"/>
                <a:tab pos="11704502" algn="l"/>
                <a:tab pos="12923672" algn="l"/>
              </a:tabLst>
            </a:pPr>
            <a:r>
              <a:rPr lang="en-NZ" sz="2800" dirty="0">
                <a:ln>
                  <a:solidFill>
                    <a:schemeClr val="bg1">
                      <a:lumMod val="75000"/>
                      <a:lumOff val="25000"/>
                      <a:alpha val="10000"/>
                    </a:schemeClr>
                  </a:solidFill>
                </a:ln>
                <a:solidFill>
                  <a:schemeClr val="tx2"/>
                </a:solidFill>
              </a:rPr>
              <a:t>            	1.2.1.2 identify the UC’s password</a:t>
            </a:r>
          </a:p>
          <a:p>
            <a:pPr hangingPunct="0">
              <a:tabLst>
                <a:tab pos="731976" algn="l"/>
                <a:tab pos="1951146" algn="l"/>
                <a:tab pos="3170315" algn="l"/>
                <a:tab pos="4389485" algn="l"/>
                <a:tab pos="5608654" algn="l"/>
                <a:tab pos="6827824" algn="l"/>
                <a:tab pos="8046993" algn="l"/>
                <a:tab pos="9266163" algn="l"/>
                <a:tab pos="10485333" algn="l"/>
                <a:tab pos="11704502" algn="l"/>
                <a:tab pos="12923672" algn="l"/>
              </a:tabLst>
            </a:pPr>
            <a:r>
              <a:rPr lang="en-NZ" sz="2800" dirty="0">
                <a:ln>
                  <a:solidFill>
                    <a:schemeClr val="bg1">
                      <a:lumMod val="75000"/>
                      <a:lumOff val="25000"/>
                      <a:alpha val="10000"/>
                    </a:schemeClr>
                  </a:solidFill>
                </a:ln>
                <a:solidFill>
                  <a:schemeClr val="tx2"/>
                </a:solidFill>
              </a:rPr>
              <a:t>		1.2.2 steal the UC’s login credentials</a:t>
            </a:r>
          </a:p>
          <a:p>
            <a:pPr hangingPunct="0">
              <a:tabLst>
                <a:tab pos="731976" algn="l"/>
                <a:tab pos="1951146" algn="l"/>
                <a:tab pos="3170315" algn="l"/>
                <a:tab pos="4389485" algn="l"/>
                <a:tab pos="5608654" algn="l"/>
                <a:tab pos="6827824" algn="l"/>
                <a:tab pos="8046993" algn="l"/>
                <a:tab pos="9266163" algn="l"/>
                <a:tab pos="10485333" algn="l"/>
                <a:tab pos="11704502" algn="l"/>
                <a:tab pos="12923672" algn="l"/>
              </a:tabLst>
            </a:pPr>
            <a:r>
              <a:rPr lang="en-NZ" sz="2800" dirty="0">
                <a:ln>
                  <a:solidFill>
                    <a:schemeClr val="bg1">
                      <a:lumMod val="75000"/>
                      <a:lumOff val="25000"/>
                      <a:alpha val="10000"/>
                    </a:schemeClr>
                  </a:solidFill>
                </a:ln>
                <a:solidFill>
                  <a:schemeClr val="tx2"/>
                </a:solidFill>
              </a:rPr>
              <a:t>	1.3 hijack the web authentication session of the UC</a:t>
            </a:r>
          </a:p>
          <a:p>
            <a:pPr hangingPunct="0">
              <a:tabLst>
                <a:tab pos="731976" algn="l"/>
                <a:tab pos="1951146" algn="l"/>
                <a:tab pos="3170315" algn="l"/>
                <a:tab pos="4389485" algn="l"/>
                <a:tab pos="5608654" algn="l"/>
                <a:tab pos="6827824" algn="l"/>
                <a:tab pos="8046993" algn="l"/>
                <a:tab pos="9266163" algn="l"/>
                <a:tab pos="10485333" algn="l"/>
                <a:tab pos="11704502" algn="l"/>
                <a:tab pos="12923672" algn="l"/>
              </a:tabLst>
            </a:pPr>
            <a:r>
              <a:rPr lang="en-NZ" sz="2800" dirty="0">
                <a:ln>
                  <a:solidFill>
                    <a:schemeClr val="bg1">
                      <a:lumMod val="75000"/>
                      <a:lumOff val="25000"/>
                      <a:alpha val="10000"/>
                    </a:schemeClr>
                  </a:solidFill>
                </a:ln>
                <a:solidFill>
                  <a:schemeClr val="tx2"/>
                </a:solidFill>
              </a:rPr>
              <a:t>		1.3.1 steal the UC’s session cookie</a:t>
            </a:r>
          </a:p>
          <a:p>
            <a:pPr hangingPunct="0">
              <a:tabLst>
                <a:tab pos="731976" algn="l"/>
                <a:tab pos="1951146" algn="l"/>
                <a:tab pos="3170315" algn="l"/>
                <a:tab pos="4389485" algn="l"/>
                <a:tab pos="5608654" algn="l"/>
                <a:tab pos="6827824" algn="l"/>
                <a:tab pos="8046993" algn="l"/>
                <a:tab pos="9266163" algn="l"/>
                <a:tab pos="10485333" algn="l"/>
                <a:tab pos="11704502" algn="l"/>
                <a:tab pos="12923672" algn="l"/>
              </a:tabLst>
            </a:pPr>
            <a:r>
              <a:rPr lang="en-NZ" sz="2600" dirty="0">
                <a:ln>
                  <a:solidFill>
                    <a:schemeClr val="bg1">
                      <a:lumMod val="75000"/>
                      <a:lumOff val="25000"/>
                      <a:alpha val="10000"/>
                    </a:schemeClr>
                  </a:solidFill>
                </a:ln>
                <a:solidFill>
                  <a:schemeClr val="tx2"/>
                </a:solidFill>
              </a:rPr>
              <a:t>	</a:t>
            </a:r>
          </a:p>
        </p:txBody>
      </p:sp>
      <p:sp>
        <p:nvSpPr>
          <p:cNvPr id="5" name="Rectangle 4">
            <a:extLst>
              <a:ext uri="{FF2B5EF4-FFF2-40B4-BE49-F238E27FC236}">
                <a16:creationId xmlns:a16="http://schemas.microsoft.com/office/drawing/2014/main" id="{1B6BDF2B-282F-46DA-9B05-2B1B66987005}"/>
              </a:ext>
            </a:extLst>
          </p:cNvPr>
          <p:cNvSpPr/>
          <p:nvPr/>
        </p:nvSpPr>
        <p:spPr>
          <a:xfrm>
            <a:off x="660401" y="3422479"/>
            <a:ext cx="745066" cy="64346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2600" dirty="0"/>
              <a:t>OR</a:t>
            </a:r>
          </a:p>
        </p:txBody>
      </p:sp>
      <p:cxnSp>
        <p:nvCxnSpPr>
          <p:cNvPr id="8" name="Straight Connector 7">
            <a:extLst>
              <a:ext uri="{FF2B5EF4-FFF2-40B4-BE49-F238E27FC236}">
                <a16:creationId xmlns:a16="http://schemas.microsoft.com/office/drawing/2014/main" id="{D69C1B7E-A716-404B-975E-F76A2451D01F}"/>
              </a:ext>
            </a:extLst>
          </p:cNvPr>
          <p:cNvCxnSpPr>
            <a:cxnSpLocks/>
          </p:cNvCxnSpPr>
          <p:nvPr/>
        </p:nvCxnSpPr>
        <p:spPr>
          <a:xfrm flipH="1">
            <a:off x="1269938" y="2794000"/>
            <a:ext cx="474077" cy="950212"/>
          </a:xfrm>
          <a:prstGeom prst="line">
            <a:avLst/>
          </a:prstGeom>
          <a:ln w="19050">
            <a:solidFill>
              <a:srgbClr val="FF0000"/>
            </a:solidFill>
            <a:headEnd type="triangle"/>
            <a:tailEnd type="none"/>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55D6178A-D82D-4794-99B2-7C8DE208FF3F}"/>
              </a:ext>
            </a:extLst>
          </p:cNvPr>
          <p:cNvCxnSpPr>
            <a:cxnSpLocks/>
          </p:cNvCxnSpPr>
          <p:nvPr/>
        </p:nvCxnSpPr>
        <p:spPr>
          <a:xfrm flipH="1">
            <a:off x="1269938" y="1794933"/>
            <a:ext cx="287930" cy="1949279"/>
          </a:xfrm>
          <a:prstGeom prst="line">
            <a:avLst/>
          </a:prstGeom>
          <a:ln w="19050">
            <a:solidFill>
              <a:srgbClr val="FF0000"/>
            </a:solidFill>
            <a:headEnd type="triangle"/>
            <a:tailEnd type="none"/>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D3EE751F-EFB9-4810-9731-22605364B14E}"/>
              </a:ext>
            </a:extLst>
          </p:cNvPr>
          <p:cNvCxnSpPr>
            <a:cxnSpLocks/>
          </p:cNvCxnSpPr>
          <p:nvPr/>
        </p:nvCxnSpPr>
        <p:spPr>
          <a:xfrm flipH="1" flipV="1">
            <a:off x="1269938" y="3781684"/>
            <a:ext cx="440572" cy="858049"/>
          </a:xfrm>
          <a:prstGeom prst="line">
            <a:avLst/>
          </a:prstGeom>
          <a:ln w="19050">
            <a:solidFill>
              <a:srgbClr val="FF0000"/>
            </a:solidFill>
            <a:headEnd type="triangle"/>
            <a:tailEnd type="none"/>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A35C2837-3335-41C5-800A-F9109E32111A}"/>
              </a:ext>
            </a:extLst>
          </p:cNvPr>
          <p:cNvCxnSpPr>
            <a:cxnSpLocks/>
          </p:cNvCxnSpPr>
          <p:nvPr/>
        </p:nvCxnSpPr>
        <p:spPr>
          <a:xfrm flipH="1">
            <a:off x="2047345" y="3043151"/>
            <a:ext cx="780764" cy="633235"/>
          </a:xfrm>
          <a:prstGeom prst="line">
            <a:avLst/>
          </a:prstGeom>
          <a:ln w="19050">
            <a:solidFill>
              <a:srgbClr val="FF0000"/>
            </a:solidFill>
            <a:headEnd type="triangle"/>
            <a:tailEnd type="none"/>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547A60E2-B3C7-4190-A0FC-F96C45D0C64C}"/>
              </a:ext>
            </a:extLst>
          </p:cNvPr>
          <p:cNvCxnSpPr>
            <a:cxnSpLocks/>
          </p:cNvCxnSpPr>
          <p:nvPr/>
        </p:nvCxnSpPr>
        <p:spPr>
          <a:xfrm flipH="1" flipV="1">
            <a:off x="2047345" y="3676386"/>
            <a:ext cx="780763" cy="639590"/>
          </a:xfrm>
          <a:prstGeom prst="line">
            <a:avLst/>
          </a:prstGeom>
          <a:ln w="19050">
            <a:solidFill>
              <a:srgbClr val="FF0000"/>
            </a:solidFill>
            <a:headEnd type="triangle"/>
            <a:tailEnd type="none"/>
          </a:ln>
        </p:spPr>
        <p:style>
          <a:lnRef idx="1">
            <a:schemeClr val="accent1"/>
          </a:lnRef>
          <a:fillRef idx="0">
            <a:schemeClr val="accent1"/>
          </a:fillRef>
          <a:effectRef idx="0">
            <a:schemeClr val="accent1"/>
          </a:effectRef>
          <a:fontRef idx="minor">
            <a:schemeClr val="tx1"/>
          </a:fontRef>
        </p:style>
      </p:cxnSp>
      <p:sp>
        <p:nvSpPr>
          <p:cNvPr id="13" name="Rectangle 12">
            <a:extLst>
              <a:ext uri="{FF2B5EF4-FFF2-40B4-BE49-F238E27FC236}">
                <a16:creationId xmlns:a16="http://schemas.microsoft.com/office/drawing/2014/main" id="{0FBB8EB3-FD40-4CBB-BB3F-37AEDF9CC70C}"/>
              </a:ext>
            </a:extLst>
          </p:cNvPr>
          <p:cNvSpPr/>
          <p:nvPr/>
        </p:nvSpPr>
        <p:spPr>
          <a:xfrm>
            <a:off x="1405467" y="3422479"/>
            <a:ext cx="745066" cy="64346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2600" dirty="0"/>
              <a:t>OR</a:t>
            </a:r>
          </a:p>
        </p:txBody>
      </p:sp>
      <p:cxnSp>
        <p:nvCxnSpPr>
          <p:cNvPr id="14" name="Straight Connector 13">
            <a:extLst>
              <a:ext uri="{FF2B5EF4-FFF2-40B4-BE49-F238E27FC236}">
                <a16:creationId xmlns:a16="http://schemas.microsoft.com/office/drawing/2014/main" id="{E11041FE-783D-4701-A260-073B2DBC66E9}"/>
              </a:ext>
            </a:extLst>
          </p:cNvPr>
          <p:cNvCxnSpPr>
            <a:cxnSpLocks/>
          </p:cNvCxnSpPr>
          <p:nvPr/>
        </p:nvCxnSpPr>
        <p:spPr>
          <a:xfrm flipH="1">
            <a:off x="3386907" y="3518257"/>
            <a:ext cx="624704" cy="225955"/>
          </a:xfrm>
          <a:prstGeom prst="line">
            <a:avLst/>
          </a:prstGeom>
          <a:ln w="19050">
            <a:solidFill>
              <a:srgbClr val="FF0000"/>
            </a:solidFill>
            <a:headEnd type="triangle"/>
            <a:tailEnd type="none"/>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D28E32DE-DB2D-4280-B015-7A7652179FE1}"/>
              </a:ext>
            </a:extLst>
          </p:cNvPr>
          <p:cNvCxnSpPr>
            <a:cxnSpLocks/>
          </p:cNvCxnSpPr>
          <p:nvPr/>
        </p:nvCxnSpPr>
        <p:spPr>
          <a:xfrm flipH="1" flipV="1">
            <a:off x="3386907" y="3750734"/>
            <a:ext cx="624703" cy="203239"/>
          </a:xfrm>
          <a:prstGeom prst="line">
            <a:avLst/>
          </a:prstGeom>
          <a:ln w="19050">
            <a:solidFill>
              <a:srgbClr val="FF0000"/>
            </a:solidFill>
            <a:headEnd type="triangle"/>
            <a:tailEnd type="none"/>
          </a:ln>
        </p:spPr>
        <p:style>
          <a:lnRef idx="1">
            <a:schemeClr val="accent1"/>
          </a:lnRef>
          <a:fillRef idx="0">
            <a:schemeClr val="accent1"/>
          </a:fillRef>
          <a:effectRef idx="0">
            <a:schemeClr val="accent1"/>
          </a:effectRef>
          <a:fontRef idx="minor">
            <a:schemeClr val="tx1"/>
          </a:fontRef>
        </p:style>
      </p:cxnSp>
      <p:sp>
        <p:nvSpPr>
          <p:cNvPr id="16" name="Rectangle 15">
            <a:extLst>
              <a:ext uri="{FF2B5EF4-FFF2-40B4-BE49-F238E27FC236}">
                <a16:creationId xmlns:a16="http://schemas.microsoft.com/office/drawing/2014/main" id="{BB829FA0-7845-4FA1-A407-CC47D2126642}"/>
              </a:ext>
            </a:extLst>
          </p:cNvPr>
          <p:cNvSpPr/>
          <p:nvPr/>
        </p:nvSpPr>
        <p:spPr>
          <a:xfrm>
            <a:off x="2606144" y="3429000"/>
            <a:ext cx="949855" cy="64346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2600" dirty="0"/>
              <a:t>AND</a:t>
            </a:r>
          </a:p>
        </p:txBody>
      </p:sp>
    </p:spTree>
    <p:extLst>
      <p:ext uri="{BB962C8B-B14F-4D97-AF65-F5344CB8AC3E}">
        <p14:creationId xmlns:p14="http://schemas.microsoft.com/office/powerpoint/2010/main" val="105003893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55670E94-029C-4BA8-8D44-FBB339E4924F}" type="slidenum">
              <a:rPr lang="en-AU" smtClean="0">
                <a:solidFill>
                  <a:schemeClr val="tx1"/>
                </a:solidFill>
              </a:rPr>
              <a:pPr/>
              <a:t>21</a:t>
            </a:fld>
            <a:endParaRPr lang="en-AU" dirty="0">
              <a:solidFill>
                <a:schemeClr val="tx1"/>
              </a:solidFill>
            </a:endParaRPr>
          </a:p>
        </p:txBody>
      </p:sp>
      <p:sp>
        <p:nvSpPr>
          <p:cNvPr id="5" name="Rectangle 4"/>
          <p:cNvSpPr/>
          <p:nvPr/>
        </p:nvSpPr>
        <p:spPr>
          <a:xfrm>
            <a:off x="3764156" y="35705"/>
            <a:ext cx="3928041" cy="999066"/>
          </a:xfrm>
          <a:prstGeom prst="rect">
            <a:avLst/>
          </a:prstGeom>
          <a:solidFill>
            <a:schemeClr val="bg1"/>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sz="2200" dirty="0">
                <a:solidFill>
                  <a:schemeClr val="tx1"/>
                </a:solidFill>
              </a:rPr>
              <a:t>1 change students’ assessment marks in CITS1003 from LMS</a:t>
            </a:r>
          </a:p>
        </p:txBody>
      </p:sp>
      <p:cxnSp>
        <p:nvCxnSpPr>
          <p:cNvPr id="6" name="Straight Connector 5"/>
          <p:cNvCxnSpPr>
            <a:cxnSpLocks/>
            <a:stCxn id="5" idx="2"/>
            <a:endCxn id="7" idx="0"/>
          </p:cNvCxnSpPr>
          <p:nvPr/>
        </p:nvCxnSpPr>
        <p:spPr>
          <a:xfrm flipH="1">
            <a:off x="2470714" y="1034771"/>
            <a:ext cx="3257463" cy="82900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7" name="Rounded Rectangle 6"/>
          <p:cNvSpPr/>
          <p:nvPr/>
        </p:nvSpPr>
        <p:spPr>
          <a:xfrm>
            <a:off x="783771" y="1863778"/>
            <a:ext cx="3373886" cy="1216884"/>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sz="2200" dirty="0">
                <a:solidFill>
                  <a:schemeClr val="tx1"/>
                </a:solidFill>
              </a:rPr>
              <a:t>1.1 gain direct access to the CITS1003’s marks database in LMS</a:t>
            </a:r>
          </a:p>
        </p:txBody>
      </p:sp>
      <p:sp>
        <p:nvSpPr>
          <p:cNvPr id="8" name="Rounded Rectangle 7"/>
          <p:cNvSpPr/>
          <p:nvPr/>
        </p:nvSpPr>
        <p:spPr>
          <a:xfrm>
            <a:off x="4394553" y="1863778"/>
            <a:ext cx="2667247" cy="1216883"/>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sz="2200" dirty="0">
                <a:solidFill>
                  <a:schemeClr val="tx1"/>
                </a:solidFill>
              </a:rPr>
              <a:t>1.2 log in as an authenticated UC</a:t>
            </a:r>
          </a:p>
        </p:txBody>
      </p:sp>
      <p:sp>
        <p:nvSpPr>
          <p:cNvPr id="9" name="Rounded Rectangle 8"/>
          <p:cNvSpPr/>
          <p:nvPr/>
        </p:nvSpPr>
        <p:spPr>
          <a:xfrm>
            <a:off x="7298697" y="1863779"/>
            <a:ext cx="3020566" cy="1216882"/>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sz="2200" dirty="0">
                <a:solidFill>
                  <a:schemeClr val="tx1"/>
                </a:solidFill>
              </a:rPr>
              <a:t>1.3 hijack the web authentication session of the UC</a:t>
            </a:r>
          </a:p>
        </p:txBody>
      </p:sp>
      <p:cxnSp>
        <p:nvCxnSpPr>
          <p:cNvPr id="17" name="Straight Connector 16"/>
          <p:cNvCxnSpPr>
            <a:cxnSpLocks/>
            <a:stCxn id="5" idx="2"/>
            <a:endCxn id="8" idx="0"/>
          </p:cNvCxnSpPr>
          <p:nvPr/>
        </p:nvCxnSpPr>
        <p:spPr>
          <a:xfrm>
            <a:off x="5728177" y="1034771"/>
            <a:ext cx="0" cy="82900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a:cxnSpLocks/>
            <a:stCxn id="5" idx="2"/>
            <a:endCxn id="9" idx="0"/>
          </p:cNvCxnSpPr>
          <p:nvPr/>
        </p:nvCxnSpPr>
        <p:spPr>
          <a:xfrm>
            <a:off x="5728177" y="1034771"/>
            <a:ext cx="3080803" cy="82900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0" name="Rounded Rectangle 10">
            <a:extLst>
              <a:ext uri="{FF2B5EF4-FFF2-40B4-BE49-F238E27FC236}">
                <a16:creationId xmlns:a16="http://schemas.microsoft.com/office/drawing/2014/main" id="{DEAD9671-0D0E-49C6-8EB9-99AA326257BD}"/>
              </a:ext>
            </a:extLst>
          </p:cNvPr>
          <p:cNvSpPr/>
          <p:nvPr/>
        </p:nvSpPr>
        <p:spPr>
          <a:xfrm>
            <a:off x="190824" y="3931336"/>
            <a:ext cx="3399043" cy="1253296"/>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sz="2200" dirty="0">
                <a:solidFill>
                  <a:schemeClr val="tx1"/>
                </a:solidFill>
              </a:rPr>
              <a:t>1.1.1 exploit a software vulnerability in the LMS</a:t>
            </a:r>
          </a:p>
        </p:txBody>
      </p:sp>
      <p:cxnSp>
        <p:nvCxnSpPr>
          <p:cNvPr id="11" name="Straight Connector 10">
            <a:extLst>
              <a:ext uri="{FF2B5EF4-FFF2-40B4-BE49-F238E27FC236}">
                <a16:creationId xmlns:a16="http://schemas.microsoft.com/office/drawing/2014/main" id="{0BB69833-9B0D-4152-B890-103A04B46BB6}"/>
              </a:ext>
            </a:extLst>
          </p:cNvPr>
          <p:cNvCxnSpPr>
            <a:cxnSpLocks/>
            <a:stCxn id="7" idx="2"/>
            <a:endCxn id="10" idx="0"/>
          </p:cNvCxnSpPr>
          <p:nvPr/>
        </p:nvCxnSpPr>
        <p:spPr>
          <a:xfrm flipH="1">
            <a:off x="1890346" y="3080662"/>
            <a:ext cx="580368" cy="85067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2" name="Rounded Rectangle 13">
            <a:extLst>
              <a:ext uri="{FF2B5EF4-FFF2-40B4-BE49-F238E27FC236}">
                <a16:creationId xmlns:a16="http://schemas.microsoft.com/office/drawing/2014/main" id="{B7CF5227-B740-44FC-8B2E-6486B55C4B10}"/>
              </a:ext>
            </a:extLst>
          </p:cNvPr>
          <p:cNvSpPr/>
          <p:nvPr/>
        </p:nvSpPr>
        <p:spPr>
          <a:xfrm>
            <a:off x="9181301" y="3931336"/>
            <a:ext cx="2665420" cy="1253296"/>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hangingPunct="0">
              <a:tabLst>
                <a:tab pos="731976" algn="l"/>
                <a:tab pos="1951146" algn="l"/>
                <a:tab pos="3170315" algn="l"/>
                <a:tab pos="4389485" algn="l"/>
                <a:tab pos="5608654" algn="l"/>
                <a:tab pos="6827824" algn="l"/>
                <a:tab pos="8046993" algn="l"/>
                <a:tab pos="9266163" algn="l"/>
                <a:tab pos="10485333" algn="l"/>
                <a:tab pos="11704502" algn="l"/>
                <a:tab pos="12923672" algn="l"/>
              </a:tabLst>
            </a:pPr>
            <a:r>
              <a:rPr lang="en-NZ" sz="2200" dirty="0">
                <a:solidFill>
                  <a:schemeClr val="tx1"/>
                </a:solidFill>
              </a:rPr>
              <a:t>1.3.1 steal the UC’s session cookie</a:t>
            </a:r>
          </a:p>
        </p:txBody>
      </p:sp>
      <p:cxnSp>
        <p:nvCxnSpPr>
          <p:cNvPr id="13" name="Straight Connector 12">
            <a:extLst>
              <a:ext uri="{FF2B5EF4-FFF2-40B4-BE49-F238E27FC236}">
                <a16:creationId xmlns:a16="http://schemas.microsoft.com/office/drawing/2014/main" id="{FB306E84-8517-434B-83B1-FD8280698B34}"/>
              </a:ext>
            </a:extLst>
          </p:cNvPr>
          <p:cNvCxnSpPr>
            <a:cxnSpLocks/>
            <a:stCxn id="9" idx="2"/>
            <a:endCxn id="12" idx="0"/>
          </p:cNvCxnSpPr>
          <p:nvPr/>
        </p:nvCxnSpPr>
        <p:spPr>
          <a:xfrm>
            <a:off x="8808980" y="3080661"/>
            <a:ext cx="1705031" cy="85067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4" name="Rounded Rectangle 11">
            <a:extLst>
              <a:ext uri="{FF2B5EF4-FFF2-40B4-BE49-F238E27FC236}">
                <a16:creationId xmlns:a16="http://schemas.microsoft.com/office/drawing/2014/main" id="{604E5D3D-7003-43CE-8F61-CE4D010653DE}"/>
              </a:ext>
            </a:extLst>
          </p:cNvPr>
          <p:cNvSpPr/>
          <p:nvPr/>
        </p:nvSpPr>
        <p:spPr>
          <a:xfrm>
            <a:off x="3815778" y="3931336"/>
            <a:ext cx="2248281" cy="1253296"/>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sz="2200" dirty="0">
                <a:solidFill>
                  <a:schemeClr val="tx1"/>
                </a:solidFill>
              </a:rPr>
              <a:t>1.2.1 perform a brute-force login</a:t>
            </a:r>
          </a:p>
        </p:txBody>
      </p:sp>
      <p:sp>
        <p:nvSpPr>
          <p:cNvPr id="15" name="Rounded Rectangle 12">
            <a:extLst>
              <a:ext uri="{FF2B5EF4-FFF2-40B4-BE49-F238E27FC236}">
                <a16:creationId xmlns:a16="http://schemas.microsoft.com/office/drawing/2014/main" id="{68AAF1D9-03BE-4414-BB0E-3F2221E51EFA}"/>
              </a:ext>
            </a:extLst>
          </p:cNvPr>
          <p:cNvSpPr/>
          <p:nvPr/>
        </p:nvSpPr>
        <p:spPr>
          <a:xfrm>
            <a:off x="6289971" y="3931336"/>
            <a:ext cx="2665419" cy="1253296"/>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sz="2200" dirty="0">
                <a:solidFill>
                  <a:schemeClr val="tx1"/>
                </a:solidFill>
              </a:rPr>
              <a:t>1.2.2 steal the UC’s login credentials</a:t>
            </a:r>
          </a:p>
        </p:txBody>
      </p:sp>
      <p:cxnSp>
        <p:nvCxnSpPr>
          <p:cNvPr id="16" name="Straight Connector 15">
            <a:extLst>
              <a:ext uri="{FF2B5EF4-FFF2-40B4-BE49-F238E27FC236}">
                <a16:creationId xmlns:a16="http://schemas.microsoft.com/office/drawing/2014/main" id="{D011E090-48B4-4787-A7E6-177F361C308B}"/>
              </a:ext>
            </a:extLst>
          </p:cNvPr>
          <p:cNvCxnSpPr>
            <a:cxnSpLocks/>
            <a:stCxn id="8" idx="2"/>
            <a:endCxn id="14" idx="0"/>
          </p:cNvCxnSpPr>
          <p:nvPr/>
        </p:nvCxnSpPr>
        <p:spPr>
          <a:xfrm flipH="1">
            <a:off x="4939919" y="3080661"/>
            <a:ext cx="788258" cy="85067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339FD23C-31E7-4F29-A364-1686F16A3693}"/>
              </a:ext>
            </a:extLst>
          </p:cNvPr>
          <p:cNvCxnSpPr>
            <a:cxnSpLocks/>
            <a:stCxn id="8" idx="2"/>
            <a:endCxn id="15" idx="0"/>
          </p:cNvCxnSpPr>
          <p:nvPr/>
        </p:nvCxnSpPr>
        <p:spPr>
          <a:xfrm>
            <a:off x="5728177" y="3080661"/>
            <a:ext cx="1894504" cy="85067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0" name="Rounded Rectangle 26">
            <a:extLst>
              <a:ext uri="{FF2B5EF4-FFF2-40B4-BE49-F238E27FC236}">
                <a16:creationId xmlns:a16="http://schemas.microsoft.com/office/drawing/2014/main" id="{F850F898-0AA5-466C-918E-CB3E685659C0}"/>
              </a:ext>
            </a:extLst>
          </p:cNvPr>
          <p:cNvSpPr/>
          <p:nvPr/>
        </p:nvSpPr>
        <p:spPr>
          <a:xfrm>
            <a:off x="1739421" y="5805494"/>
            <a:ext cx="2825098" cy="886917"/>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sz="2200" dirty="0">
                <a:solidFill>
                  <a:schemeClr val="tx1"/>
                </a:solidFill>
              </a:rPr>
              <a:t>1.2.1.1 identify the UC’s username</a:t>
            </a:r>
          </a:p>
        </p:txBody>
      </p:sp>
      <p:sp>
        <p:nvSpPr>
          <p:cNvPr id="21" name="Rounded Rectangle 27">
            <a:extLst>
              <a:ext uri="{FF2B5EF4-FFF2-40B4-BE49-F238E27FC236}">
                <a16:creationId xmlns:a16="http://schemas.microsoft.com/office/drawing/2014/main" id="{F1F3E9F6-00BE-45B9-AC77-CE04C425F546}"/>
              </a:ext>
            </a:extLst>
          </p:cNvPr>
          <p:cNvSpPr/>
          <p:nvPr/>
        </p:nvSpPr>
        <p:spPr>
          <a:xfrm>
            <a:off x="5297561" y="5805494"/>
            <a:ext cx="3062668" cy="886917"/>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sz="2200" dirty="0">
                <a:solidFill>
                  <a:schemeClr val="tx1"/>
                </a:solidFill>
              </a:rPr>
              <a:t>1.2.1.2 identify the UC’s password</a:t>
            </a:r>
          </a:p>
        </p:txBody>
      </p:sp>
      <p:cxnSp>
        <p:nvCxnSpPr>
          <p:cNvPr id="22" name="Straight Connector 21">
            <a:extLst>
              <a:ext uri="{FF2B5EF4-FFF2-40B4-BE49-F238E27FC236}">
                <a16:creationId xmlns:a16="http://schemas.microsoft.com/office/drawing/2014/main" id="{EAEDC152-2C27-4AF8-8480-6B4726B11871}"/>
              </a:ext>
            </a:extLst>
          </p:cNvPr>
          <p:cNvCxnSpPr>
            <a:cxnSpLocks/>
            <a:endCxn id="20" idx="0"/>
          </p:cNvCxnSpPr>
          <p:nvPr/>
        </p:nvCxnSpPr>
        <p:spPr>
          <a:xfrm flipH="1">
            <a:off x="3151970" y="5184632"/>
            <a:ext cx="1770818" cy="62086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732170DB-BE10-4A18-9997-6579A9851A10}"/>
              </a:ext>
            </a:extLst>
          </p:cNvPr>
          <p:cNvCxnSpPr>
            <a:cxnSpLocks/>
            <a:stCxn id="14" idx="2"/>
            <a:endCxn id="21" idx="0"/>
          </p:cNvCxnSpPr>
          <p:nvPr/>
        </p:nvCxnSpPr>
        <p:spPr>
          <a:xfrm>
            <a:off x="4939919" y="5184632"/>
            <a:ext cx="1888976" cy="62086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4" name="Freeform 30">
            <a:extLst>
              <a:ext uri="{FF2B5EF4-FFF2-40B4-BE49-F238E27FC236}">
                <a16:creationId xmlns:a16="http://schemas.microsoft.com/office/drawing/2014/main" id="{306A2F3A-ECBE-49E8-B89C-36F2E0E9A190}"/>
              </a:ext>
            </a:extLst>
          </p:cNvPr>
          <p:cNvSpPr/>
          <p:nvPr/>
        </p:nvSpPr>
        <p:spPr>
          <a:xfrm>
            <a:off x="4743106" y="5306635"/>
            <a:ext cx="489987" cy="162181"/>
          </a:xfrm>
          <a:custGeom>
            <a:avLst/>
            <a:gdLst>
              <a:gd name="connsiteX0" fmla="*/ 0 w 476250"/>
              <a:gd name="connsiteY0" fmla="*/ 0 h 142944"/>
              <a:gd name="connsiteX1" fmla="*/ 228600 w 476250"/>
              <a:gd name="connsiteY1" fmla="*/ 142875 h 142944"/>
              <a:gd name="connsiteX2" fmla="*/ 476250 w 476250"/>
              <a:gd name="connsiteY2" fmla="*/ 19050 h 142944"/>
              <a:gd name="connsiteX0" fmla="*/ 0 w 476250"/>
              <a:gd name="connsiteY0" fmla="*/ 0 h 142978"/>
              <a:gd name="connsiteX1" fmla="*/ 228600 w 476250"/>
              <a:gd name="connsiteY1" fmla="*/ 142875 h 142978"/>
              <a:gd name="connsiteX2" fmla="*/ 476250 w 476250"/>
              <a:gd name="connsiteY2" fmla="*/ 19050 h 142978"/>
              <a:gd name="connsiteX0" fmla="*/ 0 w 476250"/>
              <a:gd name="connsiteY0" fmla="*/ 0 h 147735"/>
              <a:gd name="connsiteX1" fmla="*/ 247650 w 476250"/>
              <a:gd name="connsiteY1" fmla="*/ 147638 h 147735"/>
              <a:gd name="connsiteX2" fmla="*/ 476250 w 476250"/>
              <a:gd name="connsiteY2" fmla="*/ 19050 h 147735"/>
              <a:gd name="connsiteX0" fmla="*/ 0 w 476250"/>
              <a:gd name="connsiteY0" fmla="*/ 0 h 147661"/>
              <a:gd name="connsiteX1" fmla="*/ 247650 w 476250"/>
              <a:gd name="connsiteY1" fmla="*/ 147638 h 147661"/>
              <a:gd name="connsiteX2" fmla="*/ 476250 w 476250"/>
              <a:gd name="connsiteY2" fmla="*/ 19050 h 147661"/>
              <a:gd name="connsiteX0" fmla="*/ 0 w 464344"/>
              <a:gd name="connsiteY0" fmla="*/ 0 h 147690"/>
              <a:gd name="connsiteX1" fmla="*/ 247650 w 464344"/>
              <a:gd name="connsiteY1" fmla="*/ 147638 h 147690"/>
              <a:gd name="connsiteX2" fmla="*/ 464344 w 464344"/>
              <a:gd name="connsiteY2" fmla="*/ 14288 h 147690"/>
              <a:gd name="connsiteX0" fmla="*/ 0 w 464344"/>
              <a:gd name="connsiteY0" fmla="*/ 0 h 147701"/>
              <a:gd name="connsiteX1" fmla="*/ 247650 w 464344"/>
              <a:gd name="connsiteY1" fmla="*/ 147638 h 147701"/>
              <a:gd name="connsiteX2" fmla="*/ 464344 w 464344"/>
              <a:gd name="connsiteY2" fmla="*/ 14288 h 147701"/>
              <a:gd name="connsiteX0" fmla="*/ 0 w 464344"/>
              <a:gd name="connsiteY0" fmla="*/ 0 h 147701"/>
              <a:gd name="connsiteX1" fmla="*/ 247650 w 464344"/>
              <a:gd name="connsiteY1" fmla="*/ 147638 h 147701"/>
              <a:gd name="connsiteX2" fmla="*/ 464344 w 464344"/>
              <a:gd name="connsiteY2" fmla="*/ 14288 h 147701"/>
              <a:gd name="connsiteX0" fmla="*/ 0 w 464344"/>
              <a:gd name="connsiteY0" fmla="*/ 0 h 147701"/>
              <a:gd name="connsiteX1" fmla="*/ 247650 w 464344"/>
              <a:gd name="connsiteY1" fmla="*/ 147638 h 147701"/>
              <a:gd name="connsiteX2" fmla="*/ 464344 w 464344"/>
              <a:gd name="connsiteY2" fmla="*/ 14288 h 147701"/>
              <a:gd name="connsiteX0" fmla="*/ 0 w 464344"/>
              <a:gd name="connsiteY0" fmla="*/ 0 h 150080"/>
              <a:gd name="connsiteX1" fmla="*/ 204788 w 464344"/>
              <a:gd name="connsiteY1" fmla="*/ 150019 h 150080"/>
              <a:gd name="connsiteX2" fmla="*/ 464344 w 464344"/>
              <a:gd name="connsiteY2" fmla="*/ 14288 h 150080"/>
            </a:gdLst>
            <a:ahLst/>
            <a:cxnLst>
              <a:cxn ang="0">
                <a:pos x="connsiteX0" y="connsiteY0"/>
              </a:cxn>
              <a:cxn ang="0">
                <a:pos x="connsiteX1" y="connsiteY1"/>
              </a:cxn>
              <a:cxn ang="0">
                <a:pos x="connsiteX2" y="connsiteY2"/>
              </a:cxn>
            </a:cxnLst>
            <a:rect l="l" t="t" r="r" b="b"/>
            <a:pathLst>
              <a:path w="464344" h="150080">
                <a:moveTo>
                  <a:pt x="0" y="0"/>
                </a:moveTo>
                <a:cubicBezTo>
                  <a:pt x="67468" y="100806"/>
                  <a:pt x="127397" y="147638"/>
                  <a:pt x="204788" y="150019"/>
                </a:cubicBezTo>
                <a:cubicBezTo>
                  <a:pt x="282179" y="152400"/>
                  <a:pt x="407989" y="84932"/>
                  <a:pt x="464344" y="14288"/>
                </a:cubicBezTo>
              </a:path>
            </a:pathLst>
          </a:cu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Z" sz="1867">
              <a:solidFill>
                <a:schemeClr val="tx1"/>
              </a:solidFill>
            </a:endParaRPr>
          </a:p>
        </p:txBody>
      </p:sp>
      <p:sp>
        <p:nvSpPr>
          <p:cNvPr id="25" name="Title 3">
            <a:extLst>
              <a:ext uri="{FF2B5EF4-FFF2-40B4-BE49-F238E27FC236}">
                <a16:creationId xmlns:a16="http://schemas.microsoft.com/office/drawing/2014/main" id="{EF737919-AE5E-4394-9564-B411712C60EC}"/>
              </a:ext>
            </a:extLst>
          </p:cNvPr>
          <p:cNvSpPr txBox="1">
            <a:spLocks/>
          </p:cNvSpPr>
          <p:nvPr/>
        </p:nvSpPr>
        <p:spPr>
          <a:xfrm>
            <a:off x="8240455" y="5972616"/>
            <a:ext cx="1881691" cy="545173"/>
          </a:xfrm>
          <a:prstGeom prst="rect">
            <a:avLst/>
          </a:prstGeom>
          <a:effectLst>
            <a:outerShdw blurRad="25400" dir="17880000">
              <a:srgbClr val="000000">
                <a:alpha val="46000"/>
              </a:srgbClr>
            </a:outerShdw>
          </a:effectLst>
        </p:spPr>
        <p:txBody>
          <a:bodyPr vert="horz" lIns="91440" tIns="45720" rIns="91440" bIns="45720" rtlCol="0" anchor="ctr">
            <a:normAutofit/>
          </a:bodyPr>
          <a:lstStyle>
            <a:lvl1pPr algn="ctr" defTabSz="457200" rtl="0" eaLnBrk="1" latinLnBrk="0" hangingPunct="1">
              <a:lnSpc>
                <a:spcPct val="90000"/>
              </a:lnSpc>
              <a:spcBef>
                <a:spcPct val="0"/>
              </a:spcBef>
              <a:buNone/>
              <a:defRPr sz="40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j-lt"/>
                <a:ea typeface="+mj-ea"/>
                <a:cs typeface="Trebuchet M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AU" sz="2800" dirty="0">
                <a:solidFill>
                  <a:srgbClr val="FF0000"/>
                </a:solidFill>
                <a:latin typeface="+mn-lt"/>
                <a:ea typeface="+mn-ea"/>
                <a:cs typeface="+mn-cs"/>
              </a:rPr>
              <a:t>level-4</a:t>
            </a:r>
          </a:p>
        </p:txBody>
      </p:sp>
      <p:sp>
        <p:nvSpPr>
          <p:cNvPr id="26" name="Title 3">
            <a:extLst>
              <a:ext uri="{FF2B5EF4-FFF2-40B4-BE49-F238E27FC236}">
                <a16:creationId xmlns:a16="http://schemas.microsoft.com/office/drawing/2014/main" id="{5E4705A8-BA38-4DF6-B30A-CA99AE9FDF36}"/>
              </a:ext>
            </a:extLst>
          </p:cNvPr>
          <p:cNvSpPr txBox="1">
            <a:spLocks/>
          </p:cNvSpPr>
          <p:nvPr/>
        </p:nvSpPr>
        <p:spPr>
          <a:xfrm>
            <a:off x="10227263" y="3452773"/>
            <a:ext cx="1881691" cy="545173"/>
          </a:xfrm>
          <a:prstGeom prst="rect">
            <a:avLst/>
          </a:prstGeom>
          <a:effectLst>
            <a:outerShdw blurRad="25400" dir="17880000">
              <a:srgbClr val="000000">
                <a:alpha val="46000"/>
              </a:srgbClr>
            </a:outerShdw>
          </a:effectLst>
        </p:spPr>
        <p:txBody>
          <a:bodyPr vert="horz" lIns="91440" tIns="45720" rIns="91440" bIns="45720" rtlCol="0" anchor="ctr">
            <a:normAutofit/>
          </a:bodyPr>
          <a:lstStyle>
            <a:lvl1pPr algn="ctr" defTabSz="457200" rtl="0" eaLnBrk="1" latinLnBrk="0" hangingPunct="1">
              <a:lnSpc>
                <a:spcPct val="90000"/>
              </a:lnSpc>
              <a:spcBef>
                <a:spcPct val="0"/>
              </a:spcBef>
              <a:buNone/>
              <a:defRPr sz="40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j-lt"/>
                <a:ea typeface="+mj-ea"/>
                <a:cs typeface="Trebuchet M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AU" sz="2800" dirty="0">
                <a:solidFill>
                  <a:srgbClr val="FF0000"/>
                </a:solidFill>
                <a:latin typeface="+mn-lt"/>
                <a:ea typeface="+mn-ea"/>
                <a:cs typeface="+mn-cs"/>
              </a:rPr>
              <a:t>level-3</a:t>
            </a:r>
          </a:p>
        </p:txBody>
      </p:sp>
      <p:sp>
        <p:nvSpPr>
          <p:cNvPr id="27" name="Title 3">
            <a:extLst>
              <a:ext uri="{FF2B5EF4-FFF2-40B4-BE49-F238E27FC236}">
                <a16:creationId xmlns:a16="http://schemas.microsoft.com/office/drawing/2014/main" id="{548C0FE0-E0DE-452A-80C6-C01D9A081A3E}"/>
              </a:ext>
            </a:extLst>
          </p:cNvPr>
          <p:cNvSpPr txBox="1">
            <a:spLocks/>
          </p:cNvSpPr>
          <p:nvPr/>
        </p:nvSpPr>
        <p:spPr>
          <a:xfrm>
            <a:off x="8772794" y="1363101"/>
            <a:ext cx="1881691" cy="545173"/>
          </a:xfrm>
          <a:prstGeom prst="rect">
            <a:avLst/>
          </a:prstGeom>
          <a:effectLst>
            <a:outerShdw blurRad="25400" dir="17880000">
              <a:srgbClr val="000000">
                <a:alpha val="46000"/>
              </a:srgbClr>
            </a:outerShdw>
          </a:effectLst>
        </p:spPr>
        <p:txBody>
          <a:bodyPr vert="horz" lIns="91440" tIns="45720" rIns="91440" bIns="45720" rtlCol="0" anchor="ctr">
            <a:normAutofit/>
          </a:bodyPr>
          <a:lstStyle>
            <a:lvl1pPr algn="ctr" defTabSz="457200" rtl="0" eaLnBrk="1" latinLnBrk="0" hangingPunct="1">
              <a:lnSpc>
                <a:spcPct val="90000"/>
              </a:lnSpc>
              <a:spcBef>
                <a:spcPct val="0"/>
              </a:spcBef>
              <a:buNone/>
              <a:defRPr sz="40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j-lt"/>
                <a:ea typeface="+mj-ea"/>
                <a:cs typeface="Trebuchet M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AU" sz="2800" dirty="0">
                <a:solidFill>
                  <a:srgbClr val="FF0000"/>
                </a:solidFill>
                <a:latin typeface="+mn-lt"/>
                <a:ea typeface="+mn-ea"/>
                <a:cs typeface="+mn-cs"/>
              </a:rPr>
              <a:t>level-2</a:t>
            </a:r>
          </a:p>
        </p:txBody>
      </p:sp>
      <p:sp>
        <p:nvSpPr>
          <p:cNvPr id="28" name="Title 3">
            <a:extLst>
              <a:ext uri="{FF2B5EF4-FFF2-40B4-BE49-F238E27FC236}">
                <a16:creationId xmlns:a16="http://schemas.microsoft.com/office/drawing/2014/main" id="{1D2F7D1F-33DE-48F5-AAD2-9A89B17901D3}"/>
              </a:ext>
            </a:extLst>
          </p:cNvPr>
          <p:cNvSpPr txBox="1">
            <a:spLocks/>
          </p:cNvSpPr>
          <p:nvPr/>
        </p:nvSpPr>
        <p:spPr>
          <a:xfrm>
            <a:off x="7622680" y="274397"/>
            <a:ext cx="1881691" cy="545173"/>
          </a:xfrm>
          <a:prstGeom prst="rect">
            <a:avLst/>
          </a:prstGeom>
          <a:effectLst>
            <a:outerShdw blurRad="25400" dir="17880000">
              <a:srgbClr val="000000">
                <a:alpha val="46000"/>
              </a:srgbClr>
            </a:outerShdw>
          </a:effectLst>
        </p:spPr>
        <p:txBody>
          <a:bodyPr vert="horz" lIns="91440" tIns="45720" rIns="91440" bIns="45720" rtlCol="0" anchor="ctr">
            <a:normAutofit/>
          </a:bodyPr>
          <a:lstStyle>
            <a:lvl1pPr algn="ctr" defTabSz="457200" rtl="0" eaLnBrk="1" latinLnBrk="0" hangingPunct="1">
              <a:lnSpc>
                <a:spcPct val="90000"/>
              </a:lnSpc>
              <a:spcBef>
                <a:spcPct val="0"/>
              </a:spcBef>
              <a:buNone/>
              <a:defRPr sz="40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j-lt"/>
                <a:ea typeface="+mj-ea"/>
                <a:cs typeface="Trebuchet M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AU" sz="2800" dirty="0">
                <a:solidFill>
                  <a:srgbClr val="FF0000"/>
                </a:solidFill>
                <a:latin typeface="+mn-lt"/>
                <a:ea typeface="+mn-ea"/>
                <a:cs typeface="+mn-cs"/>
              </a:rPr>
              <a:t>level-1</a:t>
            </a:r>
          </a:p>
        </p:txBody>
      </p:sp>
    </p:spTree>
    <p:extLst>
      <p:ext uri="{BB962C8B-B14F-4D97-AF65-F5344CB8AC3E}">
        <p14:creationId xmlns:p14="http://schemas.microsoft.com/office/powerpoint/2010/main" val="73555287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55670E94-029C-4BA8-8D44-FBB339E4924F}" type="slidenum">
              <a:rPr lang="en-AU" smtClean="0">
                <a:solidFill>
                  <a:schemeClr val="tx1"/>
                </a:solidFill>
              </a:rPr>
              <a:pPr/>
              <a:t>22</a:t>
            </a:fld>
            <a:endParaRPr lang="en-AU" dirty="0">
              <a:solidFill>
                <a:schemeClr val="tx1"/>
              </a:solidFill>
            </a:endParaRPr>
          </a:p>
        </p:txBody>
      </p:sp>
      <p:sp>
        <p:nvSpPr>
          <p:cNvPr id="5" name="Rectangle 4"/>
          <p:cNvSpPr/>
          <p:nvPr/>
        </p:nvSpPr>
        <p:spPr>
          <a:xfrm>
            <a:off x="3764156" y="35705"/>
            <a:ext cx="3928041" cy="999066"/>
          </a:xfrm>
          <a:prstGeom prst="rect">
            <a:avLst/>
          </a:prstGeom>
          <a:solidFill>
            <a:schemeClr val="bg1"/>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sz="2200" dirty="0">
                <a:solidFill>
                  <a:schemeClr val="tx1"/>
                </a:solidFill>
              </a:rPr>
              <a:t>1 change students’ assessment marks in CITS1003 from LMS</a:t>
            </a:r>
          </a:p>
        </p:txBody>
      </p:sp>
      <p:cxnSp>
        <p:nvCxnSpPr>
          <p:cNvPr id="6" name="Straight Connector 5"/>
          <p:cNvCxnSpPr>
            <a:cxnSpLocks/>
            <a:stCxn id="5" idx="2"/>
            <a:endCxn id="7" idx="0"/>
          </p:cNvCxnSpPr>
          <p:nvPr/>
        </p:nvCxnSpPr>
        <p:spPr>
          <a:xfrm flipH="1">
            <a:off x="2470714" y="1034771"/>
            <a:ext cx="3257463" cy="82900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7" name="Rounded Rectangle 6"/>
          <p:cNvSpPr/>
          <p:nvPr/>
        </p:nvSpPr>
        <p:spPr>
          <a:xfrm>
            <a:off x="783771" y="1863778"/>
            <a:ext cx="3373886" cy="1216884"/>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sz="2200" dirty="0">
                <a:solidFill>
                  <a:schemeClr val="tx1"/>
                </a:solidFill>
              </a:rPr>
              <a:t>1.1 gain direct access to the CITS1003’s marks database in LMS</a:t>
            </a:r>
          </a:p>
        </p:txBody>
      </p:sp>
      <p:sp>
        <p:nvSpPr>
          <p:cNvPr id="8" name="Rounded Rectangle 7"/>
          <p:cNvSpPr/>
          <p:nvPr/>
        </p:nvSpPr>
        <p:spPr>
          <a:xfrm>
            <a:off x="4394553" y="1863778"/>
            <a:ext cx="2667247" cy="1216883"/>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sz="2200" dirty="0">
                <a:solidFill>
                  <a:schemeClr val="tx1"/>
                </a:solidFill>
              </a:rPr>
              <a:t>1.2 log in as an authenticated UC</a:t>
            </a:r>
          </a:p>
        </p:txBody>
      </p:sp>
      <p:sp>
        <p:nvSpPr>
          <p:cNvPr id="9" name="Rounded Rectangle 8"/>
          <p:cNvSpPr/>
          <p:nvPr/>
        </p:nvSpPr>
        <p:spPr>
          <a:xfrm>
            <a:off x="7298697" y="1863779"/>
            <a:ext cx="3020566" cy="1216882"/>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sz="2200" dirty="0">
                <a:solidFill>
                  <a:schemeClr val="tx1"/>
                </a:solidFill>
              </a:rPr>
              <a:t>1.3 hijack the web authentication session of the UC</a:t>
            </a:r>
          </a:p>
        </p:txBody>
      </p:sp>
      <p:cxnSp>
        <p:nvCxnSpPr>
          <p:cNvPr id="17" name="Straight Connector 16"/>
          <p:cNvCxnSpPr>
            <a:cxnSpLocks/>
            <a:stCxn id="5" idx="2"/>
            <a:endCxn id="8" idx="0"/>
          </p:cNvCxnSpPr>
          <p:nvPr/>
        </p:nvCxnSpPr>
        <p:spPr>
          <a:xfrm>
            <a:off x="5728177" y="1034771"/>
            <a:ext cx="0" cy="82900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a:cxnSpLocks/>
            <a:stCxn id="5" idx="2"/>
            <a:endCxn id="9" idx="0"/>
          </p:cNvCxnSpPr>
          <p:nvPr/>
        </p:nvCxnSpPr>
        <p:spPr>
          <a:xfrm>
            <a:off x="5728177" y="1034771"/>
            <a:ext cx="3080803" cy="82900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0" name="Rounded Rectangle 10">
            <a:extLst>
              <a:ext uri="{FF2B5EF4-FFF2-40B4-BE49-F238E27FC236}">
                <a16:creationId xmlns:a16="http://schemas.microsoft.com/office/drawing/2014/main" id="{DEAD9671-0D0E-49C6-8EB9-99AA326257BD}"/>
              </a:ext>
            </a:extLst>
          </p:cNvPr>
          <p:cNvSpPr/>
          <p:nvPr/>
        </p:nvSpPr>
        <p:spPr>
          <a:xfrm>
            <a:off x="190824" y="3931336"/>
            <a:ext cx="3399043" cy="1253296"/>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sz="2200" dirty="0">
                <a:solidFill>
                  <a:schemeClr val="tx1"/>
                </a:solidFill>
              </a:rPr>
              <a:t>1.1.1 exploit a software vulnerability in the LMS</a:t>
            </a:r>
          </a:p>
        </p:txBody>
      </p:sp>
      <p:cxnSp>
        <p:nvCxnSpPr>
          <p:cNvPr id="11" name="Straight Connector 10">
            <a:extLst>
              <a:ext uri="{FF2B5EF4-FFF2-40B4-BE49-F238E27FC236}">
                <a16:creationId xmlns:a16="http://schemas.microsoft.com/office/drawing/2014/main" id="{0BB69833-9B0D-4152-B890-103A04B46BB6}"/>
              </a:ext>
            </a:extLst>
          </p:cNvPr>
          <p:cNvCxnSpPr>
            <a:cxnSpLocks/>
            <a:stCxn id="7" idx="2"/>
            <a:endCxn id="10" idx="0"/>
          </p:cNvCxnSpPr>
          <p:nvPr/>
        </p:nvCxnSpPr>
        <p:spPr>
          <a:xfrm flipH="1">
            <a:off x="1890346" y="3080662"/>
            <a:ext cx="580368" cy="85067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2" name="Rounded Rectangle 13">
            <a:extLst>
              <a:ext uri="{FF2B5EF4-FFF2-40B4-BE49-F238E27FC236}">
                <a16:creationId xmlns:a16="http://schemas.microsoft.com/office/drawing/2014/main" id="{B7CF5227-B740-44FC-8B2E-6486B55C4B10}"/>
              </a:ext>
            </a:extLst>
          </p:cNvPr>
          <p:cNvSpPr/>
          <p:nvPr/>
        </p:nvSpPr>
        <p:spPr>
          <a:xfrm>
            <a:off x="9181301" y="3931336"/>
            <a:ext cx="2665420" cy="1253296"/>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hangingPunct="0">
              <a:tabLst>
                <a:tab pos="731976" algn="l"/>
                <a:tab pos="1951146" algn="l"/>
                <a:tab pos="3170315" algn="l"/>
                <a:tab pos="4389485" algn="l"/>
                <a:tab pos="5608654" algn="l"/>
                <a:tab pos="6827824" algn="l"/>
                <a:tab pos="8046993" algn="l"/>
                <a:tab pos="9266163" algn="l"/>
                <a:tab pos="10485333" algn="l"/>
                <a:tab pos="11704502" algn="l"/>
                <a:tab pos="12923672" algn="l"/>
              </a:tabLst>
            </a:pPr>
            <a:r>
              <a:rPr lang="en-NZ" sz="2200" dirty="0">
                <a:solidFill>
                  <a:schemeClr val="tx1"/>
                </a:solidFill>
              </a:rPr>
              <a:t>1.3.1 steal the UC’s session cookie</a:t>
            </a:r>
          </a:p>
        </p:txBody>
      </p:sp>
      <p:cxnSp>
        <p:nvCxnSpPr>
          <p:cNvPr id="13" name="Straight Connector 12">
            <a:extLst>
              <a:ext uri="{FF2B5EF4-FFF2-40B4-BE49-F238E27FC236}">
                <a16:creationId xmlns:a16="http://schemas.microsoft.com/office/drawing/2014/main" id="{FB306E84-8517-434B-83B1-FD8280698B34}"/>
              </a:ext>
            </a:extLst>
          </p:cNvPr>
          <p:cNvCxnSpPr>
            <a:cxnSpLocks/>
            <a:stCxn id="9" idx="2"/>
            <a:endCxn id="12" idx="0"/>
          </p:cNvCxnSpPr>
          <p:nvPr/>
        </p:nvCxnSpPr>
        <p:spPr>
          <a:xfrm>
            <a:off x="8808980" y="3080661"/>
            <a:ext cx="1705031" cy="85067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4" name="Rounded Rectangle 11">
            <a:extLst>
              <a:ext uri="{FF2B5EF4-FFF2-40B4-BE49-F238E27FC236}">
                <a16:creationId xmlns:a16="http://schemas.microsoft.com/office/drawing/2014/main" id="{604E5D3D-7003-43CE-8F61-CE4D010653DE}"/>
              </a:ext>
            </a:extLst>
          </p:cNvPr>
          <p:cNvSpPr/>
          <p:nvPr/>
        </p:nvSpPr>
        <p:spPr>
          <a:xfrm>
            <a:off x="3815778" y="3931336"/>
            <a:ext cx="2248281" cy="1253296"/>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sz="2200" dirty="0">
                <a:solidFill>
                  <a:schemeClr val="tx1"/>
                </a:solidFill>
              </a:rPr>
              <a:t>1.2.1 perform a brute-force login</a:t>
            </a:r>
          </a:p>
        </p:txBody>
      </p:sp>
      <p:sp>
        <p:nvSpPr>
          <p:cNvPr id="15" name="Rounded Rectangle 12">
            <a:extLst>
              <a:ext uri="{FF2B5EF4-FFF2-40B4-BE49-F238E27FC236}">
                <a16:creationId xmlns:a16="http://schemas.microsoft.com/office/drawing/2014/main" id="{68AAF1D9-03BE-4414-BB0E-3F2221E51EFA}"/>
              </a:ext>
            </a:extLst>
          </p:cNvPr>
          <p:cNvSpPr/>
          <p:nvPr/>
        </p:nvSpPr>
        <p:spPr>
          <a:xfrm>
            <a:off x="6289971" y="3931336"/>
            <a:ext cx="2665419" cy="1253296"/>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sz="2200" dirty="0">
                <a:solidFill>
                  <a:schemeClr val="tx1"/>
                </a:solidFill>
              </a:rPr>
              <a:t>1.2.2 steal the UC’s login credentials</a:t>
            </a:r>
          </a:p>
        </p:txBody>
      </p:sp>
      <p:cxnSp>
        <p:nvCxnSpPr>
          <p:cNvPr id="16" name="Straight Connector 15">
            <a:extLst>
              <a:ext uri="{FF2B5EF4-FFF2-40B4-BE49-F238E27FC236}">
                <a16:creationId xmlns:a16="http://schemas.microsoft.com/office/drawing/2014/main" id="{D011E090-48B4-4787-A7E6-177F361C308B}"/>
              </a:ext>
            </a:extLst>
          </p:cNvPr>
          <p:cNvCxnSpPr>
            <a:cxnSpLocks/>
            <a:stCxn id="8" idx="2"/>
            <a:endCxn id="14" idx="0"/>
          </p:cNvCxnSpPr>
          <p:nvPr/>
        </p:nvCxnSpPr>
        <p:spPr>
          <a:xfrm flipH="1">
            <a:off x="4939919" y="3080661"/>
            <a:ext cx="788258" cy="85067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339FD23C-31E7-4F29-A364-1686F16A3693}"/>
              </a:ext>
            </a:extLst>
          </p:cNvPr>
          <p:cNvCxnSpPr>
            <a:cxnSpLocks/>
            <a:stCxn id="8" idx="2"/>
            <a:endCxn id="15" idx="0"/>
          </p:cNvCxnSpPr>
          <p:nvPr/>
        </p:nvCxnSpPr>
        <p:spPr>
          <a:xfrm>
            <a:off x="5728177" y="3080661"/>
            <a:ext cx="1894504" cy="85067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0" name="Rounded Rectangle 26">
            <a:extLst>
              <a:ext uri="{FF2B5EF4-FFF2-40B4-BE49-F238E27FC236}">
                <a16:creationId xmlns:a16="http://schemas.microsoft.com/office/drawing/2014/main" id="{F850F898-0AA5-466C-918E-CB3E685659C0}"/>
              </a:ext>
            </a:extLst>
          </p:cNvPr>
          <p:cNvSpPr/>
          <p:nvPr/>
        </p:nvSpPr>
        <p:spPr>
          <a:xfrm>
            <a:off x="1739421" y="5805494"/>
            <a:ext cx="2825098" cy="886917"/>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sz="2200" dirty="0">
                <a:solidFill>
                  <a:schemeClr val="tx1"/>
                </a:solidFill>
              </a:rPr>
              <a:t>1.2.1.1 identify the UC’s username</a:t>
            </a:r>
          </a:p>
        </p:txBody>
      </p:sp>
      <p:sp>
        <p:nvSpPr>
          <p:cNvPr id="21" name="Rounded Rectangle 27">
            <a:extLst>
              <a:ext uri="{FF2B5EF4-FFF2-40B4-BE49-F238E27FC236}">
                <a16:creationId xmlns:a16="http://schemas.microsoft.com/office/drawing/2014/main" id="{F1F3E9F6-00BE-45B9-AC77-CE04C425F546}"/>
              </a:ext>
            </a:extLst>
          </p:cNvPr>
          <p:cNvSpPr/>
          <p:nvPr/>
        </p:nvSpPr>
        <p:spPr>
          <a:xfrm>
            <a:off x="5297561" y="5805494"/>
            <a:ext cx="3062668" cy="886917"/>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sz="2200" dirty="0">
                <a:solidFill>
                  <a:schemeClr val="tx1"/>
                </a:solidFill>
              </a:rPr>
              <a:t>1.2.1.2 identify the UC’s password</a:t>
            </a:r>
          </a:p>
        </p:txBody>
      </p:sp>
      <p:cxnSp>
        <p:nvCxnSpPr>
          <p:cNvPr id="22" name="Straight Connector 21">
            <a:extLst>
              <a:ext uri="{FF2B5EF4-FFF2-40B4-BE49-F238E27FC236}">
                <a16:creationId xmlns:a16="http://schemas.microsoft.com/office/drawing/2014/main" id="{EAEDC152-2C27-4AF8-8480-6B4726B11871}"/>
              </a:ext>
            </a:extLst>
          </p:cNvPr>
          <p:cNvCxnSpPr>
            <a:cxnSpLocks/>
            <a:endCxn id="20" idx="0"/>
          </p:cNvCxnSpPr>
          <p:nvPr/>
        </p:nvCxnSpPr>
        <p:spPr>
          <a:xfrm flipH="1">
            <a:off x="3151970" y="5184632"/>
            <a:ext cx="1770818" cy="62086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732170DB-BE10-4A18-9997-6579A9851A10}"/>
              </a:ext>
            </a:extLst>
          </p:cNvPr>
          <p:cNvCxnSpPr>
            <a:cxnSpLocks/>
            <a:stCxn id="14" idx="2"/>
            <a:endCxn id="21" idx="0"/>
          </p:cNvCxnSpPr>
          <p:nvPr/>
        </p:nvCxnSpPr>
        <p:spPr>
          <a:xfrm>
            <a:off x="4939919" y="5184632"/>
            <a:ext cx="1888976" cy="62086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4" name="Freeform 30">
            <a:extLst>
              <a:ext uri="{FF2B5EF4-FFF2-40B4-BE49-F238E27FC236}">
                <a16:creationId xmlns:a16="http://schemas.microsoft.com/office/drawing/2014/main" id="{306A2F3A-ECBE-49E8-B89C-36F2E0E9A190}"/>
              </a:ext>
            </a:extLst>
          </p:cNvPr>
          <p:cNvSpPr/>
          <p:nvPr/>
        </p:nvSpPr>
        <p:spPr>
          <a:xfrm>
            <a:off x="4743106" y="5306635"/>
            <a:ext cx="489987" cy="162181"/>
          </a:xfrm>
          <a:custGeom>
            <a:avLst/>
            <a:gdLst>
              <a:gd name="connsiteX0" fmla="*/ 0 w 476250"/>
              <a:gd name="connsiteY0" fmla="*/ 0 h 142944"/>
              <a:gd name="connsiteX1" fmla="*/ 228600 w 476250"/>
              <a:gd name="connsiteY1" fmla="*/ 142875 h 142944"/>
              <a:gd name="connsiteX2" fmla="*/ 476250 w 476250"/>
              <a:gd name="connsiteY2" fmla="*/ 19050 h 142944"/>
              <a:gd name="connsiteX0" fmla="*/ 0 w 476250"/>
              <a:gd name="connsiteY0" fmla="*/ 0 h 142978"/>
              <a:gd name="connsiteX1" fmla="*/ 228600 w 476250"/>
              <a:gd name="connsiteY1" fmla="*/ 142875 h 142978"/>
              <a:gd name="connsiteX2" fmla="*/ 476250 w 476250"/>
              <a:gd name="connsiteY2" fmla="*/ 19050 h 142978"/>
              <a:gd name="connsiteX0" fmla="*/ 0 w 476250"/>
              <a:gd name="connsiteY0" fmla="*/ 0 h 147735"/>
              <a:gd name="connsiteX1" fmla="*/ 247650 w 476250"/>
              <a:gd name="connsiteY1" fmla="*/ 147638 h 147735"/>
              <a:gd name="connsiteX2" fmla="*/ 476250 w 476250"/>
              <a:gd name="connsiteY2" fmla="*/ 19050 h 147735"/>
              <a:gd name="connsiteX0" fmla="*/ 0 w 476250"/>
              <a:gd name="connsiteY0" fmla="*/ 0 h 147661"/>
              <a:gd name="connsiteX1" fmla="*/ 247650 w 476250"/>
              <a:gd name="connsiteY1" fmla="*/ 147638 h 147661"/>
              <a:gd name="connsiteX2" fmla="*/ 476250 w 476250"/>
              <a:gd name="connsiteY2" fmla="*/ 19050 h 147661"/>
              <a:gd name="connsiteX0" fmla="*/ 0 w 464344"/>
              <a:gd name="connsiteY0" fmla="*/ 0 h 147690"/>
              <a:gd name="connsiteX1" fmla="*/ 247650 w 464344"/>
              <a:gd name="connsiteY1" fmla="*/ 147638 h 147690"/>
              <a:gd name="connsiteX2" fmla="*/ 464344 w 464344"/>
              <a:gd name="connsiteY2" fmla="*/ 14288 h 147690"/>
              <a:gd name="connsiteX0" fmla="*/ 0 w 464344"/>
              <a:gd name="connsiteY0" fmla="*/ 0 h 147701"/>
              <a:gd name="connsiteX1" fmla="*/ 247650 w 464344"/>
              <a:gd name="connsiteY1" fmla="*/ 147638 h 147701"/>
              <a:gd name="connsiteX2" fmla="*/ 464344 w 464344"/>
              <a:gd name="connsiteY2" fmla="*/ 14288 h 147701"/>
              <a:gd name="connsiteX0" fmla="*/ 0 w 464344"/>
              <a:gd name="connsiteY0" fmla="*/ 0 h 147701"/>
              <a:gd name="connsiteX1" fmla="*/ 247650 w 464344"/>
              <a:gd name="connsiteY1" fmla="*/ 147638 h 147701"/>
              <a:gd name="connsiteX2" fmla="*/ 464344 w 464344"/>
              <a:gd name="connsiteY2" fmla="*/ 14288 h 147701"/>
              <a:gd name="connsiteX0" fmla="*/ 0 w 464344"/>
              <a:gd name="connsiteY0" fmla="*/ 0 h 147701"/>
              <a:gd name="connsiteX1" fmla="*/ 247650 w 464344"/>
              <a:gd name="connsiteY1" fmla="*/ 147638 h 147701"/>
              <a:gd name="connsiteX2" fmla="*/ 464344 w 464344"/>
              <a:gd name="connsiteY2" fmla="*/ 14288 h 147701"/>
              <a:gd name="connsiteX0" fmla="*/ 0 w 464344"/>
              <a:gd name="connsiteY0" fmla="*/ 0 h 150080"/>
              <a:gd name="connsiteX1" fmla="*/ 204788 w 464344"/>
              <a:gd name="connsiteY1" fmla="*/ 150019 h 150080"/>
              <a:gd name="connsiteX2" fmla="*/ 464344 w 464344"/>
              <a:gd name="connsiteY2" fmla="*/ 14288 h 150080"/>
            </a:gdLst>
            <a:ahLst/>
            <a:cxnLst>
              <a:cxn ang="0">
                <a:pos x="connsiteX0" y="connsiteY0"/>
              </a:cxn>
              <a:cxn ang="0">
                <a:pos x="connsiteX1" y="connsiteY1"/>
              </a:cxn>
              <a:cxn ang="0">
                <a:pos x="connsiteX2" y="connsiteY2"/>
              </a:cxn>
            </a:cxnLst>
            <a:rect l="l" t="t" r="r" b="b"/>
            <a:pathLst>
              <a:path w="464344" h="150080">
                <a:moveTo>
                  <a:pt x="0" y="0"/>
                </a:moveTo>
                <a:cubicBezTo>
                  <a:pt x="67468" y="100806"/>
                  <a:pt x="127397" y="147638"/>
                  <a:pt x="204788" y="150019"/>
                </a:cubicBezTo>
                <a:cubicBezTo>
                  <a:pt x="282179" y="152400"/>
                  <a:pt x="407989" y="84932"/>
                  <a:pt x="464344" y="14288"/>
                </a:cubicBezTo>
              </a:path>
            </a:pathLst>
          </a:cu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Z" sz="1867">
              <a:solidFill>
                <a:schemeClr val="tx1"/>
              </a:solidFill>
            </a:endParaRPr>
          </a:p>
        </p:txBody>
      </p:sp>
      <p:sp>
        <p:nvSpPr>
          <p:cNvPr id="25" name="Title 3">
            <a:extLst>
              <a:ext uri="{FF2B5EF4-FFF2-40B4-BE49-F238E27FC236}">
                <a16:creationId xmlns:a16="http://schemas.microsoft.com/office/drawing/2014/main" id="{CC935FC4-E7E4-40A6-A594-4D8DD254FE6B}"/>
              </a:ext>
            </a:extLst>
          </p:cNvPr>
          <p:cNvSpPr>
            <a:spLocks noGrp="1"/>
          </p:cNvSpPr>
          <p:nvPr>
            <p:ph type="title"/>
          </p:nvPr>
        </p:nvSpPr>
        <p:spPr>
          <a:xfrm>
            <a:off x="1139241" y="127993"/>
            <a:ext cx="2101949" cy="727410"/>
          </a:xfrm>
        </p:spPr>
        <p:txBody>
          <a:bodyPr>
            <a:normAutofit/>
          </a:bodyPr>
          <a:lstStyle/>
          <a:p>
            <a:r>
              <a:rPr lang="en-AU" sz="2800" dirty="0">
                <a:solidFill>
                  <a:srgbClr val="FF0000"/>
                </a:solidFill>
                <a:latin typeface="+mn-lt"/>
                <a:ea typeface="+mn-ea"/>
                <a:cs typeface="+mn-cs"/>
              </a:rPr>
              <a:t>root node</a:t>
            </a:r>
          </a:p>
        </p:txBody>
      </p:sp>
      <p:cxnSp>
        <p:nvCxnSpPr>
          <p:cNvPr id="26" name="Straight Arrow Connector 25">
            <a:extLst>
              <a:ext uri="{FF2B5EF4-FFF2-40B4-BE49-F238E27FC236}">
                <a16:creationId xmlns:a16="http://schemas.microsoft.com/office/drawing/2014/main" id="{1635DD07-2F80-46F7-B875-C08D67421F70}"/>
              </a:ext>
            </a:extLst>
          </p:cNvPr>
          <p:cNvCxnSpPr>
            <a:stCxn id="25" idx="3"/>
          </p:cNvCxnSpPr>
          <p:nvPr/>
        </p:nvCxnSpPr>
        <p:spPr>
          <a:xfrm>
            <a:off x="3241190" y="491698"/>
            <a:ext cx="522966" cy="0"/>
          </a:xfrm>
          <a:prstGeom prst="straightConnector1">
            <a:avLst/>
          </a:prstGeom>
          <a:ln w="31750">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8805316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55670E94-029C-4BA8-8D44-FBB339E4924F}" type="slidenum">
              <a:rPr lang="en-AU" smtClean="0">
                <a:solidFill>
                  <a:schemeClr val="tx1"/>
                </a:solidFill>
              </a:rPr>
              <a:pPr/>
              <a:t>23</a:t>
            </a:fld>
            <a:endParaRPr lang="en-AU" dirty="0">
              <a:solidFill>
                <a:schemeClr val="tx1"/>
              </a:solidFill>
            </a:endParaRPr>
          </a:p>
        </p:txBody>
      </p:sp>
      <p:sp>
        <p:nvSpPr>
          <p:cNvPr id="5" name="Rectangle 4"/>
          <p:cNvSpPr/>
          <p:nvPr/>
        </p:nvSpPr>
        <p:spPr>
          <a:xfrm>
            <a:off x="3764156" y="35705"/>
            <a:ext cx="3928041" cy="999066"/>
          </a:xfrm>
          <a:prstGeom prst="rect">
            <a:avLst/>
          </a:prstGeom>
          <a:solidFill>
            <a:schemeClr val="bg1"/>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sz="2200" dirty="0">
                <a:solidFill>
                  <a:schemeClr val="tx1"/>
                </a:solidFill>
              </a:rPr>
              <a:t>1 change students’ assessment marks in CITS1003 from LMS</a:t>
            </a:r>
          </a:p>
        </p:txBody>
      </p:sp>
      <p:cxnSp>
        <p:nvCxnSpPr>
          <p:cNvPr id="6" name="Straight Connector 5"/>
          <p:cNvCxnSpPr>
            <a:cxnSpLocks/>
            <a:stCxn id="5" idx="2"/>
            <a:endCxn id="7" idx="0"/>
          </p:cNvCxnSpPr>
          <p:nvPr/>
        </p:nvCxnSpPr>
        <p:spPr>
          <a:xfrm flipH="1">
            <a:off x="2470714" y="1034771"/>
            <a:ext cx="3257463" cy="82900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7" name="Rounded Rectangle 6"/>
          <p:cNvSpPr/>
          <p:nvPr/>
        </p:nvSpPr>
        <p:spPr>
          <a:xfrm>
            <a:off x="783771" y="1863778"/>
            <a:ext cx="3373886" cy="1216884"/>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sz="2200" dirty="0">
                <a:solidFill>
                  <a:schemeClr val="tx1"/>
                </a:solidFill>
              </a:rPr>
              <a:t>1.1 gain direct access to the CITS1003’s marks database in LMS</a:t>
            </a:r>
          </a:p>
        </p:txBody>
      </p:sp>
      <p:sp>
        <p:nvSpPr>
          <p:cNvPr id="8" name="Rounded Rectangle 7"/>
          <p:cNvSpPr/>
          <p:nvPr/>
        </p:nvSpPr>
        <p:spPr>
          <a:xfrm>
            <a:off x="4394553" y="1863778"/>
            <a:ext cx="2667247" cy="1216883"/>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sz="2200" dirty="0">
                <a:solidFill>
                  <a:schemeClr val="tx1"/>
                </a:solidFill>
              </a:rPr>
              <a:t>1.2 log in as an authenticated UC</a:t>
            </a:r>
          </a:p>
        </p:txBody>
      </p:sp>
      <p:sp>
        <p:nvSpPr>
          <p:cNvPr id="9" name="Rounded Rectangle 8"/>
          <p:cNvSpPr/>
          <p:nvPr/>
        </p:nvSpPr>
        <p:spPr>
          <a:xfrm>
            <a:off x="7298697" y="1863779"/>
            <a:ext cx="3020566" cy="1216882"/>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sz="2200" dirty="0">
                <a:solidFill>
                  <a:schemeClr val="tx1"/>
                </a:solidFill>
              </a:rPr>
              <a:t>1.3 hijack the web authentication session of the UC</a:t>
            </a:r>
          </a:p>
        </p:txBody>
      </p:sp>
      <p:cxnSp>
        <p:nvCxnSpPr>
          <p:cNvPr id="17" name="Straight Connector 16"/>
          <p:cNvCxnSpPr>
            <a:cxnSpLocks/>
            <a:stCxn id="5" idx="2"/>
            <a:endCxn id="8" idx="0"/>
          </p:cNvCxnSpPr>
          <p:nvPr/>
        </p:nvCxnSpPr>
        <p:spPr>
          <a:xfrm>
            <a:off x="5728177" y="1034771"/>
            <a:ext cx="0" cy="82900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a:cxnSpLocks/>
            <a:stCxn id="5" idx="2"/>
            <a:endCxn id="9" idx="0"/>
          </p:cNvCxnSpPr>
          <p:nvPr/>
        </p:nvCxnSpPr>
        <p:spPr>
          <a:xfrm>
            <a:off x="5728177" y="1034771"/>
            <a:ext cx="3080803" cy="82900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0" name="Rounded Rectangle 10">
            <a:extLst>
              <a:ext uri="{FF2B5EF4-FFF2-40B4-BE49-F238E27FC236}">
                <a16:creationId xmlns:a16="http://schemas.microsoft.com/office/drawing/2014/main" id="{DEAD9671-0D0E-49C6-8EB9-99AA326257BD}"/>
              </a:ext>
            </a:extLst>
          </p:cNvPr>
          <p:cNvSpPr/>
          <p:nvPr/>
        </p:nvSpPr>
        <p:spPr>
          <a:xfrm>
            <a:off x="190824" y="3931336"/>
            <a:ext cx="3399043" cy="1253296"/>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sz="2200" dirty="0">
                <a:solidFill>
                  <a:schemeClr val="tx1"/>
                </a:solidFill>
              </a:rPr>
              <a:t>1.1.1 exploit a software vulnerability in the LMS</a:t>
            </a:r>
          </a:p>
        </p:txBody>
      </p:sp>
      <p:cxnSp>
        <p:nvCxnSpPr>
          <p:cNvPr id="11" name="Straight Connector 10">
            <a:extLst>
              <a:ext uri="{FF2B5EF4-FFF2-40B4-BE49-F238E27FC236}">
                <a16:creationId xmlns:a16="http://schemas.microsoft.com/office/drawing/2014/main" id="{0BB69833-9B0D-4152-B890-103A04B46BB6}"/>
              </a:ext>
            </a:extLst>
          </p:cNvPr>
          <p:cNvCxnSpPr>
            <a:cxnSpLocks/>
            <a:stCxn id="7" idx="2"/>
            <a:endCxn id="10" idx="0"/>
          </p:cNvCxnSpPr>
          <p:nvPr/>
        </p:nvCxnSpPr>
        <p:spPr>
          <a:xfrm flipH="1">
            <a:off x="1890346" y="3080662"/>
            <a:ext cx="580368" cy="85067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2" name="Rounded Rectangle 13">
            <a:extLst>
              <a:ext uri="{FF2B5EF4-FFF2-40B4-BE49-F238E27FC236}">
                <a16:creationId xmlns:a16="http://schemas.microsoft.com/office/drawing/2014/main" id="{B7CF5227-B740-44FC-8B2E-6486B55C4B10}"/>
              </a:ext>
            </a:extLst>
          </p:cNvPr>
          <p:cNvSpPr/>
          <p:nvPr/>
        </p:nvSpPr>
        <p:spPr>
          <a:xfrm>
            <a:off x="9181301" y="3931336"/>
            <a:ext cx="2665420" cy="1253296"/>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hangingPunct="0">
              <a:tabLst>
                <a:tab pos="731976" algn="l"/>
                <a:tab pos="1951146" algn="l"/>
                <a:tab pos="3170315" algn="l"/>
                <a:tab pos="4389485" algn="l"/>
                <a:tab pos="5608654" algn="l"/>
                <a:tab pos="6827824" algn="l"/>
                <a:tab pos="8046993" algn="l"/>
                <a:tab pos="9266163" algn="l"/>
                <a:tab pos="10485333" algn="l"/>
                <a:tab pos="11704502" algn="l"/>
                <a:tab pos="12923672" algn="l"/>
              </a:tabLst>
            </a:pPr>
            <a:r>
              <a:rPr lang="en-NZ" sz="2200" dirty="0">
                <a:solidFill>
                  <a:schemeClr val="tx1"/>
                </a:solidFill>
              </a:rPr>
              <a:t>1.3.1 steal the UC’s session cookie</a:t>
            </a:r>
          </a:p>
        </p:txBody>
      </p:sp>
      <p:cxnSp>
        <p:nvCxnSpPr>
          <p:cNvPr id="13" name="Straight Connector 12">
            <a:extLst>
              <a:ext uri="{FF2B5EF4-FFF2-40B4-BE49-F238E27FC236}">
                <a16:creationId xmlns:a16="http://schemas.microsoft.com/office/drawing/2014/main" id="{FB306E84-8517-434B-83B1-FD8280698B34}"/>
              </a:ext>
            </a:extLst>
          </p:cNvPr>
          <p:cNvCxnSpPr>
            <a:cxnSpLocks/>
            <a:stCxn id="9" idx="2"/>
            <a:endCxn id="12" idx="0"/>
          </p:cNvCxnSpPr>
          <p:nvPr/>
        </p:nvCxnSpPr>
        <p:spPr>
          <a:xfrm>
            <a:off x="8808980" y="3080661"/>
            <a:ext cx="1705031" cy="85067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4" name="Rounded Rectangle 11">
            <a:extLst>
              <a:ext uri="{FF2B5EF4-FFF2-40B4-BE49-F238E27FC236}">
                <a16:creationId xmlns:a16="http://schemas.microsoft.com/office/drawing/2014/main" id="{604E5D3D-7003-43CE-8F61-CE4D010653DE}"/>
              </a:ext>
            </a:extLst>
          </p:cNvPr>
          <p:cNvSpPr/>
          <p:nvPr/>
        </p:nvSpPr>
        <p:spPr>
          <a:xfrm>
            <a:off x="3815778" y="3931336"/>
            <a:ext cx="2248281" cy="1253296"/>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sz="2200" dirty="0">
                <a:solidFill>
                  <a:schemeClr val="tx1"/>
                </a:solidFill>
              </a:rPr>
              <a:t>1.2.1 perform a brute-force login</a:t>
            </a:r>
          </a:p>
        </p:txBody>
      </p:sp>
      <p:sp>
        <p:nvSpPr>
          <p:cNvPr id="15" name="Rounded Rectangle 12">
            <a:extLst>
              <a:ext uri="{FF2B5EF4-FFF2-40B4-BE49-F238E27FC236}">
                <a16:creationId xmlns:a16="http://schemas.microsoft.com/office/drawing/2014/main" id="{68AAF1D9-03BE-4414-BB0E-3F2221E51EFA}"/>
              </a:ext>
            </a:extLst>
          </p:cNvPr>
          <p:cNvSpPr/>
          <p:nvPr/>
        </p:nvSpPr>
        <p:spPr>
          <a:xfrm>
            <a:off x="6289971" y="3931336"/>
            <a:ext cx="2665419" cy="1253296"/>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sz="2200" dirty="0">
                <a:solidFill>
                  <a:schemeClr val="tx1"/>
                </a:solidFill>
              </a:rPr>
              <a:t>1.2.2 steal the UC’s login credentials</a:t>
            </a:r>
          </a:p>
        </p:txBody>
      </p:sp>
      <p:cxnSp>
        <p:nvCxnSpPr>
          <p:cNvPr id="16" name="Straight Connector 15">
            <a:extLst>
              <a:ext uri="{FF2B5EF4-FFF2-40B4-BE49-F238E27FC236}">
                <a16:creationId xmlns:a16="http://schemas.microsoft.com/office/drawing/2014/main" id="{D011E090-48B4-4787-A7E6-177F361C308B}"/>
              </a:ext>
            </a:extLst>
          </p:cNvPr>
          <p:cNvCxnSpPr>
            <a:cxnSpLocks/>
            <a:stCxn id="8" idx="2"/>
            <a:endCxn id="14" idx="0"/>
          </p:cNvCxnSpPr>
          <p:nvPr/>
        </p:nvCxnSpPr>
        <p:spPr>
          <a:xfrm flipH="1">
            <a:off x="4939919" y="3080661"/>
            <a:ext cx="788258" cy="85067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339FD23C-31E7-4F29-A364-1686F16A3693}"/>
              </a:ext>
            </a:extLst>
          </p:cNvPr>
          <p:cNvCxnSpPr>
            <a:cxnSpLocks/>
            <a:stCxn id="8" idx="2"/>
            <a:endCxn id="15" idx="0"/>
          </p:cNvCxnSpPr>
          <p:nvPr/>
        </p:nvCxnSpPr>
        <p:spPr>
          <a:xfrm>
            <a:off x="5728177" y="3080661"/>
            <a:ext cx="1894504" cy="85067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0" name="Rounded Rectangle 26">
            <a:extLst>
              <a:ext uri="{FF2B5EF4-FFF2-40B4-BE49-F238E27FC236}">
                <a16:creationId xmlns:a16="http://schemas.microsoft.com/office/drawing/2014/main" id="{F850F898-0AA5-466C-918E-CB3E685659C0}"/>
              </a:ext>
            </a:extLst>
          </p:cNvPr>
          <p:cNvSpPr/>
          <p:nvPr/>
        </p:nvSpPr>
        <p:spPr>
          <a:xfrm>
            <a:off x="2044218" y="5805494"/>
            <a:ext cx="2825098" cy="886917"/>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sz="2200" dirty="0">
                <a:solidFill>
                  <a:schemeClr val="tx1"/>
                </a:solidFill>
              </a:rPr>
              <a:t>1.2.1.1 identify the UC’s username</a:t>
            </a:r>
          </a:p>
        </p:txBody>
      </p:sp>
      <p:sp>
        <p:nvSpPr>
          <p:cNvPr id="21" name="Rounded Rectangle 27">
            <a:extLst>
              <a:ext uri="{FF2B5EF4-FFF2-40B4-BE49-F238E27FC236}">
                <a16:creationId xmlns:a16="http://schemas.microsoft.com/office/drawing/2014/main" id="{F1F3E9F6-00BE-45B9-AC77-CE04C425F546}"/>
              </a:ext>
            </a:extLst>
          </p:cNvPr>
          <p:cNvSpPr/>
          <p:nvPr/>
        </p:nvSpPr>
        <p:spPr>
          <a:xfrm>
            <a:off x="5297561" y="5805494"/>
            <a:ext cx="3062668" cy="886917"/>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sz="2200" dirty="0">
                <a:solidFill>
                  <a:schemeClr val="tx1"/>
                </a:solidFill>
              </a:rPr>
              <a:t>1.2.1.2 identify the UC’s password</a:t>
            </a:r>
          </a:p>
        </p:txBody>
      </p:sp>
      <p:cxnSp>
        <p:nvCxnSpPr>
          <p:cNvPr id="22" name="Straight Connector 21">
            <a:extLst>
              <a:ext uri="{FF2B5EF4-FFF2-40B4-BE49-F238E27FC236}">
                <a16:creationId xmlns:a16="http://schemas.microsoft.com/office/drawing/2014/main" id="{EAEDC152-2C27-4AF8-8480-6B4726B11871}"/>
              </a:ext>
            </a:extLst>
          </p:cNvPr>
          <p:cNvCxnSpPr>
            <a:cxnSpLocks/>
            <a:endCxn id="20" idx="0"/>
          </p:cNvCxnSpPr>
          <p:nvPr/>
        </p:nvCxnSpPr>
        <p:spPr>
          <a:xfrm flipH="1">
            <a:off x="3456767" y="5184632"/>
            <a:ext cx="1412549" cy="62086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732170DB-BE10-4A18-9997-6579A9851A10}"/>
              </a:ext>
            </a:extLst>
          </p:cNvPr>
          <p:cNvCxnSpPr>
            <a:cxnSpLocks/>
            <a:stCxn id="14" idx="2"/>
            <a:endCxn id="21" idx="0"/>
          </p:cNvCxnSpPr>
          <p:nvPr/>
        </p:nvCxnSpPr>
        <p:spPr>
          <a:xfrm>
            <a:off x="4939919" y="5184632"/>
            <a:ext cx="1888976" cy="62086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4" name="Freeform 30">
            <a:extLst>
              <a:ext uri="{FF2B5EF4-FFF2-40B4-BE49-F238E27FC236}">
                <a16:creationId xmlns:a16="http://schemas.microsoft.com/office/drawing/2014/main" id="{306A2F3A-ECBE-49E8-B89C-36F2E0E9A190}"/>
              </a:ext>
            </a:extLst>
          </p:cNvPr>
          <p:cNvSpPr/>
          <p:nvPr/>
        </p:nvSpPr>
        <p:spPr>
          <a:xfrm>
            <a:off x="4743106" y="5306635"/>
            <a:ext cx="489987" cy="162181"/>
          </a:xfrm>
          <a:custGeom>
            <a:avLst/>
            <a:gdLst>
              <a:gd name="connsiteX0" fmla="*/ 0 w 476250"/>
              <a:gd name="connsiteY0" fmla="*/ 0 h 142944"/>
              <a:gd name="connsiteX1" fmla="*/ 228600 w 476250"/>
              <a:gd name="connsiteY1" fmla="*/ 142875 h 142944"/>
              <a:gd name="connsiteX2" fmla="*/ 476250 w 476250"/>
              <a:gd name="connsiteY2" fmla="*/ 19050 h 142944"/>
              <a:gd name="connsiteX0" fmla="*/ 0 w 476250"/>
              <a:gd name="connsiteY0" fmla="*/ 0 h 142978"/>
              <a:gd name="connsiteX1" fmla="*/ 228600 w 476250"/>
              <a:gd name="connsiteY1" fmla="*/ 142875 h 142978"/>
              <a:gd name="connsiteX2" fmla="*/ 476250 w 476250"/>
              <a:gd name="connsiteY2" fmla="*/ 19050 h 142978"/>
              <a:gd name="connsiteX0" fmla="*/ 0 w 476250"/>
              <a:gd name="connsiteY0" fmla="*/ 0 h 147735"/>
              <a:gd name="connsiteX1" fmla="*/ 247650 w 476250"/>
              <a:gd name="connsiteY1" fmla="*/ 147638 h 147735"/>
              <a:gd name="connsiteX2" fmla="*/ 476250 w 476250"/>
              <a:gd name="connsiteY2" fmla="*/ 19050 h 147735"/>
              <a:gd name="connsiteX0" fmla="*/ 0 w 476250"/>
              <a:gd name="connsiteY0" fmla="*/ 0 h 147661"/>
              <a:gd name="connsiteX1" fmla="*/ 247650 w 476250"/>
              <a:gd name="connsiteY1" fmla="*/ 147638 h 147661"/>
              <a:gd name="connsiteX2" fmla="*/ 476250 w 476250"/>
              <a:gd name="connsiteY2" fmla="*/ 19050 h 147661"/>
              <a:gd name="connsiteX0" fmla="*/ 0 w 464344"/>
              <a:gd name="connsiteY0" fmla="*/ 0 h 147690"/>
              <a:gd name="connsiteX1" fmla="*/ 247650 w 464344"/>
              <a:gd name="connsiteY1" fmla="*/ 147638 h 147690"/>
              <a:gd name="connsiteX2" fmla="*/ 464344 w 464344"/>
              <a:gd name="connsiteY2" fmla="*/ 14288 h 147690"/>
              <a:gd name="connsiteX0" fmla="*/ 0 w 464344"/>
              <a:gd name="connsiteY0" fmla="*/ 0 h 147701"/>
              <a:gd name="connsiteX1" fmla="*/ 247650 w 464344"/>
              <a:gd name="connsiteY1" fmla="*/ 147638 h 147701"/>
              <a:gd name="connsiteX2" fmla="*/ 464344 w 464344"/>
              <a:gd name="connsiteY2" fmla="*/ 14288 h 147701"/>
              <a:gd name="connsiteX0" fmla="*/ 0 w 464344"/>
              <a:gd name="connsiteY0" fmla="*/ 0 h 147701"/>
              <a:gd name="connsiteX1" fmla="*/ 247650 w 464344"/>
              <a:gd name="connsiteY1" fmla="*/ 147638 h 147701"/>
              <a:gd name="connsiteX2" fmla="*/ 464344 w 464344"/>
              <a:gd name="connsiteY2" fmla="*/ 14288 h 147701"/>
              <a:gd name="connsiteX0" fmla="*/ 0 w 464344"/>
              <a:gd name="connsiteY0" fmla="*/ 0 h 147701"/>
              <a:gd name="connsiteX1" fmla="*/ 247650 w 464344"/>
              <a:gd name="connsiteY1" fmla="*/ 147638 h 147701"/>
              <a:gd name="connsiteX2" fmla="*/ 464344 w 464344"/>
              <a:gd name="connsiteY2" fmla="*/ 14288 h 147701"/>
              <a:gd name="connsiteX0" fmla="*/ 0 w 464344"/>
              <a:gd name="connsiteY0" fmla="*/ 0 h 150080"/>
              <a:gd name="connsiteX1" fmla="*/ 204788 w 464344"/>
              <a:gd name="connsiteY1" fmla="*/ 150019 h 150080"/>
              <a:gd name="connsiteX2" fmla="*/ 464344 w 464344"/>
              <a:gd name="connsiteY2" fmla="*/ 14288 h 150080"/>
            </a:gdLst>
            <a:ahLst/>
            <a:cxnLst>
              <a:cxn ang="0">
                <a:pos x="connsiteX0" y="connsiteY0"/>
              </a:cxn>
              <a:cxn ang="0">
                <a:pos x="connsiteX1" y="connsiteY1"/>
              </a:cxn>
              <a:cxn ang="0">
                <a:pos x="connsiteX2" y="connsiteY2"/>
              </a:cxn>
            </a:cxnLst>
            <a:rect l="l" t="t" r="r" b="b"/>
            <a:pathLst>
              <a:path w="464344" h="150080">
                <a:moveTo>
                  <a:pt x="0" y="0"/>
                </a:moveTo>
                <a:cubicBezTo>
                  <a:pt x="67468" y="100806"/>
                  <a:pt x="127397" y="147638"/>
                  <a:pt x="204788" y="150019"/>
                </a:cubicBezTo>
                <a:cubicBezTo>
                  <a:pt x="282179" y="152400"/>
                  <a:pt x="407989" y="84932"/>
                  <a:pt x="464344" y="14288"/>
                </a:cubicBezTo>
              </a:path>
            </a:pathLst>
          </a:cu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Z" sz="1867">
              <a:solidFill>
                <a:schemeClr val="tx1"/>
              </a:solidFill>
            </a:endParaRPr>
          </a:p>
        </p:txBody>
      </p:sp>
      <p:sp>
        <p:nvSpPr>
          <p:cNvPr id="25" name="Title 3">
            <a:extLst>
              <a:ext uri="{FF2B5EF4-FFF2-40B4-BE49-F238E27FC236}">
                <a16:creationId xmlns:a16="http://schemas.microsoft.com/office/drawing/2014/main" id="{CC935FC4-E7E4-40A6-A594-4D8DD254FE6B}"/>
              </a:ext>
            </a:extLst>
          </p:cNvPr>
          <p:cNvSpPr>
            <a:spLocks noGrp="1"/>
          </p:cNvSpPr>
          <p:nvPr>
            <p:ph type="title"/>
          </p:nvPr>
        </p:nvSpPr>
        <p:spPr>
          <a:xfrm>
            <a:off x="1139241" y="127993"/>
            <a:ext cx="2101949" cy="727410"/>
          </a:xfrm>
        </p:spPr>
        <p:txBody>
          <a:bodyPr>
            <a:normAutofit/>
          </a:bodyPr>
          <a:lstStyle/>
          <a:p>
            <a:r>
              <a:rPr lang="en-AU" sz="2800" dirty="0">
                <a:solidFill>
                  <a:srgbClr val="FF0000"/>
                </a:solidFill>
                <a:latin typeface="+mn-lt"/>
                <a:ea typeface="+mn-ea"/>
                <a:cs typeface="+mn-cs"/>
              </a:rPr>
              <a:t>root node</a:t>
            </a:r>
          </a:p>
        </p:txBody>
      </p:sp>
      <p:cxnSp>
        <p:nvCxnSpPr>
          <p:cNvPr id="26" name="Straight Arrow Connector 25">
            <a:extLst>
              <a:ext uri="{FF2B5EF4-FFF2-40B4-BE49-F238E27FC236}">
                <a16:creationId xmlns:a16="http://schemas.microsoft.com/office/drawing/2014/main" id="{1635DD07-2F80-46F7-B875-C08D67421F70}"/>
              </a:ext>
            </a:extLst>
          </p:cNvPr>
          <p:cNvCxnSpPr>
            <a:stCxn id="25" idx="3"/>
          </p:cNvCxnSpPr>
          <p:nvPr/>
        </p:nvCxnSpPr>
        <p:spPr>
          <a:xfrm>
            <a:off x="3241190" y="491698"/>
            <a:ext cx="522966" cy="0"/>
          </a:xfrm>
          <a:prstGeom prst="straightConnector1">
            <a:avLst/>
          </a:prstGeom>
          <a:ln w="31750">
            <a:tailEnd type="triangle"/>
          </a:ln>
        </p:spPr>
        <p:style>
          <a:lnRef idx="1">
            <a:schemeClr val="accent1"/>
          </a:lnRef>
          <a:fillRef idx="0">
            <a:schemeClr val="accent1"/>
          </a:fillRef>
          <a:effectRef idx="0">
            <a:schemeClr val="accent1"/>
          </a:effectRef>
          <a:fontRef idx="minor">
            <a:schemeClr val="tx1"/>
          </a:fontRef>
        </p:style>
      </p:cxnSp>
      <p:sp>
        <p:nvSpPr>
          <p:cNvPr id="27" name="Title 3">
            <a:extLst>
              <a:ext uri="{FF2B5EF4-FFF2-40B4-BE49-F238E27FC236}">
                <a16:creationId xmlns:a16="http://schemas.microsoft.com/office/drawing/2014/main" id="{BA5F769A-6FA1-47C3-9088-7621A751FD53}"/>
              </a:ext>
            </a:extLst>
          </p:cNvPr>
          <p:cNvSpPr txBox="1">
            <a:spLocks/>
          </p:cNvSpPr>
          <p:nvPr/>
        </p:nvSpPr>
        <p:spPr>
          <a:xfrm>
            <a:off x="-321994" y="5885247"/>
            <a:ext cx="2101949" cy="727410"/>
          </a:xfrm>
          <a:prstGeom prst="rect">
            <a:avLst/>
          </a:prstGeom>
          <a:effectLst>
            <a:outerShdw blurRad="25400" dir="17880000">
              <a:srgbClr val="000000">
                <a:alpha val="46000"/>
              </a:srgbClr>
            </a:outerShdw>
          </a:effectLst>
        </p:spPr>
        <p:txBody>
          <a:bodyPr vert="horz" lIns="91440" tIns="45720" rIns="91440" bIns="45720" rtlCol="0" anchor="ctr">
            <a:normAutofit/>
          </a:bodyPr>
          <a:lstStyle>
            <a:lvl1pPr algn="ctr" defTabSz="457200" rtl="0" eaLnBrk="1" latinLnBrk="0" hangingPunct="1">
              <a:lnSpc>
                <a:spcPct val="90000"/>
              </a:lnSpc>
              <a:spcBef>
                <a:spcPct val="0"/>
              </a:spcBef>
              <a:buNone/>
              <a:defRPr sz="40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j-lt"/>
                <a:ea typeface="+mj-ea"/>
                <a:cs typeface="Trebuchet M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AU" sz="2800" dirty="0">
                <a:solidFill>
                  <a:srgbClr val="FF0000"/>
                </a:solidFill>
                <a:latin typeface="+mn-lt"/>
                <a:ea typeface="+mn-ea"/>
                <a:cs typeface="+mn-cs"/>
              </a:rPr>
              <a:t>leaf node</a:t>
            </a:r>
          </a:p>
        </p:txBody>
      </p:sp>
      <p:cxnSp>
        <p:nvCxnSpPr>
          <p:cNvPr id="28" name="Straight Arrow Connector 27">
            <a:extLst>
              <a:ext uri="{FF2B5EF4-FFF2-40B4-BE49-F238E27FC236}">
                <a16:creationId xmlns:a16="http://schemas.microsoft.com/office/drawing/2014/main" id="{F4559E1B-7F4C-4399-8439-E0999E6B6213}"/>
              </a:ext>
            </a:extLst>
          </p:cNvPr>
          <p:cNvCxnSpPr>
            <a:cxnSpLocks/>
          </p:cNvCxnSpPr>
          <p:nvPr/>
        </p:nvCxnSpPr>
        <p:spPr>
          <a:xfrm flipV="1">
            <a:off x="783771" y="5184632"/>
            <a:ext cx="0" cy="828748"/>
          </a:xfrm>
          <a:prstGeom prst="straightConnector1">
            <a:avLst/>
          </a:prstGeom>
          <a:ln w="31750">
            <a:tailEnd type="triangle"/>
          </a:ln>
        </p:spPr>
        <p:style>
          <a:lnRef idx="1">
            <a:schemeClr val="accent1"/>
          </a:lnRef>
          <a:fillRef idx="0">
            <a:schemeClr val="accent1"/>
          </a:fillRef>
          <a:effectRef idx="0">
            <a:schemeClr val="accent1"/>
          </a:effectRef>
          <a:fontRef idx="minor">
            <a:schemeClr val="tx1"/>
          </a:fontRef>
        </p:style>
      </p:cxnSp>
      <p:cxnSp>
        <p:nvCxnSpPr>
          <p:cNvPr id="29" name="Straight Arrow Connector 28">
            <a:extLst>
              <a:ext uri="{FF2B5EF4-FFF2-40B4-BE49-F238E27FC236}">
                <a16:creationId xmlns:a16="http://schemas.microsoft.com/office/drawing/2014/main" id="{78FB5C8F-545B-4287-8832-A9EA2D756E03}"/>
              </a:ext>
            </a:extLst>
          </p:cNvPr>
          <p:cNvCxnSpPr>
            <a:cxnSpLocks/>
          </p:cNvCxnSpPr>
          <p:nvPr/>
        </p:nvCxnSpPr>
        <p:spPr>
          <a:xfrm>
            <a:off x="1519243" y="6248951"/>
            <a:ext cx="521423" cy="1"/>
          </a:xfrm>
          <a:prstGeom prst="straightConnector1">
            <a:avLst/>
          </a:prstGeom>
          <a:ln w="31750">
            <a:tailEnd type="triangle"/>
          </a:ln>
        </p:spPr>
        <p:style>
          <a:lnRef idx="1">
            <a:schemeClr val="accent1"/>
          </a:lnRef>
          <a:fillRef idx="0">
            <a:schemeClr val="accent1"/>
          </a:fillRef>
          <a:effectRef idx="0">
            <a:schemeClr val="accent1"/>
          </a:effectRef>
          <a:fontRef idx="minor">
            <a:schemeClr val="tx1"/>
          </a:fontRef>
        </p:style>
      </p:cxnSp>
      <p:sp>
        <p:nvSpPr>
          <p:cNvPr id="30" name="Title 3">
            <a:extLst>
              <a:ext uri="{FF2B5EF4-FFF2-40B4-BE49-F238E27FC236}">
                <a16:creationId xmlns:a16="http://schemas.microsoft.com/office/drawing/2014/main" id="{F8A38237-531F-4A34-B11B-2DFAEA19ACC5}"/>
              </a:ext>
            </a:extLst>
          </p:cNvPr>
          <p:cNvSpPr txBox="1">
            <a:spLocks/>
          </p:cNvSpPr>
          <p:nvPr/>
        </p:nvSpPr>
        <p:spPr>
          <a:xfrm>
            <a:off x="8955390" y="5790687"/>
            <a:ext cx="2101949" cy="727410"/>
          </a:xfrm>
          <a:prstGeom prst="rect">
            <a:avLst/>
          </a:prstGeom>
          <a:effectLst>
            <a:outerShdw blurRad="25400" dir="17880000">
              <a:srgbClr val="000000">
                <a:alpha val="46000"/>
              </a:srgbClr>
            </a:outerShdw>
          </a:effectLst>
        </p:spPr>
        <p:txBody>
          <a:bodyPr vert="horz" lIns="91440" tIns="45720" rIns="91440" bIns="45720" rtlCol="0" anchor="ctr">
            <a:normAutofit/>
          </a:bodyPr>
          <a:lstStyle>
            <a:lvl1pPr algn="ctr" defTabSz="457200" rtl="0" eaLnBrk="1" latinLnBrk="0" hangingPunct="1">
              <a:lnSpc>
                <a:spcPct val="90000"/>
              </a:lnSpc>
              <a:spcBef>
                <a:spcPct val="0"/>
              </a:spcBef>
              <a:buNone/>
              <a:defRPr sz="40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j-lt"/>
                <a:ea typeface="+mj-ea"/>
                <a:cs typeface="Trebuchet M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AU" sz="2800" dirty="0">
                <a:solidFill>
                  <a:srgbClr val="FF0000"/>
                </a:solidFill>
                <a:latin typeface="+mn-lt"/>
                <a:ea typeface="+mn-ea"/>
                <a:cs typeface="+mn-cs"/>
              </a:rPr>
              <a:t>leaf node</a:t>
            </a:r>
          </a:p>
        </p:txBody>
      </p:sp>
      <p:cxnSp>
        <p:nvCxnSpPr>
          <p:cNvPr id="31" name="Straight Arrow Connector 30">
            <a:extLst>
              <a:ext uri="{FF2B5EF4-FFF2-40B4-BE49-F238E27FC236}">
                <a16:creationId xmlns:a16="http://schemas.microsoft.com/office/drawing/2014/main" id="{823D3E3B-288E-45FF-910D-9AED697BE394}"/>
              </a:ext>
            </a:extLst>
          </p:cNvPr>
          <p:cNvCxnSpPr>
            <a:cxnSpLocks/>
          </p:cNvCxnSpPr>
          <p:nvPr/>
        </p:nvCxnSpPr>
        <p:spPr>
          <a:xfrm flipH="1" flipV="1">
            <a:off x="8458185" y="5220843"/>
            <a:ext cx="832730" cy="748997"/>
          </a:xfrm>
          <a:prstGeom prst="straightConnector1">
            <a:avLst/>
          </a:prstGeom>
          <a:ln w="31750">
            <a:tailEnd type="triangle"/>
          </a:ln>
        </p:spPr>
        <p:style>
          <a:lnRef idx="1">
            <a:schemeClr val="accent1"/>
          </a:lnRef>
          <a:fillRef idx="0">
            <a:schemeClr val="accent1"/>
          </a:fillRef>
          <a:effectRef idx="0">
            <a:schemeClr val="accent1"/>
          </a:effectRef>
          <a:fontRef idx="minor">
            <a:schemeClr val="tx1"/>
          </a:fontRef>
        </p:style>
      </p:cxnSp>
      <p:cxnSp>
        <p:nvCxnSpPr>
          <p:cNvPr id="32" name="Straight Arrow Connector 31">
            <a:extLst>
              <a:ext uri="{FF2B5EF4-FFF2-40B4-BE49-F238E27FC236}">
                <a16:creationId xmlns:a16="http://schemas.microsoft.com/office/drawing/2014/main" id="{35082292-28C9-4D97-B81B-EE2785E3BDC6}"/>
              </a:ext>
            </a:extLst>
          </p:cNvPr>
          <p:cNvCxnSpPr>
            <a:cxnSpLocks/>
            <a:stCxn id="30" idx="1"/>
          </p:cNvCxnSpPr>
          <p:nvPr/>
        </p:nvCxnSpPr>
        <p:spPr>
          <a:xfrm flipH="1">
            <a:off x="8360230" y="6154392"/>
            <a:ext cx="595160" cy="0"/>
          </a:xfrm>
          <a:prstGeom prst="straightConnector1">
            <a:avLst/>
          </a:prstGeom>
          <a:ln w="31750">
            <a:tailEnd type="triangle"/>
          </a:ln>
        </p:spPr>
        <p:style>
          <a:lnRef idx="1">
            <a:schemeClr val="accent1"/>
          </a:lnRef>
          <a:fillRef idx="0">
            <a:schemeClr val="accent1"/>
          </a:fillRef>
          <a:effectRef idx="0">
            <a:schemeClr val="accent1"/>
          </a:effectRef>
          <a:fontRef idx="minor">
            <a:schemeClr val="tx1"/>
          </a:fontRef>
        </p:style>
      </p:cxnSp>
      <p:cxnSp>
        <p:nvCxnSpPr>
          <p:cNvPr id="33" name="Straight Arrow Connector 32">
            <a:extLst>
              <a:ext uri="{FF2B5EF4-FFF2-40B4-BE49-F238E27FC236}">
                <a16:creationId xmlns:a16="http://schemas.microsoft.com/office/drawing/2014/main" id="{37F35352-2AC5-4681-B3AB-F9305C3B0C16}"/>
              </a:ext>
            </a:extLst>
          </p:cNvPr>
          <p:cNvCxnSpPr>
            <a:cxnSpLocks/>
          </p:cNvCxnSpPr>
          <p:nvPr/>
        </p:nvCxnSpPr>
        <p:spPr>
          <a:xfrm flipV="1">
            <a:off x="9965944" y="5220843"/>
            <a:ext cx="0" cy="748995"/>
          </a:xfrm>
          <a:prstGeom prst="straightConnector1">
            <a:avLst/>
          </a:prstGeom>
          <a:ln w="31750">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1674751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125453" y="811741"/>
            <a:ext cx="11941093" cy="5588000"/>
          </a:xfrm>
        </p:spPr>
        <p:txBody>
          <a:bodyPr>
            <a:normAutofit/>
          </a:bodyPr>
          <a:lstStyle/>
          <a:p>
            <a:r>
              <a:rPr lang="en-AU" sz="2800" dirty="0"/>
              <a:t>How to evaluate the impact of an attack goal?</a:t>
            </a:r>
          </a:p>
          <a:p>
            <a:pPr lvl="1"/>
            <a:r>
              <a:rPr lang="en-AU" sz="2800" dirty="0"/>
              <a:t>assign each leaf node a value</a:t>
            </a:r>
            <a:r>
              <a:rPr lang="en-US" sz="2800" dirty="0"/>
              <a:t> and calculate the value for the root node </a:t>
            </a:r>
            <a:endParaRPr lang="en-AU" sz="2800" dirty="0"/>
          </a:p>
          <a:p>
            <a:pPr lvl="1"/>
            <a:r>
              <a:rPr lang="en-AU" sz="2800" dirty="0"/>
              <a:t>common practices for the assignment</a:t>
            </a:r>
          </a:p>
          <a:p>
            <a:pPr lvl="2"/>
            <a:r>
              <a:rPr lang="en-US" sz="2800" dirty="0">
                <a:solidFill>
                  <a:srgbClr val="FF0000"/>
                </a:solidFill>
              </a:rPr>
              <a:t>probability of success </a:t>
            </a:r>
            <a:r>
              <a:rPr lang="en-US" sz="2800" dirty="0"/>
              <a:t>represents the likelihood that a leaf node can be completed (e.g., 0 or 100%)</a:t>
            </a:r>
          </a:p>
          <a:p>
            <a:pPr lvl="2"/>
            <a:endParaRPr lang="en-US" sz="2800" dirty="0"/>
          </a:p>
          <a:p>
            <a:pPr lvl="2"/>
            <a:r>
              <a:rPr lang="en-US" sz="2800" dirty="0">
                <a:solidFill>
                  <a:srgbClr val="FF0000"/>
                </a:solidFill>
              </a:rPr>
              <a:t>cost</a:t>
            </a:r>
            <a:r>
              <a:rPr lang="en-US" sz="2800" dirty="0"/>
              <a:t> represents the expenses required to complete a leaf node (e.g., low, medium and high)</a:t>
            </a:r>
          </a:p>
          <a:p>
            <a:pPr lvl="1"/>
            <a:endParaRPr lang="en-AU" sz="2800" dirty="0"/>
          </a:p>
          <a:p>
            <a:pPr lvl="2"/>
            <a:endParaRPr lang="en-AU" sz="2600" dirty="0"/>
          </a:p>
        </p:txBody>
      </p:sp>
      <p:sp>
        <p:nvSpPr>
          <p:cNvPr id="3" name="Slide Number Placeholder 2"/>
          <p:cNvSpPr>
            <a:spLocks noGrp="1"/>
          </p:cNvSpPr>
          <p:nvPr>
            <p:ph type="sldNum" sz="quarter" idx="12"/>
          </p:nvPr>
        </p:nvSpPr>
        <p:spPr/>
        <p:txBody>
          <a:bodyPr/>
          <a:lstStyle/>
          <a:p>
            <a:fld id="{55670E94-029C-4BA8-8D44-FBB339E4924F}" type="slidenum">
              <a:rPr lang="en-AU" smtClean="0">
                <a:solidFill>
                  <a:prstClr val="black">
                    <a:tint val="75000"/>
                  </a:prstClr>
                </a:solidFill>
              </a:rPr>
              <a:pPr/>
              <a:t>24</a:t>
            </a:fld>
            <a:endParaRPr lang="en-AU" dirty="0">
              <a:solidFill>
                <a:prstClr val="black">
                  <a:tint val="75000"/>
                </a:prstClr>
              </a:solidFill>
            </a:endParaRPr>
          </a:p>
        </p:txBody>
      </p:sp>
      <p:sp>
        <p:nvSpPr>
          <p:cNvPr id="4" name="Title 3"/>
          <p:cNvSpPr>
            <a:spLocks noGrp="1"/>
          </p:cNvSpPr>
          <p:nvPr>
            <p:ph type="title"/>
          </p:nvPr>
        </p:nvSpPr>
        <p:spPr>
          <a:xfrm>
            <a:off x="2457450" y="0"/>
            <a:ext cx="7505700" cy="999067"/>
          </a:xfrm>
        </p:spPr>
        <p:txBody>
          <a:bodyPr/>
          <a:lstStyle/>
          <a:p>
            <a:r>
              <a:rPr lang="en-AU" dirty="0"/>
              <a:t>Attack Tree</a:t>
            </a:r>
          </a:p>
        </p:txBody>
      </p:sp>
    </p:spTree>
    <p:extLst>
      <p:ext uri="{BB962C8B-B14F-4D97-AF65-F5344CB8AC3E}">
        <p14:creationId xmlns:p14="http://schemas.microsoft.com/office/powerpoint/2010/main" val="39772645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55670E94-029C-4BA8-8D44-FBB339E4924F}" type="slidenum">
              <a:rPr lang="en-AU" smtClean="0">
                <a:solidFill>
                  <a:schemeClr val="tx1"/>
                </a:solidFill>
              </a:rPr>
              <a:pPr/>
              <a:t>25</a:t>
            </a:fld>
            <a:endParaRPr lang="en-AU" dirty="0">
              <a:solidFill>
                <a:schemeClr val="tx1"/>
              </a:solidFill>
            </a:endParaRPr>
          </a:p>
        </p:txBody>
      </p:sp>
      <p:sp>
        <p:nvSpPr>
          <p:cNvPr id="5" name="Rectangle 4"/>
          <p:cNvSpPr/>
          <p:nvPr/>
        </p:nvSpPr>
        <p:spPr>
          <a:xfrm>
            <a:off x="3764156" y="35705"/>
            <a:ext cx="3928041" cy="999066"/>
          </a:xfrm>
          <a:prstGeom prst="rect">
            <a:avLst/>
          </a:prstGeom>
          <a:solidFill>
            <a:schemeClr val="bg1"/>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sz="2200" dirty="0">
                <a:solidFill>
                  <a:schemeClr val="tx1"/>
                </a:solidFill>
              </a:rPr>
              <a:t>1 change students’ assessment marks in CITS1003 from LMS</a:t>
            </a:r>
          </a:p>
        </p:txBody>
      </p:sp>
      <p:cxnSp>
        <p:nvCxnSpPr>
          <p:cNvPr id="6" name="Straight Connector 5"/>
          <p:cNvCxnSpPr>
            <a:cxnSpLocks/>
            <a:stCxn id="5" idx="2"/>
            <a:endCxn id="7" idx="0"/>
          </p:cNvCxnSpPr>
          <p:nvPr/>
        </p:nvCxnSpPr>
        <p:spPr>
          <a:xfrm flipH="1">
            <a:off x="2470714" y="1034771"/>
            <a:ext cx="3257463" cy="82900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7" name="Rounded Rectangle 6"/>
          <p:cNvSpPr/>
          <p:nvPr/>
        </p:nvSpPr>
        <p:spPr>
          <a:xfrm>
            <a:off x="783771" y="1863778"/>
            <a:ext cx="3373886" cy="1216884"/>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sz="2200" dirty="0">
                <a:solidFill>
                  <a:schemeClr val="tx1"/>
                </a:solidFill>
              </a:rPr>
              <a:t>1.1 gain direct access to the CITS1003’s marks database in LMS</a:t>
            </a:r>
          </a:p>
        </p:txBody>
      </p:sp>
      <p:sp>
        <p:nvSpPr>
          <p:cNvPr id="8" name="Rounded Rectangle 7"/>
          <p:cNvSpPr/>
          <p:nvPr/>
        </p:nvSpPr>
        <p:spPr>
          <a:xfrm>
            <a:off x="4394553" y="1863778"/>
            <a:ext cx="2667247" cy="1216883"/>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sz="2200" dirty="0">
                <a:solidFill>
                  <a:schemeClr val="tx1"/>
                </a:solidFill>
              </a:rPr>
              <a:t>1.2 log in as an authenticated UC</a:t>
            </a:r>
          </a:p>
        </p:txBody>
      </p:sp>
      <p:sp>
        <p:nvSpPr>
          <p:cNvPr id="9" name="Rounded Rectangle 8"/>
          <p:cNvSpPr/>
          <p:nvPr/>
        </p:nvSpPr>
        <p:spPr>
          <a:xfrm>
            <a:off x="7298697" y="1863779"/>
            <a:ext cx="3020566" cy="1216882"/>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sz="2200" dirty="0">
                <a:solidFill>
                  <a:schemeClr val="tx1"/>
                </a:solidFill>
              </a:rPr>
              <a:t>1.3 hijack the web authentication session of the UC</a:t>
            </a:r>
          </a:p>
        </p:txBody>
      </p:sp>
      <p:cxnSp>
        <p:nvCxnSpPr>
          <p:cNvPr id="17" name="Straight Connector 16"/>
          <p:cNvCxnSpPr>
            <a:cxnSpLocks/>
            <a:stCxn id="5" idx="2"/>
            <a:endCxn id="8" idx="0"/>
          </p:cNvCxnSpPr>
          <p:nvPr/>
        </p:nvCxnSpPr>
        <p:spPr>
          <a:xfrm>
            <a:off x="5728177" y="1034771"/>
            <a:ext cx="0" cy="82900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a:cxnSpLocks/>
            <a:stCxn id="5" idx="2"/>
            <a:endCxn id="9" idx="0"/>
          </p:cNvCxnSpPr>
          <p:nvPr/>
        </p:nvCxnSpPr>
        <p:spPr>
          <a:xfrm>
            <a:off x="5728177" y="1034771"/>
            <a:ext cx="3080803" cy="82900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0" name="Rounded Rectangle 10">
            <a:extLst>
              <a:ext uri="{FF2B5EF4-FFF2-40B4-BE49-F238E27FC236}">
                <a16:creationId xmlns:a16="http://schemas.microsoft.com/office/drawing/2014/main" id="{DEAD9671-0D0E-49C6-8EB9-99AA326257BD}"/>
              </a:ext>
            </a:extLst>
          </p:cNvPr>
          <p:cNvSpPr/>
          <p:nvPr/>
        </p:nvSpPr>
        <p:spPr>
          <a:xfrm>
            <a:off x="190824" y="3931336"/>
            <a:ext cx="3399043" cy="1253296"/>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sz="2200" dirty="0">
                <a:solidFill>
                  <a:schemeClr val="tx1"/>
                </a:solidFill>
              </a:rPr>
              <a:t>1.1.1 exploit a software vulnerability in the LMS</a:t>
            </a:r>
          </a:p>
        </p:txBody>
      </p:sp>
      <p:cxnSp>
        <p:nvCxnSpPr>
          <p:cNvPr id="11" name="Straight Connector 10">
            <a:extLst>
              <a:ext uri="{FF2B5EF4-FFF2-40B4-BE49-F238E27FC236}">
                <a16:creationId xmlns:a16="http://schemas.microsoft.com/office/drawing/2014/main" id="{0BB69833-9B0D-4152-B890-103A04B46BB6}"/>
              </a:ext>
            </a:extLst>
          </p:cNvPr>
          <p:cNvCxnSpPr>
            <a:cxnSpLocks/>
            <a:stCxn id="7" idx="2"/>
            <a:endCxn id="10" idx="0"/>
          </p:cNvCxnSpPr>
          <p:nvPr/>
        </p:nvCxnSpPr>
        <p:spPr>
          <a:xfrm flipH="1">
            <a:off x="1890346" y="3080662"/>
            <a:ext cx="580368" cy="85067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2" name="Rounded Rectangle 13">
            <a:extLst>
              <a:ext uri="{FF2B5EF4-FFF2-40B4-BE49-F238E27FC236}">
                <a16:creationId xmlns:a16="http://schemas.microsoft.com/office/drawing/2014/main" id="{B7CF5227-B740-44FC-8B2E-6486B55C4B10}"/>
              </a:ext>
            </a:extLst>
          </p:cNvPr>
          <p:cNvSpPr/>
          <p:nvPr/>
        </p:nvSpPr>
        <p:spPr>
          <a:xfrm>
            <a:off x="9181301" y="3931336"/>
            <a:ext cx="2665420" cy="1253296"/>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hangingPunct="0">
              <a:tabLst>
                <a:tab pos="731976" algn="l"/>
                <a:tab pos="1951146" algn="l"/>
                <a:tab pos="3170315" algn="l"/>
                <a:tab pos="4389485" algn="l"/>
                <a:tab pos="5608654" algn="l"/>
                <a:tab pos="6827824" algn="l"/>
                <a:tab pos="8046993" algn="l"/>
                <a:tab pos="9266163" algn="l"/>
                <a:tab pos="10485333" algn="l"/>
                <a:tab pos="11704502" algn="l"/>
                <a:tab pos="12923672" algn="l"/>
              </a:tabLst>
            </a:pPr>
            <a:r>
              <a:rPr lang="en-NZ" sz="2200" dirty="0">
                <a:solidFill>
                  <a:schemeClr val="tx1"/>
                </a:solidFill>
              </a:rPr>
              <a:t>1.3.1 steal the UC’s session cookie</a:t>
            </a:r>
          </a:p>
        </p:txBody>
      </p:sp>
      <p:cxnSp>
        <p:nvCxnSpPr>
          <p:cNvPr id="13" name="Straight Connector 12">
            <a:extLst>
              <a:ext uri="{FF2B5EF4-FFF2-40B4-BE49-F238E27FC236}">
                <a16:creationId xmlns:a16="http://schemas.microsoft.com/office/drawing/2014/main" id="{FB306E84-8517-434B-83B1-FD8280698B34}"/>
              </a:ext>
            </a:extLst>
          </p:cNvPr>
          <p:cNvCxnSpPr>
            <a:cxnSpLocks/>
            <a:stCxn id="9" idx="2"/>
            <a:endCxn id="12" idx="0"/>
          </p:cNvCxnSpPr>
          <p:nvPr/>
        </p:nvCxnSpPr>
        <p:spPr>
          <a:xfrm>
            <a:off x="8808980" y="3080661"/>
            <a:ext cx="1705031" cy="85067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4" name="Rounded Rectangle 11">
            <a:extLst>
              <a:ext uri="{FF2B5EF4-FFF2-40B4-BE49-F238E27FC236}">
                <a16:creationId xmlns:a16="http://schemas.microsoft.com/office/drawing/2014/main" id="{604E5D3D-7003-43CE-8F61-CE4D010653DE}"/>
              </a:ext>
            </a:extLst>
          </p:cNvPr>
          <p:cNvSpPr/>
          <p:nvPr/>
        </p:nvSpPr>
        <p:spPr>
          <a:xfrm>
            <a:off x="3815778" y="3931336"/>
            <a:ext cx="2248281" cy="1253296"/>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sz="2200" dirty="0">
                <a:solidFill>
                  <a:schemeClr val="tx1"/>
                </a:solidFill>
              </a:rPr>
              <a:t>1.2.1 perform a brute-force login</a:t>
            </a:r>
          </a:p>
        </p:txBody>
      </p:sp>
      <p:sp>
        <p:nvSpPr>
          <p:cNvPr id="15" name="Rounded Rectangle 12">
            <a:extLst>
              <a:ext uri="{FF2B5EF4-FFF2-40B4-BE49-F238E27FC236}">
                <a16:creationId xmlns:a16="http://schemas.microsoft.com/office/drawing/2014/main" id="{68AAF1D9-03BE-4414-BB0E-3F2221E51EFA}"/>
              </a:ext>
            </a:extLst>
          </p:cNvPr>
          <p:cNvSpPr/>
          <p:nvPr/>
        </p:nvSpPr>
        <p:spPr>
          <a:xfrm>
            <a:off x="6289971" y="3931336"/>
            <a:ext cx="2665419" cy="1253296"/>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sz="2200" dirty="0">
                <a:solidFill>
                  <a:schemeClr val="tx1"/>
                </a:solidFill>
              </a:rPr>
              <a:t>1.2.2 steal the UC’s login credentials</a:t>
            </a:r>
          </a:p>
        </p:txBody>
      </p:sp>
      <p:cxnSp>
        <p:nvCxnSpPr>
          <p:cNvPr id="16" name="Straight Connector 15">
            <a:extLst>
              <a:ext uri="{FF2B5EF4-FFF2-40B4-BE49-F238E27FC236}">
                <a16:creationId xmlns:a16="http://schemas.microsoft.com/office/drawing/2014/main" id="{D011E090-48B4-4787-A7E6-177F361C308B}"/>
              </a:ext>
            </a:extLst>
          </p:cNvPr>
          <p:cNvCxnSpPr>
            <a:cxnSpLocks/>
            <a:stCxn id="8" idx="2"/>
            <a:endCxn id="14" idx="0"/>
          </p:cNvCxnSpPr>
          <p:nvPr/>
        </p:nvCxnSpPr>
        <p:spPr>
          <a:xfrm flipH="1">
            <a:off x="4939919" y="3080661"/>
            <a:ext cx="788258" cy="85067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339FD23C-31E7-4F29-A364-1686F16A3693}"/>
              </a:ext>
            </a:extLst>
          </p:cNvPr>
          <p:cNvCxnSpPr>
            <a:cxnSpLocks/>
            <a:stCxn id="8" idx="2"/>
            <a:endCxn id="15" idx="0"/>
          </p:cNvCxnSpPr>
          <p:nvPr/>
        </p:nvCxnSpPr>
        <p:spPr>
          <a:xfrm>
            <a:off x="5728177" y="3080661"/>
            <a:ext cx="1894504" cy="85067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0" name="Rounded Rectangle 26">
            <a:extLst>
              <a:ext uri="{FF2B5EF4-FFF2-40B4-BE49-F238E27FC236}">
                <a16:creationId xmlns:a16="http://schemas.microsoft.com/office/drawing/2014/main" id="{F850F898-0AA5-466C-918E-CB3E685659C0}"/>
              </a:ext>
            </a:extLst>
          </p:cNvPr>
          <p:cNvSpPr/>
          <p:nvPr/>
        </p:nvSpPr>
        <p:spPr>
          <a:xfrm>
            <a:off x="1739421" y="5805494"/>
            <a:ext cx="2825098" cy="886917"/>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sz="2200" dirty="0">
                <a:solidFill>
                  <a:schemeClr val="tx1"/>
                </a:solidFill>
              </a:rPr>
              <a:t>1.2.1.1 identify the UC’s username</a:t>
            </a:r>
          </a:p>
        </p:txBody>
      </p:sp>
      <p:sp>
        <p:nvSpPr>
          <p:cNvPr id="21" name="Rounded Rectangle 27">
            <a:extLst>
              <a:ext uri="{FF2B5EF4-FFF2-40B4-BE49-F238E27FC236}">
                <a16:creationId xmlns:a16="http://schemas.microsoft.com/office/drawing/2014/main" id="{F1F3E9F6-00BE-45B9-AC77-CE04C425F546}"/>
              </a:ext>
            </a:extLst>
          </p:cNvPr>
          <p:cNvSpPr/>
          <p:nvPr/>
        </p:nvSpPr>
        <p:spPr>
          <a:xfrm>
            <a:off x="5297561" y="5805494"/>
            <a:ext cx="3062668" cy="886917"/>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sz="2200" dirty="0">
                <a:solidFill>
                  <a:schemeClr val="tx1"/>
                </a:solidFill>
              </a:rPr>
              <a:t>1.2.1.2 identify the UC’s password</a:t>
            </a:r>
          </a:p>
        </p:txBody>
      </p:sp>
      <p:cxnSp>
        <p:nvCxnSpPr>
          <p:cNvPr id="22" name="Straight Connector 21">
            <a:extLst>
              <a:ext uri="{FF2B5EF4-FFF2-40B4-BE49-F238E27FC236}">
                <a16:creationId xmlns:a16="http://schemas.microsoft.com/office/drawing/2014/main" id="{EAEDC152-2C27-4AF8-8480-6B4726B11871}"/>
              </a:ext>
            </a:extLst>
          </p:cNvPr>
          <p:cNvCxnSpPr>
            <a:cxnSpLocks/>
            <a:endCxn id="20" idx="0"/>
          </p:cNvCxnSpPr>
          <p:nvPr/>
        </p:nvCxnSpPr>
        <p:spPr>
          <a:xfrm flipH="1">
            <a:off x="3151970" y="5184632"/>
            <a:ext cx="1770818" cy="62086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732170DB-BE10-4A18-9997-6579A9851A10}"/>
              </a:ext>
            </a:extLst>
          </p:cNvPr>
          <p:cNvCxnSpPr>
            <a:cxnSpLocks/>
            <a:stCxn id="14" idx="2"/>
            <a:endCxn id="21" idx="0"/>
          </p:cNvCxnSpPr>
          <p:nvPr/>
        </p:nvCxnSpPr>
        <p:spPr>
          <a:xfrm>
            <a:off x="4939919" y="5184632"/>
            <a:ext cx="1888976" cy="62086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4" name="Freeform 30">
            <a:extLst>
              <a:ext uri="{FF2B5EF4-FFF2-40B4-BE49-F238E27FC236}">
                <a16:creationId xmlns:a16="http://schemas.microsoft.com/office/drawing/2014/main" id="{306A2F3A-ECBE-49E8-B89C-36F2E0E9A190}"/>
              </a:ext>
            </a:extLst>
          </p:cNvPr>
          <p:cNvSpPr/>
          <p:nvPr/>
        </p:nvSpPr>
        <p:spPr>
          <a:xfrm>
            <a:off x="4743106" y="5306635"/>
            <a:ext cx="489987" cy="162181"/>
          </a:xfrm>
          <a:custGeom>
            <a:avLst/>
            <a:gdLst>
              <a:gd name="connsiteX0" fmla="*/ 0 w 476250"/>
              <a:gd name="connsiteY0" fmla="*/ 0 h 142944"/>
              <a:gd name="connsiteX1" fmla="*/ 228600 w 476250"/>
              <a:gd name="connsiteY1" fmla="*/ 142875 h 142944"/>
              <a:gd name="connsiteX2" fmla="*/ 476250 w 476250"/>
              <a:gd name="connsiteY2" fmla="*/ 19050 h 142944"/>
              <a:gd name="connsiteX0" fmla="*/ 0 w 476250"/>
              <a:gd name="connsiteY0" fmla="*/ 0 h 142978"/>
              <a:gd name="connsiteX1" fmla="*/ 228600 w 476250"/>
              <a:gd name="connsiteY1" fmla="*/ 142875 h 142978"/>
              <a:gd name="connsiteX2" fmla="*/ 476250 w 476250"/>
              <a:gd name="connsiteY2" fmla="*/ 19050 h 142978"/>
              <a:gd name="connsiteX0" fmla="*/ 0 w 476250"/>
              <a:gd name="connsiteY0" fmla="*/ 0 h 147735"/>
              <a:gd name="connsiteX1" fmla="*/ 247650 w 476250"/>
              <a:gd name="connsiteY1" fmla="*/ 147638 h 147735"/>
              <a:gd name="connsiteX2" fmla="*/ 476250 w 476250"/>
              <a:gd name="connsiteY2" fmla="*/ 19050 h 147735"/>
              <a:gd name="connsiteX0" fmla="*/ 0 w 476250"/>
              <a:gd name="connsiteY0" fmla="*/ 0 h 147661"/>
              <a:gd name="connsiteX1" fmla="*/ 247650 w 476250"/>
              <a:gd name="connsiteY1" fmla="*/ 147638 h 147661"/>
              <a:gd name="connsiteX2" fmla="*/ 476250 w 476250"/>
              <a:gd name="connsiteY2" fmla="*/ 19050 h 147661"/>
              <a:gd name="connsiteX0" fmla="*/ 0 w 464344"/>
              <a:gd name="connsiteY0" fmla="*/ 0 h 147690"/>
              <a:gd name="connsiteX1" fmla="*/ 247650 w 464344"/>
              <a:gd name="connsiteY1" fmla="*/ 147638 h 147690"/>
              <a:gd name="connsiteX2" fmla="*/ 464344 w 464344"/>
              <a:gd name="connsiteY2" fmla="*/ 14288 h 147690"/>
              <a:gd name="connsiteX0" fmla="*/ 0 w 464344"/>
              <a:gd name="connsiteY0" fmla="*/ 0 h 147701"/>
              <a:gd name="connsiteX1" fmla="*/ 247650 w 464344"/>
              <a:gd name="connsiteY1" fmla="*/ 147638 h 147701"/>
              <a:gd name="connsiteX2" fmla="*/ 464344 w 464344"/>
              <a:gd name="connsiteY2" fmla="*/ 14288 h 147701"/>
              <a:gd name="connsiteX0" fmla="*/ 0 w 464344"/>
              <a:gd name="connsiteY0" fmla="*/ 0 h 147701"/>
              <a:gd name="connsiteX1" fmla="*/ 247650 w 464344"/>
              <a:gd name="connsiteY1" fmla="*/ 147638 h 147701"/>
              <a:gd name="connsiteX2" fmla="*/ 464344 w 464344"/>
              <a:gd name="connsiteY2" fmla="*/ 14288 h 147701"/>
              <a:gd name="connsiteX0" fmla="*/ 0 w 464344"/>
              <a:gd name="connsiteY0" fmla="*/ 0 h 147701"/>
              <a:gd name="connsiteX1" fmla="*/ 247650 w 464344"/>
              <a:gd name="connsiteY1" fmla="*/ 147638 h 147701"/>
              <a:gd name="connsiteX2" fmla="*/ 464344 w 464344"/>
              <a:gd name="connsiteY2" fmla="*/ 14288 h 147701"/>
              <a:gd name="connsiteX0" fmla="*/ 0 w 464344"/>
              <a:gd name="connsiteY0" fmla="*/ 0 h 150080"/>
              <a:gd name="connsiteX1" fmla="*/ 204788 w 464344"/>
              <a:gd name="connsiteY1" fmla="*/ 150019 h 150080"/>
              <a:gd name="connsiteX2" fmla="*/ 464344 w 464344"/>
              <a:gd name="connsiteY2" fmla="*/ 14288 h 150080"/>
            </a:gdLst>
            <a:ahLst/>
            <a:cxnLst>
              <a:cxn ang="0">
                <a:pos x="connsiteX0" y="connsiteY0"/>
              </a:cxn>
              <a:cxn ang="0">
                <a:pos x="connsiteX1" y="connsiteY1"/>
              </a:cxn>
              <a:cxn ang="0">
                <a:pos x="connsiteX2" y="connsiteY2"/>
              </a:cxn>
            </a:cxnLst>
            <a:rect l="l" t="t" r="r" b="b"/>
            <a:pathLst>
              <a:path w="464344" h="150080">
                <a:moveTo>
                  <a:pt x="0" y="0"/>
                </a:moveTo>
                <a:cubicBezTo>
                  <a:pt x="67468" y="100806"/>
                  <a:pt x="127397" y="147638"/>
                  <a:pt x="204788" y="150019"/>
                </a:cubicBezTo>
                <a:cubicBezTo>
                  <a:pt x="282179" y="152400"/>
                  <a:pt x="407989" y="84932"/>
                  <a:pt x="464344" y="14288"/>
                </a:cubicBezTo>
              </a:path>
            </a:pathLst>
          </a:cu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Z" sz="1867">
              <a:solidFill>
                <a:schemeClr val="tx1"/>
              </a:solidFill>
            </a:endParaRPr>
          </a:p>
        </p:txBody>
      </p:sp>
      <p:sp>
        <p:nvSpPr>
          <p:cNvPr id="27" name="Title 3">
            <a:extLst>
              <a:ext uri="{FF2B5EF4-FFF2-40B4-BE49-F238E27FC236}">
                <a16:creationId xmlns:a16="http://schemas.microsoft.com/office/drawing/2014/main" id="{D9DBD2C0-09AC-4053-B6F4-8DC9AF867934}"/>
              </a:ext>
            </a:extLst>
          </p:cNvPr>
          <p:cNvSpPr txBox="1">
            <a:spLocks/>
          </p:cNvSpPr>
          <p:nvPr/>
        </p:nvSpPr>
        <p:spPr>
          <a:xfrm>
            <a:off x="8240455" y="5972616"/>
            <a:ext cx="1881691" cy="545173"/>
          </a:xfrm>
          <a:prstGeom prst="rect">
            <a:avLst/>
          </a:prstGeom>
          <a:effectLst>
            <a:outerShdw blurRad="25400" dir="17880000">
              <a:srgbClr val="000000">
                <a:alpha val="46000"/>
              </a:srgbClr>
            </a:outerShdw>
          </a:effectLst>
        </p:spPr>
        <p:txBody>
          <a:bodyPr vert="horz" lIns="91440" tIns="45720" rIns="91440" bIns="45720" rtlCol="0" anchor="ctr">
            <a:normAutofit/>
          </a:bodyPr>
          <a:lstStyle>
            <a:lvl1pPr algn="ctr" defTabSz="457200" rtl="0" eaLnBrk="1" latinLnBrk="0" hangingPunct="1">
              <a:lnSpc>
                <a:spcPct val="90000"/>
              </a:lnSpc>
              <a:spcBef>
                <a:spcPct val="0"/>
              </a:spcBef>
              <a:buNone/>
              <a:defRPr sz="40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j-lt"/>
                <a:ea typeface="+mj-ea"/>
                <a:cs typeface="Trebuchet M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AU" sz="2800" dirty="0">
                <a:solidFill>
                  <a:srgbClr val="FF0000"/>
                </a:solidFill>
                <a:latin typeface="+mn-lt"/>
                <a:ea typeface="+mn-ea"/>
                <a:cs typeface="+mn-cs"/>
              </a:rPr>
              <a:t>level-4</a:t>
            </a:r>
          </a:p>
        </p:txBody>
      </p:sp>
      <p:sp>
        <p:nvSpPr>
          <p:cNvPr id="28" name="Title 3">
            <a:extLst>
              <a:ext uri="{FF2B5EF4-FFF2-40B4-BE49-F238E27FC236}">
                <a16:creationId xmlns:a16="http://schemas.microsoft.com/office/drawing/2014/main" id="{4C0A9D4F-1E31-4268-9A47-76D763C5D519}"/>
              </a:ext>
            </a:extLst>
          </p:cNvPr>
          <p:cNvSpPr txBox="1">
            <a:spLocks/>
          </p:cNvSpPr>
          <p:nvPr/>
        </p:nvSpPr>
        <p:spPr>
          <a:xfrm>
            <a:off x="10227263" y="3452773"/>
            <a:ext cx="1881691" cy="545173"/>
          </a:xfrm>
          <a:prstGeom prst="rect">
            <a:avLst/>
          </a:prstGeom>
          <a:effectLst>
            <a:outerShdw blurRad="25400" dir="17880000">
              <a:srgbClr val="000000">
                <a:alpha val="46000"/>
              </a:srgbClr>
            </a:outerShdw>
          </a:effectLst>
        </p:spPr>
        <p:txBody>
          <a:bodyPr vert="horz" lIns="91440" tIns="45720" rIns="91440" bIns="45720" rtlCol="0" anchor="ctr">
            <a:normAutofit/>
          </a:bodyPr>
          <a:lstStyle>
            <a:lvl1pPr algn="ctr" defTabSz="457200" rtl="0" eaLnBrk="1" latinLnBrk="0" hangingPunct="1">
              <a:lnSpc>
                <a:spcPct val="90000"/>
              </a:lnSpc>
              <a:spcBef>
                <a:spcPct val="0"/>
              </a:spcBef>
              <a:buNone/>
              <a:defRPr sz="40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j-lt"/>
                <a:ea typeface="+mj-ea"/>
                <a:cs typeface="Trebuchet M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AU" sz="2800" dirty="0">
                <a:solidFill>
                  <a:srgbClr val="FF0000"/>
                </a:solidFill>
                <a:latin typeface="+mn-lt"/>
                <a:ea typeface="+mn-ea"/>
                <a:cs typeface="+mn-cs"/>
              </a:rPr>
              <a:t>level-3</a:t>
            </a:r>
          </a:p>
        </p:txBody>
      </p:sp>
      <p:sp>
        <p:nvSpPr>
          <p:cNvPr id="29" name="Title 3">
            <a:extLst>
              <a:ext uri="{FF2B5EF4-FFF2-40B4-BE49-F238E27FC236}">
                <a16:creationId xmlns:a16="http://schemas.microsoft.com/office/drawing/2014/main" id="{993ECB27-8087-4DF1-9468-0C4D8E34EBDF}"/>
              </a:ext>
            </a:extLst>
          </p:cNvPr>
          <p:cNvSpPr txBox="1">
            <a:spLocks/>
          </p:cNvSpPr>
          <p:nvPr/>
        </p:nvSpPr>
        <p:spPr>
          <a:xfrm>
            <a:off x="8772794" y="1363101"/>
            <a:ext cx="1881691" cy="545173"/>
          </a:xfrm>
          <a:prstGeom prst="rect">
            <a:avLst/>
          </a:prstGeom>
          <a:effectLst>
            <a:outerShdw blurRad="25400" dir="17880000">
              <a:srgbClr val="000000">
                <a:alpha val="46000"/>
              </a:srgbClr>
            </a:outerShdw>
          </a:effectLst>
        </p:spPr>
        <p:txBody>
          <a:bodyPr vert="horz" lIns="91440" tIns="45720" rIns="91440" bIns="45720" rtlCol="0" anchor="ctr">
            <a:normAutofit/>
          </a:bodyPr>
          <a:lstStyle>
            <a:lvl1pPr algn="ctr" defTabSz="457200" rtl="0" eaLnBrk="1" latinLnBrk="0" hangingPunct="1">
              <a:lnSpc>
                <a:spcPct val="90000"/>
              </a:lnSpc>
              <a:spcBef>
                <a:spcPct val="0"/>
              </a:spcBef>
              <a:buNone/>
              <a:defRPr sz="40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j-lt"/>
                <a:ea typeface="+mj-ea"/>
                <a:cs typeface="Trebuchet M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AU" sz="2800" dirty="0">
                <a:solidFill>
                  <a:srgbClr val="FF0000"/>
                </a:solidFill>
                <a:latin typeface="+mn-lt"/>
                <a:ea typeface="+mn-ea"/>
                <a:cs typeface="+mn-cs"/>
              </a:rPr>
              <a:t>level-2</a:t>
            </a:r>
          </a:p>
        </p:txBody>
      </p:sp>
      <p:sp>
        <p:nvSpPr>
          <p:cNvPr id="30" name="Title 3">
            <a:extLst>
              <a:ext uri="{FF2B5EF4-FFF2-40B4-BE49-F238E27FC236}">
                <a16:creationId xmlns:a16="http://schemas.microsoft.com/office/drawing/2014/main" id="{0FBB5E97-26D4-4CAD-B821-6B9C5CB65F4D}"/>
              </a:ext>
            </a:extLst>
          </p:cNvPr>
          <p:cNvSpPr txBox="1">
            <a:spLocks/>
          </p:cNvSpPr>
          <p:nvPr/>
        </p:nvSpPr>
        <p:spPr>
          <a:xfrm>
            <a:off x="7622680" y="274397"/>
            <a:ext cx="1881691" cy="545173"/>
          </a:xfrm>
          <a:prstGeom prst="rect">
            <a:avLst/>
          </a:prstGeom>
          <a:effectLst>
            <a:outerShdw blurRad="25400" dir="17880000">
              <a:srgbClr val="000000">
                <a:alpha val="46000"/>
              </a:srgbClr>
            </a:outerShdw>
          </a:effectLst>
        </p:spPr>
        <p:txBody>
          <a:bodyPr vert="horz" lIns="91440" tIns="45720" rIns="91440" bIns="45720" rtlCol="0" anchor="ctr">
            <a:normAutofit/>
          </a:bodyPr>
          <a:lstStyle>
            <a:lvl1pPr algn="ctr" defTabSz="457200" rtl="0" eaLnBrk="1" latinLnBrk="0" hangingPunct="1">
              <a:lnSpc>
                <a:spcPct val="90000"/>
              </a:lnSpc>
              <a:spcBef>
                <a:spcPct val="0"/>
              </a:spcBef>
              <a:buNone/>
              <a:defRPr sz="40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j-lt"/>
                <a:ea typeface="+mj-ea"/>
                <a:cs typeface="Trebuchet M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AU" sz="2800" dirty="0">
                <a:solidFill>
                  <a:srgbClr val="FF0000"/>
                </a:solidFill>
                <a:latin typeface="+mn-lt"/>
                <a:ea typeface="+mn-ea"/>
                <a:cs typeface="+mn-cs"/>
              </a:rPr>
              <a:t>level-1</a:t>
            </a:r>
          </a:p>
        </p:txBody>
      </p:sp>
      <p:sp>
        <p:nvSpPr>
          <p:cNvPr id="31" name="Oval 30">
            <a:extLst>
              <a:ext uri="{FF2B5EF4-FFF2-40B4-BE49-F238E27FC236}">
                <a16:creationId xmlns:a16="http://schemas.microsoft.com/office/drawing/2014/main" id="{62BA09CF-5A03-4A24-B469-0ACC968B19BB}"/>
              </a:ext>
            </a:extLst>
          </p:cNvPr>
          <p:cNvSpPr/>
          <p:nvPr/>
        </p:nvSpPr>
        <p:spPr>
          <a:xfrm>
            <a:off x="1620636" y="5402281"/>
            <a:ext cx="616416" cy="545173"/>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r>
              <a:rPr lang="en-AU" sz="4267" b="1" dirty="0">
                <a:solidFill>
                  <a:schemeClr val="tx1"/>
                </a:solidFill>
              </a:rPr>
              <a:t>P</a:t>
            </a:r>
          </a:p>
        </p:txBody>
      </p:sp>
      <p:sp>
        <p:nvSpPr>
          <p:cNvPr id="32" name="Oval 31">
            <a:extLst>
              <a:ext uri="{FF2B5EF4-FFF2-40B4-BE49-F238E27FC236}">
                <a16:creationId xmlns:a16="http://schemas.microsoft.com/office/drawing/2014/main" id="{9ECEA4D1-CAD3-48C5-B68D-D696FEF0F15A}"/>
              </a:ext>
            </a:extLst>
          </p:cNvPr>
          <p:cNvSpPr/>
          <p:nvPr/>
        </p:nvSpPr>
        <p:spPr>
          <a:xfrm>
            <a:off x="5097047" y="5495063"/>
            <a:ext cx="616416" cy="545173"/>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r>
              <a:rPr lang="en-AU" sz="4267" b="1" dirty="0">
                <a:solidFill>
                  <a:schemeClr val="tx1"/>
                </a:solidFill>
              </a:rPr>
              <a:t>I</a:t>
            </a:r>
          </a:p>
        </p:txBody>
      </p:sp>
      <p:sp>
        <p:nvSpPr>
          <p:cNvPr id="33" name="Oval 32">
            <a:extLst>
              <a:ext uri="{FF2B5EF4-FFF2-40B4-BE49-F238E27FC236}">
                <a16:creationId xmlns:a16="http://schemas.microsoft.com/office/drawing/2014/main" id="{8FAB1DEB-6DC1-433E-97F6-79AF416CCB93}"/>
              </a:ext>
            </a:extLst>
          </p:cNvPr>
          <p:cNvSpPr/>
          <p:nvPr/>
        </p:nvSpPr>
        <p:spPr>
          <a:xfrm>
            <a:off x="46999" y="3579636"/>
            <a:ext cx="616416" cy="545173"/>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r>
              <a:rPr lang="en-AU" sz="4267" b="1" dirty="0">
                <a:solidFill>
                  <a:schemeClr val="tx1"/>
                </a:solidFill>
              </a:rPr>
              <a:t>I</a:t>
            </a:r>
          </a:p>
        </p:txBody>
      </p:sp>
      <p:sp>
        <p:nvSpPr>
          <p:cNvPr id="34" name="Oval 33">
            <a:extLst>
              <a:ext uri="{FF2B5EF4-FFF2-40B4-BE49-F238E27FC236}">
                <a16:creationId xmlns:a16="http://schemas.microsoft.com/office/drawing/2014/main" id="{28C61ADE-1D89-4092-9E55-40D9C6A6B7FF}"/>
              </a:ext>
            </a:extLst>
          </p:cNvPr>
          <p:cNvSpPr/>
          <p:nvPr/>
        </p:nvSpPr>
        <p:spPr>
          <a:xfrm>
            <a:off x="6108295" y="3579637"/>
            <a:ext cx="616416" cy="545173"/>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r>
              <a:rPr lang="en-AU" sz="4267" b="1" dirty="0">
                <a:solidFill>
                  <a:schemeClr val="tx1"/>
                </a:solidFill>
              </a:rPr>
              <a:t>P</a:t>
            </a:r>
          </a:p>
        </p:txBody>
      </p:sp>
      <p:sp>
        <p:nvSpPr>
          <p:cNvPr id="35" name="Oval 34">
            <a:extLst>
              <a:ext uri="{FF2B5EF4-FFF2-40B4-BE49-F238E27FC236}">
                <a16:creationId xmlns:a16="http://schemas.microsoft.com/office/drawing/2014/main" id="{B38B03E4-8ACA-4F93-9A37-96D7D64BDD7B}"/>
              </a:ext>
            </a:extLst>
          </p:cNvPr>
          <p:cNvSpPr/>
          <p:nvPr/>
        </p:nvSpPr>
        <p:spPr>
          <a:xfrm>
            <a:off x="9047790" y="3553285"/>
            <a:ext cx="616416" cy="545173"/>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r>
              <a:rPr lang="en-AU" sz="4267" b="1" dirty="0">
                <a:solidFill>
                  <a:schemeClr val="tx1"/>
                </a:solidFill>
              </a:rPr>
              <a:t>I</a:t>
            </a:r>
          </a:p>
        </p:txBody>
      </p:sp>
      <p:sp>
        <p:nvSpPr>
          <p:cNvPr id="36" name="Oval 35">
            <a:extLst>
              <a:ext uri="{FF2B5EF4-FFF2-40B4-BE49-F238E27FC236}">
                <a16:creationId xmlns:a16="http://schemas.microsoft.com/office/drawing/2014/main" id="{962F931E-A23A-483D-81DD-967C43D3DDAE}"/>
              </a:ext>
            </a:extLst>
          </p:cNvPr>
          <p:cNvSpPr/>
          <p:nvPr/>
        </p:nvSpPr>
        <p:spPr>
          <a:xfrm>
            <a:off x="3697645" y="3579637"/>
            <a:ext cx="616416" cy="545173"/>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r>
              <a:rPr lang="en-AU" sz="4267" b="1" dirty="0">
                <a:solidFill>
                  <a:schemeClr val="tx1"/>
                </a:solidFill>
              </a:rPr>
              <a:t>?</a:t>
            </a:r>
          </a:p>
        </p:txBody>
      </p:sp>
      <p:sp>
        <p:nvSpPr>
          <p:cNvPr id="37" name="Oval 36">
            <a:extLst>
              <a:ext uri="{FF2B5EF4-FFF2-40B4-BE49-F238E27FC236}">
                <a16:creationId xmlns:a16="http://schemas.microsoft.com/office/drawing/2014/main" id="{B8C0892E-C4D5-4C76-98ED-2B139EF3BCEA}"/>
              </a:ext>
            </a:extLst>
          </p:cNvPr>
          <p:cNvSpPr/>
          <p:nvPr/>
        </p:nvSpPr>
        <p:spPr>
          <a:xfrm>
            <a:off x="4191712" y="1428048"/>
            <a:ext cx="786245" cy="618834"/>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r>
              <a:rPr lang="en-AU" sz="4267" b="1" dirty="0">
                <a:solidFill>
                  <a:schemeClr val="tx1"/>
                </a:solidFill>
              </a:rPr>
              <a:t>?</a:t>
            </a:r>
          </a:p>
        </p:txBody>
      </p:sp>
      <p:sp>
        <p:nvSpPr>
          <p:cNvPr id="38" name="Oval 37">
            <a:extLst>
              <a:ext uri="{FF2B5EF4-FFF2-40B4-BE49-F238E27FC236}">
                <a16:creationId xmlns:a16="http://schemas.microsoft.com/office/drawing/2014/main" id="{98C7FE6A-9382-4A55-885B-432FD6A2136E}"/>
              </a:ext>
            </a:extLst>
          </p:cNvPr>
          <p:cNvSpPr/>
          <p:nvPr/>
        </p:nvSpPr>
        <p:spPr>
          <a:xfrm>
            <a:off x="373621" y="1460899"/>
            <a:ext cx="786245" cy="618834"/>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r>
              <a:rPr lang="en-AU" sz="4267" b="1" dirty="0">
                <a:solidFill>
                  <a:schemeClr val="tx1"/>
                </a:solidFill>
              </a:rPr>
              <a:t>?</a:t>
            </a:r>
          </a:p>
        </p:txBody>
      </p:sp>
      <p:sp>
        <p:nvSpPr>
          <p:cNvPr id="39" name="Oval 38">
            <a:extLst>
              <a:ext uri="{FF2B5EF4-FFF2-40B4-BE49-F238E27FC236}">
                <a16:creationId xmlns:a16="http://schemas.microsoft.com/office/drawing/2014/main" id="{6855BCF3-EF1A-470B-8F71-E079A2DF53E8}"/>
              </a:ext>
            </a:extLst>
          </p:cNvPr>
          <p:cNvSpPr/>
          <p:nvPr/>
        </p:nvSpPr>
        <p:spPr>
          <a:xfrm>
            <a:off x="7046048" y="1449274"/>
            <a:ext cx="786245" cy="618834"/>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r>
              <a:rPr lang="en-AU" sz="4267" b="1" dirty="0">
                <a:solidFill>
                  <a:schemeClr val="tx1"/>
                </a:solidFill>
              </a:rPr>
              <a:t>?</a:t>
            </a:r>
          </a:p>
        </p:txBody>
      </p:sp>
      <p:sp>
        <p:nvSpPr>
          <p:cNvPr id="40" name="Oval 39">
            <a:extLst>
              <a:ext uri="{FF2B5EF4-FFF2-40B4-BE49-F238E27FC236}">
                <a16:creationId xmlns:a16="http://schemas.microsoft.com/office/drawing/2014/main" id="{9DCF6D34-413B-40A7-B0FC-7588FD6D1E81}"/>
              </a:ext>
            </a:extLst>
          </p:cNvPr>
          <p:cNvSpPr/>
          <p:nvPr/>
        </p:nvSpPr>
        <p:spPr>
          <a:xfrm>
            <a:off x="3141016" y="-69606"/>
            <a:ext cx="786245" cy="618834"/>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r>
              <a:rPr lang="en-AU" sz="4267" b="1" dirty="0">
                <a:solidFill>
                  <a:schemeClr val="tx1"/>
                </a:solidFill>
              </a:rPr>
              <a:t>?</a:t>
            </a:r>
          </a:p>
        </p:txBody>
      </p:sp>
      <p:sp>
        <p:nvSpPr>
          <p:cNvPr id="41" name="Title 3">
            <a:extLst>
              <a:ext uri="{FF2B5EF4-FFF2-40B4-BE49-F238E27FC236}">
                <a16:creationId xmlns:a16="http://schemas.microsoft.com/office/drawing/2014/main" id="{6FCEA16E-0DE7-410C-B57A-29FDFBAA350B}"/>
              </a:ext>
            </a:extLst>
          </p:cNvPr>
          <p:cNvSpPr>
            <a:spLocks noGrp="1"/>
          </p:cNvSpPr>
          <p:nvPr>
            <p:ph type="title"/>
          </p:nvPr>
        </p:nvSpPr>
        <p:spPr>
          <a:xfrm>
            <a:off x="9394" y="464342"/>
            <a:ext cx="3651000" cy="669940"/>
          </a:xfrm>
        </p:spPr>
        <p:txBody>
          <a:bodyPr>
            <a:normAutofit/>
          </a:bodyPr>
          <a:lstStyle/>
          <a:p>
            <a:r>
              <a:rPr lang="en-AU" sz="2800" dirty="0">
                <a:solidFill>
                  <a:srgbClr val="FFC000"/>
                </a:solidFill>
                <a:latin typeface="+mn-lt"/>
                <a:ea typeface="+mn-ea"/>
                <a:cs typeface="+mn-cs"/>
              </a:rPr>
              <a:t>Possible or Impossible?</a:t>
            </a:r>
          </a:p>
        </p:txBody>
      </p:sp>
    </p:spTree>
    <p:extLst>
      <p:ext uri="{BB962C8B-B14F-4D97-AF65-F5344CB8AC3E}">
        <p14:creationId xmlns:p14="http://schemas.microsoft.com/office/powerpoint/2010/main" val="136999356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55670E94-029C-4BA8-8D44-FBB339E4924F}" type="slidenum">
              <a:rPr lang="en-AU" smtClean="0">
                <a:solidFill>
                  <a:schemeClr val="tx1"/>
                </a:solidFill>
              </a:rPr>
              <a:pPr/>
              <a:t>26</a:t>
            </a:fld>
            <a:endParaRPr lang="en-AU" dirty="0">
              <a:solidFill>
                <a:schemeClr val="tx1"/>
              </a:solidFill>
            </a:endParaRPr>
          </a:p>
        </p:txBody>
      </p:sp>
      <p:sp>
        <p:nvSpPr>
          <p:cNvPr id="5" name="Rectangle 4"/>
          <p:cNvSpPr/>
          <p:nvPr/>
        </p:nvSpPr>
        <p:spPr>
          <a:xfrm>
            <a:off x="3764156" y="35705"/>
            <a:ext cx="3928041" cy="999066"/>
          </a:xfrm>
          <a:prstGeom prst="rect">
            <a:avLst/>
          </a:prstGeom>
          <a:solidFill>
            <a:schemeClr val="bg1"/>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sz="2200" dirty="0">
                <a:solidFill>
                  <a:schemeClr val="tx1"/>
                </a:solidFill>
              </a:rPr>
              <a:t>1 change students’ assessment marks in CITS1003 from LMS</a:t>
            </a:r>
          </a:p>
        </p:txBody>
      </p:sp>
      <p:cxnSp>
        <p:nvCxnSpPr>
          <p:cNvPr id="6" name="Straight Connector 5"/>
          <p:cNvCxnSpPr>
            <a:cxnSpLocks/>
            <a:stCxn id="5" idx="2"/>
            <a:endCxn id="7" idx="0"/>
          </p:cNvCxnSpPr>
          <p:nvPr/>
        </p:nvCxnSpPr>
        <p:spPr>
          <a:xfrm flipH="1">
            <a:off x="2470714" y="1034771"/>
            <a:ext cx="3257463" cy="82900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7" name="Rounded Rectangle 6"/>
          <p:cNvSpPr/>
          <p:nvPr/>
        </p:nvSpPr>
        <p:spPr>
          <a:xfrm>
            <a:off x="783771" y="1863778"/>
            <a:ext cx="3373886" cy="1216884"/>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sz="2200" dirty="0">
                <a:solidFill>
                  <a:schemeClr val="tx1"/>
                </a:solidFill>
              </a:rPr>
              <a:t>1.1 gain direct access to the CITS1003’s marks database in LMS</a:t>
            </a:r>
          </a:p>
        </p:txBody>
      </p:sp>
      <p:sp>
        <p:nvSpPr>
          <p:cNvPr id="8" name="Rounded Rectangle 7"/>
          <p:cNvSpPr/>
          <p:nvPr/>
        </p:nvSpPr>
        <p:spPr>
          <a:xfrm>
            <a:off x="4394553" y="1863778"/>
            <a:ext cx="2667247" cy="1216883"/>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sz="2200" dirty="0">
                <a:solidFill>
                  <a:schemeClr val="tx1"/>
                </a:solidFill>
              </a:rPr>
              <a:t>1.2 log in as an authenticated UC</a:t>
            </a:r>
          </a:p>
        </p:txBody>
      </p:sp>
      <p:sp>
        <p:nvSpPr>
          <p:cNvPr id="9" name="Rounded Rectangle 8"/>
          <p:cNvSpPr/>
          <p:nvPr/>
        </p:nvSpPr>
        <p:spPr>
          <a:xfrm>
            <a:off x="7298697" y="1863779"/>
            <a:ext cx="3020566" cy="1216882"/>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sz="2200" dirty="0">
                <a:solidFill>
                  <a:schemeClr val="tx1"/>
                </a:solidFill>
              </a:rPr>
              <a:t>1.3 hijack the web authentication session of the UC</a:t>
            </a:r>
          </a:p>
        </p:txBody>
      </p:sp>
      <p:cxnSp>
        <p:nvCxnSpPr>
          <p:cNvPr id="17" name="Straight Connector 16"/>
          <p:cNvCxnSpPr>
            <a:cxnSpLocks/>
            <a:stCxn id="5" idx="2"/>
            <a:endCxn id="8" idx="0"/>
          </p:cNvCxnSpPr>
          <p:nvPr/>
        </p:nvCxnSpPr>
        <p:spPr>
          <a:xfrm>
            <a:off x="5728177" y="1034771"/>
            <a:ext cx="0" cy="82900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a:cxnSpLocks/>
            <a:stCxn id="5" idx="2"/>
            <a:endCxn id="9" idx="0"/>
          </p:cNvCxnSpPr>
          <p:nvPr/>
        </p:nvCxnSpPr>
        <p:spPr>
          <a:xfrm>
            <a:off x="5728177" y="1034771"/>
            <a:ext cx="3080803" cy="82900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0" name="Rounded Rectangle 10">
            <a:extLst>
              <a:ext uri="{FF2B5EF4-FFF2-40B4-BE49-F238E27FC236}">
                <a16:creationId xmlns:a16="http://schemas.microsoft.com/office/drawing/2014/main" id="{DEAD9671-0D0E-49C6-8EB9-99AA326257BD}"/>
              </a:ext>
            </a:extLst>
          </p:cNvPr>
          <p:cNvSpPr/>
          <p:nvPr/>
        </p:nvSpPr>
        <p:spPr>
          <a:xfrm>
            <a:off x="190824" y="3931336"/>
            <a:ext cx="3399043" cy="1253296"/>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sz="2200" dirty="0">
                <a:solidFill>
                  <a:schemeClr val="tx1"/>
                </a:solidFill>
              </a:rPr>
              <a:t>1.1.1 exploit a software vulnerability in the LMS</a:t>
            </a:r>
          </a:p>
        </p:txBody>
      </p:sp>
      <p:cxnSp>
        <p:nvCxnSpPr>
          <p:cNvPr id="11" name="Straight Connector 10">
            <a:extLst>
              <a:ext uri="{FF2B5EF4-FFF2-40B4-BE49-F238E27FC236}">
                <a16:creationId xmlns:a16="http://schemas.microsoft.com/office/drawing/2014/main" id="{0BB69833-9B0D-4152-B890-103A04B46BB6}"/>
              </a:ext>
            </a:extLst>
          </p:cNvPr>
          <p:cNvCxnSpPr>
            <a:cxnSpLocks/>
            <a:stCxn id="7" idx="2"/>
            <a:endCxn id="10" idx="0"/>
          </p:cNvCxnSpPr>
          <p:nvPr/>
        </p:nvCxnSpPr>
        <p:spPr>
          <a:xfrm flipH="1">
            <a:off x="1890346" y="3080662"/>
            <a:ext cx="580368" cy="85067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2" name="Rounded Rectangle 13">
            <a:extLst>
              <a:ext uri="{FF2B5EF4-FFF2-40B4-BE49-F238E27FC236}">
                <a16:creationId xmlns:a16="http://schemas.microsoft.com/office/drawing/2014/main" id="{B7CF5227-B740-44FC-8B2E-6486B55C4B10}"/>
              </a:ext>
            </a:extLst>
          </p:cNvPr>
          <p:cNvSpPr/>
          <p:nvPr/>
        </p:nvSpPr>
        <p:spPr>
          <a:xfrm>
            <a:off x="9181301" y="3931336"/>
            <a:ext cx="2665420" cy="1253296"/>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hangingPunct="0">
              <a:tabLst>
                <a:tab pos="731976" algn="l"/>
                <a:tab pos="1951146" algn="l"/>
                <a:tab pos="3170315" algn="l"/>
                <a:tab pos="4389485" algn="l"/>
                <a:tab pos="5608654" algn="l"/>
                <a:tab pos="6827824" algn="l"/>
                <a:tab pos="8046993" algn="l"/>
                <a:tab pos="9266163" algn="l"/>
                <a:tab pos="10485333" algn="l"/>
                <a:tab pos="11704502" algn="l"/>
                <a:tab pos="12923672" algn="l"/>
              </a:tabLst>
            </a:pPr>
            <a:r>
              <a:rPr lang="en-NZ" sz="2200" dirty="0">
                <a:solidFill>
                  <a:schemeClr val="tx1"/>
                </a:solidFill>
              </a:rPr>
              <a:t>1.3.1 steal the UC’s session cookie</a:t>
            </a:r>
          </a:p>
        </p:txBody>
      </p:sp>
      <p:cxnSp>
        <p:nvCxnSpPr>
          <p:cNvPr id="13" name="Straight Connector 12">
            <a:extLst>
              <a:ext uri="{FF2B5EF4-FFF2-40B4-BE49-F238E27FC236}">
                <a16:creationId xmlns:a16="http://schemas.microsoft.com/office/drawing/2014/main" id="{FB306E84-8517-434B-83B1-FD8280698B34}"/>
              </a:ext>
            </a:extLst>
          </p:cNvPr>
          <p:cNvCxnSpPr>
            <a:cxnSpLocks/>
            <a:stCxn id="9" idx="2"/>
            <a:endCxn id="12" idx="0"/>
          </p:cNvCxnSpPr>
          <p:nvPr/>
        </p:nvCxnSpPr>
        <p:spPr>
          <a:xfrm>
            <a:off x="8808980" y="3080661"/>
            <a:ext cx="1705031" cy="85067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4" name="Rounded Rectangle 11">
            <a:extLst>
              <a:ext uri="{FF2B5EF4-FFF2-40B4-BE49-F238E27FC236}">
                <a16:creationId xmlns:a16="http://schemas.microsoft.com/office/drawing/2014/main" id="{604E5D3D-7003-43CE-8F61-CE4D010653DE}"/>
              </a:ext>
            </a:extLst>
          </p:cNvPr>
          <p:cNvSpPr/>
          <p:nvPr/>
        </p:nvSpPr>
        <p:spPr>
          <a:xfrm>
            <a:off x="3815778" y="3931336"/>
            <a:ext cx="2248281" cy="1253296"/>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sz="2200" dirty="0">
                <a:solidFill>
                  <a:schemeClr val="tx1"/>
                </a:solidFill>
              </a:rPr>
              <a:t>1.2.1 perform a brute-force login</a:t>
            </a:r>
          </a:p>
        </p:txBody>
      </p:sp>
      <p:sp>
        <p:nvSpPr>
          <p:cNvPr id="15" name="Rounded Rectangle 12">
            <a:extLst>
              <a:ext uri="{FF2B5EF4-FFF2-40B4-BE49-F238E27FC236}">
                <a16:creationId xmlns:a16="http://schemas.microsoft.com/office/drawing/2014/main" id="{68AAF1D9-03BE-4414-BB0E-3F2221E51EFA}"/>
              </a:ext>
            </a:extLst>
          </p:cNvPr>
          <p:cNvSpPr/>
          <p:nvPr/>
        </p:nvSpPr>
        <p:spPr>
          <a:xfrm>
            <a:off x="6289971" y="3931336"/>
            <a:ext cx="2665419" cy="1253296"/>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sz="2200" dirty="0">
                <a:solidFill>
                  <a:schemeClr val="tx1"/>
                </a:solidFill>
              </a:rPr>
              <a:t>1.2.2 steal the UC’s login credentials</a:t>
            </a:r>
          </a:p>
        </p:txBody>
      </p:sp>
      <p:cxnSp>
        <p:nvCxnSpPr>
          <p:cNvPr id="16" name="Straight Connector 15">
            <a:extLst>
              <a:ext uri="{FF2B5EF4-FFF2-40B4-BE49-F238E27FC236}">
                <a16:creationId xmlns:a16="http://schemas.microsoft.com/office/drawing/2014/main" id="{D011E090-48B4-4787-A7E6-177F361C308B}"/>
              </a:ext>
            </a:extLst>
          </p:cNvPr>
          <p:cNvCxnSpPr>
            <a:cxnSpLocks/>
            <a:stCxn id="8" idx="2"/>
            <a:endCxn id="14" idx="0"/>
          </p:cNvCxnSpPr>
          <p:nvPr/>
        </p:nvCxnSpPr>
        <p:spPr>
          <a:xfrm flipH="1">
            <a:off x="4939919" y="3080661"/>
            <a:ext cx="788258" cy="85067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339FD23C-31E7-4F29-A364-1686F16A3693}"/>
              </a:ext>
            </a:extLst>
          </p:cNvPr>
          <p:cNvCxnSpPr>
            <a:cxnSpLocks/>
            <a:stCxn id="8" idx="2"/>
            <a:endCxn id="15" idx="0"/>
          </p:cNvCxnSpPr>
          <p:nvPr/>
        </p:nvCxnSpPr>
        <p:spPr>
          <a:xfrm>
            <a:off x="5728177" y="3080661"/>
            <a:ext cx="1894504" cy="85067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0" name="Rounded Rectangle 26">
            <a:extLst>
              <a:ext uri="{FF2B5EF4-FFF2-40B4-BE49-F238E27FC236}">
                <a16:creationId xmlns:a16="http://schemas.microsoft.com/office/drawing/2014/main" id="{F850F898-0AA5-466C-918E-CB3E685659C0}"/>
              </a:ext>
            </a:extLst>
          </p:cNvPr>
          <p:cNvSpPr/>
          <p:nvPr/>
        </p:nvSpPr>
        <p:spPr>
          <a:xfrm>
            <a:off x="1739421" y="5805494"/>
            <a:ext cx="2825098" cy="886917"/>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sz="2200" dirty="0">
                <a:solidFill>
                  <a:schemeClr val="tx1"/>
                </a:solidFill>
              </a:rPr>
              <a:t>1.2.1.1 identify the UC’s username</a:t>
            </a:r>
          </a:p>
        </p:txBody>
      </p:sp>
      <p:sp>
        <p:nvSpPr>
          <p:cNvPr id="21" name="Rounded Rectangle 27">
            <a:extLst>
              <a:ext uri="{FF2B5EF4-FFF2-40B4-BE49-F238E27FC236}">
                <a16:creationId xmlns:a16="http://schemas.microsoft.com/office/drawing/2014/main" id="{F1F3E9F6-00BE-45B9-AC77-CE04C425F546}"/>
              </a:ext>
            </a:extLst>
          </p:cNvPr>
          <p:cNvSpPr/>
          <p:nvPr/>
        </p:nvSpPr>
        <p:spPr>
          <a:xfrm>
            <a:off x="5297561" y="5805494"/>
            <a:ext cx="3062668" cy="886917"/>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sz="2200" dirty="0">
                <a:solidFill>
                  <a:schemeClr val="tx1"/>
                </a:solidFill>
              </a:rPr>
              <a:t>1.2.1.2 identify the UC’s password</a:t>
            </a:r>
          </a:p>
        </p:txBody>
      </p:sp>
      <p:cxnSp>
        <p:nvCxnSpPr>
          <p:cNvPr id="22" name="Straight Connector 21">
            <a:extLst>
              <a:ext uri="{FF2B5EF4-FFF2-40B4-BE49-F238E27FC236}">
                <a16:creationId xmlns:a16="http://schemas.microsoft.com/office/drawing/2014/main" id="{EAEDC152-2C27-4AF8-8480-6B4726B11871}"/>
              </a:ext>
            </a:extLst>
          </p:cNvPr>
          <p:cNvCxnSpPr>
            <a:cxnSpLocks/>
            <a:endCxn id="20" idx="0"/>
          </p:cNvCxnSpPr>
          <p:nvPr/>
        </p:nvCxnSpPr>
        <p:spPr>
          <a:xfrm flipH="1">
            <a:off x="3151970" y="5184632"/>
            <a:ext cx="1770818" cy="62086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732170DB-BE10-4A18-9997-6579A9851A10}"/>
              </a:ext>
            </a:extLst>
          </p:cNvPr>
          <p:cNvCxnSpPr>
            <a:cxnSpLocks/>
            <a:stCxn id="14" idx="2"/>
            <a:endCxn id="21" idx="0"/>
          </p:cNvCxnSpPr>
          <p:nvPr/>
        </p:nvCxnSpPr>
        <p:spPr>
          <a:xfrm>
            <a:off x="4939919" y="5184632"/>
            <a:ext cx="1888976" cy="62086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4" name="Freeform 30">
            <a:extLst>
              <a:ext uri="{FF2B5EF4-FFF2-40B4-BE49-F238E27FC236}">
                <a16:creationId xmlns:a16="http://schemas.microsoft.com/office/drawing/2014/main" id="{306A2F3A-ECBE-49E8-B89C-36F2E0E9A190}"/>
              </a:ext>
            </a:extLst>
          </p:cNvPr>
          <p:cNvSpPr/>
          <p:nvPr/>
        </p:nvSpPr>
        <p:spPr>
          <a:xfrm>
            <a:off x="4743106" y="5306635"/>
            <a:ext cx="489987" cy="162181"/>
          </a:xfrm>
          <a:custGeom>
            <a:avLst/>
            <a:gdLst>
              <a:gd name="connsiteX0" fmla="*/ 0 w 476250"/>
              <a:gd name="connsiteY0" fmla="*/ 0 h 142944"/>
              <a:gd name="connsiteX1" fmla="*/ 228600 w 476250"/>
              <a:gd name="connsiteY1" fmla="*/ 142875 h 142944"/>
              <a:gd name="connsiteX2" fmla="*/ 476250 w 476250"/>
              <a:gd name="connsiteY2" fmla="*/ 19050 h 142944"/>
              <a:gd name="connsiteX0" fmla="*/ 0 w 476250"/>
              <a:gd name="connsiteY0" fmla="*/ 0 h 142978"/>
              <a:gd name="connsiteX1" fmla="*/ 228600 w 476250"/>
              <a:gd name="connsiteY1" fmla="*/ 142875 h 142978"/>
              <a:gd name="connsiteX2" fmla="*/ 476250 w 476250"/>
              <a:gd name="connsiteY2" fmla="*/ 19050 h 142978"/>
              <a:gd name="connsiteX0" fmla="*/ 0 w 476250"/>
              <a:gd name="connsiteY0" fmla="*/ 0 h 147735"/>
              <a:gd name="connsiteX1" fmla="*/ 247650 w 476250"/>
              <a:gd name="connsiteY1" fmla="*/ 147638 h 147735"/>
              <a:gd name="connsiteX2" fmla="*/ 476250 w 476250"/>
              <a:gd name="connsiteY2" fmla="*/ 19050 h 147735"/>
              <a:gd name="connsiteX0" fmla="*/ 0 w 476250"/>
              <a:gd name="connsiteY0" fmla="*/ 0 h 147661"/>
              <a:gd name="connsiteX1" fmla="*/ 247650 w 476250"/>
              <a:gd name="connsiteY1" fmla="*/ 147638 h 147661"/>
              <a:gd name="connsiteX2" fmla="*/ 476250 w 476250"/>
              <a:gd name="connsiteY2" fmla="*/ 19050 h 147661"/>
              <a:gd name="connsiteX0" fmla="*/ 0 w 464344"/>
              <a:gd name="connsiteY0" fmla="*/ 0 h 147690"/>
              <a:gd name="connsiteX1" fmla="*/ 247650 w 464344"/>
              <a:gd name="connsiteY1" fmla="*/ 147638 h 147690"/>
              <a:gd name="connsiteX2" fmla="*/ 464344 w 464344"/>
              <a:gd name="connsiteY2" fmla="*/ 14288 h 147690"/>
              <a:gd name="connsiteX0" fmla="*/ 0 w 464344"/>
              <a:gd name="connsiteY0" fmla="*/ 0 h 147701"/>
              <a:gd name="connsiteX1" fmla="*/ 247650 w 464344"/>
              <a:gd name="connsiteY1" fmla="*/ 147638 h 147701"/>
              <a:gd name="connsiteX2" fmla="*/ 464344 w 464344"/>
              <a:gd name="connsiteY2" fmla="*/ 14288 h 147701"/>
              <a:gd name="connsiteX0" fmla="*/ 0 w 464344"/>
              <a:gd name="connsiteY0" fmla="*/ 0 h 147701"/>
              <a:gd name="connsiteX1" fmla="*/ 247650 w 464344"/>
              <a:gd name="connsiteY1" fmla="*/ 147638 h 147701"/>
              <a:gd name="connsiteX2" fmla="*/ 464344 w 464344"/>
              <a:gd name="connsiteY2" fmla="*/ 14288 h 147701"/>
              <a:gd name="connsiteX0" fmla="*/ 0 w 464344"/>
              <a:gd name="connsiteY0" fmla="*/ 0 h 147701"/>
              <a:gd name="connsiteX1" fmla="*/ 247650 w 464344"/>
              <a:gd name="connsiteY1" fmla="*/ 147638 h 147701"/>
              <a:gd name="connsiteX2" fmla="*/ 464344 w 464344"/>
              <a:gd name="connsiteY2" fmla="*/ 14288 h 147701"/>
              <a:gd name="connsiteX0" fmla="*/ 0 w 464344"/>
              <a:gd name="connsiteY0" fmla="*/ 0 h 150080"/>
              <a:gd name="connsiteX1" fmla="*/ 204788 w 464344"/>
              <a:gd name="connsiteY1" fmla="*/ 150019 h 150080"/>
              <a:gd name="connsiteX2" fmla="*/ 464344 w 464344"/>
              <a:gd name="connsiteY2" fmla="*/ 14288 h 150080"/>
            </a:gdLst>
            <a:ahLst/>
            <a:cxnLst>
              <a:cxn ang="0">
                <a:pos x="connsiteX0" y="connsiteY0"/>
              </a:cxn>
              <a:cxn ang="0">
                <a:pos x="connsiteX1" y="connsiteY1"/>
              </a:cxn>
              <a:cxn ang="0">
                <a:pos x="connsiteX2" y="connsiteY2"/>
              </a:cxn>
            </a:cxnLst>
            <a:rect l="l" t="t" r="r" b="b"/>
            <a:pathLst>
              <a:path w="464344" h="150080">
                <a:moveTo>
                  <a:pt x="0" y="0"/>
                </a:moveTo>
                <a:cubicBezTo>
                  <a:pt x="67468" y="100806"/>
                  <a:pt x="127397" y="147638"/>
                  <a:pt x="204788" y="150019"/>
                </a:cubicBezTo>
                <a:cubicBezTo>
                  <a:pt x="282179" y="152400"/>
                  <a:pt x="407989" y="84932"/>
                  <a:pt x="464344" y="14288"/>
                </a:cubicBezTo>
              </a:path>
            </a:pathLst>
          </a:cu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Z" sz="1867">
              <a:solidFill>
                <a:schemeClr val="tx1"/>
              </a:solidFill>
            </a:endParaRPr>
          </a:p>
        </p:txBody>
      </p:sp>
      <p:sp>
        <p:nvSpPr>
          <p:cNvPr id="27" name="Title 3">
            <a:extLst>
              <a:ext uri="{FF2B5EF4-FFF2-40B4-BE49-F238E27FC236}">
                <a16:creationId xmlns:a16="http://schemas.microsoft.com/office/drawing/2014/main" id="{D9DBD2C0-09AC-4053-B6F4-8DC9AF867934}"/>
              </a:ext>
            </a:extLst>
          </p:cNvPr>
          <p:cNvSpPr txBox="1">
            <a:spLocks/>
          </p:cNvSpPr>
          <p:nvPr/>
        </p:nvSpPr>
        <p:spPr>
          <a:xfrm>
            <a:off x="8240455" y="5972616"/>
            <a:ext cx="1881691" cy="545173"/>
          </a:xfrm>
          <a:prstGeom prst="rect">
            <a:avLst/>
          </a:prstGeom>
          <a:effectLst>
            <a:outerShdw blurRad="25400" dir="17880000">
              <a:srgbClr val="000000">
                <a:alpha val="46000"/>
              </a:srgbClr>
            </a:outerShdw>
          </a:effectLst>
        </p:spPr>
        <p:txBody>
          <a:bodyPr vert="horz" lIns="91440" tIns="45720" rIns="91440" bIns="45720" rtlCol="0" anchor="ctr">
            <a:normAutofit/>
          </a:bodyPr>
          <a:lstStyle>
            <a:lvl1pPr algn="ctr" defTabSz="457200" rtl="0" eaLnBrk="1" latinLnBrk="0" hangingPunct="1">
              <a:lnSpc>
                <a:spcPct val="90000"/>
              </a:lnSpc>
              <a:spcBef>
                <a:spcPct val="0"/>
              </a:spcBef>
              <a:buNone/>
              <a:defRPr sz="40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j-lt"/>
                <a:ea typeface="+mj-ea"/>
                <a:cs typeface="Trebuchet M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AU" sz="2800" dirty="0">
                <a:solidFill>
                  <a:srgbClr val="FF0000"/>
                </a:solidFill>
                <a:latin typeface="+mn-lt"/>
                <a:ea typeface="+mn-ea"/>
                <a:cs typeface="+mn-cs"/>
              </a:rPr>
              <a:t>level-4</a:t>
            </a:r>
          </a:p>
        </p:txBody>
      </p:sp>
      <p:sp>
        <p:nvSpPr>
          <p:cNvPr id="28" name="Title 3">
            <a:extLst>
              <a:ext uri="{FF2B5EF4-FFF2-40B4-BE49-F238E27FC236}">
                <a16:creationId xmlns:a16="http://schemas.microsoft.com/office/drawing/2014/main" id="{4C0A9D4F-1E31-4268-9A47-76D763C5D519}"/>
              </a:ext>
            </a:extLst>
          </p:cNvPr>
          <p:cNvSpPr txBox="1">
            <a:spLocks/>
          </p:cNvSpPr>
          <p:nvPr/>
        </p:nvSpPr>
        <p:spPr>
          <a:xfrm>
            <a:off x="10227263" y="3452773"/>
            <a:ext cx="1881691" cy="545173"/>
          </a:xfrm>
          <a:prstGeom prst="rect">
            <a:avLst/>
          </a:prstGeom>
          <a:effectLst>
            <a:outerShdw blurRad="25400" dir="17880000">
              <a:srgbClr val="000000">
                <a:alpha val="46000"/>
              </a:srgbClr>
            </a:outerShdw>
          </a:effectLst>
        </p:spPr>
        <p:txBody>
          <a:bodyPr vert="horz" lIns="91440" tIns="45720" rIns="91440" bIns="45720" rtlCol="0" anchor="ctr">
            <a:normAutofit/>
          </a:bodyPr>
          <a:lstStyle>
            <a:lvl1pPr algn="ctr" defTabSz="457200" rtl="0" eaLnBrk="1" latinLnBrk="0" hangingPunct="1">
              <a:lnSpc>
                <a:spcPct val="90000"/>
              </a:lnSpc>
              <a:spcBef>
                <a:spcPct val="0"/>
              </a:spcBef>
              <a:buNone/>
              <a:defRPr sz="40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j-lt"/>
                <a:ea typeface="+mj-ea"/>
                <a:cs typeface="Trebuchet M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AU" sz="2800" dirty="0">
                <a:solidFill>
                  <a:srgbClr val="FF0000"/>
                </a:solidFill>
                <a:latin typeface="+mn-lt"/>
                <a:ea typeface="+mn-ea"/>
                <a:cs typeface="+mn-cs"/>
              </a:rPr>
              <a:t>level-3</a:t>
            </a:r>
          </a:p>
        </p:txBody>
      </p:sp>
      <p:sp>
        <p:nvSpPr>
          <p:cNvPr id="29" name="Title 3">
            <a:extLst>
              <a:ext uri="{FF2B5EF4-FFF2-40B4-BE49-F238E27FC236}">
                <a16:creationId xmlns:a16="http://schemas.microsoft.com/office/drawing/2014/main" id="{993ECB27-8087-4DF1-9468-0C4D8E34EBDF}"/>
              </a:ext>
            </a:extLst>
          </p:cNvPr>
          <p:cNvSpPr txBox="1">
            <a:spLocks/>
          </p:cNvSpPr>
          <p:nvPr/>
        </p:nvSpPr>
        <p:spPr>
          <a:xfrm>
            <a:off x="8772794" y="1363101"/>
            <a:ext cx="1881691" cy="545173"/>
          </a:xfrm>
          <a:prstGeom prst="rect">
            <a:avLst/>
          </a:prstGeom>
          <a:effectLst>
            <a:outerShdw blurRad="25400" dir="17880000">
              <a:srgbClr val="000000">
                <a:alpha val="46000"/>
              </a:srgbClr>
            </a:outerShdw>
          </a:effectLst>
        </p:spPr>
        <p:txBody>
          <a:bodyPr vert="horz" lIns="91440" tIns="45720" rIns="91440" bIns="45720" rtlCol="0" anchor="ctr">
            <a:normAutofit/>
          </a:bodyPr>
          <a:lstStyle>
            <a:lvl1pPr algn="ctr" defTabSz="457200" rtl="0" eaLnBrk="1" latinLnBrk="0" hangingPunct="1">
              <a:lnSpc>
                <a:spcPct val="90000"/>
              </a:lnSpc>
              <a:spcBef>
                <a:spcPct val="0"/>
              </a:spcBef>
              <a:buNone/>
              <a:defRPr sz="40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j-lt"/>
                <a:ea typeface="+mj-ea"/>
                <a:cs typeface="Trebuchet M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AU" sz="2800" dirty="0">
                <a:solidFill>
                  <a:srgbClr val="FF0000"/>
                </a:solidFill>
                <a:latin typeface="+mn-lt"/>
                <a:ea typeface="+mn-ea"/>
                <a:cs typeface="+mn-cs"/>
              </a:rPr>
              <a:t>level-2</a:t>
            </a:r>
          </a:p>
        </p:txBody>
      </p:sp>
      <p:sp>
        <p:nvSpPr>
          <p:cNvPr id="30" name="Title 3">
            <a:extLst>
              <a:ext uri="{FF2B5EF4-FFF2-40B4-BE49-F238E27FC236}">
                <a16:creationId xmlns:a16="http://schemas.microsoft.com/office/drawing/2014/main" id="{0FBB5E97-26D4-4CAD-B821-6B9C5CB65F4D}"/>
              </a:ext>
            </a:extLst>
          </p:cNvPr>
          <p:cNvSpPr txBox="1">
            <a:spLocks/>
          </p:cNvSpPr>
          <p:nvPr/>
        </p:nvSpPr>
        <p:spPr>
          <a:xfrm>
            <a:off x="7622680" y="274397"/>
            <a:ext cx="1881691" cy="545173"/>
          </a:xfrm>
          <a:prstGeom prst="rect">
            <a:avLst/>
          </a:prstGeom>
          <a:effectLst>
            <a:outerShdw blurRad="25400" dir="17880000">
              <a:srgbClr val="000000">
                <a:alpha val="46000"/>
              </a:srgbClr>
            </a:outerShdw>
          </a:effectLst>
        </p:spPr>
        <p:txBody>
          <a:bodyPr vert="horz" lIns="91440" tIns="45720" rIns="91440" bIns="45720" rtlCol="0" anchor="ctr">
            <a:normAutofit/>
          </a:bodyPr>
          <a:lstStyle>
            <a:lvl1pPr algn="ctr" defTabSz="457200" rtl="0" eaLnBrk="1" latinLnBrk="0" hangingPunct="1">
              <a:lnSpc>
                <a:spcPct val="90000"/>
              </a:lnSpc>
              <a:spcBef>
                <a:spcPct val="0"/>
              </a:spcBef>
              <a:buNone/>
              <a:defRPr sz="40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j-lt"/>
                <a:ea typeface="+mj-ea"/>
                <a:cs typeface="Trebuchet M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AU" sz="2800" dirty="0">
                <a:solidFill>
                  <a:srgbClr val="FF0000"/>
                </a:solidFill>
                <a:latin typeface="+mn-lt"/>
                <a:ea typeface="+mn-ea"/>
                <a:cs typeface="+mn-cs"/>
              </a:rPr>
              <a:t>level-1</a:t>
            </a:r>
          </a:p>
        </p:txBody>
      </p:sp>
      <p:sp>
        <p:nvSpPr>
          <p:cNvPr id="31" name="Oval 30">
            <a:extLst>
              <a:ext uri="{FF2B5EF4-FFF2-40B4-BE49-F238E27FC236}">
                <a16:creationId xmlns:a16="http://schemas.microsoft.com/office/drawing/2014/main" id="{62BA09CF-5A03-4A24-B469-0ACC968B19BB}"/>
              </a:ext>
            </a:extLst>
          </p:cNvPr>
          <p:cNvSpPr/>
          <p:nvPr/>
        </p:nvSpPr>
        <p:spPr>
          <a:xfrm>
            <a:off x="1620636" y="5402281"/>
            <a:ext cx="616416" cy="545173"/>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r>
              <a:rPr lang="en-AU" sz="4267" b="1" dirty="0">
                <a:solidFill>
                  <a:schemeClr val="tx1"/>
                </a:solidFill>
              </a:rPr>
              <a:t>P</a:t>
            </a:r>
          </a:p>
        </p:txBody>
      </p:sp>
      <p:sp>
        <p:nvSpPr>
          <p:cNvPr id="32" name="Oval 31">
            <a:extLst>
              <a:ext uri="{FF2B5EF4-FFF2-40B4-BE49-F238E27FC236}">
                <a16:creationId xmlns:a16="http://schemas.microsoft.com/office/drawing/2014/main" id="{9ECEA4D1-CAD3-48C5-B68D-D696FEF0F15A}"/>
              </a:ext>
            </a:extLst>
          </p:cNvPr>
          <p:cNvSpPr/>
          <p:nvPr/>
        </p:nvSpPr>
        <p:spPr>
          <a:xfrm>
            <a:off x="5097047" y="5495063"/>
            <a:ext cx="616416" cy="545173"/>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r>
              <a:rPr lang="en-AU" sz="4267" b="1" dirty="0">
                <a:solidFill>
                  <a:schemeClr val="tx1"/>
                </a:solidFill>
              </a:rPr>
              <a:t>I</a:t>
            </a:r>
          </a:p>
        </p:txBody>
      </p:sp>
      <p:sp>
        <p:nvSpPr>
          <p:cNvPr id="33" name="Oval 32">
            <a:extLst>
              <a:ext uri="{FF2B5EF4-FFF2-40B4-BE49-F238E27FC236}">
                <a16:creationId xmlns:a16="http://schemas.microsoft.com/office/drawing/2014/main" id="{8FAB1DEB-6DC1-433E-97F6-79AF416CCB93}"/>
              </a:ext>
            </a:extLst>
          </p:cNvPr>
          <p:cNvSpPr/>
          <p:nvPr/>
        </p:nvSpPr>
        <p:spPr>
          <a:xfrm>
            <a:off x="46999" y="3579636"/>
            <a:ext cx="616416" cy="545173"/>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r>
              <a:rPr lang="en-AU" sz="4267" b="1" dirty="0">
                <a:solidFill>
                  <a:schemeClr val="tx1"/>
                </a:solidFill>
              </a:rPr>
              <a:t>I</a:t>
            </a:r>
          </a:p>
        </p:txBody>
      </p:sp>
      <p:sp>
        <p:nvSpPr>
          <p:cNvPr id="34" name="Oval 33">
            <a:extLst>
              <a:ext uri="{FF2B5EF4-FFF2-40B4-BE49-F238E27FC236}">
                <a16:creationId xmlns:a16="http://schemas.microsoft.com/office/drawing/2014/main" id="{28C61ADE-1D89-4092-9E55-40D9C6A6B7FF}"/>
              </a:ext>
            </a:extLst>
          </p:cNvPr>
          <p:cNvSpPr/>
          <p:nvPr/>
        </p:nvSpPr>
        <p:spPr>
          <a:xfrm>
            <a:off x="6108295" y="3579637"/>
            <a:ext cx="616416" cy="545173"/>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r>
              <a:rPr lang="en-AU" sz="4267" b="1" dirty="0">
                <a:solidFill>
                  <a:schemeClr val="tx1"/>
                </a:solidFill>
              </a:rPr>
              <a:t>P</a:t>
            </a:r>
          </a:p>
        </p:txBody>
      </p:sp>
      <p:sp>
        <p:nvSpPr>
          <p:cNvPr id="35" name="Oval 34">
            <a:extLst>
              <a:ext uri="{FF2B5EF4-FFF2-40B4-BE49-F238E27FC236}">
                <a16:creationId xmlns:a16="http://schemas.microsoft.com/office/drawing/2014/main" id="{B38B03E4-8ACA-4F93-9A37-96D7D64BDD7B}"/>
              </a:ext>
            </a:extLst>
          </p:cNvPr>
          <p:cNvSpPr/>
          <p:nvPr/>
        </p:nvSpPr>
        <p:spPr>
          <a:xfrm>
            <a:off x="9047790" y="3553285"/>
            <a:ext cx="616416" cy="545173"/>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r>
              <a:rPr lang="en-AU" sz="4267" b="1" dirty="0">
                <a:solidFill>
                  <a:schemeClr val="tx1"/>
                </a:solidFill>
              </a:rPr>
              <a:t>I</a:t>
            </a:r>
          </a:p>
        </p:txBody>
      </p:sp>
      <p:sp>
        <p:nvSpPr>
          <p:cNvPr id="37" name="Oval 36">
            <a:extLst>
              <a:ext uri="{FF2B5EF4-FFF2-40B4-BE49-F238E27FC236}">
                <a16:creationId xmlns:a16="http://schemas.microsoft.com/office/drawing/2014/main" id="{B8C0892E-C4D5-4C76-98ED-2B139EF3BCEA}"/>
              </a:ext>
            </a:extLst>
          </p:cNvPr>
          <p:cNvSpPr/>
          <p:nvPr/>
        </p:nvSpPr>
        <p:spPr>
          <a:xfrm>
            <a:off x="4191712" y="1428048"/>
            <a:ext cx="786245" cy="618834"/>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r>
              <a:rPr lang="en-AU" sz="4267" b="1" dirty="0">
                <a:solidFill>
                  <a:schemeClr val="tx1"/>
                </a:solidFill>
              </a:rPr>
              <a:t>?</a:t>
            </a:r>
          </a:p>
        </p:txBody>
      </p:sp>
      <p:sp>
        <p:nvSpPr>
          <p:cNvPr id="38" name="Oval 37">
            <a:extLst>
              <a:ext uri="{FF2B5EF4-FFF2-40B4-BE49-F238E27FC236}">
                <a16:creationId xmlns:a16="http://schemas.microsoft.com/office/drawing/2014/main" id="{98C7FE6A-9382-4A55-885B-432FD6A2136E}"/>
              </a:ext>
            </a:extLst>
          </p:cNvPr>
          <p:cNvSpPr/>
          <p:nvPr/>
        </p:nvSpPr>
        <p:spPr>
          <a:xfrm>
            <a:off x="402623" y="1460899"/>
            <a:ext cx="786245" cy="618834"/>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r>
              <a:rPr lang="en-AU" sz="4267" b="1" dirty="0">
                <a:solidFill>
                  <a:schemeClr val="tx1"/>
                </a:solidFill>
              </a:rPr>
              <a:t>?</a:t>
            </a:r>
          </a:p>
        </p:txBody>
      </p:sp>
      <p:sp>
        <p:nvSpPr>
          <p:cNvPr id="39" name="Oval 38">
            <a:extLst>
              <a:ext uri="{FF2B5EF4-FFF2-40B4-BE49-F238E27FC236}">
                <a16:creationId xmlns:a16="http://schemas.microsoft.com/office/drawing/2014/main" id="{6855BCF3-EF1A-470B-8F71-E079A2DF53E8}"/>
              </a:ext>
            </a:extLst>
          </p:cNvPr>
          <p:cNvSpPr/>
          <p:nvPr/>
        </p:nvSpPr>
        <p:spPr>
          <a:xfrm>
            <a:off x="7046048" y="1449274"/>
            <a:ext cx="786245" cy="618834"/>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r>
              <a:rPr lang="en-AU" sz="4267" b="1" dirty="0">
                <a:solidFill>
                  <a:schemeClr val="tx1"/>
                </a:solidFill>
              </a:rPr>
              <a:t>?</a:t>
            </a:r>
          </a:p>
        </p:txBody>
      </p:sp>
      <p:sp>
        <p:nvSpPr>
          <p:cNvPr id="40" name="Oval 39">
            <a:extLst>
              <a:ext uri="{FF2B5EF4-FFF2-40B4-BE49-F238E27FC236}">
                <a16:creationId xmlns:a16="http://schemas.microsoft.com/office/drawing/2014/main" id="{9DCF6D34-413B-40A7-B0FC-7588FD6D1E81}"/>
              </a:ext>
            </a:extLst>
          </p:cNvPr>
          <p:cNvSpPr/>
          <p:nvPr/>
        </p:nvSpPr>
        <p:spPr>
          <a:xfrm>
            <a:off x="3141016" y="-69606"/>
            <a:ext cx="786245" cy="618834"/>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r>
              <a:rPr lang="en-AU" sz="4267" b="1" dirty="0">
                <a:solidFill>
                  <a:schemeClr val="tx1"/>
                </a:solidFill>
              </a:rPr>
              <a:t>?</a:t>
            </a:r>
          </a:p>
        </p:txBody>
      </p:sp>
      <p:sp>
        <p:nvSpPr>
          <p:cNvPr id="41" name="Title 3">
            <a:extLst>
              <a:ext uri="{FF2B5EF4-FFF2-40B4-BE49-F238E27FC236}">
                <a16:creationId xmlns:a16="http://schemas.microsoft.com/office/drawing/2014/main" id="{6FCEA16E-0DE7-410C-B57A-29FDFBAA350B}"/>
              </a:ext>
            </a:extLst>
          </p:cNvPr>
          <p:cNvSpPr>
            <a:spLocks noGrp="1"/>
          </p:cNvSpPr>
          <p:nvPr>
            <p:ph type="title"/>
          </p:nvPr>
        </p:nvSpPr>
        <p:spPr>
          <a:xfrm>
            <a:off x="9394" y="464342"/>
            <a:ext cx="3651000" cy="669940"/>
          </a:xfrm>
        </p:spPr>
        <p:txBody>
          <a:bodyPr>
            <a:normAutofit/>
          </a:bodyPr>
          <a:lstStyle/>
          <a:p>
            <a:r>
              <a:rPr lang="en-AU" sz="2800" dirty="0">
                <a:solidFill>
                  <a:srgbClr val="FFC000"/>
                </a:solidFill>
                <a:latin typeface="+mn-lt"/>
                <a:ea typeface="+mn-ea"/>
                <a:cs typeface="+mn-cs"/>
              </a:rPr>
              <a:t>Possible or Impossible?</a:t>
            </a:r>
          </a:p>
        </p:txBody>
      </p:sp>
      <p:sp>
        <p:nvSpPr>
          <p:cNvPr id="42" name="Oval 41">
            <a:extLst>
              <a:ext uri="{FF2B5EF4-FFF2-40B4-BE49-F238E27FC236}">
                <a16:creationId xmlns:a16="http://schemas.microsoft.com/office/drawing/2014/main" id="{BBF60591-47FA-41A1-A903-D711EF168272}"/>
              </a:ext>
            </a:extLst>
          </p:cNvPr>
          <p:cNvSpPr/>
          <p:nvPr/>
        </p:nvSpPr>
        <p:spPr>
          <a:xfrm>
            <a:off x="3643908" y="3606369"/>
            <a:ext cx="616416" cy="545173"/>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r>
              <a:rPr lang="en-AU" sz="4267" b="1" dirty="0">
                <a:solidFill>
                  <a:schemeClr val="tx1"/>
                </a:solidFill>
              </a:rPr>
              <a:t>I</a:t>
            </a:r>
          </a:p>
        </p:txBody>
      </p:sp>
    </p:spTree>
    <p:extLst>
      <p:ext uri="{BB962C8B-B14F-4D97-AF65-F5344CB8AC3E}">
        <p14:creationId xmlns:p14="http://schemas.microsoft.com/office/powerpoint/2010/main" val="24431032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55670E94-029C-4BA8-8D44-FBB339E4924F}" type="slidenum">
              <a:rPr lang="en-AU" smtClean="0">
                <a:solidFill>
                  <a:schemeClr val="tx1"/>
                </a:solidFill>
              </a:rPr>
              <a:pPr/>
              <a:t>27</a:t>
            </a:fld>
            <a:endParaRPr lang="en-AU" dirty="0">
              <a:solidFill>
                <a:schemeClr val="tx1"/>
              </a:solidFill>
            </a:endParaRPr>
          </a:p>
        </p:txBody>
      </p:sp>
      <p:sp>
        <p:nvSpPr>
          <p:cNvPr id="5" name="Rectangle 4"/>
          <p:cNvSpPr/>
          <p:nvPr/>
        </p:nvSpPr>
        <p:spPr>
          <a:xfrm>
            <a:off x="3764156" y="35705"/>
            <a:ext cx="3928041" cy="999066"/>
          </a:xfrm>
          <a:prstGeom prst="rect">
            <a:avLst/>
          </a:prstGeom>
          <a:solidFill>
            <a:schemeClr val="bg1"/>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sz="2200" dirty="0">
                <a:solidFill>
                  <a:schemeClr val="tx1"/>
                </a:solidFill>
              </a:rPr>
              <a:t>1 change students’ assessment marks in CITS1003 from LMS</a:t>
            </a:r>
          </a:p>
        </p:txBody>
      </p:sp>
      <p:cxnSp>
        <p:nvCxnSpPr>
          <p:cNvPr id="6" name="Straight Connector 5"/>
          <p:cNvCxnSpPr>
            <a:cxnSpLocks/>
            <a:stCxn id="5" idx="2"/>
            <a:endCxn id="7" idx="0"/>
          </p:cNvCxnSpPr>
          <p:nvPr/>
        </p:nvCxnSpPr>
        <p:spPr>
          <a:xfrm flipH="1">
            <a:off x="2470714" y="1034771"/>
            <a:ext cx="3257463" cy="82900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7" name="Rounded Rectangle 6"/>
          <p:cNvSpPr/>
          <p:nvPr/>
        </p:nvSpPr>
        <p:spPr>
          <a:xfrm>
            <a:off x="783771" y="1863778"/>
            <a:ext cx="3373886" cy="1216884"/>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sz="2200" dirty="0">
                <a:solidFill>
                  <a:schemeClr val="tx1"/>
                </a:solidFill>
              </a:rPr>
              <a:t>1.1 gain direct access to the CITS1003’s marks database in LMS</a:t>
            </a:r>
          </a:p>
        </p:txBody>
      </p:sp>
      <p:sp>
        <p:nvSpPr>
          <p:cNvPr id="8" name="Rounded Rectangle 7"/>
          <p:cNvSpPr/>
          <p:nvPr/>
        </p:nvSpPr>
        <p:spPr>
          <a:xfrm>
            <a:off x="4394553" y="1863778"/>
            <a:ext cx="2667247" cy="1216883"/>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sz="2200" dirty="0">
                <a:solidFill>
                  <a:schemeClr val="tx1"/>
                </a:solidFill>
              </a:rPr>
              <a:t>1.2 log in as an authenticated UC</a:t>
            </a:r>
          </a:p>
        </p:txBody>
      </p:sp>
      <p:sp>
        <p:nvSpPr>
          <p:cNvPr id="9" name="Rounded Rectangle 8"/>
          <p:cNvSpPr/>
          <p:nvPr/>
        </p:nvSpPr>
        <p:spPr>
          <a:xfrm>
            <a:off x="7298697" y="1863779"/>
            <a:ext cx="3020566" cy="1216882"/>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sz="2200" dirty="0">
                <a:solidFill>
                  <a:schemeClr val="tx1"/>
                </a:solidFill>
              </a:rPr>
              <a:t>1.3 hijack the web authentication session of the UC</a:t>
            </a:r>
          </a:p>
        </p:txBody>
      </p:sp>
      <p:cxnSp>
        <p:nvCxnSpPr>
          <p:cNvPr id="17" name="Straight Connector 16"/>
          <p:cNvCxnSpPr>
            <a:cxnSpLocks/>
            <a:stCxn id="5" idx="2"/>
            <a:endCxn id="8" idx="0"/>
          </p:cNvCxnSpPr>
          <p:nvPr/>
        </p:nvCxnSpPr>
        <p:spPr>
          <a:xfrm>
            <a:off x="5728177" y="1034771"/>
            <a:ext cx="0" cy="82900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a:cxnSpLocks/>
            <a:stCxn id="5" idx="2"/>
            <a:endCxn id="9" idx="0"/>
          </p:cNvCxnSpPr>
          <p:nvPr/>
        </p:nvCxnSpPr>
        <p:spPr>
          <a:xfrm>
            <a:off x="5728177" y="1034771"/>
            <a:ext cx="3080803" cy="82900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0" name="Rounded Rectangle 10">
            <a:extLst>
              <a:ext uri="{FF2B5EF4-FFF2-40B4-BE49-F238E27FC236}">
                <a16:creationId xmlns:a16="http://schemas.microsoft.com/office/drawing/2014/main" id="{DEAD9671-0D0E-49C6-8EB9-99AA326257BD}"/>
              </a:ext>
            </a:extLst>
          </p:cNvPr>
          <p:cNvSpPr/>
          <p:nvPr/>
        </p:nvSpPr>
        <p:spPr>
          <a:xfrm>
            <a:off x="190824" y="3931336"/>
            <a:ext cx="3399043" cy="1253296"/>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sz="2200" dirty="0">
                <a:solidFill>
                  <a:schemeClr val="tx1"/>
                </a:solidFill>
              </a:rPr>
              <a:t>1.1.1 exploit a software vulnerability in the LMS</a:t>
            </a:r>
          </a:p>
        </p:txBody>
      </p:sp>
      <p:cxnSp>
        <p:nvCxnSpPr>
          <p:cNvPr id="11" name="Straight Connector 10">
            <a:extLst>
              <a:ext uri="{FF2B5EF4-FFF2-40B4-BE49-F238E27FC236}">
                <a16:creationId xmlns:a16="http://schemas.microsoft.com/office/drawing/2014/main" id="{0BB69833-9B0D-4152-B890-103A04B46BB6}"/>
              </a:ext>
            </a:extLst>
          </p:cNvPr>
          <p:cNvCxnSpPr>
            <a:cxnSpLocks/>
            <a:stCxn id="7" idx="2"/>
            <a:endCxn id="10" idx="0"/>
          </p:cNvCxnSpPr>
          <p:nvPr/>
        </p:nvCxnSpPr>
        <p:spPr>
          <a:xfrm flipH="1">
            <a:off x="1890346" y="3080662"/>
            <a:ext cx="580368" cy="85067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2" name="Rounded Rectangle 13">
            <a:extLst>
              <a:ext uri="{FF2B5EF4-FFF2-40B4-BE49-F238E27FC236}">
                <a16:creationId xmlns:a16="http://schemas.microsoft.com/office/drawing/2014/main" id="{B7CF5227-B740-44FC-8B2E-6486B55C4B10}"/>
              </a:ext>
            </a:extLst>
          </p:cNvPr>
          <p:cNvSpPr/>
          <p:nvPr/>
        </p:nvSpPr>
        <p:spPr>
          <a:xfrm>
            <a:off x="9181301" y="3931336"/>
            <a:ext cx="2665420" cy="1253296"/>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hangingPunct="0">
              <a:tabLst>
                <a:tab pos="731976" algn="l"/>
                <a:tab pos="1951146" algn="l"/>
                <a:tab pos="3170315" algn="l"/>
                <a:tab pos="4389485" algn="l"/>
                <a:tab pos="5608654" algn="l"/>
                <a:tab pos="6827824" algn="l"/>
                <a:tab pos="8046993" algn="l"/>
                <a:tab pos="9266163" algn="l"/>
                <a:tab pos="10485333" algn="l"/>
                <a:tab pos="11704502" algn="l"/>
                <a:tab pos="12923672" algn="l"/>
              </a:tabLst>
            </a:pPr>
            <a:r>
              <a:rPr lang="en-NZ" sz="2200" dirty="0">
                <a:solidFill>
                  <a:schemeClr val="tx1"/>
                </a:solidFill>
              </a:rPr>
              <a:t>1.3.1 steal the UC’s session cookie</a:t>
            </a:r>
          </a:p>
        </p:txBody>
      </p:sp>
      <p:cxnSp>
        <p:nvCxnSpPr>
          <p:cNvPr id="13" name="Straight Connector 12">
            <a:extLst>
              <a:ext uri="{FF2B5EF4-FFF2-40B4-BE49-F238E27FC236}">
                <a16:creationId xmlns:a16="http://schemas.microsoft.com/office/drawing/2014/main" id="{FB306E84-8517-434B-83B1-FD8280698B34}"/>
              </a:ext>
            </a:extLst>
          </p:cNvPr>
          <p:cNvCxnSpPr>
            <a:cxnSpLocks/>
            <a:stCxn id="9" idx="2"/>
            <a:endCxn id="12" idx="0"/>
          </p:cNvCxnSpPr>
          <p:nvPr/>
        </p:nvCxnSpPr>
        <p:spPr>
          <a:xfrm>
            <a:off x="8808980" y="3080661"/>
            <a:ext cx="1705031" cy="85067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4" name="Rounded Rectangle 11">
            <a:extLst>
              <a:ext uri="{FF2B5EF4-FFF2-40B4-BE49-F238E27FC236}">
                <a16:creationId xmlns:a16="http://schemas.microsoft.com/office/drawing/2014/main" id="{604E5D3D-7003-43CE-8F61-CE4D010653DE}"/>
              </a:ext>
            </a:extLst>
          </p:cNvPr>
          <p:cNvSpPr/>
          <p:nvPr/>
        </p:nvSpPr>
        <p:spPr>
          <a:xfrm>
            <a:off x="3815778" y="3931336"/>
            <a:ext cx="2248281" cy="1253296"/>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sz="2200" dirty="0">
                <a:solidFill>
                  <a:schemeClr val="tx1"/>
                </a:solidFill>
              </a:rPr>
              <a:t>1.2.1 perform a brute-force login</a:t>
            </a:r>
          </a:p>
        </p:txBody>
      </p:sp>
      <p:sp>
        <p:nvSpPr>
          <p:cNvPr id="15" name="Rounded Rectangle 12">
            <a:extLst>
              <a:ext uri="{FF2B5EF4-FFF2-40B4-BE49-F238E27FC236}">
                <a16:creationId xmlns:a16="http://schemas.microsoft.com/office/drawing/2014/main" id="{68AAF1D9-03BE-4414-BB0E-3F2221E51EFA}"/>
              </a:ext>
            </a:extLst>
          </p:cNvPr>
          <p:cNvSpPr/>
          <p:nvPr/>
        </p:nvSpPr>
        <p:spPr>
          <a:xfrm>
            <a:off x="6289971" y="3931336"/>
            <a:ext cx="2665419" cy="1253296"/>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sz="2200" dirty="0">
                <a:solidFill>
                  <a:schemeClr val="tx1"/>
                </a:solidFill>
              </a:rPr>
              <a:t>1.2.2 steal the UC’s login credentials</a:t>
            </a:r>
          </a:p>
        </p:txBody>
      </p:sp>
      <p:cxnSp>
        <p:nvCxnSpPr>
          <p:cNvPr id="16" name="Straight Connector 15">
            <a:extLst>
              <a:ext uri="{FF2B5EF4-FFF2-40B4-BE49-F238E27FC236}">
                <a16:creationId xmlns:a16="http://schemas.microsoft.com/office/drawing/2014/main" id="{D011E090-48B4-4787-A7E6-177F361C308B}"/>
              </a:ext>
            </a:extLst>
          </p:cNvPr>
          <p:cNvCxnSpPr>
            <a:cxnSpLocks/>
            <a:stCxn id="8" idx="2"/>
            <a:endCxn id="14" idx="0"/>
          </p:cNvCxnSpPr>
          <p:nvPr/>
        </p:nvCxnSpPr>
        <p:spPr>
          <a:xfrm flipH="1">
            <a:off x="4939919" y="3080661"/>
            <a:ext cx="788258" cy="85067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339FD23C-31E7-4F29-A364-1686F16A3693}"/>
              </a:ext>
            </a:extLst>
          </p:cNvPr>
          <p:cNvCxnSpPr>
            <a:cxnSpLocks/>
            <a:stCxn id="8" idx="2"/>
            <a:endCxn id="15" idx="0"/>
          </p:cNvCxnSpPr>
          <p:nvPr/>
        </p:nvCxnSpPr>
        <p:spPr>
          <a:xfrm>
            <a:off x="5728177" y="3080661"/>
            <a:ext cx="1894504" cy="85067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0" name="Rounded Rectangle 26">
            <a:extLst>
              <a:ext uri="{FF2B5EF4-FFF2-40B4-BE49-F238E27FC236}">
                <a16:creationId xmlns:a16="http://schemas.microsoft.com/office/drawing/2014/main" id="{F850F898-0AA5-466C-918E-CB3E685659C0}"/>
              </a:ext>
            </a:extLst>
          </p:cNvPr>
          <p:cNvSpPr/>
          <p:nvPr/>
        </p:nvSpPr>
        <p:spPr>
          <a:xfrm>
            <a:off x="1739421" y="5805494"/>
            <a:ext cx="2825098" cy="886917"/>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sz="2200" dirty="0">
                <a:solidFill>
                  <a:schemeClr val="tx1"/>
                </a:solidFill>
              </a:rPr>
              <a:t>1.2.1.1 identify the UC’s username</a:t>
            </a:r>
          </a:p>
        </p:txBody>
      </p:sp>
      <p:sp>
        <p:nvSpPr>
          <p:cNvPr id="21" name="Rounded Rectangle 27">
            <a:extLst>
              <a:ext uri="{FF2B5EF4-FFF2-40B4-BE49-F238E27FC236}">
                <a16:creationId xmlns:a16="http://schemas.microsoft.com/office/drawing/2014/main" id="{F1F3E9F6-00BE-45B9-AC77-CE04C425F546}"/>
              </a:ext>
            </a:extLst>
          </p:cNvPr>
          <p:cNvSpPr/>
          <p:nvPr/>
        </p:nvSpPr>
        <p:spPr>
          <a:xfrm>
            <a:off x="5297561" y="5805494"/>
            <a:ext cx="3062668" cy="886917"/>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sz="2200" dirty="0">
                <a:solidFill>
                  <a:schemeClr val="tx1"/>
                </a:solidFill>
              </a:rPr>
              <a:t>1.2.1.2 identify the UC’s password</a:t>
            </a:r>
          </a:p>
        </p:txBody>
      </p:sp>
      <p:cxnSp>
        <p:nvCxnSpPr>
          <p:cNvPr id="22" name="Straight Connector 21">
            <a:extLst>
              <a:ext uri="{FF2B5EF4-FFF2-40B4-BE49-F238E27FC236}">
                <a16:creationId xmlns:a16="http://schemas.microsoft.com/office/drawing/2014/main" id="{EAEDC152-2C27-4AF8-8480-6B4726B11871}"/>
              </a:ext>
            </a:extLst>
          </p:cNvPr>
          <p:cNvCxnSpPr>
            <a:cxnSpLocks/>
            <a:endCxn id="20" idx="0"/>
          </p:cNvCxnSpPr>
          <p:nvPr/>
        </p:nvCxnSpPr>
        <p:spPr>
          <a:xfrm flipH="1">
            <a:off x="3151970" y="5184632"/>
            <a:ext cx="1770818" cy="62086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732170DB-BE10-4A18-9997-6579A9851A10}"/>
              </a:ext>
            </a:extLst>
          </p:cNvPr>
          <p:cNvCxnSpPr>
            <a:cxnSpLocks/>
            <a:stCxn id="14" idx="2"/>
            <a:endCxn id="21" idx="0"/>
          </p:cNvCxnSpPr>
          <p:nvPr/>
        </p:nvCxnSpPr>
        <p:spPr>
          <a:xfrm>
            <a:off x="4939919" y="5184632"/>
            <a:ext cx="1888976" cy="62086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4" name="Freeform 30">
            <a:extLst>
              <a:ext uri="{FF2B5EF4-FFF2-40B4-BE49-F238E27FC236}">
                <a16:creationId xmlns:a16="http://schemas.microsoft.com/office/drawing/2014/main" id="{306A2F3A-ECBE-49E8-B89C-36F2E0E9A190}"/>
              </a:ext>
            </a:extLst>
          </p:cNvPr>
          <p:cNvSpPr/>
          <p:nvPr/>
        </p:nvSpPr>
        <p:spPr>
          <a:xfrm>
            <a:off x="4743106" y="5306635"/>
            <a:ext cx="489987" cy="162181"/>
          </a:xfrm>
          <a:custGeom>
            <a:avLst/>
            <a:gdLst>
              <a:gd name="connsiteX0" fmla="*/ 0 w 476250"/>
              <a:gd name="connsiteY0" fmla="*/ 0 h 142944"/>
              <a:gd name="connsiteX1" fmla="*/ 228600 w 476250"/>
              <a:gd name="connsiteY1" fmla="*/ 142875 h 142944"/>
              <a:gd name="connsiteX2" fmla="*/ 476250 w 476250"/>
              <a:gd name="connsiteY2" fmla="*/ 19050 h 142944"/>
              <a:gd name="connsiteX0" fmla="*/ 0 w 476250"/>
              <a:gd name="connsiteY0" fmla="*/ 0 h 142978"/>
              <a:gd name="connsiteX1" fmla="*/ 228600 w 476250"/>
              <a:gd name="connsiteY1" fmla="*/ 142875 h 142978"/>
              <a:gd name="connsiteX2" fmla="*/ 476250 w 476250"/>
              <a:gd name="connsiteY2" fmla="*/ 19050 h 142978"/>
              <a:gd name="connsiteX0" fmla="*/ 0 w 476250"/>
              <a:gd name="connsiteY0" fmla="*/ 0 h 147735"/>
              <a:gd name="connsiteX1" fmla="*/ 247650 w 476250"/>
              <a:gd name="connsiteY1" fmla="*/ 147638 h 147735"/>
              <a:gd name="connsiteX2" fmla="*/ 476250 w 476250"/>
              <a:gd name="connsiteY2" fmla="*/ 19050 h 147735"/>
              <a:gd name="connsiteX0" fmla="*/ 0 w 476250"/>
              <a:gd name="connsiteY0" fmla="*/ 0 h 147661"/>
              <a:gd name="connsiteX1" fmla="*/ 247650 w 476250"/>
              <a:gd name="connsiteY1" fmla="*/ 147638 h 147661"/>
              <a:gd name="connsiteX2" fmla="*/ 476250 w 476250"/>
              <a:gd name="connsiteY2" fmla="*/ 19050 h 147661"/>
              <a:gd name="connsiteX0" fmla="*/ 0 w 464344"/>
              <a:gd name="connsiteY0" fmla="*/ 0 h 147690"/>
              <a:gd name="connsiteX1" fmla="*/ 247650 w 464344"/>
              <a:gd name="connsiteY1" fmla="*/ 147638 h 147690"/>
              <a:gd name="connsiteX2" fmla="*/ 464344 w 464344"/>
              <a:gd name="connsiteY2" fmla="*/ 14288 h 147690"/>
              <a:gd name="connsiteX0" fmla="*/ 0 w 464344"/>
              <a:gd name="connsiteY0" fmla="*/ 0 h 147701"/>
              <a:gd name="connsiteX1" fmla="*/ 247650 w 464344"/>
              <a:gd name="connsiteY1" fmla="*/ 147638 h 147701"/>
              <a:gd name="connsiteX2" fmla="*/ 464344 w 464344"/>
              <a:gd name="connsiteY2" fmla="*/ 14288 h 147701"/>
              <a:gd name="connsiteX0" fmla="*/ 0 w 464344"/>
              <a:gd name="connsiteY0" fmla="*/ 0 h 147701"/>
              <a:gd name="connsiteX1" fmla="*/ 247650 w 464344"/>
              <a:gd name="connsiteY1" fmla="*/ 147638 h 147701"/>
              <a:gd name="connsiteX2" fmla="*/ 464344 w 464344"/>
              <a:gd name="connsiteY2" fmla="*/ 14288 h 147701"/>
              <a:gd name="connsiteX0" fmla="*/ 0 w 464344"/>
              <a:gd name="connsiteY0" fmla="*/ 0 h 147701"/>
              <a:gd name="connsiteX1" fmla="*/ 247650 w 464344"/>
              <a:gd name="connsiteY1" fmla="*/ 147638 h 147701"/>
              <a:gd name="connsiteX2" fmla="*/ 464344 w 464344"/>
              <a:gd name="connsiteY2" fmla="*/ 14288 h 147701"/>
              <a:gd name="connsiteX0" fmla="*/ 0 w 464344"/>
              <a:gd name="connsiteY0" fmla="*/ 0 h 150080"/>
              <a:gd name="connsiteX1" fmla="*/ 204788 w 464344"/>
              <a:gd name="connsiteY1" fmla="*/ 150019 h 150080"/>
              <a:gd name="connsiteX2" fmla="*/ 464344 w 464344"/>
              <a:gd name="connsiteY2" fmla="*/ 14288 h 150080"/>
            </a:gdLst>
            <a:ahLst/>
            <a:cxnLst>
              <a:cxn ang="0">
                <a:pos x="connsiteX0" y="connsiteY0"/>
              </a:cxn>
              <a:cxn ang="0">
                <a:pos x="connsiteX1" y="connsiteY1"/>
              </a:cxn>
              <a:cxn ang="0">
                <a:pos x="connsiteX2" y="connsiteY2"/>
              </a:cxn>
            </a:cxnLst>
            <a:rect l="l" t="t" r="r" b="b"/>
            <a:pathLst>
              <a:path w="464344" h="150080">
                <a:moveTo>
                  <a:pt x="0" y="0"/>
                </a:moveTo>
                <a:cubicBezTo>
                  <a:pt x="67468" y="100806"/>
                  <a:pt x="127397" y="147638"/>
                  <a:pt x="204788" y="150019"/>
                </a:cubicBezTo>
                <a:cubicBezTo>
                  <a:pt x="282179" y="152400"/>
                  <a:pt x="407989" y="84932"/>
                  <a:pt x="464344" y="14288"/>
                </a:cubicBezTo>
              </a:path>
            </a:pathLst>
          </a:cu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Z" sz="1867">
              <a:solidFill>
                <a:schemeClr val="tx1"/>
              </a:solidFill>
            </a:endParaRPr>
          </a:p>
        </p:txBody>
      </p:sp>
      <p:sp>
        <p:nvSpPr>
          <p:cNvPr id="27" name="Title 3">
            <a:extLst>
              <a:ext uri="{FF2B5EF4-FFF2-40B4-BE49-F238E27FC236}">
                <a16:creationId xmlns:a16="http://schemas.microsoft.com/office/drawing/2014/main" id="{D9DBD2C0-09AC-4053-B6F4-8DC9AF867934}"/>
              </a:ext>
            </a:extLst>
          </p:cNvPr>
          <p:cNvSpPr txBox="1">
            <a:spLocks/>
          </p:cNvSpPr>
          <p:nvPr/>
        </p:nvSpPr>
        <p:spPr>
          <a:xfrm>
            <a:off x="8240455" y="5972616"/>
            <a:ext cx="1881691" cy="545173"/>
          </a:xfrm>
          <a:prstGeom prst="rect">
            <a:avLst/>
          </a:prstGeom>
          <a:effectLst>
            <a:outerShdw blurRad="25400" dir="17880000">
              <a:srgbClr val="000000">
                <a:alpha val="46000"/>
              </a:srgbClr>
            </a:outerShdw>
          </a:effectLst>
        </p:spPr>
        <p:txBody>
          <a:bodyPr vert="horz" lIns="91440" tIns="45720" rIns="91440" bIns="45720" rtlCol="0" anchor="ctr">
            <a:normAutofit/>
          </a:bodyPr>
          <a:lstStyle>
            <a:lvl1pPr algn="ctr" defTabSz="457200" rtl="0" eaLnBrk="1" latinLnBrk="0" hangingPunct="1">
              <a:lnSpc>
                <a:spcPct val="90000"/>
              </a:lnSpc>
              <a:spcBef>
                <a:spcPct val="0"/>
              </a:spcBef>
              <a:buNone/>
              <a:defRPr sz="40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j-lt"/>
                <a:ea typeface="+mj-ea"/>
                <a:cs typeface="Trebuchet M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AU" sz="2800" dirty="0">
                <a:solidFill>
                  <a:srgbClr val="FF0000"/>
                </a:solidFill>
                <a:latin typeface="+mn-lt"/>
                <a:ea typeface="+mn-ea"/>
                <a:cs typeface="+mn-cs"/>
              </a:rPr>
              <a:t>level-4</a:t>
            </a:r>
          </a:p>
        </p:txBody>
      </p:sp>
      <p:sp>
        <p:nvSpPr>
          <p:cNvPr id="28" name="Title 3">
            <a:extLst>
              <a:ext uri="{FF2B5EF4-FFF2-40B4-BE49-F238E27FC236}">
                <a16:creationId xmlns:a16="http://schemas.microsoft.com/office/drawing/2014/main" id="{4C0A9D4F-1E31-4268-9A47-76D763C5D519}"/>
              </a:ext>
            </a:extLst>
          </p:cNvPr>
          <p:cNvSpPr txBox="1">
            <a:spLocks/>
          </p:cNvSpPr>
          <p:nvPr/>
        </p:nvSpPr>
        <p:spPr>
          <a:xfrm>
            <a:off x="10227263" y="3452773"/>
            <a:ext cx="1881691" cy="545173"/>
          </a:xfrm>
          <a:prstGeom prst="rect">
            <a:avLst/>
          </a:prstGeom>
          <a:effectLst>
            <a:outerShdw blurRad="25400" dir="17880000">
              <a:srgbClr val="000000">
                <a:alpha val="46000"/>
              </a:srgbClr>
            </a:outerShdw>
          </a:effectLst>
        </p:spPr>
        <p:txBody>
          <a:bodyPr vert="horz" lIns="91440" tIns="45720" rIns="91440" bIns="45720" rtlCol="0" anchor="ctr">
            <a:normAutofit/>
          </a:bodyPr>
          <a:lstStyle>
            <a:lvl1pPr algn="ctr" defTabSz="457200" rtl="0" eaLnBrk="1" latinLnBrk="0" hangingPunct="1">
              <a:lnSpc>
                <a:spcPct val="90000"/>
              </a:lnSpc>
              <a:spcBef>
                <a:spcPct val="0"/>
              </a:spcBef>
              <a:buNone/>
              <a:defRPr sz="40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j-lt"/>
                <a:ea typeface="+mj-ea"/>
                <a:cs typeface="Trebuchet M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AU" sz="2800" dirty="0">
                <a:solidFill>
                  <a:srgbClr val="FF0000"/>
                </a:solidFill>
                <a:latin typeface="+mn-lt"/>
                <a:ea typeface="+mn-ea"/>
                <a:cs typeface="+mn-cs"/>
              </a:rPr>
              <a:t>level-3</a:t>
            </a:r>
          </a:p>
        </p:txBody>
      </p:sp>
      <p:sp>
        <p:nvSpPr>
          <p:cNvPr id="29" name="Title 3">
            <a:extLst>
              <a:ext uri="{FF2B5EF4-FFF2-40B4-BE49-F238E27FC236}">
                <a16:creationId xmlns:a16="http://schemas.microsoft.com/office/drawing/2014/main" id="{993ECB27-8087-4DF1-9468-0C4D8E34EBDF}"/>
              </a:ext>
            </a:extLst>
          </p:cNvPr>
          <p:cNvSpPr txBox="1">
            <a:spLocks/>
          </p:cNvSpPr>
          <p:nvPr/>
        </p:nvSpPr>
        <p:spPr>
          <a:xfrm>
            <a:off x="8772794" y="1363101"/>
            <a:ext cx="1881691" cy="545173"/>
          </a:xfrm>
          <a:prstGeom prst="rect">
            <a:avLst/>
          </a:prstGeom>
          <a:effectLst>
            <a:outerShdw blurRad="25400" dir="17880000">
              <a:srgbClr val="000000">
                <a:alpha val="46000"/>
              </a:srgbClr>
            </a:outerShdw>
          </a:effectLst>
        </p:spPr>
        <p:txBody>
          <a:bodyPr vert="horz" lIns="91440" tIns="45720" rIns="91440" bIns="45720" rtlCol="0" anchor="ctr">
            <a:normAutofit/>
          </a:bodyPr>
          <a:lstStyle>
            <a:lvl1pPr algn="ctr" defTabSz="457200" rtl="0" eaLnBrk="1" latinLnBrk="0" hangingPunct="1">
              <a:lnSpc>
                <a:spcPct val="90000"/>
              </a:lnSpc>
              <a:spcBef>
                <a:spcPct val="0"/>
              </a:spcBef>
              <a:buNone/>
              <a:defRPr sz="40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j-lt"/>
                <a:ea typeface="+mj-ea"/>
                <a:cs typeface="Trebuchet M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AU" sz="2800" dirty="0">
                <a:solidFill>
                  <a:srgbClr val="FF0000"/>
                </a:solidFill>
                <a:latin typeface="+mn-lt"/>
                <a:ea typeface="+mn-ea"/>
                <a:cs typeface="+mn-cs"/>
              </a:rPr>
              <a:t>level-2</a:t>
            </a:r>
          </a:p>
        </p:txBody>
      </p:sp>
      <p:sp>
        <p:nvSpPr>
          <p:cNvPr id="30" name="Title 3">
            <a:extLst>
              <a:ext uri="{FF2B5EF4-FFF2-40B4-BE49-F238E27FC236}">
                <a16:creationId xmlns:a16="http://schemas.microsoft.com/office/drawing/2014/main" id="{0FBB5E97-26D4-4CAD-B821-6B9C5CB65F4D}"/>
              </a:ext>
            </a:extLst>
          </p:cNvPr>
          <p:cNvSpPr txBox="1">
            <a:spLocks/>
          </p:cNvSpPr>
          <p:nvPr/>
        </p:nvSpPr>
        <p:spPr>
          <a:xfrm>
            <a:off x="7622680" y="274397"/>
            <a:ext cx="1881691" cy="545173"/>
          </a:xfrm>
          <a:prstGeom prst="rect">
            <a:avLst/>
          </a:prstGeom>
          <a:effectLst>
            <a:outerShdw blurRad="25400" dir="17880000">
              <a:srgbClr val="000000">
                <a:alpha val="46000"/>
              </a:srgbClr>
            </a:outerShdw>
          </a:effectLst>
        </p:spPr>
        <p:txBody>
          <a:bodyPr vert="horz" lIns="91440" tIns="45720" rIns="91440" bIns="45720" rtlCol="0" anchor="ctr">
            <a:normAutofit/>
          </a:bodyPr>
          <a:lstStyle>
            <a:lvl1pPr algn="ctr" defTabSz="457200" rtl="0" eaLnBrk="1" latinLnBrk="0" hangingPunct="1">
              <a:lnSpc>
                <a:spcPct val="90000"/>
              </a:lnSpc>
              <a:spcBef>
                <a:spcPct val="0"/>
              </a:spcBef>
              <a:buNone/>
              <a:defRPr sz="40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j-lt"/>
                <a:ea typeface="+mj-ea"/>
                <a:cs typeface="Trebuchet M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AU" sz="2800" dirty="0">
                <a:solidFill>
                  <a:srgbClr val="FF0000"/>
                </a:solidFill>
                <a:latin typeface="+mn-lt"/>
                <a:ea typeface="+mn-ea"/>
                <a:cs typeface="+mn-cs"/>
              </a:rPr>
              <a:t>level-1</a:t>
            </a:r>
          </a:p>
        </p:txBody>
      </p:sp>
      <p:sp>
        <p:nvSpPr>
          <p:cNvPr id="31" name="Oval 30">
            <a:extLst>
              <a:ext uri="{FF2B5EF4-FFF2-40B4-BE49-F238E27FC236}">
                <a16:creationId xmlns:a16="http://schemas.microsoft.com/office/drawing/2014/main" id="{62BA09CF-5A03-4A24-B469-0ACC968B19BB}"/>
              </a:ext>
            </a:extLst>
          </p:cNvPr>
          <p:cNvSpPr/>
          <p:nvPr/>
        </p:nvSpPr>
        <p:spPr>
          <a:xfrm>
            <a:off x="1620636" y="5402281"/>
            <a:ext cx="616416" cy="545173"/>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r>
              <a:rPr lang="en-AU" sz="4267" b="1" dirty="0">
                <a:solidFill>
                  <a:schemeClr val="tx1"/>
                </a:solidFill>
              </a:rPr>
              <a:t>P</a:t>
            </a:r>
          </a:p>
        </p:txBody>
      </p:sp>
      <p:sp>
        <p:nvSpPr>
          <p:cNvPr id="32" name="Oval 31">
            <a:extLst>
              <a:ext uri="{FF2B5EF4-FFF2-40B4-BE49-F238E27FC236}">
                <a16:creationId xmlns:a16="http://schemas.microsoft.com/office/drawing/2014/main" id="{9ECEA4D1-CAD3-48C5-B68D-D696FEF0F15A}"/>
              </a:ext>
            </a:extLst>
          </p:cNvPr>
          <p:cNvSpPr/>
          <p:nvPr/>
        </p:nvSpPr>
        <p:spPr>
          <a:xfrm>
            <a:off x="5097047" y="5495063"/>
            <a:ext cx="616416" cy="545173"/>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r>
              <a:rPr lang="en-AU" sz="4267" b="1" dirty="0">
                <a:solidFill>
                  <a:schemeClr val="tx1"/>
                </a:solidFill>
              </a:rPr>
              <a:t>I</a:t>
            </a:r>
          </a:p>
        </p:txBody>
      </p:sp>
      <p:sp>
        <p:nvSpPr>
          <p:cNvPr id="33" name="Oval 32">
            <a:extLst>
              <a:ext uri="{FF2B5EF4-FFF2-40B4-BE49-F238E27FC236}">
                <a16:creationId xmlns:a16="http://schemas.microsoft.com/office/drawing/2014/main" id="{8FAB1DEB-6DC1-433E-97F6-79AF416CCB93}"/>
              </a:ext>
            </a:extLst>
          </p:cNvPr>
          <p:cNvSpPr/>
          <p:nvPr/>
        </p:nvSpPr>
        <p:spPr>
          <a:xfrm>
            <a:off x="46999" y="3579636"/>
            <a:ext cx="616416" cy="545173"/>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r>
              <a:rPr lang="en-AU" sz="4267" b="1" dirty="0">
                <a:solidFill>
                  <a:schemeClr val="tx1"/>
                </a:solidFill>
              </a:rPr>
              <a:t>I</a:t>
            </a:r>
          </a:p>
        </p:txBody>
      </p:sp>
      <p:sp>
        <p:nvSpPr>
          <p:cNvPr id="34" name="Oval 33">
            <a:extLst>
              <a:ext uri="{FF2B5EF4-FFF2-40B4-BE49-F238E27FC236}">
                <a16:creationId xmlns:a16="http://schemas.microsoft.com/office/drawing/2014/main" id="{28C61ADE-1D89-4092-9E55-40D9C6A6B7FF}"/>
              </a:ext>
            </a:extLst>
          </p:cNvPr>
          <p:cNvSpPr/>
          <p:nvPr/>
        </p:nvSpPr>
        <p:spPr>
          <a:xfrm>
            <a:off x="6108295" y="3579637"/>
            <a:ext cx="616416" cy="545173"/>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r>
              <a:rPr lang="en-AU" sz="4267" b="1" dirty="0">
                <a:solidFill>
                  <a:schemeClr val="tx1"/>
                </a:solidFill>
              </a:rPr>
              <a:t>P</a:t>
            </a:r>
          </a:p>
        </p:txBody>
      </p:sp>
      <p:sp>
        <p:nvSpPr>
          <p:cNvPr id="35" name="Oval 34">
            <a:extLst>
              <a:ext uri="{FF2B5EF4-FFF2-40B4-BE49-F238E27FC236}">
                <a16:creationId xmlns:a16="http://schemas.microsoft.com/office/drawing/2014/main" id="{B38B03E4-8ACA-4F93-9A37-96D7D64BDD7B}"/>
              </a:ext>
            </a:extLst>
          </p:cNvPr>
          <p:cNvSpPr/>
          <p:nvPr/>
        </p:nvSpPr>
        <p:spPr>
          <a:xfrm>
            <a:off x="9047790" y="3553285"/>
            <a:ext cx="616416" cy="545173"/>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r>
              <a:rPr lang="en-AU" sz="4267" b="1" dirty="0">
                <a:solidFill>
                  <a:schemeClr val="tx1"/>
                </a:solidFill>
              </a:rPr>
              <a:t>I</a:t>
            </a:r>
          </a:p>
        </p:txBody>
      </p:sp>
      <p:sp>
        <p:nvSpPr>
          <p:cNvPr id="37" name="Oval 36">
            <a:extLst>
              <a:ext uri="{FF2B5EF4-FFF2-40B4-BE49-F238E27FC236}">
                <a16:creationId xmlns:a16="http://schemas.microsoft.com/office/drawing/2014/main" id="{B8C0892E-C4D5-4C76-98ED-2B139EF3BCEA}"/>
              </a:ext>
            </a:extLst>
          </p:cNvPr>
          <p:cNvSpPr/>
          <p:nvPr/>
        </p:nvSpPr>
        <p:spPr>
          <a:xfrm>
            <a:off x="4191712" y="1428048"/>
            <a:ext cx="786245" cy="618834"/>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r>
              <a:rPr lang="en-AU" sz="4267" b="1" dirty="0">
                <a:solidFill>
                  <a:schemeClr val="tx1"/>
                </a:solidFill>
              </a:rPr>
              <a:t>?</a:t>
            </a:r>
          </a:p>
        </p:txBody>
      </p:sp>
      <p:sp>
        <p:nvSpPr>
          <p:cNvPr id="40" name="Oval 39">
            <a:extLst>
              <a:ext uri="{FF2B5EF4-FFF2-40B4-BE49-F238E27FC236}">
                <a16:creationId xmlns:a16="http://schemas.microsoft.com/office/drawing/2014/main" id="{9DCF6D34-413B-40A7-B0FC-7588FD6D1E81}"/>
              </a:ext>
            </a:extLst>
          </p:cNvPr>
          <p:cNvSpPr/>
          <p:nvPr/>
        </p:nvSpPr>
        <p:spPr>
          <a:xfrm>
            <a:off x="3141016" y="-69606"/>
            <a:ext cx="786245" cy="618834"/>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r>
              <a:rPr lang="en-AU" sz="4267" b="1" dirty="0">
                <a:solidFill>
                  <a:schemeClr val="tx1"/>
                </a:solidFill>
              </a:rPr>
              <a:t>?</a:t>
            </a:r>
          </a:p>
        </p:txBody>
      </p:sp>
      <p:sp>
        <p:nvSpPr>
          <p:cNvPr id="41" name="Title 3">
            <a:extLst>
              <a:ext uri="{FF2B5EF4-FFF2-40B4-BE49-F238E27FC236}">
                <a16:creationId xmlns:a16="http://schemas.microsoft.com/office/drawing/2014/main" id="{6FCEA16E-0DE7-410C-B57A-29FDFBAA350B}"/>
              </a:ext>
            </a:extLst>
          </p:cNvPr>
          <p:cNvSpPr>
            <a:spLocks noGrp="1"/>
          </p:cNvSpPr>
          <p:nvPr>
            <p:ph type="title"/>
          </p:nvPr>
        </p:nvSpPr>
        <p:spPr>
          <a:xfrm>
            <a:off x="9394" y="464342"/>
            <a:ext cx="3651000" cy="669940"/>
          </a:xfrm>
        </p:spPr>
        <p:txBody>
          <a:bodyPr>
            <a:normAutofit/>
          </a:bodyPr>
          <a:lstStyle/>
          <a:p>
            <a:r>
              <a:rPr lang="en-AU" sz="2800" dirty="0">
                <a:solidFill>
                  <a:srgbClr val="FFC000"/>
                </a:solidFill>
                <a:latin typeface="+mn-lt"/>
                <a:ea typeface="+mn-ea"/>
                <a:cs typeface="+mn-cs"/>
              </a:rPr>
              <a:t>Possible or Impossible?</a:t>
            </a:r>
          </a:p>
        </p:txBody>
      </p:sp>
      <p:sp>
        <p:nvSpPr>
          <p:cNvPr id="42" name="Oval 41">
            <a:extLst>
              <a:ext uri="{FF2B5EF4-FFF2-40B4-BE49-F238E27FC236}">
                <a16:creationId xmlns:a16="http://schemas.microsoft.com/office/drawing/2014/main" id="{BBF60591-47FA-41A1-A903-D711EF168272}"/>
              </a:ext>
            </a:extLst>
          </p:cNvPr>
          <p:cNvSpPr/>
          <p:nvPr/>
        </p:nvSpPr>
        <p:spPr>
          <a:xfrm>
            <a:off x="3643908" y="3606369"/>
            <a:ext cx="616416" cy="545173"/>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r>
              <a:rPr lang="en-AU" sz="4267" b="1" dirty="0">
                <a:solidFill>
                  <a:schemeClr val="tx1"/>
                </a:solidFill>
              </a:rPr>
              <a:t>I</a:t>
            </a:r>
          </a:p>
        </p:txBody>
      </p:sp>
      <p:sp>
        <p:nvSpPr>
          <p:cNvPr id="43" name="Oval 42">
            <a:extLst>
              <a:ext uri="{FF2B5EF4-FFF2-40B4-BE49-F238E27FC236}">
                <a16:creationId xmlns:a16="http://schemas.microsoft.com/office/drawing/2014/main" id="{E26FDA39-4B11-4A3A-AE0B-E99AE5A8BE1A}"/>
              </a:ext>
            </a:extLst>
          </p:cNvPr>
          <p:cNvSpPr/>
          <p:nvPr/>
        </p:nvSpPr>
        <p:spPr>
          <a:xfrm>
            <a:off x="406263" y="1417533"/>
            <a:ext cx="786245" cy="618834"/>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r>
              <a:rPr lang="en-AU" sz="4267" b="1" dirty="0">
                <a:solidFill>
                  <a:schemeClr val="tx1"/>
                </a:solidFill>
              </a:rPr>
              <a:t>I</a:t>
            </a:r>
          </a:p>
        </p:txBody>
      </p:sp>
      <p:sp>
        <p:nvSpPr>
          <p:cNvPr id="45" name="Oval 44">
            <a:extLst>
              <a:ext uri="{FF2B5EF4-FFF2-40B4-BE49-F238E27FC236}">
                <a16:creationId xmlns:a16="http://schemas.microsoft.com/office/drawing/2014/main" id="{50F1956B-9012-4EB7-9D1F-E01AAEDB59A1}"/>
              </a:ext>
            </a:extLst>
          </p:cNvPr>
          <p:cNvSpPr/>
          <p:nvPr/>
        </p:nvSpPr>
        <p:spPr>
          <a:xfrm>
            <a:off x="7218494" y="1449274"/>
            <a:ext cx="786245" cy="618834"/>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r>
              <a:rPr lang="en-AU" sz="4267" b="1" dirty="0">
                <a:solidFill>
                  <a:schemeClr val="tx1"/>
                </a:solidFill>
              </a:rPr>
              <a:t>?</a:t>
            </a:r>
          </a:p>
        </p:txBody>
      </p:sp>
    </p:spTree>
    <p:extLst>
      <p:ext uri="{BB962C8B-B14F-4D97-AF65-F5344CB8AC3E}">
        <p14:creationId xmlns:p14="http://schemas.microsoft.com/office/powerpoint/2010/main" val="308873183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55670E94-029C-4BA8-8D44-FBB339E4924F}" type="slidenum">
              <a:rPr lang="en-AU" smtClean="0">
                <a:solidFill>
                  <a:schemeClr val="tx1"/>
                </a:solidFill>
              </a:rPr>
              <a:pPr/>
              <a:t>28</a:t>
            </a:fld>
            <a:endParaRPr lang="en-AU" dirty="0">
              <a:solidFill>
                <a:schemeClr val="tx1"/>
              </a:solidFill>
            </a:endParaRPr>
          </a:p>
        </p:txBody>
      </p:sp>
      <p:sp>
        <p:nvSpPr>
          <p:cNvPr id="5" name="Rectangle 4"/>
          <p:cNvSpPr/>
          <p:nvPr/>
        </p:nvSpPr>
        <p:spPr>
          <a:xfrm>
            <a:off x="3764156" y="35705"/>
            <a:ext cx="3928041" cy="999066"/>
          </a:xfrm>
          <a:prstGeom prst="rect">
            <a:avLst/>
          </a:prstGeom>
          <a:solidFill>
            <a:schemeClr val="bg1"/>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sz="2200" dirty="0">
                <a:solidFill>
                  <a:schemeClr val="tx1"/>
                </a:solidFill>
              </a:rPr>
              <a:t>1 change students’ assessment marks in CITS1003 from LMS</a:t>
            </a:r>
          </a:p>
        </p:txBody>
      </p:sp>
      <p:cxnSp>
        <p:nvCxnSpPr>
          <p:cNvPr id="6" name="Straight Connector 5"/>
          <p:cNvCxnSpPr>
            <a:cxnSpLocks/>
            <a:stCxn id="5" idx="2"/>
            <a:endCxn id="7" idx="0"/>
          </p:cNvCxnSpPr>
          <p:nvPr/>
        </p:nvCxnSpPr>
        <p:spPr>
          <a:xfrm flipH="1">
            <a:off x="2470714" y="1034771"/>
            <a:ext cx="3257463" cy="82900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7" name="Rounded Rectangle 6"/>
          <p:cNvSpPr/>
          <p:nvPr/>
        </p:nvSpPr>
        <p:spPr>
          <a:xfrm>
            <a:off x="783771" y="1863778"/>
            <a:ext cx="3373886" cy="1216884"/>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sz="2200" dirty="0">
                <a:solidFill>
                  <a:schemeClr val="tx1"/>
                </a:solidFill>
              </a:rPr>
              <a:t>1.1 gain direct access to the CITS1003’s marks database in LMS</a:t>
            </a:r>
          </a:p>
        </p:txBody>
      </p:sp>
      <p:sp>
        <p:nvSpPr>
          <p:cNvPr id="8" name="Rounded Rectangle 7"/>
          <p:cNvSpPr/>
          <p:nvPr/>
        </p:nvSpPr>
        <p:spPr>
          <a:xfrm>
            <a:off x="4394553" y="1863778"/>
            <a:ext cx="2667247" cy="1216883"/>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sz="2200" dirty="0">
                <a:solidFill>
                  <a:schemeClr val="tx1"/>
                </a:solidFill>
              </a:rPr>
              <a:t>1.2 log in as an authenticated UC</a:t>
            </a:r>
          </a:p>
        </p:txBody>
      </p:sp>
      <p:sp>
        <p:nvSpPr>
          <p:cNvPr id="9" name="Rounded Rectangle 8"/>
          <p:cNvSpPr/>
          <p:nvPr/>
        </p:nvSpPr>
        <p:spPr>
          <a:xfrm>
            <a:off x="7298697" y="1863779"/>
            <a:ext cx="3020566" cy="1216882"/>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sz="2200" dirty="0">
                <a:solidFill>
                  <a:schemeClr val="tx1"/>
                </a:solidFill>
              </a:rPr>
              <a:t>1.3 hijack the web authentication session of the UC</a:t>
            </a:r>
          </a:p>
        </p:txBody>
      </p:sp>
      <p:cxnSp>
        <p:nvCxnSpPr>
          <p:cNvPr id="17" name="Straight Connector 16"/>
          <p:cNvCxnSpPr>
            <a:cxnSpLocks/>
            <a:stCxn id="5" idx="2"/>
            <a:endCxn id="8" idx="0"/>
          </p:cNvCxnSpPr>
          <p:nvPr/>
        </p:nvCxnSpPr>
        <p:spPr>
          <a:xfrm>
            <a:off x="5728177" y="1034771"/>
            <a:ext cx="0" cy="82900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a:cxnSpLocks/>
            <a:stCxn id="5" idx="2"/>
            <a:endCxn id="9" idx="0"/>
          </p:cNvCxnSpPr>
          <p:nvPr/>
        </p:nvCxnSpPr>
        <p:spPr>
          <a:xfrm>
            <a:off x="5728177" y="1034771"/>
            <a:ext cx="3080803" cy="82900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0" name="Rounded Rectangle 10">
            <a:extLst>
              <a:ext uri="{FF2B5EF4-FFF2-40B4-BE49-F238E27FC236}">
                <a16:creationId xmlns:a16="http://schemas.microsoft.com/office/drawing/2014/main" id="{DEAD9671-0D0E-49C6-8EB9-99AA326257BD}"/>
              </a:ext>
            </a:extLst>
          </p:cNvPr>
          <p:cNvSpPr/>
          <p:nvPr/>
        </p:nvSpPr>
        <p:spPr>
          <a:xfrm>
            <a:off x="190824" y="3931336"/>
            <a:ext cx="3399043" cy="1253296"/>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sz="2200" dirty="0">
                <a:solidFill>
                  <a:schemeClr val="tx1"/>
                </a:solidFill>
              </a:rPr>
              <a:t>1.1.1 exploit a software vulnerability in the LMS</a:t>
            </a:r>
          </a:p>
        </p:txBody>
      </p:sp>
      <p:cxnSp>
        <p:nvCxnSpPr>
          <p:cNvPr id="11" name="Straight Connector 10">
            <a:extLst>
              <a:ext uri="{FF2B5EF4-FFF2-40B4-BE49-F238E27FC236}">
                <a16:creationId xmlns:a16="http://schemas.microsoft.com/office/drawing/2014/main" id="{0BB69833-9B0D-4152-B890-103A04B46BB6}"/>
              </a:ext>
            </a:extLst>
          </p:cNvPr>
          <p:cNvCxnSpPr>
            <a:cxnSpLocks/>
            <a:stCxn id="7" idx="2"/>
            <a:endCxn id="10" idx="0"/>
          </p:cNvCxnSpPr>
          <p:nvPr/>
        </p:nvCxnSpPr>
        <p:spPr>
          <a:xfrm flipH="1">
            <a:off x="1890346" y="3080662"/>
            <a:ext cx="580368" cy="85067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2" name="Rounded Rectangle 13">
            <a:extLst>
              <a:ext uri="{FF2B5EF4-FFF2-40B4-BE49-F238E27FC236}">
                <a16:creationId xmlns:a16="http://schemas.microsoft.com/office/drawing/2014/main" id="{B7CF5227-B740-44FC-8B2E-6486B55C4B10}"/>
              </a:ext>
            </a:extLst>
          </p:cNvPr>
          <p:cNvSpPr/>
          <p:nvPr/>
        </p:nvSpPr>
        <p:spPr>
          <a:xfrm>
            <a:off x="9181301" y="3931336"/>
            <a:ext cx="2665420" cy="1253296"/>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hangingPunct="0">
              <a:tabLst>
                <a:tab pos="731976" algn="l"/>
                <a:tab pos="1951146" algn="l"/>
                <a:tab pos="3170315" algn="l"/>
                <a:tab pos="4389485" algn="l"/>
                <a:tab pos="5608654" algn="l"/>
                <a:tab pos="6827824" algn="l"/>
                <a:tab pos="8046993" algn="l"/>
                <a:tab pos="9266163" algn="l"/>
                <a:tab pos="10485333" algn="l"/>
                <a:tab pos="11704502" algn="l"/>
                <a:tab pos="12923672" algn="l"/>
              </a:tabLst>
            </a:pPr>
            <a:r>
              <a:rPr lang="en-NZ" sz="2200" dirty="0">
                <a:solidFill>
                  <a:schemeClr val="tx1"/>
                </a:solidFill>
              </a:rPr>
              <a:t>1.3.1 steal the UC’s session cookie</a:t>
            </a:r>
          </a:p>
        </p:txBody>
      </p:sp>
      <p:cxnSp>
        <p:nvCxnSpPr>
          <p:cNvPr id="13" name="Straight Connector 12">
            <a:extLst>
              <a:ext uri="{FF2B5EF4-FFF2-40B4-BE49-F238E27FC236}">
                <a16:creationId xmlns:a16="http://schemas.microsoft.com/office/drawing/2014/main" id="{FB306E84-8517-434B-83B1-FD8280698B34}"/>
              </a:ext>
            </a:extLst>
          </p:cNvPr>
          <p:cNvCxnSpPr>
            <a:cxnSpLocks/>
            <a:stCxn id="9" idx="2"/>
            <a:endCxn id="12" idx="0"/>
          </p:cNvCxnSpPr>
          <p:nvPr/>
        </p:nvCxnSpPr>
        <p:spPr>
          <a:xfrm>
            <a:off x="8808980" y="3080661"/>
            <a:ext cx="1705031" cy="85067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4" name="Rounded Rectangle 11">
            <a:extLst>
              <a:ext uri="{FF2B5EF4-FFF2-40B4-BE49-F238E27FC236}">
                <a16:creationId xmlns:a16="http://schemas.microsoft.com/office/drawing/2014/main" id="{604E5D3D-7003-43CE-8F61-CE4D010653DE}"/>
              </a:ext>
            </a:extLst>
          </p:cNvPr>
          <p:cNvSpPr/>
          <p:nvPr/>
        </p:nvSpPr>
        <p:spPr>
          <a:xfrm>
            <a:off x="3815778" y="3931336"/>
            <a:ext cx="2248281" cy="1253296"/>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sz="2200" dirty="0">
                <a:solidFill>
                  <a:schemeClr val="tx1"/>
                </a:solidFill>
              </a:rPr>
              <a:t>1.2.1 perform a brute-force login</a:t>
            </a:r>
          </a:p>
        </p:txBody>
      </p:sp>
      <p:sp>
        <p:nvSpPr>
          <p:cNvPr id="15" name="Rounded Rectangle 12">
            <a:extLst>
              <a:ext uri="{FF2B5EF4-FFF2-40B4-BE49-F238E27FC236}">
                <a16:creationId xmlns:a16="http://schemas.microsoft.com/office/drawing/2014/main" id="{68AAF1D9-03BE-4414-BB0E-3F2221E51EFA}"/>
              </a:ext>
            </a:extLst>
          </p:cNvPr>
          <p:cNvSpPr/>
          <p:nvPr/>
        </p:nvSpPr>
        <p:spPr>
          <a:xfrm>
            <a:off x="6289971" y="3931336"/>
            <a:ext cx="2665419" cy="1253296"/>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sz="2200" dirty="0">
                <a:solidFill>
                  <a:schemeClr val="tx1"/>
                </a:solidFill>
              </a:rPr>
              <a:t>1.2.2 steal the UC’s login credentials</a:t>
            </a:r>
          </a:p>
        </p:txBody>
      </p:sp>
      <p:cxnSp>
        <p:nvCxnSpPr>
          <p:cNvPr id="16" name="Straight Connector 15">
            <a:extLst>
              <a:ext uri="{FF2B5EF4-FFF2-40B4-BE49-F238E27FC236}">
                <a16:creationId xmlns:a16="http://schemas.microsoft.com/office/drawing/2014/main" id="{D011E090-48B4-4787-A7E6-177F361C308B}"/>
              </a:ext>
            </a:extLst>
          </p:cNvPr>
          <p:cNvCxnSpPr>
            <a:cxnSpLocks/>
            <a:stCxn id="8" idx="2"/>
            <a:endCxn id="14" idx="0"/>
          </p:cNvCxnSpPr>
          <p:nvPr/>
        </p:nvCxnSpPr>
        <p:spPr>
          <a:xfrm flipH="1">
            <a:off x="4939919" y="3080661"/>
            <a:ext cx="788258" cy="85067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339FD23C-31E7-4F29-A364-1686F16A3693}"/>
              </a:ext>
            </a:extLst>
          </p:cNvPr>
          <p:cNvCxnSpPr>
            <a:cxnSpLocks/>
            <a:stCxn id="8" idx="2"/>
            <a:endCxn id="15" idx="0"/>
          </p:cNvCxnSpPr>
          <p:nvPr/>
        </p:nvCxnSpPr>
        <p:spPr>
          <a:xfrm>
            <a:off x="5728177" y="3080661"/>
            <a:ext cx="1894504" cy="85067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0" name="Rounded Rectangle 26">
            <a:extLst>
              <a:ext uri="{FF2B5EF4-FFF2-40B4-BE49-F238E27FC236}">
                <a16:creationId xmlns:a16="http://schemas.microsoft.com/office/drawing/2014/main" id="{F850F898-0AA5-466C-918E-CB3E685659C0}"/>
              </a:ext>
            </a:extLst>
          </p:cNvPr>
          <p:cNvSpPr/>
          <p:nvPr/>
        </p:nvSpPr>
        <p:spPr>
          <a:xfrm>
            <a:off x="1739421" y="5805494"/>
            <a:ext cx="2825098" cy="886917"/>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sz="2200" dirty="0">
                <a:solidFill>
                  <a:schemeClr val="tx1"/>
                </a:solidFill>
              </a:rPr>
              <a:t>1.2.1.1 identify the UC’s username</a:t>
            </a:r>
          </a:p>
        </p:txBody>
      </p:sp>
      <p:sp>
        <p:nvSpPr>
          <p:cNvPr id="21" name="Rounded Rectangle 27">
            <a:extLst>
              <a:ext uri="{FF2B5EF4-FFF2-40B4-BE49-F238E27FC236}">
                <a16:creationId xmlns:a16="http://schemas.microsoft.com/office/drawing/2014/main" id="{F1F3E9F6-00BE-45B9-AC77-CE04C425F546}"/>
              </a:ext>
            </a:extLst>
          </p:cNvPr>
          <p:cNvSpPr/>
          <p:nvPr/>
        </p:nvSpPr>
        <p:spPr>
          <a:xfrm>
            <a:off x="5297561" y="5805494"/>
            <a:ext cx="3062668" cy="886917"/>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sz="2200" dirty="0">
                <a:solidFill>
                  <a:schemeClr val="tx1"/>
                </a:solidFill>
              </a:rPr>
              <a:t>1.2.1.2 identify the UC’s password</a:t>
            </a:r>
          </a:p>
        </p:txBody>
      </p:sp>
      <p:cxnSp>
        <p:nvCxnSpPr>
          <p:cNvPr id="22" name="Straight Connector 21">
            <a:extLst>
              <a:ext uri="{FF2B5EF4-FFF2-40B4-BE49-F238E27FC236}">
                <a16:creationId xmlns:a16="http://schemas.microsoft.com/office/drawing/2014/main" id="{EAEDC152-2C27-4AF8-8480-6B4726B11871}"/>
              </a:ext>
            </a:extLst>
          </p:cNvPr>
          <p:cNvCxnSpPr>
            <a:cxnSpLocks/>
            <a:endCxn id="20" idx="0"/>
          </p:cNvCxnSpPr>
          <p:nvPr/>
        </p:nvCxnSpPr>
        <p:spPr>
          <a:xfrm flipH="1">
            <a:off x="3151970" y="5184632"/>
            <a:ext cx="1770818" cy="62086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732170DB-BE10-4A18-9997-6579A9851A10}"/>
              </a:ext>
            </a:extLst>
          </p:cNvPr>
          <p:cNvCxnSpPr>
            <a:cxnSpLocks/>
            <a:stCxn id="14" idx="2"/>
            <a:endCxn id="21" idx="0"/>
          </p:cNvCxnSpPr>
          <p:nvPr/>
        </p:nvCxnSpPr>
        <p:spPr>
          <a:xfrm>
            <a:off x="4939919" y="5184632"/>
            <a:ext cx="1888976" cy="62086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4" name="Freeform 30">
            <a:extLst>
              <a:ext uri="{FF2B5EF4-FFF2-40B4-BE49-F238E27FC236}">
                <a16:creationId xmlns:a16="http://schemas.microsoft.com/office/drawing/2014/main" id="{306A2F3A-ECBE-49E8-B89C-36F2E0E9A190}"/>
              </a:ext>
            </a:extLst>
          </p:cNvPr>
          <p:cNvSpPr/>
          <p:nvPr/>
        </p:nvSpPr>
        <p:spPr>
          <a:xfrm>
            <a:off x="4743106" y="5306635"/>
            <a:ext cx="489987" cy="162181"/>
          </a:xfrm>
          <a:custGeom>
            <a:avLst/>
            <a:gdLst>
              <a:gd name="connsiteX0" fmla="*/ 0 w 476250"/>
              <a:gd name="connsiteY0" fmla="*/ 0 h 142944"/>
              <a:gd name="connsiteX1" fmla="*/ 228600 w 476250"/>
              <a:gd name="connsiteY1" fmla="*/ 142875 h 142944"/>
              <a:gd name="connsiteX2" fmla="*/ 476250 w 476250"/>
              <a:gd name="connsiteY2" fmla="*/ 19050 h 142944"/>
              <a:gd name="connsiteX0" fmla="*/ 0 w 476250"/>
              <a:gd name="connsiteY0" fmla="*/ 0 h 142978"/>
              <a:gd name="connsiteX1" fmla="*/ 228600 w 476250"/>
              <a:gd name="connsiteY1" fmla="*/ 142875 h 142978"/>
              <a:gd name="connsiteX2" fmla="*/ 476250 w 476250"/>
              <a:gd name="connsiteY2" fmla="*/ 19050 h 142978"/>
              <a:gd name="connsiteX0" fmla="*/ 0 w 476250"/>
              <a:gd name="connsiteY0" fmla="*/ 0 h 147735"/>
              <a:gd name="connsiteX1" fmla="*/ 247650 w 476250"/>
              <a:gd name="connsiteY1" fmla="*/ 147638 h 147735"/>
              <a:gd name="connsiteX2" fmla="*/ 476250 w 476250"/>
              <a:gd name="connsiteY2" fmla="*/ 19050 h 147735"/>
              <a:gd name="connsiteX0" fmla="*/ 0 w 476250"/>
              <a:gd name="connsiteY0" fmla="*/ 0 h 147661"/>
              <a:gd name="connsiteX1" fmla="*/ 247650 w 476250"/>
              <a:gd name="connsiteY1" fmla="*/ 147638 h 147661"/>
              <a:gd name="connsiteX2" fmla="*/ 476250 w 476250"/>
              <a:gd name="connsiteY2" fmla="*/ 19050 h 147661"/>
              <a:gd name="connsiteX0" fmla="*/ 0 w 464344"/>
              <a:gd name="connsiteY0" fmla="*/ 0 h 147690"/>
              <a:gd name="connsiteX1" fmla="*/ 247650 w 464344"/>
              <a:gd name="connsiteY1" fmla="*/ 147638 h 147690"/>
              <a:gd name="connsiteX2" fmla="*/ 464344 w 464344"/>
              <a:gd name="connsiteY2" fmla="*/ 14288 h 147690"/>
              <a:gd name="connsiteX0" fmla="*/ 0 w 464344"/>
              <a:gd name="connsiteY0" fmla="*/ 0 h 147701"/>
              <a:gd name="connsiteX1" fmla="*/ 247650 w 464344"/>
              <a:gd name="connsiteY1" fmla="*/ 147638 h 147701"/>
              <a:gd name="connsiteX2" fmla="*/ 464344 w 464344"/>
              <a:gd name="connsiteY2" fmla="*/ 14288 h 147701"/>
              <a:gd name="connsiteX0" fmla="*/ 0 w 464344"/>
              <a:gd name="connsiteY0" fmla="*/ 0 h 147701"/>
              <a:gd name="connsiteX1" fmla="*/ 247650 w 464344"/>
              <a:gd name="connsiteY1" fmla="*/ 147638 h 147701"/>
              <a:gd name="connsiteX2" fmla="*/ 464344 w 464344"/>
              <a:gd name="connsiteY2" fmla="*/ 14288 h 147701"/>
              <a:gd name="connsiteX0" fmla="*/ 0 w 464344"/>
              <a:gd name="connsiteY0" fmla="*/ 0 h 147701"/>
              <a:gd name="connsiteX1" fmla="*/ 247650 w 464344"/>
              <a:gd name="connsiteY1" fmla="*/ 147638 h 147701"/>
              <a:gd name="connsiteX2" fmla="*/ 464344 w 464344"/>
              <a:gd name="connsiteY2" fmla="*/ 14288 h 147701"/>
              <a:gd name="connsiteX0" fmla="*/ 0 w 464344"/>
              <a:gd name="connsiteY0" fmla="*/ 0 h 150080"/>
              <a:gd name="connsiteX1" fmla="*/ 204788 w 464344"/>
              <a:gd name="connsiteY1" fmla="*/ 150019 h 150080"/>
              <a:gd name="connsiteX2" fmla="*/ 464344 w 464344"/>
              <a:gd name="connsiteY2" fmla="*/ 14288 h 150080"/>
            </a:gdLst>
            <a:ahLst/>
            <a:cxnLst>
              <a:cxn ang="0">
                <a:pos x="connsiteX0" y="connsiteY0"/>
              </a:cxn>
              <a:cxn ang="0">
                <a:pos x="connsiteX1" y="connsiteY1"/>
              </a:cxn>
              <a:cxn ang="0">
                <a:pos x="connsiteX2" y="connsiteY2"/>
              </a:cxn>
            </a:cxnLst>
            <a:rect l="l" t="t" r="r" b="b"/>
            <a:pathLst>
              <a:path w="464344" h="150080">
                <a:moveTo>
                  <a:pt x="0" y="0"/>
                </a:moveTo>
                <a:cubicBezTo>
                  <a:pt x="67468" y="100806"/>
                  <a:pt x="127397" y="147638"/>
                  <a:pt x="204788" y="150019"/>
                </a:cubicBezTo>
                <a:cubicBezTo>
                  <a:pt x="282179" y="152400"/>
                  <a:pt x="407989" y="84932"/>
                  <a:pt x="464344" y="14288"/>
                </a:cubicBezTo>
              </a:path>
            </a:pathLst>
          </a:cu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Z" sz="1867">
              <a:solidFill>
                <a:schemeClr val="tx1"/>
              </a:solidFill>
            </a:endParaRPr>
          </a:p>
        </p:txBody>
      </p:sp>
      <p:sp>
        <p:nvSpPr>
          <p:cNvPr id="27" name="Title 3">
            <a:extLst>
              <a:ext uri="{FF2B5EF4-FFF2-40B4-BE49-F238E27FC236}">
                <a16:creationId xmlns:a16="http://schemas.microsoft.com/office/drawing/2014/main" id="{D9DBD2C0-09AC-4053-B6F4-8DC9AF867934}"/>
              </a:ext>
            </a:extLst>
          </p:cNvPr>
          <p:cNvSpPr txBox="1">
            <a:spLocks/>
          </p:cNvSpPr>
          <p:nvPr/>
        </p:nvSpPr>
        <p:spPr>
          <a:xfrm>
            <a:off x="8240455" y="5972616"/>
            <a:ext cx="1881691" cy="545173"/>
          </a:xfrm>
          <a:prstGeom prst="rect">
            <a:avLst/>
          </a:prstGeom>
          <a:effectLst>
            <a:outerShdw blurRad="25400" dir="17880000">
              <a:srgbClr val="000000">
                <a:alpha val="46000"/>
              </a:srgbClr>
            </a:outerShdw>
          </a:effectLst>
        </p:spPr>
        <p:txBody>
          <a:bodyPr vert="horz" lIns="91440" tIns="45720" rIns="91440" bIns="45720" rtlCol="0" anchor="ctr">
            <a:normAutofit/>
          </a:bodyPr>
          <a:lstStyle>
            <a:lvl1pPr algn="ctr" defTabSz="457200" rtl="0" eaLnBrk="1" latinLnBrk="0" hangingPunct="1">
              <a:lnSpc>
                <a:spcPct val="90000"/>
              </a:lnSpc>
              <a:spcBef>
                <a:spcPct val="0"/>
              </a:spcBef>
              <a:buNone/>
              <a:defRPr sz="40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j-lt"/>
                <a:ea typeface="+mj-ea"/>
                <a:cs typeface="Trebuchet M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AU" sz="2800" dirty="0">
                <a:solidFill>
                  <a:srgbClr val="FF0000"/>
                </a:solidFill>
                <a:latin typeface="+mn-lt"/>
                <a:ea typeface="+mn-ea"/>
                <a:cs typeface="+mn-cs"/>
              </a:rPr>
              <a:t>level-4</a:t>
            </a:r>
          </a:p>
        </p:txBody>
      </p:sp>
      <p:sp>
        <p:nvSpPr>
          <p:cNvPr id="28" name="Title 3">
            <a:extLst>
              <a:ext uri="{FF2B5EF4-FFF2-40B4-BE49-F238E27FC236}">
                <a16:creationId xmlns:a16="http://schemas.microsoft.com/office/drawing/2014/main" id="{4C0A9D4F-1E31-4268-9A47-76D763C5D519}"/>
              </a:ext>
            </a:extLst>
          </p:cNvPr>
          <p:cNvSpPr txBox="1">
            <a:spLocks/>
          </p:cNvSpPr>
          <p:nvPr/>
        </p:nvSpPr>
        <p:spPr>
          <a:xfrm>
            <a:off x="10227263" y="3452773"/>
            <a:ext cx="1881691" cy="545173"/>
          </a:xfrm>
          <a:prstGeom prst="rect">
            <a:avLst/>
          </a:prstGeom>
          <a:effectLst>
            <a:outerShdw blurRad="25400" dir="17880000">
              <a:srgbClr val="000000">
                <a:alpha val="46000"/>
              </a:srgbClr>
            </a:outerShdw>
          </a:effectLst>
        </p:spPr>
        <p:txBody>
          <a:bodyPr vert="horz" lIns="91440" tIns="45720" rIns="91440" bIns="45720" rtlCol="0" anchor="ctr">
            <a:normAutofit/>
          </a:bodyPr>
          <a:lstStyle>
            <a:lvl1pPr algn="ctr" defTabSz="457200" rtl="0" eaLnBrk="1" latinLnBrk="0" hangingPunct="1">
              <a:lnSpc>
                <a:spcPct val="90000"/>
              </a:lnSpc>
              <a:spcBef>
                <a:spcPct val="0"/>
              </a:spcBef>
              <a:buNone/>
              <a:defRPr sz="40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j-lt"/>
                <a:ea typeface="+mj-ea"/>
                <a:cs typeface="Trebuchet M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AU" sz="2800" dirty="0">
                <a:solidFill>
                  <a:srgbClr val="FF0000"/>
                </a:solidFill>
                <a:latin typeface="+mn-lt"/>
                <a:ea typeface="+mn-ea"/>
                <a:cs typeface="+mn-cs"/>
              </a:rPr>
              <a:t>level-3</a:t>
            </a:r>
          </a:p>
        </p:txBody>
      </p:sp>
      <p:sp>
        <p:nvSpPr>
          <p:cNvPr id="29" name="Title 3">
            <a:extLst>
              <a:ext uri="{FF2B5EF4-FFF2-40B4-BE49-F238E27FC236}">
                <a16:creationId xmlns:a16="http://schemas.microsoft.com/office/drawing/2014/main" id="{993ECB27-8087-4DF1-9468-0C4D8E34EBDF}"/>
              </a:ext>
            </a:extLst>
          </p:cNvPr>
          <p:cNvSpPr txBox="1">
            <a:spLocks/>
          </p:cNvSpPr>
          <p:nvPr/>
        </p:nvSpPr>
        <p:spPr>
          <a:xfrm>
            <a:off x="8772794" y="1363101"/>
            <a:ext cx="1881691" cy="545173"/>
          </a:xfrm>
          <a:prstGeom prst="rect">
            <a:avLst/>
          </a:prstGeom>
          <a:effectLst>
            <a:outerShdw blurRad="25400" dir="17880000">
              <a:srgbClr val="000000">
                <a:alpha val="46000"/>
              </a:srgbClr>
            </a:outerShdw>
          </a:effectLst>
        </p:spPr>
        <p:txBody>
          <a:bodyPr vert="horz" lIns="91440" tIns="45720" rIns="91440" bIns="45720" rtlCol="0" anchor="ctr">
            <a:normAutofit/>
          </a:bodyPr>
          <a:lstStyle>
            <a:lvl1pPr algn="ctr" defTabSz="457200" rtl="0" eaLnBrk="1" latinLnBrk="0" hangingPunct="1">
              <a:lnSpc>
                <a:spcPct val="90000"/>
              </a:lnSpc>
              <a:spcBef>
                <a:spcPct val="0"/>
              </a:spcBef>
              <a:buNone/>
              <a:defRPr sz="40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j-lt"/>
                <a:ea typeface="+mj-ea"/>
                <a:cs typeface="Trebuchet M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AU" sz="2800" dirty="0">
                <a:solidFill>
                  <a:srgbClr val="FF0000"/>
                </a:solidFill>
                <a:latin typeface="+mn-lt"/>
                <a:ea typeface="+mn-ea"/>
                <a:cs typeface="+mn-cs"/>
              </a:rPr>
              <a:t>level-2</a:t>
            </a:r>
          </a:p>
        </p:txBody>
      </p:sp>
      <p:sp>
        <p:nvSpPr>
          <p:cNvPr id="30" name="Title 3">
            <a:extLst>
              <a:ext uri="{FF2B5EF4-FFF2-40B4-BE49-F238E27FC236}">
                <a16:creationId xmlns:a16="http://schemas.microsoft.com/office/drawing/2014/main" id="{0FBB5E97-26D4-4CAD-B821-6B9C5CB65F4D}"/>
              </a:ext>
            </a:extLst>
          </p:cNvPr>
          <p:cNvSpPr txBox="1">
            <a:spLocks/>
          </p:cNvSpPr>
          <p:nvPr/>
        </p:nvSpPr>
        <p:spPr>
          <a:xfrm>
            <a:off x="7622680" y="274397"/>
            <a:ext cx="1881691" cy="545173"/>
          </a:xfrm>
          <a:prstGeom prst="rect">
            <a:avLst/>
          </a:prstGeom>
          <a:effectLst>
            <a:outerShdw blurRad="25400" dir="17880000">
              <a:srgbClr val="000000">
                <a:alpha val="46000"/>
              </a:srgbClr>
            </a:outerShdw>
          </a:effectLst>
        </p:spPr>
        <p:txBody>
          <a:bodyPr vert="horz" lIns="91440" tIns="45720" rIns="91440" bIns="45720" rtlCol="0" anchor="ctr">
            <a:normAutofit/>
          </a:bodyPr>
          <a:lstStyle>
            <a:lvl1pPr algn="ctr" defTabSz="457200" rtl="0" eaLnBrk="1" latinLnBrk="0" hangingPunct="1">
              <a:lnSpc>
                <a:spcPct val="90000"/>
              </a:lnSpc>
              <a:spcBef>
                <a:spcPct val="0"/>
              </a:spcBef>
              <a:buNone/>
              <a:defRPr sz="40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j-lt"/>
                <a:ea typeface="+mj-ea"/>
                <a:cs typeface="Trebuchet M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AU" sz="2800" dirty="0">
                <a:solidFill>
                  <a:srgbClr val="FF0000"/>
                </a:solidFill>
                <a:latin typeface="+mn-lt"/>
                <a:ea typeface="+mn-ea"/>
                <a:cs typeface="+mn-cs"/>
              </a:rPr>
              <a:t>level-1</a:t>
            </a:r>
          </a:p>
        </p:txBody>
      </p:sp>
      <p:sp>
        <p:nvSpPr>
          <p:cNvPr id="31" name="Oval 30">
            <a:extLst>
              <a:ext uri="{FF2B5EF4-FFF2-40B4-BE49-F238E27FC236}">
                <a16:creationId xmlns:a16="http://schemas.microsoft.com/office/drawing/2014/main" id="{62BA09CF-5A03-4A24-B469-0ACC968B19BB}"/>
              </a:ext>
            </a:extLst>
          </p:cNvPr>
          <p:cNvSpPr/>
          <p:nvPr/>
        </p:nvSpPr>
        <p:spPr>
          <a:xfrm>
            <a:off x="1620636" y="5402281"/>
            <a:ext cx="616416" cy="545173"/>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r>
              <a:rPr lang="en-AU" sz="4267" b="1" dirty="0">
                <a:solidFill>
                  <a:schemeClr val="tx1"/>
                </a:solidFill>
              </a:rPr>
              <a:t>P</a:t>
            </a:r>
          </a:p>
        </p:txBody>
      </p:sp>
      <p:sp>
        <p:nvSpPr>
          <p:cNvPr id="32" name="Oval 31">
            <a:extLst>
              <a:ext uri="{FF2B5EF4-FFF2-40B4-BE49-F238E27FC236}">
                <a16:creationId xmlns:a16="http://schemas.microsoft.com/office/drawing/2014/main" id="{9ECEA4D1-CAD3-48C5-B68D-D696FEF0F15A}"/>
              </a:ext>
            </a:extLst>
          </p:cNvPr>
          <p:cNvSpPr/>
          <p:nvPr/>
        </p:nvSpPr>
        <p:spPr>
          <a:xfrm>
            <a:off x="5097047" y="5495063"/>
            <a:ext cx="616416" cy="545173"/>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r>
              <a:rPr lang="en-AU" sz="4267" b="1" dirty="0">
                <a:solidFill>
                  <a:schemeClr val="tx1"/>
                </a:solidFill>
              </a:rPr>
              <a:t>I</a:t>
            </a:r>
          </a:p>
        </p:txBody>
      </p:sp>
      <p:sp>
        <p:nvSpPr>
          <p:cNvPr id="33" name="Oval 32">
            <a:extLst>
              <a:ext uri="{FF2B5EF4-FFF2-40B4-BE49-F238E27FC236}">
                <a16:creationId xmlns:a16="http://schemas.microsoft.com/office/drawing/2014/main" id="{8FAB1DEB-6DC1-433E-97F6-79AF416CCB93}"/>
              </a:ext>
            </a:extLst>
          </p:cNvPr>
          <p:cNvSpPr/>
          <p:nvPr/>
        </p:nvSpPr>
        <p:spPr>
          <a:xfrm>
            <a:off x="46999" y="3579636"/>
            <a:ext cx="616416" cy="545173"/>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r>
              <a:rPr lang="en-AU" sz="4267" b="1" dirty="0">
                <a:solidFill>
                  <a:schemeClr val="tx1"/>
                </a:solidFill>
              </a:rPr>
              <a:t>I</a:t>
            </a:r>
          </a:p>
        </p:txBody>
      </p:sp>
      <p:sp>
        <p:nvSpPr>
          <p:cNvPr id="34" name="Oval 33">
            <a:extLst>
              <a:ext uri="{FF2B5EF4-FFF2-40B4-BE49-F238E27FC236}">
                <a16:creationId xmlns:a16="http://schemas.microsoft.com/office/drawing/2014/main" id="{28C61ADE-1D89-4092-9E55-40D9C6A6B7FF}"/>
              </a:ext>
            </a:extLst>
          </p:cNvPr>
          <p:cNvSpPr/>
          <p:nvPr/>
        </p:nvSpPr>
        <p:spPr>
          <a:xfrm>
            <a:off x="6108295" y="3579637"/>
            <a:ext cx="616416" cy="545173"/>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r>
              <a:rPr lang="en-AU" sz="4267" b="1" dirty="0">
                <a:solidFill>
                  <a:schemeClr val="tx1"/>
                </a:solidFill>
              </a:rPr>
              <a:t>P</a:t>
            </a:r>
          </a:p>
        </p:txBody>
      </p:sp>
      <p:sp>
        <p:nvSpPr>
          <p:cNvPr id="35" name="Oval 34">
            <a:extLst>
              <a:ext uri="{FF2B5EF4-FFF2-40B4-BE49-F238E27FC236}">
                <a16:creationId xmlns:a16="http://schemas.microsoft.com/office/drawing/2014/main" id="{B38B03E4-8ACA-4F93-9A37-96D7D64BDD7B}"/>
              </a:ext>
            </a:extLst>
          </p:cNvPr>
          <p:cNvSpPr/>
          <p:nvPr/>
        </p:nvSpPr>
        <p:spPr>
          <a:xfrm>
            <a:off x="9047790" y="3553285"/>
            <a:ext cx="616416" cy="545173"/>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r>
              <a:rPr lang="en-AU" sz="4267" b="1" dirty="0">
                <a:solidFill>
                  <a:schemeClr val="tx1"/>
                </a:solidFill>
              </a:rPr>
              <a:t>I</a:t>
            </a:r>
          </a:p>
        </p:txBody>
      </p:sp>
      <p:sp>
        <p:nvSpPr>
          <p:cNvPr id="37" name="Oval 36">
            <a:extLst>
              <a:ext uri="{FF2B5EF4-FFF2-40B4-BE49-F238E27FC236}">
                <a16:creationId xmlns:a16="http://schemas.microsoft.com/office/drawing/2014/main" id="{B8C0892E-C4D5-4C76-98ED-2B139EF3BCEA}"/>
              </a:ext>
            </a:extLst>
          </p:cNvPr>
          <p:cNvSpPr/>
          <p:nvPr/>
        </p:nvSpPr>
        <p:spPr>
          <a:xfrm>
            <a:off x="4191712" y="1428048"/>
            <a:ext cx="786245" cy="618834"/>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r>
              <a:rPr lang="en-AU" sz="4267" b="1" dirty="0">
                <a:solidFill>
                  <a:schemeClr val="tx1"/>
                </a:solidFill>
              </a:rPr>
              <a:t>?</a:t>
            </a:r>
          </a:p>
        </p:txBody>
      </p:sp>
      <p:sp>
        <p:nvSpPr>
          <p:cNvPr id="40" name="Oval 39">
            <a:extLst>
              <a:ext uri="{FF2B5EF4-FFF2-40B4-BE49-F238E27FC236}">
                <a16:creationId xmlns:a16="http://schemas.microsoft.com/office/drawing/2014/main" id="{9DCF6D34-413B-40A7-B0FC-7588FD6D1E81}"/>
              </a:ext>
            </a:extLst>
          </p:cNvPr>
          <p:cNvSpPr/>
          <p:nvPr/>
        </p:nvSpPr>
        <p:spPr>
          <a:xfrm>
            <a:off x="3141016" y="-69606"/>
            <a:ext cx="786245" cy="618834"/>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r>
              <a:rPr lang="en-AU" sz="4267" b="1" dirty="0">
                <a:solidFill>
                  <a:schemeClr val="tx1"/>
                </a:solidFill>
              </a:rPr>
              <a:t>?</a:t>
            </a:r>
          </a:p>
        </p:txBody>
      </p:sp>
      <p:sp>
        <p:nvSpPr>
          <p:cNvPr id="41" name="Title 3">
            <a:extLst>
              <a:ext uri="{FF2B5EF4-FFF2-40B4-BE49-F238E27FC236}">
                <a16:creationId xmlns:a16="http://schemas.microsoft.com/office/drawing/2014/main" id="{6FCEA16E-0DE7-410C-B57A-29FDFBAA350B}"/>
              </a:ext>
            </a:extLst>
          </p:cNvPr>
          <p:cNvSpPr>
            <a:spLocks noGrp="1"/>
          </p:cNvSpPr>
          <p:nvPr>
            <p:ph type="title"/>
          </p:nvPr>
        </p:nvSpPr>
        <p:spPr>
          <a:xfrm>
            <a:off x="9394" y="464342"/>
            <a:ext cx="3651000" cy="669940"/>
          </a:xfrm>
        </p:spPr>
        <p:txBody>
          <a:bodyPr>
            <a:normAutofit/>
          </a:bodyPr>
          <a:lstStyle/>
          <a:p>
            <a:r>
              <a:rPr lang="en-AU" sz="2800" dirty="0">
                <a:solidFill>
                  <a:srgbClr val="FFC000"/>
                </a:solidFill>
                <a:latin typeface="+mn-lt"/>
                <a:ea typeface="+mn-ea"/>
                <a:cs typeface="+mn-cs"/>
              </a:rPr>
              <a:t>Possible or Impossible?</a:t>
            </a:r>
          </a:p>
        </p:txBody>
      </p:sp>
      <p:sp>
        <p:nvSpPr>
          <p:cNvPr id="42" name="Oval 41">
            <a:extLst>
              <a:ext uri="{FF2B5EF4-FFF2-40B4-BE49-F238E27FC236}">
                <a16:creationId xmlns:a16="http://schemas.microsoft.com/office/drawing/2014/main" id="{BBF60591-47FA-41A1-A903-D711EF168272}"/>
              </a:ext>
            </a:extLst>
          </p:cNvPr>
          <p:cNvSpPr/>
          <p:nvPr/>
        </p:nvSpPr>
        <p:spPr>
          <a:xfrm>
            <a:off x="3643908" y="3606369"/>
            <a:ext cx="616416" cy="545173"/>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r>
              <a:rPr lang="en-AU" sz="4267" b="1" dirty="0">
                <a:solidFill>
                  <a:schemeClr val="tx1"/>
                </a:solidFill>
              </a:rPr>
              <a:t>I</a:t>
            </a:r>
          </a:p>
        </p:txBody>
      </p:sp>
      <p:sp>
        <p:nvSpPr>
          <p:cNvPr id="43" name="Oval 42">
            <a:extLst>
              <a:ext uri="{FF2B5EF4-FFF2-40B4-BE49-F238E27FC236}">
                <a16:creationId xmlns:a16="http://schemas.microsoft.com/office/drawing/2014/main" id="{E26FDA39-4B11-4A3A-AE0B-E99AE5A8BE1A}"/>
              </a:ext>
            </a:extLst>
          </p:cNvPr>
          <p:cNvSpPr/>
          <p:nvPr/>
        </p:nvSpPr>
        <p:spPr>
          <a:xfrm>
            <a:off x="406263" y="1417533"/>
            <a:ext cx="786245" cy="618834"/>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r>
              <a:rPr lang="en-AU" sz="4267" b="1" dirty="0">
                <a:solidFill>
                  <a:schemeClr val="tx1"/>
                </a:solidFill>
              </a:rPr>
              <a:t>I</a:t>
            </a:r>
          </a:p>
        </p:txBody>
      </p:sp>
      <p:sp>
        <p:nvSpPr>
          <p:cNvPr id="38" name="Oval 37">
            <a:extLst>
              <a:ext uri="{FF2B5EF4-FFF2-40B4-BE49-F238E27FC236}">
                <a16:creationId xmlns:a16="http://schemas.microsoft.com/office/drawing/2014/main" id="{980EDAC6-CCF3-4514-9DFD-BDE924C30107}"/>
              </a:ext>
            </a:extLst>
          </p:cNvPr>
          <p:cNvSpPr/>
          <p:nvPr/>
        </p:nvSpPr>
        <p:spPr>
          <a:xfrm>
            <a:off x="7172507" y="1456450"/>
            <a:ext cx="786245" cy="618834"/>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r>
              <a:rPr lang="en-AU" sz="4267" b="1" dirty="0">
                <a:solidFill>
                  <a:schemeClr val="tx1"/>
                </a:solidFill>
              </a:rPr>
              <a:t>I</a:t>
            </a:r>
          </a:p>
        </p:txBody>
      </p:sp>
    </p:spTree>
    <p:extLst>
      <p:ext uri="{BB962C8B-B14F-4D97-AF65-F5344CB8AC3E}">
        <p14:creationId xmlns:p14="http://schemas.microsoft.com/office/powerpoint/2010/main" val="250450860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55670E94-029C-4BA8-8D44-FBB339E4924F}" type="slidenum">
              <a:rPr lang="en-AU" smtClean="0">
                <a:solidFill>
                  <a:schemeClr val="tx1"/>
                </a:solidFill>
              </a:rPr>
              <a:pPr/>
              <a:t>29</a:t>
            </a:fld>
            <a:endParaRPr lang="en-AU" dirty="0">
              <a:solidFill>
                <a:schemeClr val="tx1"/>
              </a:solidFill>
            </a:endParaRPr>
          </a:p>
        </p:txBody>
      </p:sp>
      <p:sp>
        <p:nvSpPr>
          <p:cNvPr id="5" name="Rectangle 4"/>
          <p:cNvSpPr/>
          <p:nvPr/>
        </p:nvSpPr>
        <p:spPr>
          <a:xfrm>
            <a:off x="3764156" y="35705"/>
            <a:ext cx="3928041" cy="999066"/>
          </a:xfrm>
          <a:prstGeom prst="rect">
            <a:avLst/>
          </a:prstGeom>
          <a:solidFill>
            <a:schemeClr val="bg1"/>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sz="2200" dirty="0">
                <a:solidFill>
                  <a:schemeClr val="tx1"/>
                </a:solidFill>
              </a:rPr>
              <a:t>1 change students’ assessment marks in CITS1003 from LMS</a:t>
            </a:r>
          </a:p>
        </p:txBody>
      </p:sp>
      <p:cxnSp>
        <p:nvCxnSpPr>
          <p:cNvPr id="6" name="Straight Connector 5"/>
          <p:cNvCxnSpPr>
            <a:cxnSpLocks/>
            <a:stCxn id="5" idx="2"/>
            <a:endCxn id="7" idx="0"/>
          </p:cNvCxnSpPr>
          <p:nvPr/>
        </p:nvCxnSpPr>
        <p:spPr>
          <a:xfrm flipH="1">
            <a:off x="2470714" y="1034771"/>
            <a:ext cx="3257463" cy="82900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7" name="Rounded Rectangle 6"/>
          <p:cNvSpPr/>
          <p:nvPr/>
        </p:nvSpPr>
        <p:spPr>
          <a:xfrm>
            <a:off x="783771" y="1863778"/>
            <a:ext cx="3373886" cy="1216884"/>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sz="2200" dirty="0">
                <a:solidFill>
                  <a:schemeClr val="tx1"/>
                </a:solidFill>
              </a:rPr>
              <a:t>1.1 gain direct access to the CITS1003’s marks database in LMS</a:t>
            </a:r>
          </a:p>
        </p:txBody>
      </p:sp>
      <p:sp>
        <p:nvSpPr>
          <p:cNvPr id="8" name="Rounded Rectangle 7"/>
          <p:cNvSpPr/>
          <p:nvPr/>
        </p:nvSpPr>
        <p:spPr>
          <a:xfrm>
            <a:off x="4394553" y="1863778"/>
            <a:ext cx="2667247" cy="1216883"/>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sz="2200" dirty="0">
                <a:solidFill>
                  <a:schemeClr val="tx1"/>
                </a:solidFill>
              </a:rPr>
              <a:t>1.2 log in as an authenticated UC</a:t>
            </a:r>
          </a:p>
        </p:txBody>
      </p:sp>
      <p:sp>
        <p:nvSpPr>
          <p:cNvPr id="9" name="Rounded Rectangle 8"/>
          <p:cNvSpPr/>
          <p:nvPr/>
        </p:nvSpPr>
        <p:spPr>
          <a:xfrm>
            <a:off x="7298697" y="1863779"/>
            <a:ext cx="3020566" cy="1216882"/>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sz="2200" dirty="0">
                <a:solidFill>
                  <a:schemeClr val="tx1"/>
                </a:solidFill>
              </a:rPr>
              <a:t>1.3 hijack the web authentication session of the UC</a:t>
            </a:r>
          </a:p>
        </p:txBody>
      </p:sp>
      <p:cxnSp>
        <p:nvCxnSpPr>
          <p:cNvPr id="17" name="Straight Connector 16"/>
          <p:cNvCxnSpPr>
            <a:cxnSpLocks/>
            <a:stCxn id="5" idx="2"/>
            <a:endCxn id="8" idx="0"/>
          </p:cNvCxnSpPr>
          <p:nvPr/>
        </p:nvCxnSpPr>
        <p:spPr>
          <a:xfrm>
            <a:off x="5728177" y="1034771"/>
            <a:ext cx="0" cy="82900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a:cxnSpLocks/>
            <a:stCxn id="5" idx="2"/>
            <a:endCxn id="9" idx="0"/>
          </p:cNvCxnSpPr>
          <p:nvPr/>
        </p:nvCxnSpPr>
        <p:spPr>
          <a:xfrm>
            <a:off x="5728177" y="1034771"/>
            <a:ext cx="3080803" cy="82900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0" name="Rounded Rectangle 10">
            <a:extLst>
              <a:ext uri="{FF2B5EF4-FFF2-40B4-BE49-F238E27FC236}">
                <a16:creationId xmlns:a16="http://schemas.microsoft.com/office/drawing/2014/main" id="{DEAD9671-0D0E-49C6-8EB9-99AA326257BD}"/>
              </a:ext>
            </a:extLst>
          </p:cNvPr>
          <p:cNvSpPr/>
          <p:nvPr/>
        </p:nvSpPr>
        <p:spPr>
          <a:xfrm>
            <a:off x="190824" y="3931336"/>
            <a:ext cx="3399043" cy="1253296"/>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sz="2200" dirty="0">
                <a:solidFill>
                  <a:schemeClr val="tx1"/>
                </a:solidFill>
              </a:rPr>
              <a:t>1.1.1 exploit a software vulnerability in the LMS</a:t>
            </a:r>
          </a:p>
        </p:txBody>
      </p:sp>
      <p:cxnSp>
        <p:nvCxnSpPr>
          <p:cNvPr id="11" name="Straight Connector 10">
            <a:extLst>
              <a:ext uri="{FF2B5EF4-FFF2-40B4-BE49-F238E27FC236}">
                <a16:creationId xmlns:a16="http://schemas.microsoft.com/office/drawing/2014/main" id="{0BB69833-9B0D-4152-B890-103A04B46BB6}"/>
              </a:ext>
            </a:extLst>
          </p:cNvPr>
          <p:cNvCxnSpPr>
            <a:cxnSpLocks/>
            <a:stCxn id="7" idx="2"/>
            <a:endCxn id="10" idx="0"/>
          </p:cNvCxnSpPr>
          <p:nvPr/>
        </p:nvCxnSpPr>
        <p:spPr>
          <a:xfrm flipH="1">
            <a:off x="1890346" y="3080662"/>
            <a:ext cx="580368" cy="85067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2" name="Rounded Rectangle 13">
            <a:extLst>
              <a:ext uri="{FF2B5EF4-FFF2-40B4-BE49-F238E27FC236}">
                <a16:creationId xmlns:a16="http://schemas.microsoft.com/office/drawing/2014/main" id="{B7CF5227-B740-44FC-8B2E-6486B55C4B10}"/>
              </a:ext>
            </a:extLst>
          </p:cNvPr>
          <p:cNvSpPr/>
          <p:nvPr/>
        </p:nvSpPr>
        <p:spPr>
          <a:xfrm>
            <a:off x="9181301" y="3931336"/>
            <a:ext cx="2665420" cy="1253296"/>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hangingPunct="0">
              <a:tabLst>
                <a:tab pos="731976" algn="l"/>
                <a:tab pos="1951146" algn="l"/>
                <a:tab pos="3170315" algn="l"/>
                <a:tab pos="4389485" algn="l"/>
                <a:tab pos="5608654" algn="l"/>
                <a:tab pos="6827824" algn="l"/>
                <a:tab pos="8046993" algn="l"/>
                <a:tab pos="9266163" algn="l"/>
                <a:tab pos="10485333" algn="l"/>
                <a:tab pos="11704502" algn="l"/>
                <a:tab pos="12923672" algn="l"/>
              </a:tabLst>
            </a:pPr>
            <a:r>
              <a:rPr lang="en-NZ" sz="2200" dirty="0">
                <a:solidFill>
                  <a:schemeClr val="tx1"/>
                </a:solidFill>
              </a:rPr>
              <a:t>1.3.1 steal the UC’s session cookie</a:t>
            </a:r>
          </a:p>
        </p:txBody>
      </p:sp>
      <p:cxnSp>
        <p:nvCxnSpPr>
          <p:cNvPr id="13" name="Straight Connector 12">
            <a:extLst>
              <a:ext uri="{FF2B5EF4-FFF2-40B4-BE49-F238E27FC236}">
                <a16:creationId xmlns:a16="http://schemas.microsoft.com/office/drawing/2014/main" id="{FB306E84-8517-434B-83B1-FD8280698B34}"/>
              </a:ext>
            </a:extLst>
          </p:cNvPr>
          <p:cNvCxnSpPr>
            <a:cxnSpLocks/>
            <a:stCxn id="9" idx="2"/>
            <a:endCxn id="12" idx="0"/>
          </p:cNvCxnSpPr>
          <p:nvPr/>
        </p:nvCxnSpPr>
        <p:spPr>
          <a:xfrm>
            <a:off x="8808980" y="3080661"/>
            <a:ext cx="1705031" cy="85067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4" name="Rounded Rectangle 11">
            <a:extLst>
              <a:ext uri="{FF2B5EF4-FFF2-40B4-BE49-F238E27FC236}">
                <a16:creationId xmlns:a16="http://schemas.microsoft.com/office/drawing/2014/main" id="{604E5D3D-7003-43CE-8F61-CE4D010653DE}"/>
              </a:ext>
            </a:extLst>
          </p:cNvPr>
          <p:cNvSpPr/>
          <p:nvPr/>
        </p:nvSpPr>
        <p:spPr>
          <a:xfrm>
            <a:off x="3815778" y="3931336"/>
            <a:ext cx="2248281" cy="1253296"/>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sz="2200" dirty="0">
                <a:solidFill>
                  <a:schemeClr val="tx1"/>
                </a:solidFill>
              </a:rPr>
              <a:t>1.2.1 perform a brute-force login</a:t>
            </a:r>
          </a:p>
        </p:txBody>
      </p:sp>
      <p:sp>
        <p:nvSpPr>
          <p:cNvPr id="15" name="Rounded Rectangle 12">
            <a:extLst>
              <a:ext uri="{FF2B5EF4-FFF2-40B4-BE49-F238E27FC236}">
                <a16:creationId xmlns:a16="http://schemas.microsoft.com/office/drawing/2014/main" id="{68AAF1D9-03BE-4414-BB0E-3F2221E51EFA}"/>
              </a:ext>
            </a:extLst>
          </p:cNvPr>
          <p:cNvSpPr/>
          <p:nvPr/>
        </p:nvSpPr>
        <p:spPr>
          <a:xfrm>
            <a:off x="6289971" y="3931336"/>
            <a:ext cx="2665419" cy="1253296"/>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sz="2200" dirty="0">
                <a:solidFill>
                  <a:schemeClr val="tx1"/>
                </a:solidFill>
              </a:rPr>
              <a:t>1.2.2 steal the UC’s login credentials</a:t>
            </a:r>
          </a:p>
        </p:txBody>
      </p:sp>
      <p:cxnSp>
        <p:nvCxnSpPr>
          <p:cNvPr id="16" name="Straight Connector 15">
            <a:extLst>
              <a:ext uri="{FF2B5EF4-FFF2-40B4-BE49-F238E27FC236}">
                <a16:creationId xmlns:a16="http://schemas.microsoft.com/office/drawing/2014/main" id="{D011E090-48B4-4787-A7E6-177F361C308B}"/>
              </a:ext>
            </a:extLst>
          </p:cNvPr>
          <p:cNvCxnSpPr>
            <a:cxnSpLocks/>
            <a:stCxn id="8" idx="2"/>
            <a:endCxn id="14" idx="0"/>
          </p:cNvCxnSpPr>
          <p:nvPr/>
        </p:nvCxnSpPr>
        <p:spPr>
          <a:xfrm flipH="1">
            <a:off x="4939919" y="3080661"/>
            <a:ext cx="788258" cy="85067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339FD23C-31E7-4F29-A364-1686F16A3693}"/>
              </a:ext>
            </a:extLst>
          </p:cNvPr>
          <p:cNvCxnSpPr>
            <a:cxnSpLocks/>
            <a:stCxn id="8" idx="2"/>
            <a:endCxn id="15" idx="0"/>
          </p:cNvCxnSpPr>
          <p:nvPr/>
        </p:nvCxnSpPr>
        <p:spPr>
          <a:xfrm>
            <a:off x="5728177" y="3080661"/>
            <a:ext cx="1894504" cy="85067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0" name="Rounded Rectangle 26">
            <a:extLst>
              <a:ext uri="{FF2B5EF4-FFF2-40B4-BE49-F238E27FC236}">
                <a16:creationId xmlns:a16="http://schemas.microsoft.com/office/drawing/2014/main" id="{F850F898-0AA5-466C-918E-CB3E685659C0}"/>
              </a:ext>
            </a:extLst>
          </p:cNvPr>
          <p:cNvSpPr/>
          <p:nvPr/>
        </p:nvSpPr>
        <p:spPr>
          <a:xfrm>
            <a:off x="1739421" y="5805494"/>
            <a:ext cx="2825098" cy="886917"/>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sz="2200" dirty="0">
                <a:solidFill>
                  <a:schemeClr val="tx1"/>
                </a:solidFill>
              </a:rPr>
              <a:t>1.2.1.1 identify the UC’s username</a:t>
            </a:r>
          </a:p>
        </p:txBody>
      </p:sp>
      <p:sp>
        <p:nvSpPr>
          <p:cNvPr id="21" name="Rounded Rectangle 27">
            <a:extLst>
              <a:ext uri="{FF2B5EF4-FFF2-40B4-BE49-F238E27FC236}">
                <a16:creationId xmlns:a16="http://schemas.microsoft.com/office/drawing/2014/main" id="{F1F3E9F6-00BE-45B9-AC77-CE04C425F546}"/>
              </a:ext>
            </a:extLst>
          </p:cNvPr>
          <p:cNvSpPr/>
          <p:nvPr/>
        </p:nvSpPr>
        <p:spPr>
          <a:xfrm>
            <a:off x="5297561" y="5805494"/>
            <a:ext cx="3062668" cy="886917"/>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sz="2200" dirty="0">
                <a:solidFill>
                  <a:schemeClr val="tx1"/>
                </a:solidFill>
              </a:rPr>
              <a:t>1.2.1.2 identify the UC’s password</a:t>
            </a:r>
          </a:p>
        </p:txBody>
      </p:sp>
      <p:cxnSp>
        <p:nvCxnSpPr>
          <p:cNvPr id="22" name="Straight Connector 21">
            <a:extLst>
              <a:ext uri="{FF2B5EF4-FFF2-40B4-BE49-F238E27FC236}">
                <a16:creationId xmlns:a16="http://schemas.microsoft.com/office/drawing/2014/main" id="{EAEDC152-2C27-4AF8-8480-6B4726B11871}"/>
              </a:ext>
            </a:extLst>
          </p:cNvPr>
          <p:cNvCxnSpPr>
            <a:cxnSpLocks/>
            <a:endCxn id="20" idx="0"/>
          </p:cNvCxnSpPr>
          <p:nvPr/>
        </p:nvCxnSpPr>
        <p:spPr>
          <a:xfrm flipH="1">
            <a:off x="3151970" y="5184632"/>
            <a:ext cx="1770818" cy="62086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732170DB-BE10-4A18-9997-6579A9851A10}"/>
              </a:ext>
            </a:extLst>
          </p:cNvPr>
          <p:cNvCxnSpPr>
            <a:cxnSpLocks/>
            <a:stCxn id="14" idx="2"/>
            <a:endCxn id="21" idx="0"/>
          </p:cNvCxnSpPr>
          <p:nvPr/>
        </p:nvCxnSpPr>
        <p:spPr>
          <a:xfrm>
            <a:off x="4939919" y="5184632"/>
            <a:ext cx="1888976" cy="62086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4" name="Freeform 30">
            <a:extLst>
              <a:ext uri="{FF2B5EF4-FFF2-40B4-BE49-F238E27FC236}">
                <a16:creationId xmlns:a16="http://schemas.microsoft.com/office/drawing/2014/main" id="{306A2F3A-ECBE-49E8-B89C-36F2E0E9A190}"/>
              </a:ext>
            </a:extLst>
          </p:cNvPr>
          <p:cNvSpPr/>
          <p:nvPr/>
        </p:nvSpPr>
        <p:spPr>
          <a:xfrm>
            <a:off x="4743106" y="5306635"/>
            <a:ext cx="489987" cy="162181"/>
          </a:xfrm>
          <a:custGeom>
            <a:avLst/>
            <a:gdLst>
              <a:gd name="connsiteX0" fmla="*/ 0 w 476250"/>
              <a:gd name="connsiteY0" fmla="*/ 0 h 142944"/>
              <a:gd name="connsiteX1" fmla="*/ 228600 w 476250"/>
              <a:gd name="connsiteY1" fmla="*/ 142875 h 142944"/>
              <a:gd name="connsiteX2" fmla="*/ 476250 w 476250"/>
              <a:gd name="connsiteY2" fmla="*/ 19050 h 142944"/>
              <a:gd name="connsiteX0" fmla="*/ 0 w 476250"/>
              <a:gd name="connsiteY0" fmla="*/ 0 h 142978"/>
              <a:gd name="connsiteX1" fmla="*/ 228600 w 476250"/>
              <a:gd name="connsiteY1" fmla="*/ 142875 h 142978"/>
              <a:gd name="connsiteX2" fmla="*/ 476250 w 476250"/>
              <a:gd name="connsiteY2" fmla="*/ 19050 h 142978"/>
              <a:gd name="connsiteX0" fmla="*/ 0 w 476250"/>
              <a:gd name="connsiteY0" fmla="*/ 0 h 147735"/>
              <a:gd name="connsiteX1" fmla="*/ 247650 w 476250"/>
              <a:gd name="connsiteY1" fmla="*/ 147638 h 147735"/>
              <a:gd name="connsiteX2" fmla="*/ 476250 w 476250"/>
              <a:gd name="connsiteY2" fmla="*/ 19050 h 147735"/>
              <a:gd name="connsiteX0" fmla="*/ 0 w 476250"/>
              <a:gd name="connsiteY0" fmla="*/ 0 h 147661"/>
              <a:gd name="connsiteX1" fmla="*/ 247650 w 476250"/>
              <a:gd name="connsiteY1" fmla="*/ 147638 h 147661"/>
              <a:gd name="connsiteX2" fmla="*/ 476250 w 476250"/>
              <a:gd name="connsiteY2" fmla="*/ 19050 h 147661"/>
              <a:gd name="connsiteX0" fmla="*/ 0 w 464344"/>
              <a:gd name="connsiteY0" fmla="*/ 0 h 147690"/>
              <a:gd name="connsiteX1" fmla="*/ 247650 w 464344"/>
              <a:gd name="connsiteY1" fmla="*/ 147638 h 147690"/>
              <a:gd name="connsiteX2" fmla="*/ 464344 w 464344"/>
              <a:gd name="connsiteY2" fmla="*/ 14288 h 147690"/>
              <a:gd name="connsiteX0" fmla="*/ 0 w 464344"/>
              <a:gd name="connsiteY0" fmla="*/ 0 h 147701"/>
              <a:gd name="connsiteX1" fmla="*/ 247650 w 464344"/>
              <a:gd name="connsiteY1" fmla="*/ 147638 h 147701"/>
              <a:gd name="connsiteX2" fmla="*/ 464344 w 464344"/>
              <a:gd name="connsiteY2" fmla="*/ 14288 h 147701"/>
              <a:gd name="connsiteX0" fmla="*/ 0 w 464344"/>
              <a:gd name="connsiteY0" fmla="*/ 0 h 147701"/>
              <a:gd name="connsiteX1" fmla="*/ 247650 w 464344"/>
              <a:gd name="connsiteY1" fmla="*/ 147638 h 147701"/>
              <a:gd name="connsiteX2" fmla="*/ 464344 w 464344"/>
              <a:gd name="connsiteY2" fmla="*/ 14288 h 147701"/>
              <a:gd name="connsiteX0" fmla="*/ 0 w 464344"/>
              <a:gd name="connsiteY0" fmla="*/ 0 h 147701"/>
              <a:gd name="connsiteX1" fmla="*/ 247650 w 464344"/>
              <a:gd name="connsiteY1" fmla="*/ 147638 h 147701"/>
              <a:gd name="connsiteX2" fmla="*/ 464344 w 464344"/>
              <a:gd name="connsiteY2" fmla="*/ 14288 h 147701"/>
              <a:gd name="connsiteX0" fmla="*/ 0 w 464344"/>
              <a:gd name="connsiteY0" fmla="*/ 0 h 150080"/>
              <a:gd name="connsiteX1" fmla="*/ 204788 w 464344"/>
              <a:gd name="connsiteY1" fmla="*/ 150019 h 150080"/>
              <a:gd name="connsiteX2" fmla="*/ 464344 w 464344"/>
              <a:gd name="connsiteY2" fmla="*/ 14288 h 150080"/>
            </a:gdLst>
            <a:ahLst/>
            <a:cxnLst>
              <a:cxn ang="0">
                <a:pos x="connsiteX0" y="connsiteY0"/>
              </a:cxn>
              <a:cxn ang="0">
                <a:pos x="connsiteX1" y="connsiteY1"/>
              </a:cxn>
              <a:cxn ang="0">
                <a:pos x="connsiteX2" y="connsiteY2"/>
              </a:cxn>
            </a:cxnLst>
            <a:rect l="l" t="t" r="r" b="b"/>
            <a:pathLst>
              <a:path w="464344" h="150080">
                <a:moveTo>
                  <a:pt x="0" y="0"/>
                </a:moveTo>
                <a:cubicBezTo>
                  <a:pt x="67468" y="100806"/>
                  <a:pt x="127397" y="147638"/>
                  <a:pt x="204788" y="150019"/>
                </a:cubicBezTo>
                <a:cubicBezTo>
                  <a:pt x="282179" y="152400"/>
                  <a:pt x="407989" y="84932"/>
                  <a:pt x="464344" y="14288"/>
                </a:cubicBezTo>
              </a:path>
            </a:pathLst>
          </a:cu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Z" sz="1867">
              <a:solidFill>
                <a:schemeClr val="tx1"/>
              </a:solidFill>
            </a:endParaRPr>
          </a:p>
        </p:txBody>
      </p:sp>
      <p:sp>
        <p:nvSpPr>
          <p:cNvPr id="27" name="Title 3">
            <a:extLst>
              <a:ext uri="{FF2B5EF4-FFF2-40B4-BE49-F238E27FC236}">
                <a16:creationId xmlns:a16="http://schemas.microsoft.com/office/drawing/2014/main" id="{D9DBD2C0-09AC-4053-B6F4-8DC9AF867934}"/>
              </a:ext>
            </a:extLst>
          </p:cNvPr>
          <p:cNvSpPr txBox="1">
            <a:spLocks/>
          </p:cNvSpPr>
          <p:nvPr/>
        </p:nvSpPr>
        <p:spPr>
          <a:xfrm>
            <a:off x="8240455" y="5972616"/>
            <a:ext cx="1881691" cy="545173"/>
          </a:xfrm>
          <a:prstGeom prst="rect">
            <a:avLst/>
          </a:prstGeom>
          <a:effectLst>
            <a:outerShdw blurRad="25400" dir="17880000">
              <a:srgbClr val="000000">
                <a:alpha val="46000"/>
              </a:srgbClr>
            </a:outerShdw>
          </a:effectLst>
        </p:spPr>
        <p:txBody>
          <a:bodyPr vert="horz" lIns="91440" tIns="45720" rIns="91440" bIns="45720" rtlCol="0" anchor="ctr">
            <a:normAutofit/>
          </a:bodyPr>
          <a:lstStyle>
            <a:lvl1pPr algn="ctr" defTabSz="457200" rtl="0" eaLnBrk="1" latinLnBrk="0" hangingPunct="1">
              <a:lnSpc>
                <a:spcPct val="90000"/>
              </a:lnSpc>
              <a:spcBef>
                <a:spcPct val="0"/>
              </a:spcBef>
              <a:buNone/>
              <a:defRPr sz="40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j-lt"/>
                <a:ea typeface="+mj-ea"/>
                <a:cs typeface="Trebuchet M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AU" sz="2800" dirty="0">
                <a:solidFill>
                  <a:srgbClr val="FF0000"/>
                </a:solidFill>
                <a:latin typeface="+mn-lt"/>
                <a:ea typeface="+mn-ea"/>
                <a:cs typeface="+mn-cs"/>
              </a:rPr>
              <a:t>level-4</a:t>
            </a:r>
          </a:p>
        </p:txBody>
      </p:sp>
      <p:sp>
        <p:nvSpPr>
          <p:cNvPr id="28" name="Title 3">
            <a:extLst>
              <a:ext uri="{FF2B5EF4-FFF2-40B4-BE49-F238E27FC236}">
                <a16:creationId xmlns:a16="http://schemas.microsoft.com/office/drawing/2014/main" id="{4C0A9D4F-1E31-4268-9A47-76D763C5D519}"/>
              </a:ext>
            </a:extLst>
          </p:cNvPr>
          <p:cNvSpPr txBox="1">
            <a:spLocks/>
          </p:cNvSpPr>
          <p:nvPr/>
        </p:nvSpPr>
        <p:spPr>
          <a:xfrm>
            <a:off x="10227263" y="3452773"/>
            <a:ext cx="1881691" cy="545173"/>
          </a:xfrm>
          <a:prstGeom prst="rect">
            <a:avLst/>
          </a:prstGeom>
          <a:effectLst>
            <a:outerShdw blurRad="25400" dir="17880000">
              <a:srgbClr val="000000">
                <a:alpha val="46000"/>
              </a:srgbClr>
            </a:outerShdw>
          </a:effectLst>
        </p:spPr>
        <p:txBody>
          <a:bodyPr vert="horz" lIns="91440" tIns="45720" rIns="91440" bIns="45720" rtlCol="0" anchor="ctr">
            <a:normAutofit/>
          </a:bodyPr>
          <a:lstStyle>
            <a:lvl1pPr algn="ctr" defTabSz="457200" rtl="0" eaLnBrk="1" latinLnBrk="0" hangingPunct="1">
              <a:lnSpc>
                <a:spcPct val="90000"/>
              </a:lnSpc>
              <a:spcBef>
                <a:spcPct val="0"/>
              </a:spcBef>
              <a:buNone/>
              <a:defRPr sz="40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j-lt"/>
                <a:ea typeface="+mj-ea"/>
                <a:cs typeface="Trebuchet M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AU" sz="2800" dirty="0">
                <a:solidFill>
                  <a:srgbClr val="FF0000"/>
                </a:solidFill>
                <a:latin typeface="+mn-lt"/>
                <a:ea typeface="+mn-ea"/>
                <a:cs typeface="+mn-cs"/>
              </a:rPr>
              <a:t>level-3</a:t>
            </a:r>
          </a:p>
        </p:txBody>
      </p:sp>
      <p:sp>
        <p:nvSpPr>
          <p:cNvPr id="29" name="Title 3">
            <a:extLst>
              <a:ext uri="{FF2B5EF4-FFF2-40B4-BE49-F238E27FC236}">
                <a16:creationId xmlns:a16="http://schemas.microsoft.com/office/drawing/2014/main" id="{993ECB27-8087-4DF1-9468-0C4D8E34EBDF}"/>
              </a:ext>
            </a:extLst>
          </p:cNvPr>
          <p:cNvSpPr txBox="1">
            <a:spLocks/>
          </p:cNvSpPr>
          <p:nvPr/>
        </p:nvSpPr>
        <p:spPr>
          <a:xfrm>
            <a:off x="8772794" y="1363101"/>
            <a:ext cx="1881691" cy="545173"/>
          </a:xfrm>
          <a:prstGeom prst="rect">
            <a:avLst/>
          </a:prstGeom>
          <a:effectLst>
            <a:outerShdw blurRad="25400" dir="17880000">
              <a:srgbClr val="000000">
                <a:alpha val="46000"/>
              </a:srgbClr>
            </a:outerShdw>
          </a:effectLst>
        </p:spPr>
        <p:txBody>
          <a:bodyPr vert="horz" lIns="91440" tIns="45720" rIns="91440" bIns="45720" rtlCol="0" anchor="ctr">
            <a:normAutofit/>
          </a:bodyPr>
          <a:lstStyle>
            <a:lvl1pPr algn="ctr" defTabSz="457200" rtl="0" eaLnBrk="1" latinLnBrk="0" hangingPunct="1">
              <a:lnSpc>
                <a:spcPct val="90000"/>
              </a:lnSpc>
              <a:spcBef>
                <a:spcPct val="0"/>
              </a:spcBef>
              <a:buNone/>
              <a:defRPr sz="40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j-lt"/>
                <a:ea typeface="+mj-ea"/>
                <a:cs typeface="Trebuchet M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AU" sz="2800" dirty="0">
                <a:solidFill>
                  <a:srgbClr val="FF0000"/>
                </a:solidFill>
                <a:latin typeface="+mn-lt"/>
                <a:ea typeface="+mn-ea"/>
                <a:cs typeface="+mn-cs"/>
              </a:rPr>
              <a:t>level-2</a:t>
            </a:r>
          </a:p>
        </p:txBody>
      </p:sp>
      <p:sp>
        <p:nvSpPr>
          <p:cNvPr id="30" name="Title 3">
            <a:extLst>
              <a:ext uri="{FF2B5EF4-FFF2-40B4-BE49-F238E27FC236}">
                <a16:creationId xmlns:a16="http://schemas.microsoft.com/office/drawing/2014/main" id="{0FBB5E97-26D4-4CAD-B821-6B9C5CB65F4D}"/>
              </a:ext>
            </a:extLst>
          </p:cNvPr>
          <p:cNvSpPr txBox="1">
            <a:spLocks/>
          </p:cNvSpPr>
          <p:nvPr/>
        </p:nvSpPr>
        <p:spPr>
          <a:xfrm>
            <a:off x="7622680" y="274397"/>
            <a:ext cx="1881691" cy="545173"/>
          </a:xfrm>
          <a:prstGeom prst="rect">
            <a:avLst/>
          </a:prstGeom>
          <a:effectLst>
            <a:outerShdw blurRad="25400" dir="17880000">
              <a:srgbClr val="000000">
                <a:alpha val="46000"/>
              </a:srgbClr>
            </a:outerShdw>
          </a:effectLst>
        </p:spPr>
        <p:txBody>
          <a:bodyPr vert="horz" lIns="91440" tIns="45720" rIns="91440" bIns="45720" rtlCol="0" anchor="ctr">
            <a:normAutofit/>
          </a:bodyPr>
          <a:lstStyle>
            <a:lvl1pPr algn="ctr" defTabSz="457200" rtl="0" eaLnBrk="1" latinLnBrk="0" hangingPunct="1">
              <a:lnSpc>
                <a:spcPct val="90000"/>
              </a:lnSpc>
              <a:spcBef>
                <a:spcPct val="0"/>
              </a:spcBef>
              <a:buNone/>
              <a:defRPr sz="40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j-lt"/>
                <a:ea typeface="+mj-ea"/>
                <a:cs typeface="Trebuchet M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AU" sz="2800" dirty="0">
                <a:solidFill>
                  <a:srgbClr val="FF0000"/>
                </a:solidFill>
                <a:latin typeface="+mn-lt"/>
                <a:ea typeface="+mn-ea"/>
                <a:cs typeface="+mn-cs"/>
              </a:rPr>
              <a:t>level-1</a:t>
            </a:r>
          </a:p>
        </p:txBody>
      </p:sp>
      <p:sp>
        <p:nvSpPr>
          <p:cNvPr id="31" name="Oval 30">
            <a:extLst>
              <a:ext uri="{FF2B5EF4-FFF2-40B4-BE49-F238E27FC236}">
                <a16:creationId xmlns:a16="http://schemas.microsoft.com/office/drawing/2014/main" id="{62BA09CF-5A03-4A24-B469-0ACC968B19BB}"/>
              </a:ext>
            </a:extLst>
          </p:cNvPr>
          <p:cNvSpPr/>
          <p:nvPr/>
        </p:nvSpPr>
        <p:spPr>
          <a:xfrm>
            <a:off x="1620636" y="5402281"/>
            <a:ext cx="616416" cy="545173"/>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r>
              <a:rPr lang="en-AU" sz="4267" b="1" dirty="0">
                <a:solidFill>
                  <a:schemeClr val="tx1"/>
                </a:solidFill>
              </a:rPr>
              <a:t>P</a:t>
            </a:r>
          </a:p>
        </p:txBody>
      </p:sp>
      <p:sp>
        <p:nvSpPr>
          <p:cNvPr id="32" name="Oval 31">
            <a:extLst>
              <a:ext uri="{FF2B5EF4-FFF2-40B4-BE49-F238E27FC236}">
                <a16:creationId xmlns:a16="http://schemas.microsoft.com/office/drawing/2014/main" id="{9ECEA4D1-CAD3-48C5-B68D-D696FEF0F15A}"/>
              </a:ext>
            </a:extLst>
          </p:cNvPr>
          <p:cNvSpPr/>
          <p:nvPr/>
        </p:nvSpPr>
        <p:spPr>
          <a:xfrm>
            <a:off x="5097047" y="5495063"/>
            <a:ext cx="616416" cy="545173"/>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r>
              <a:rPr lang="en-AU" sz="4267" b="1" dirty="0">
                <a:solidFill>
                  <a:schemeClr val="tx1"/>
                </a:solidFill>
              </a:rPr>
              <a:t>I</a:t>
            </a:r>
          </a:p>
        </p:txBody>
      </p:sp>
      <p:sp>
        <p:nvSpPr>
          <p:cNvPr id="33" name="Oval 32">
            <a:extLst>
              <a:ext uri="{FF2B5EF4-FFF2-40B4-BE49-F238E27FC236}">
                <a16:creationId xmlns:a16="http://schemas.microsoft.com/office/drawing/2014/main" id="{8FAB1DEB-6DC1-433E-97F6-79AF416CCB93}"/>
              </a:ext>
            </a:extLst>
          </p:cNvPr>
          <p:cNvSpPr/>
          <p:nvPr/>
        </p:nvSpPr>
        <p:spPr>
          <a:xfrm>
            <a:off x="46999" y="3579636"/>
            <a:ext cx="616416" cy="545173"/>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r>
              <a:rPr lang="en-AU" sz="4267" b="1" dirty="0">
                <a:solidFill>
                  <a:schemeClr val="tx1"/>
                </a:solidFill>
              </a:rPr>
              <a:t>I</a:t>
            </a:r>
          </a:p>
        </p:txBody>
      </p:sp>
      <p:sp>
        <p:nvSpPr>
          <p:cNvPr id="34" name="Oval 33">
            <a:extLst>
              <a:ext uri="{FF2B5EF4-FFF2-40B4-BE49-F238E27FC236}">
                <a16:creationId xmlns:a16="http://schemas.microsoft.com/office/drawing/2014/main" id="{28C61ADE-1D89-4092-9E55-40D9C6A6B7FF}"/>
              </a:ext>
            </a:extLst>
          </p:cNvPr>
          <p:cNvSpPr/>
          <p:nvPr/>
        </p:nvSpPr>
        <p:spPr>
          <a:xfrm>
            <a:off x="6108295" y="3579637"/>
            <a:ext cx="616416" cy="545173"/>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r>
              <a:rPr lang="en-AU" sz="4267" b="1" dirty="0">
                <a:solidFill>
                  <a:schemeClr val="tx1"/>
                </a:solidFill>
              </a:rPr>
              <a:t>P</a:t>
            </a:r>
          </a:p>
        </p:txBody>
      </p:sp>
      <p:sp>
        <p:nvSpPr>
          <p:cNvPr id="35" name="Oval 34">
            <a:extLst>
              <a:ext uri="{FF2B5EF4-FFF2-40B4-BE49-F238E27FC236}">
                <a16:creationId xmlns:a16="http://schemas.microsoft.com/office/drawing/2014/main" id="{B38B03E4-8ACA-4F93-9A37-96D7D64BDD7B}"/>
              </a:ext>
            </a:extLst>
          </p:cNvPr>
          <p:cNvSpPr/>
          <p:nvPr/>
        </p:nvSpPr>
        <p:spPr>
          <a:xfrm>
            <a:off x="9047790" y="3553285"/>
            <a:ext cx="616416" cy="545173"/>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r>
              <a:rPr lang="en-AU" sz="4267" b="1" dirty="0">
                <a:solidFill>
                  <a:schemeClr val="tx1"/>
                </a:solidFill>
              </a:rPr>
              <a:t>I</a:t>
            </a:r>
          </a:p>
        </p:txBody>
      </p:sp>
      <p:sp>
        <p:nvSpPr>
          <p:cNvPr id="40" name="Oval 39">
            <a:extLst>
              <a:ext uri="{FF2B5EF4-FFF2-40B4-BE49-F238E27FC236}">
                <a16:creationId xmlns:a16="http://schemas.microsoft.com/office/drawing/2014/main" id="{9DCF6D34-413B-40A7-B0FC-7588FD6D1E81}"/>
              </a:ext>
            </a:extLst>
          </p:cNvPr>
          <p:cNvSpPr/>
          <p:nvPr/>
        </p:nvSpPr>
        <p:spPr>
          <a:xfrm>
            <a:off x="3141016" y="-69606"/>
            <a:ext cx="786245" cy="618834"/>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r>
              <a:rPr lang="en-AU" sz="4267" b="1" dirty="0">
                <a:solidFill>
                  <a:schemeClr val="tx1"/>
                </a:solidFill>
              </a:rPr>
              <a:t>?</a:t>
            </a:r>
          </a:p>
        </p:txBody>
      </p:sp>
      <p:sp>
        <p:nvSpPr>
          <p:cNvPr id="41" name="Title 3">
            <a:extLst>
              <a:ext uri="{FF2B5EF4-FFF2-40B4-BE49-F238E27FC236}">
                <a16:creationId xmlns:a16="http://schemas.microsoft.com/office/drawing/2014/main" id="{6FCEA16E-0DE7-410C-B57A-29FDFBAA350B}"/>
              </a:ext>
            </a:extLst>
          </p:cNvPr>
          <p:cNvSpPr>
            <a:spLocks noGrp="1"/>
          </p:cNvSpPr>
          <p:nvPr>
            <p:ph type="title"/>
          </p:nvPr>
        </p:nvSpPr>
        <p:spPr>
          <a:xfrm>
            <a:off x="9394" y="464342"/>
            <a:ext cx="3651000" cy="669940"/>
          </a:xfrm>
        </p:spPr>
        <p:txBody>
          <a:bodyPr>
            <a:normAutofit/>
          </a:bodyPr>
          <a:lstStyle/>
          <a:p>
            <a:r>
              <a:rPr lang="en-AU" sz="2800" dirty="0">
                <a:solidFill>
                  <a:srgbClr val="FFC000"/>
                </a:solidFill>
                <a:latin typeface="+mn-lt"/>
                <a:ea typeface="+mn-ea"/>
                <a:cs typeface="+mn-cs"/>
              </a:rPr>
              <a:t>Possible or Impossible?</a:t>
            </a:r>
          </a:p>
        </p:txBody>
      </p:sp>
      <p:sp>
        <p:nvSpPr>
          <p:cNvPr id="42" name="Oval 41">
            <a:extLst>
              <a:ext uri="{FF2B5EF4-FFF2-40B4-BE49-F238E27FC236}">
                <a16:creationId xmlns:a16="http://schemas.microsoft.com/office/drawing/2014/main" id="{BBF60591-47FA-41A1-A903-D711EF168272}"/>
              </a:ext>
            </a:extLst>
          </p:cNvPr>
          <p:cNvSpPr/>
          <p:nvPr/>
        </p:nvSpPr>
        <p:spPr>
          <a:xfrm>
            <a:off x="3643908" y="3606369"/>
            <a:ext cx="616416" cy="545173"/>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r>
              <a:rPr lang="en-AU" sz="4267" b="1" dirty="0">
                <a:solidFill>
                  <a:schemeClr val="tx1"/>
                </a:solidFill>
              </a:rPr>
              <a:t>I</a:t>
            </a:r>
          </a:p>
        </p:txBody>
      </p:sp>
      <p:sp>
        <p:nvSpPr>
          <p:cNvPr id="43" name="Oval 42">
            <a:extLst>
              <a:ext uri="{FF2B5EF4-FFF2-40B4-BE49-F238E27FC236}">
                <a16:creationId xmlns:a16="http://schemas.microsoft.com/office/drawing/2014/main" id="{E26FDA39-4B11-4A3A-AE0B-E99AE5A8BE1A}"/>
              </a:ext>
            </a:extLst>
          </p:cNvPr>
          <p:cNvSpPr/>
          <p:nvPr/>
        </p:nvSpPr>
        <p:spPr>
          <a:xfrm>
            <a:off x="406263" y="1417533"/>
            <a:ext cx="786245" cy="618834"/>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r>
              <a:rPr lang="en-AU" sz="4267" b="1" dirty="0">
                <a:solidFill>
                  <a:schemeClr val="tx1"/>
                </a:solidFill>
              </a:rPr>
              <a:t>I</a:t>
            </a:r>
          </a:p>
        </p:txBody>
      </p:sp>
      <p:sp>
        <p:nvSpPr>
          <p:cNvPr id="38" name="Oval 37">
            <a:extLst>
              <a:ext uri="{FF2B5EF4-FFF2-40B4-BE49-F238E27FC236}">
                <a16:creationId xmlns:a16="http://schemas.microsoft.com/office/drawing/2014/main" id="{980EDAC6-CCF3-4514-9DFD-BDE924C30107}"/>
              </a:ext>
            </a:extLst>
          </p:cNvPr>
          <p:cNvSpPr/>
          <p:nvPr/>
        </p:nvSpPr>
        <p:spPr>
          <a:xfrm>
            <a:off x="7172507" y="1456450"/>
            <a:ext cx="786245" cy="618834"/>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r>
              <a:rPr lang="en-AU" sz="4267" b="1" dirty="0">
                <a:solidFill>
                  <a:schemeClr val="tx1"/>
                </a:solidFill>
              </a:rPr>
              <a:t>I</a:t>
            </a:r>
          </a:p>
        </p:txBody>
      </p:sp>
      <p:sp>
        <p:nvSpPr>
          <p:cNvPr id="39" name="Oval 38">
            <a:extLst>
              <a:ext uri="{FF2B5EF4-FFF2-40B4-BE49-F238E27FC236}">
                <a16:creationId xmlns:a16="http://schemas.microsoft.com/office/drawing/2014/main" id="{EC4E95AD-26D2-4EBD-976B-DA0CF5594735}"/>
              </a:ext>
            </a:extLst>
          </p:cNvPr>
          <p:cNvSpPr/>
          <p:nvPr/>
        </p:nvSpPr>
        <p:spPr>
          <a:xfrm>
            <a:off x="4212399" y="1417533"/>
            <a:ext cx="786245" cy="618834"/>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r>
              <a:rPr lang="en-AU" sz="4267" b="1" dirty="0">
                <a:solidFill>
                  <a:schemeClr val="tx1"/>
                </a:solidFill>
              </a:rPr>
              <a:t>P</a:t>
            </a:r>
          </a:p>
        </p:txBody>
      </p:sp>
    </p:spTree>
    <p:extLst>
      <p:ext uri="{BB962C8B-B14F-4D97-AF65-F5344CB8AC3E}">
        <p14:creationId xmlns:p14="http://schemas.microsoft.com/office/powerpoint/2010/main" val="268513201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55670E94-029C-4BA8-8D44-FBB339E4924F}" type="slidenum">
              <a:rPr lang="en-AU" smtClean="0">
                <a:solidFill>
                  <a:schemeClr val="tx1"/>
                </a:solidFill>
              </a:rPr>
              <a:pPr/>
              <a:t>30</a:t>
            </a:fld>
            <a:endParaRPr lang="en-AU" dirty="0">
              <a:solidFill>
                <a:schemeClr val="tx1"/>
              </a:solidFill>
            </a:endParaRPr>
          </a:p>
        </p:txBody>
      </p:sp>
      <p:sp>
        <p:nvSpPr>
          <p:cNvPr id="5" name="Rectangle 4"/>
          <p:cNvSpPr/>
          <p:nvPr/>
        </p:nvSpPr>
        <p:spPr>
          <a:xfrm>
            <a:off x="3764156" y="35705"/>
            <a:ext cx="3928041" cy="999066"/>
          </a:xfrm>
          <a:prstGeom prst="rect">
            <a:avLst/>
          </a:prstGeom>
          <a:solidFill>
            <a:schemeClr val="bg1"/>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sz="2200" dirty="0">
                <a:solidFill>
                  <a:schemeClr val="tx1"/>
                </a:solidFill>
              </a:rPr>
              <a:t>1 change students’ assessment marks in CITS1003 from LMS</a:t>
            </a:r>
          </a:p>
        </p:txBody>
      </p:sp>
      <p:cxnSp>
        <p:nvCxnSpPr>
          <p:cNvPr id="6" name="Straight Connector 5"/>
          <p:cNvCxnSpPr>
            <a:cxnSpLocks/>
            <a:stCxn id="5" idx="2"/>
            <a:endCxn id="7" idx="0"/>
          </p:cNvCxnSpPr>
          <p:nvPr/>
        </p:nvCxnSpPr>
        <p:spPr>
          <a:xfrm flipH="1">
            <a:off x="2470714" y="1034771"/>
            <a:ext cx="3257463" cy="82900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7" name="Rounded Rectangle 6"/>
          <p:cNvSpPr/>
          <p:nvPr/>
        </p:nvSpPr>
        <p:spPr>
          <a:xfrm>
            <a:off x="783771" y="1863778"/>
            <a:ext cx="3373886" cy="1216884"/>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sz="2200" dirty="0">
                <a:solidFill>
                  <a:schemeClr val="tx1"/>
                </a:solidFill>
              </a:rPr>
              <a:t>1.1 gain direct access to the CITS1003’s marks database in LMS</a:t>
            </a:r>
          </a:p>
        </p:txBody>
      </p:sp>
      <p:sp>
        <p:nvSpPr>
          <p:cNvPr id="8" name="Rounded Rectangle 7"/>
          <p:cNvSpPr/>
          <p:nvPr/>
        </p:nvSpPr>
        <p:spPr>
          <a:xfrm>
            <a:off x="4394553" y="1863778"/>
            <a:ext cx="2667247" cy="1216883"/>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sz="2200" dirty="0">
                <a:solidFill>
                  <a:schemeClr val="tx1"/>
                </a:solidFill>
              </a:rPr>
              <a:t>1.2 log in as an authenticated UC</a:t>
            </a:r>
          </a:p>
        </p:txBody>
      </p:sp>
      <p:sp>
        <p:nvSpPr>
          <p:cNvPr id="9" name="Rounded Rectangle 8"/>
          <p:cNvSpPr/>
          <p:nvPr/>
        </p:nvSpPr>
        <p:spPr>
          <a:xfrm>
            <a:off x="7298697" y="1863779"/>
            <a:ext cx="3020566" cy="1216882"/>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sz="2200" dirty="0">
                <a:solidFill>
                  <a:schemeClr val="tx1"/>
                </a:solidFill>
              </a:rPr>
              <a:t>1.3 hijack the web authentication session of the UC</a:t>
            </a:r>
          </a:p>
        </p:txBody>
      </p:sp>
      <p:cxnSp>
        <p:nvCxnSpPr>
          <p:cNvPr id="17" name="Straight Connector 16"/>
          <p:cNvCxnSpPr>
            <a:cxnSpLocks/>
            <a:stCxn id="5" idx="2"/>
            <a:endCxn id="8" idx="0"/>
          </p:cNvCxnSpPr>
          <p:nvPr/>
        </p:nvCxnSpPr>
        <p:spPr>
          <a:xfrm>
            <a:off x="5728177" y="1034771"/>
            <a:ext cx="0" cy="82900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a:cxnSpLocks/>
            <a:stCxn id="5" idx="2"/>
            <a:endCxn id="9" idx="0"/>
          </p:cNvCxnSpPr>
          <p:nvPr/>
        </p:nvCxnSpPr>
        <p:spPr>
          <a:xfrm>
            <a:off x="5728177" y="1034771"/>
            <a:ext cx="3080803" cy="82900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0" name="Rounded Rectangle 10">
            <a:extLst>
              <a:ext uri="{FF2B5EF4-FFF2-40B4-BE49-F238E27FC236}">
                <a16:creationId xmlns:a16="http://schemas.microsoft.com/office/drawing/2014/main" id="{DEAD9671-0D0E-49C6-8EB9-99AA326257BD}"/>
              </a:ext>
            </a:extLst>
          </p:cNvPr>
          <p:cNvSpPr/>
          <p:nvPr/>
        </p:nvSpPr>
        <p:spPr>
          <a:xfrm>
            <a:off x="190824" y="3931336"/>
            <a:ext cx="3399043" cy="1253296"/>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sz="2200" dirty="0">
                <a:solidFill>
                  <a:schemeClr val="tx1"/>
                </a:solidFill>
              </a:rPr>
              <a:t>1.1.1 exploit a software vulnerability in the LMS</a:t>
            </a:r>
          </a:p>
        </p:txBody>
      </p:sp>
      <p:cxnSp>
        <p:nvCxnSpPr>
          <p:cNvPr id="11" name="Straight Connector 10">
            <a:extLst>
              <a:ext uri="{FF2B5EF4-FFF2-40B4-BE49-F238E27FC236}">
                <a16:creationId xmlns:a16="http://schemas.microsoft.com/office/drawing/2014/main" id="{0BB69833-9B0D-4152-B890-103A04B46BB6}"/>
              </a:ext>
            </a:extLst>
          </p:cNvPr>
          <p:cNvCxnSpPr>
            <a:cxnSpLocks/>
            <a:stCxn id="7" idx="2"/>
            <a:endCxn id="10" idx="0"/>
          </p:cNvCxnSpPr>
          <p:nvPr/>
        </p:nvCxnSpPr>
        <p:spPr>
          <a:xfrm flipH="1">
            <a:off x="1890346" y="3080662"/>
            <a:ext cx="580368" cy="85067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2" name="Rounded Rectangle 13">
            <a:extLst>
              <a:ext uri="{FF2B5EF4-FFF2-40B4-BE49-F238E27FC236}">
                <a16:creationId xmlns:a16="http://schemas.microsoft.com/office/drawing/2014/main" id="{B7CF5227-B740-44FC-8B2E-6486B55C4B10}"/>
              </a:ext>
            </a:extLst>
          </p:cNvPr>
          <p:cNvSpPr/>
          <p:nvPr/>
        </p:nvSpPr>
        <p:spPr>
          <a:xfrm>
            <a:off x="9181301" y="3931336"/>
            <a:ext cx="2665420" cy="1253296"/>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hangingPunct="0">
              <a:tabLst>
                <a:tab pos="731976" algn="l"/>
                <a:tab pos="1951146" algn="l"/>
                <a:tab pos="3170315" algn="l"/>
                <a:tab pos="4389485" algn="l"/>
                <a:tab pos="5608654" algn="l"/>
                <a:tab pos="6827824" algn="l"/>
                <a:tab pos="8046993" algn="l"/>
                <a:tab pos="9266163" algn="l"/>
                <a:tab pos="10485333" algn="l"/>
                <a:tab pos="11704502" algn="l"/>
                <a:tab pos="12923672" algn="l"/>
              </a:tabLst>
            </a:pPr>
            <a:r>
              <a:rPr lang="en-NZ" sz="2200" dirty="0">
                <a:solidFill>
                  <a:schemeClr val="tx1"/>
                </a:solidFill>
              </a:rPr>
              <a:t>1.3.1 steal the UC’s session cookie</a:t>
            </a:r>
          </a:p>
        </p:txBody>
      </p:sp>
      <p:cxnSp>
        <p:nvCxnSpPr>
          <p:cNvPr id="13" name="Straight Connector 12">
            <a:extLst>
              <a:ext uri="{FF2B5EF4-FFF2-40B4-BE49-F238E27FC236}">
                <a16:creationId xmlns:a16="http://schemas.microsoft.com/office/drawing/2014/main" id="{FB306E84-8517-434B-83B1-FD8280698B34}"/>
              </a:ext>
            </a:extLst>
          </p:cNvPr>
          <p:cNvCxnSpPr>
            <a:cxnSpLocks/>
            <a:stCxn id="9" idx="2"/>
            <a:endCxn id="12" idx="0"/>
          </p:cNvCxnSpPr>
          <p:nvPr/>
        </p:nvCxnSpPr>
        <p:spPr>
          <a:xfrm>
            <a:off x="8808980" y="3080661"/>
            <a:ext cx="1705031" cy="85067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4" name="Rounded Rectangle 11">
            <a:extLst>
              <a:ext uri="{FF2B5EF4-FFF2-40B4-BE49-F238E27FC236}">
                <a16:creationId xmlns:a16="http://schemas.microsoft.com/office/drawing/2014/main" id="{604E5D3D-7003-43CE-8F61-CE4D010653DE}"/>
              </a:ext>
            </a:extLst>
          </p:cNvPr>
          <p:cNvSpPr/>
          <p:nvPr/>
        </p:nvSpPr>
        <p:spPr>
          <a:xfrm>
            <a:off x="3815778" y="3931336"/>
            <a:ext cx="2248281" cy="1253296"/>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sz="2200" dirty="0">
                <a:solidFill>
                  <a:schemeClr val="tx1"/>
                </a:solidFill>
              </a:rPr>
              <a:t>1.2.1 perform a brute-force login</a:t>
            </a:r>
          </a:p>
        </p:txBody>
      </p:sp>
      <p:sp>
        <p:nvSpPr>
          <p:cNvPr id="15" name="Rounded Rectangle 12">
            <a:extLst>
              <a:ext uri="{FF2B5EF4-FFF2-40B4-BE49-F238E27FC236}">
                <a16:creationId xmlns:a16="http://schemas.microsoft.com/office/drawing/2014/main" id="{68AAF1D9-03BE-4414-BB0E-3F2221E51EFA}"/>
              </a:ext>
            </a:extLst>
          </p:cNvPr>
          <p:cNvSpPr/>
          <p:nvPr/>
        </p:nvSpPr>
        <p:spPr>
          <a:xfrm>
            <a:off x="6289971" y="3931336"/>
            <a:ext cx="2665419" cy="1253296"/>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sz="2200" dirty="0">
                <a:solidFill>
                  <a:schemeClr val="tx1"/>
                </a:solidFill>
              </a:rPr>
              <a:t>1.2.2 steal the UC’s login credentials</a:t>
            </a:r>
          </a:p>
        </p:txBody>
      </p:sp>
      <p:cxnSp>
        <p:nvCxnSpPr>
          <p:cNvPr id="16" name="Straight Connector 15">
            <a:extLst>
              <a:ext uri="{FF2B5EF4-FFF2-40B4-BE49-F238E27FC236}">
                <a16:creationId xmlns:a16="http://schemas.microsoft.com/office/drawing/2014/main" id="{D011E090-48B4-4787-A7E6-177F361C308B}"/>
              </a:ext>
            </a:extLst>
          </p:cNvPr>
          <p:cNvCxnSpPr>
            <a:cxnSpLocks/>
            <a:stCxn id="8" idx="2"/>
            <a:endCxn id="14" idx="0"/>
          </p:cNvCxnSpPr>
          <p:nvPr/>
        </p:nvCxnSpPr>
        <p:spPr>
          <a:xfrm flipH="1">
            <a:off x="4939919" y="3080661"/>
            <a:ext cx="788258" cy="85067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339FD23C-31E7-4F29-A364-1686F16A3693}"/>
              </a:ext>
            </a:extLst>
          </p:cNvPr>
          <p:cNvCxnSpPr>
            <a:cxnSpLocks/>
            <a:stCxn id="8" idx="2"/>
            <a:endCxn id="15" idx="0"/>
          </p:cNvCxnSpPr>
          <p:nvPr/>
        </p:nvCxnSpPr>
        <p:spPr>
          <a:xfrm>
            <a:off x="5728177" y="3080661"/>
            <a:ext cx="1894504" cy="85067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0" name="Rounded Rectangle 26">
            <a:extLst>
              <a:ext uri="{FF2B5EF4-FFF2-40B4-BE49-F238E27FC236}">
                <a16:creationId xmlns:a16="http://schemas.microsoft.com/office/drawing/2014/main" id="{F850F898-0AA5-466C-918E-CB3E685659C0}"/>
              </a:ext>
            </a:extLst>
          </p:cNvPr>
          <p:cNvSpPr/>
          <p:nvPr/>
        </p:nvSpPr>
        <p:spPr>
          <a:xfrm>
            <a:off x="1739421" y="5805494"/>
            <a:ext cx="2825098" cy="886917"/>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sz="2200" dirty="0">
                <a:solidFill>
                  <a:schemeClr val="tx1"/>
                </a:solidFill>
              </a:rPr>
              <a:t>1.2.1.1 identify the UC’s username</a:t>
            </a:r>
          </a:p>
        </p:txBody>
      </p:sp>
      <p:sp>
        <p:nvSpPr>
          <p:cNvPr id="21" name="Rounded Rectangle 27">
            <a:extLst>
              <a:ext uri="{FF2B5EF4-FFF2-40B4-BE49-F238E27FC236}">
                <a16:creationId xmlns:a16="http://schemas.microsoft.com/office/drawing/2014/main" id="{F1F3E9F6-00BE-45B9-AC77-CE04C425F546}"/>
              </a:ext>
            </a:extLst>
          </p:cNvPr>
          <p:cNvSpPr/>
          <p:nvPr/>
        </p:nvSpPr>
        <p:spPr>
          <a:xfrm>
            <a:off x="5297561" y="5805494"/>
            <a:ext cx="3062668" cy="886917"/>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sz="2200" dirty="0">
                <a:solidFill>
                  <a:schemeClr val="tx1"/>
                </a:solidFill>
              </a:rPr>
              <a:t>1.2.1.2 identify the UC’s password</a:t>
            </a:r>
          </a:p>
        </p:txBody>
      </p:sp>
      <p:cxnSp>
        <p:nvCxnSpPr>
          <p:cNvPr id="22" name="Straight Connector 21">
            <a:extLst>
              <a:ext uri="{FF2B5EF4-FFF2-40B4-BE49-F238E27FC236}">
                <a16:creationId xmlns:a16="http://schemas.microsoft.com/office/drawing/2014/main" id="{EAEDC152-2C27-4AF8-8480-6B4726B11871}"/>
              </a:ext>
            </a:extLst>
          </p:cNvPr>
          <p:cNvCxnSpPr>
            <a:cxnSpLocks/>
            <a:endCxn id="20" idx="0"/>
          </p:cNvCxnSpPr>
          <p:nvPr/>
        </p:nvCxnSpPr>
        <p:spPr>
          <a:xfrm flipH="1">
            <a:off x="3151970" y="5184632"/>
            <a:ext cx="1770818" cy="62086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732170DB-BE10-4A18-9997-6579A9851A10}"/>
              </a:ext>
            </a:extLst>
          </p:cNvPr>
          <p:cNvCxnSpPr>
            <a:cxnSpLocks/>
            <a:stCxn id="14" idx="2"/>
            <a:endCxn id="21" idx="0"/>
          </p:cNvCxnSpPr>
          <p:nvPr/>
        </p:nvCxnSpPr>
        <p:spPr>
          <a:xfrm>
            <a:off x="4939919" y="5184632"/>
            <a:ext cx="1888976" cy="62086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4" name="Freeform 30">
            <a:extLst>
              <a:ext uri="{FF2B5EF4-FFF2-40B4-BE49-F238E27FC236}">
                <a16:creationId xmlns:a16="http://schemas.microsoft.com/office/drawing/2014/main" id="{306A2F3A-ECBE-49E8-B89C-36F2E0E9A190}"/>
              </a:ext>
            </a:extLst>
          </p:cNvPr>
          <p:cNvSpPr/>
          <p:nvPr/>
        </p:nvSpPr>
        <p:spPr>
          <a:xfrm>
            <a:off x="4743106" y="5306635"/>
            <a:ext cx="489987" cy="162181"/>
          </a:xfrm>
          <a:custGeom>
            <a:avLst/>
            <a:gdLst>
              <a:gd name="connsiteX0" fmla="*/ 0 w 476250"/>
              <a:gd name="connsiteY0" fmla="*/ 0 h 142944"/>
              <a:gd name="connsiteX1" fmla="*/ 228600 w 476250"/>
              <a:gd name="connsiteY1" fmla="*/ 142875 h 142944"/>
              <a:gd name="connsiteX2" fmla="*/ 476250 w 476250"/>
              <a:gd name="connsiteY2" fmla="*/ 19050 h 142944"/>
              <a:gd name="connsiteX0" fmla="*/ 0 w 476250"/>
              <a:gd name="connsiteY0" fmla="*/ 0 h 142978"/>
              <a:gd name="connsiteX1" fmla="*/ 228600 w 476250"/>
              <a:gd name="connsiteY1" fmla="*/ 142875 h 142978"/>
              <a:gd name="connsiteX2" fmla="*/ 476250 w 476250"/>
              <a:gd name="connsiteY2" fmla="*/ 19050 h 142978"/>
              <a:gd name="connsiteX0" fmla="*/ 0 w 476250"/>
              <a:gd name="connsiteY0" fmla="*/ 0 h 147735"/>
              <a:gd name="connsiteX1" fmla="*/ 247650 w 476250"/>
              <a:gd name="connsiteY1" fmla="*/ 147638 h 147735"/>
              <a:gd name="connsiteX2" fmla="*/ 476250 w 476250"/>
              <a:gd name="connsiteY2" fmla="*/ 19050 h 147735"/>
              <a:gd name="connsiteX0" fmla="*/ 0 w 476250"/>
              <a:gd name="connsiteY0" fmla="*/ 0 h 147661"/>
              <a:gd name="connsiteX1" fmla="*/ 247650 w 476250"/>
              <a:gd name="connsiteY1" fmla="*/ 147638 h 147661"/>
              <a:gd name="connsiteX2" fmla="*/ 476250 w 476250"/>
              <a:gd name="connsiteY2" fmla="*/ 19050 h 147661"/>
              <a:gd name="connsiteX0" fmla="*/ 0 w 464344"/>
              <a:gd name="connsiteY0" fmla="*/ 0 h 147690"/>
              <a:gd name="connsiteX1" fmla="*/ 247650 w 464344"/>
              <a:gd name="connsiteY1" fmla="*/ 147638 h 147690"/>
              <a:gd name="connsiteX2" fmla="*/ 464344 w 464344"/>
              <a:gd name="connsiteY2" fmla="*/ 14288 h 147690"/>
              <a:gd name="connsiteX0" fmla="*/ 0 w 464344"/>
              <a:gd name="connsiteY0" fmla="*/ 0 h 147701"/>
              <a:gd name="connsiteX1" fmla="*/ 247650 w 464344"/>
              <a:gd name="connsiteY1" fmla="*/ 147638 h 147701"/>
              <a:gd name="connsiteX2" fmla="*/ 464344 w 464344"/>
              <a:gd name="connsiteY2" fmla="*/ 14288 h 147701"/>
              <a:gd name="connsiteX0" fmla="*/ 0 w 464344"/>
              <a:gd name="connsiteY0" fmla="*/ 0 h 147701"/>
              <a:gd name="connsiteX1" fmla="*/ 247650 w 464344"/>
              <a:gd name="connsiteY1" fmla="*/ 147638 h 147701"/>
              <a:gd name="connsiteX2" fmla="*/ 464344 w 464344"/>
              <a:gd name="connsiteY2" fmla="*/ 14288 h 147701"/>
              <a:gd name="connsiteX0" fmla="*/ 0 w 464344"/>
              <a:gd name="connsiteY0" fmla="*/ 0 h 147701"/>
              <a:gd name="connsiteX1" fmla="*/ 247650 w 464344"/>
              <a:gd name="connsiteY1" fmla="*/ 147638 h 147701"/>
              <a:gd name="connsiteX2" fmla="*/ 464344 w 464344"/>
              <a:gd name="connsiteY2" fmla="*/ 14288 h 147701"/>
              <a:gd name="connsiteX0" fmla="*/ 0 w 464344"/>
              <a:gd name="connsiteY0" fmla="*/ 0 h 150080"/>
              <a:gd name="connsiteX1" fmla="*/ 204788 w 464344"/>
              <a:gd name="connsiteY1" fmla="*/ 150019 h 150080"/>
              <a:gd name="connsiteX2" fmla="*/ 464344 w 464344"/>
              <a:gd name="connsiteY2" fmla="*/ 14288 h 150080"/>
            </a:gdLst>
            <a:ahLst/>
            <a:cxnLst>
              <a:cxn ang="0">
                <a:pos x="connsiteX0" y="connsiteY0"/>
              </a:cxn>
              <a:cxn ang="0">
                <a:pos x="connsiteX1" y="connsiteY1"/>
              </a:cxn>
              <a:cxn ang="0">
                <a:pos x="connsiteX2" y="connsiteY2"/>
              </a:cxn>
            </a:cxnLst>
            <a:rect l="l" t="t" r="r" b="b"/>
            <a:pathLst>
              <a:path w="464344" h="150080">
                <a:moveTo>
                  <a:pt x="0" y="0"/>
                </a:moveTo>
                <a:cubicBezTo>
                  <a:pt x="67468" y="100806"/>
                  <a:pt x="127397" y="147638"/>
                  <a:pt x="204788" y="150019"/>
                </a:cubicBezTo>
                <a:cubicBezTo>
                  <a:pt x="282179" y="152400"/>
                  <a:pt x="407989" y="84932"/>
                  <a:pt x="464344" y="14288"/>
                </a:cubicBezTo>
              </a:path>
            </a:pathLst>
          </a:cu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Z" sz="1867">
              <a:solidFill>
                <a:schemeClr val="tx1"/>
              </a:solidFill>
            </a:endParaRPr>
          </a:p>
        </p:txBody>
      </p:sp>
      <p:sp>
        <p:nvSpPr>
          <p:cNvPr id="27" name="Title 3">
            <a:extLst>
              <a:ext uri="{FF2B5EF4-FFF2-40B4-BE49-F238E27FC236}">
                <a16:creationId xmlns:a16="http://schemas.microsoft.com/office/drawing/2014/main" id="{D9DBD2C0-09AC-4053-B6F4-8DC9AF867934}"/>
              </a:ext>
            </a:extLst>
          </p:cNvPr>
          <p:cNvSpPr txBox="1">
            <a:spLocks/>
          </p:cNvSpPr>
          <p:nvPr/>
        </p:nvSpPr>
        <p:spPr>
          <a:xfrm>
            <a:off x="8240455" y="5972616"/>
            <a:ext cx="1881691" cy="545173"/>
          </a:xfrm>
          <a:prstGeom prst="rect">
            <a:avLst/>
          </a:prstGeom>
          <a:effectLst>
            <a:outerShdw blurRad="25400" dir="17880000">
              <a:srgbClr val="000000">
                <a:alpha val="46000"/>
              </a:srgbClr>
            </a:outerShdw>
          </a:effectLst>
        </p:spPr>
        <p:txBody>
          <a:bodyPr vert="horz" lIns="91440" tIns="45720" rIns="91440" bIns="45720" rtlCol="0" anchor="ctr">
            <a:normAutofit/>
          </a:bodyPr>
          <a:lstStyle>
            <a:lvl1pPr algn="ctr" defTabSz="457200" rtl="0" eaLnBrk="1" latinLnBrk="0" hangingPunct="1">
              <a:lnSpc>
                <a:spcPct val="90000"/>
              </a:lnSpc>
              <a:spcBef>
                <a:spcPct val="0"/>
              </a:spcBef>
              <a:buNone/>
              <a:defRPr sz="40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j-lt"/>
                <a:ea typeface="+mj-ea"/>
                <a:cs typeface="Trebuchet M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AU" sz="2800" dirty="0">
                <a:solidFill>
                  <a:srgbClr val="FF0000"/>
                </a:solidFill>
                <a:latin typeface="+mn-lt"/>
                <a:ea typeface="+mn-ea"/>
                <a:cs typeface="+mn-cs"/>
              </a:rPr>
              <a:t>level-4</a:t>
            </a:r>
          </a:p>
        </p:txBody>
      </p:sp>
      <p:sp>
        <p:nvSpPr>
          <p:cNvPr id="28" name="Title 3">
            <a:extLst>
              <a:ext uri="{FF2B5EF4-FFF2-40B4-BE49-F238E27FC236}">
                <a16:creationId xmlns:a16="http://schemas.microsoft.com/office/drawing/2014/main" id="{4C0A9D4F-1E31-4268-9A47-76D763C5D519}"/>
              </a:ext>
            </a:extLst>
          </p:cNvPr>
          <p:cNvSpPr txBox="1">
            <a:spLocks/>
          </p:cNvSpPr>
          <p:nvPr/>
        </p:nvSpPr>
        <p:spPr>
          <a:xfrm>
            <a:off x="10227263" y="3452773"/>
            <a:ext cx="1881691" cy="545173"/>
          </a:xfrm>
          <a:prstGeom prst="rect">
            <a:avLst/>
          </a:prstGeom>
          <a:effectLst>
            <a:outerShdw blurRad="25400" dir="17880000">
              <a:srgbClr val="000000">
                <a:alpha val="46000"/>
              </a:srgbClr>
            </a:outerShdw>
          </a:effectLst>
        </p:spPr>
        <p:txBody>
          <a:bodyPr vert="horz" lIns="91440" tIns="45720" rIns="91440" bIns="45720" rtlCol="0" anchor="ctr">
            <a:normAutofit/>
          </a:bodyPr>
          <a:lstStyle>
            <a:lvl1pPr algn="ctr" defTabSz="457200" rtl="0" eaLnBrk="1" latinLnBrk="0" hangingPunct="1">
              <a:lnSpc>
                <a:spcPct val="90000"/>
              </a:lnSpc>
              <a:spcBef>
                <a:spcPct val="0"/>
              </a:spcBef>
              <a:buNone/>
              <a:defRPr sz="40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j-lt"/>
                <a:ea typeface="+mj-ea"/>
                <a:cs typeface="Trebuchet M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AU" sz="2800" dirty="0">
                <a:solidFill>
                  <a:srgbClr val="FF0000"/>
                </a:solidFill>
                <a:latin typeface="+mn-lt"/>
                <a:ea typeface="+mn-ea"/>
                <a:cs typeface="+mn-cs"/>
              </a:rPr>
              <a:t>level-3</a:t>
            </a:r>
          </a:p>
        </p:txBody>
      </p:sp>
      <p:sp>
        <p:nvSpPr>
          <p:cNvPr id="29" name="Title 3">
            <a:extLst>
              <a:ext uri="{FF2B5EF4-FFF2-40B4-BE49-F238E27FC236}">
                <a16:creationId xmlns:a16="http://schemas.microsoft.com/office/drawing/2014/main" id="{993ECB27-8087-4DF1-9468-0C4D8E34EBDF}"/>
              </a:ext>
            </a:extLst>
          </p:cNvPr>
          <p:cNvSpPr txBox="1">
            <a:spLocks/>
          </p:cNvSpPr>
          <p:nvPr/>
        </p:nvSpPr>
        <p:spPr>
          <a:xfrm>
            <a:off x="8772794" y="1363101"/>
            <a:ext cx="1881691" cy="545173"/>
          </a:xfrm>
          <a:prstGeom prst="rect">
            <a:avLst/>
          </a:prstGeom>
          <a:effectLst>
            <a:outerShdw blurRad="25400" dir="17880000">
              <a:srgbClr val="000000">
                <a:alpha val="46000"/>
              </a:srgbClr>
            </a:outerShdw>
          </a:effectLst>
        </p:spPr>
        <p:txBody>
          <a:bodyPr vert="horz" lIns="91440" tIns="45720" rIns="91440" bIns="45720" rtlCol="0" anchor="ctr">
            <a:normAutofit/>
          </a:bodyPr>
          <a:lstStyle>
            <a:lvl1pPr algn="ctr" defTabSz="457200" rtl="0" eaLnBrk="1" latinLnBrk="0" hangingPunct="1">
              <a:lnSpc>
                <a:spcPct val="90000"/>
              </a:lnSpc>
              <a:spcBef>
                <a:spcPct val="0"/>
              </a:spcBef>
              <a:buNone/>
              <a:defRPr sz="40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j-lt"/>
                <a:ea typeface="+mj-ea"/>
                <a:cs typeface="Trebuchet M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AU" sz="2800" dirty="0">
                <a:solidFill>
                  <a:srgbClr val="FF0000"/>
                </a:solidFill>
                <a:latin typeface="+mn-lt"/>
                <a:ea typeface="+mn-ea"/>
                <a:cs typeface="+mn-cs"/>
              </a:rPr>
              <a:t>level-2</a:t>
            </a:r>
          </a:p>
        </p:txBody>
      </p:sp>
      <p:sp>
        <p:nvSpPr>
          <p:cNvPr id="30" name="Title 3">
            <a:extLst>
              <a:ext uri="{FF2B5EF4-FFF2-40B4-BE49-F238E27FC236}">
                <a16:creationId xmlns:a16="http://schemas.microsoft.com/office/drawing/2014/main" id="{0FBB5E97-26D4-4CAD-B821-6B9C5CB65F4D}"/>
              </a:ext>
            </a:extLst>
          </p:cNvPr>
          <p:cNvSpPr txBox="1">
            <a:spLocks/>
          </p:cNvSpPr>
          <p:nvPr/>
        </p:nvSpPr>
        <p:spPr>
          <a:xfrm>
            <a:off x="7622680" y="274397"/>
            <a:ext cx="1881691" cy="545173"/>
          </a:xfrm>
          <a:prstGeom prst="rect">
            <a:avLst/>
          </a:prstGeom>
          <a:effectLst>
            <a:outerShdw blurRad="25400" dir="17880000">
              <a:srgbClr val="000000">
                <a:alpha val="46000"/>
              </a:srgbClr>
            </a:outerShdw>
          </a:effectLst>
        </p:spPr>
        <p:txBody>
          <a:bodyPr vert="horz" lIns="91440" tIns="45720" rIns="91440" bIns="45720" rtlCol="0" anchor="ctr">
            <a:normAutofit/>
          </a:bodyPr>
          <a:lstStyle>
            <a:lvl1pPr algn="ctr" defTabSz="457200" rtl="0" eaLnBrk="1" latinLnBrk="0" hangingPunct="1">
              <a:lnSpc>
                <a:spcPct val="90000"/>
              </a:lnSpc>
              <a:spcBef>
                <a:spcPct val="0"/>
              </a:spcBef>
              <a:buNone/>
              <a:defRPr sz="40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j-lt"/>
                <a:ea typeface="+mj-ea"/>
                <a:cs typeface="Trebuchet M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AU" sz="2800" dirty="0">
                <a:solidFill>
                  <a:srgbClr val="FF0000"/>
                </a:solidFill>
                <a:latin typeface="+mn-lt"/>
                <a:ea typeface="+mn-ea"/>
                <a:cs typeface="+mn-cs"/>
              </a:rPr>
              <a:t>level-1</a:t>
            </a:r>
          </a:p>
        </p:txBody>
      </p:sp>
      <p:sp>
        <p:nvSpPr>
          <p:cNvPr id="31" name="Oval 30">
            <a:extLst>
              <a:ext uri="{FF2B5EF4-FFF2-40B4-BE49-F238E27FC236}">
                <a16:creationId xmlns:a16="http://schemas.microsoft.com/office/drawing/2014/main" id="{62BA09CF-5A03-4A24-B469-0ACC968B19BB}"/>
              </a:ext>
            </a:extLst>
          </p:cNvPr>
          <p:cNvSpPr/>
          <p:nvPr/>
        </p:nvSpPr>
        <p:spPr>
          <a:xfrm>
            <a:off x="1620636" y="5402281"/>
            <a:ext cx="616416" cy="545173"/>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r>
              <a:rPr lang="en-AU" sz="4267" b="1" dirty="0">
                <a:solidFill>
                  <a:schemeClr val="tx1"/>
                </a:solidFill>
              </a:rPr>
              <a:t>P</a:t>
            </a:r>
          </a:p>
        </p:txBody>
      </p:sp>
      <p:sp>
        <p:nvSpPr>
          <p:cNvPr id="32" name="Oval 31">
            <a:extLst>
              <a:ext uri="{FF2B5EF4-FFF2-40B4-BE49-F238E27FC236}">
                <a16:creationId xmlns:a16="http://schemas.microsoft.com/office/drawing/2014/main" id="{9ECEA4D1-CAD3-48C5-B68D-D696FEF0F15A}"/>
              </a:ext>
            </a:extLst>
          </p:cNvPr>
          <p:cNvSpPr/>
          <p:nvPr/>
        </p:nvSpPr>
        <p:spPr>
          <a:xfrm>
            <a:off x="5097047" y="5495063"/>
            <a:ext cx="616416" cy="545173"/>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r>
              <a:rPr lang="en-AU" sz="4267" b="1" dirty="0">
                <a:solidFill>
                  <a:schemeClr val="tx1"/>
                </a:solidFill>
              </a:rPr>
              <a:t>I</a:t>
            </a:r>
          </a:p>
        </p:txBody>
      </p:sp>
      <p:sp>
        <p:nvSpPr>
          <p:cNvPr id="33" name="Oval 32">
            <a:extLst>
              <a:ext uri="{FF2B5EF4-FFF2-40B4-BE49-F238E27FC236}">
                <a16:creationId xmlns:a16="http://schemas.microsoft.com/office/drawing/2014/main" id="{8FAB1DEB-6DC1-433E-97F6-79AF416CCB93}"/>
              </a:ext>
            </a:extLst>
          </p:cNvPr>
          <p:cNvSpPr/>
          <p:nvPr/>
        </p:nvSpPr>
        <p:spPr>
          <a:xfrm>
            <a:off x="46999" y="3579636"/>
            <a:ext cx="616416" cy="545173"/>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r>
              <a:rPr lang="en-AU" sz="4267" b="1" dirty="0">
                <a:solidFill>
                  <a:schemeClr val="tx1"/>
                </a:solidFill>
              </a:rPr>
              <a:t>I</a:t>
            </a:r>
          </a:p>
        </p:txBody>
      </p:sp>
      <p:sp>
        <p:nvSpPr>
          <p:cNvPr id="34" name="Oval 33">
            <a:extLst>
              <a:ext uri="{FF2B5EF4-FFF2-40B4-BE49-F238E27FC236}">
                <a16:creationId xmlns:a16="http://schemas.microsoft.com/office/drawing/2014/main" id="{28C61ADE-1D89-4092-9E55-40D9C6A6B7FF}"/>
              </a:ext>
            </a:extLst>
          </p:cNvPr>
          <p:cNvSpPr/>
          <p:nvPr/>
        </p:nvSpPr>
        <p:spPr>
          <a:xfrm>
            <a:off x="6108295" y="3579637"/>
            <a:ext cx="616416" cy="545173"/>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r>
              <a:rPr lang="en-AU" sz="4267" b="1" dirty="0">
                <a:solidFill>
                  <a:schemeClr val="tx1"/>
                </a:solidFill>
              </a:rPr>
              <a:t>P</a:t>
            </a:r>
          </a:p>
        </p:txBody>
      </p:sp>
      <p:sp>
        <p:nvSpPr>
          <p:cNvPr id="35" name="Oval 34">
            <a:extLst>
              <a:ext uri="{FF2B5EF4-FFF2-40B4-BE49-F238E27FC236}">
                <a16:creationId xmlns:a16="http://schemas.microsoft.com/office/drawing/2014/main" id="{B38B03E4-8ACA-4F93-9A37-96D7D64BDD7B}"/>
              </a:ext>
            </a:extLst>
          </p:cNvPr>
          <p:cNvSpPr/>
          <p:nvPr/>
        </p:nvSpPr>
        <p:spPr>
          <a:xfrm>
            <a:off x="9047790" y="3553285"/>
            <a:ext cx="616416" cy="545173"/>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r>
              <a:rPr lang="en-AU" sz="4267" b="1" dirty="0">
                <a:solidFill>
                  <a:schemeClr val="tx1"/>
                </a:solidFill>
              </a:rPr>
              <a:t>I</a:t>
            </a:r>
          </a:p>
        </p:txBody>
      </p:sp>
      <p:sp>
        <p:nvSpPr>
          <p:cNvPr id="41" name="Title 3">
            <a:extLst>
              <a:ext uri="{FF2B5EF4-FFF2-40B4-BE49-F238E27FC236}">
                <a16:creationId xmlns:a16="http://schemas.microsoft.com/office/drawing/2014/main" id="{6FCEA16E-0DE7-410C-B57A-29FDFBAA350B}"/>
              </a:ext>
            </a:extLst>
          </p:cNvPr>
          <p:cNvSpPr>
            <a:spLocks noGrp="1"/>
          </p:cNvSpPr>
          <p:nvPr>
            <p:ph type="title"/>
          </p:nvPr>
        </p:nvSpPr>
        <p:spPr>
          <a:xfrm>
            <a:off x="9394" y="464342"/>
            <a:ext cx="3651000" cy="669940"/>
          </a:xfrm>
        </p:spPr>
        <p:txBody>
          <a:bodyPr>
            <a:normAutofit/>
          </a:bodyPr>
          <a:lstStyle/>
          <a:p>
            <a:r>
              <a:rPr lang="en-AU" sz="2800" dirty="0">
                <a:solidFill>
                  <a:srgbClr val="FFC000"/>
                </a:solidFill>
                <a:latin typeface="+mn-lt"/>
                <a:ea typeface="+mn-ea"/>
                <a:cs typeface="+mn-cs"/>
              </a:rPr>
              <a:t>Possible or Impossible?</a:t>
            </a:r>
          </a:p>
        </p:txBody>
      </p:sp>
      <p:sp>
        <p:nvSpPr>
          <p:cNvPr id="42" name="Oval 41">
            <a:extLst>
              <a:ext uri="{FF2B5EF4-FFF2-40B4-BE49-F238E27FC236}">
                <a16:creationId xmlns:a16="http://schemas.microsoft.com/office/drawing/2014/main" id="{BBF60591-47FA-41A1-A903-D711EF168272}"/>
              </a:ext>
            </a:extLst>
          </p:cNvPr>
          <p:cNvSpPr/>
          <p:nvPr/>
        </p:nvSpPr>
        <p:spPr>
          <a:xfrm>
            <a:off x="3643908" y="3606369"/>
            <a:ext cx="616416" cy="545173"/>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r>
              <a:rPr lang="en-AU" sz="4267" b="1" dirty="0">
                <a:solidFill>
                  <a:schemeClr val="tx1"/>
                </a:solidFill>
              </a:rPr>
              <a:t>I</a:t>
            </a:r>
          </a:p>
        </p:txBody>
      </p:sp>
      <p:sp>
        <p:nvSpPr>
          <p:cNvPr id="43" name="Oval 42">
            <a:extLst>
              <a:ext uri="{FF2B5EF4-FFF2-40B4-BE49-F238E27FC236}">
                <a16:creationId xmlns:a16="http://schemas.microsoft.com/office/drawing/2014/main" id="{E26FDA39-4B11-4A3A-AE0B-E99AE5A8BE1A}"/>
              </a:ext>
            </a:extLst>
          </p:cNvPr>
          <p:cNvSpPr/>
          <p:nvPr/>
        </p:nvSpPr>
        <p:spPr>
          <a:xfrm>
            <a:off x="406263" y="1417533"/>
            <a:ext cx="786245" cy="618834"/>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r>
              <a:rPr lang="en-AU" sz="4267" b="1" dirty="0">
                <a:solidFill>
                  <a:schemeClr val="tx1"/>
                </a:solidFill>
              </a:rPr>
              <a:t>I</a:t>
            </a:r>
          </a:p>
        </p:txBody>
      </p:sp>
      <p:sp>
        <p:nvSpPr>
          <p:cNvPr id="38" name="Oval 37">
            <a:extLst>
              <a:ext uri="{FF2B5EF4-FFF2-40B4-BE49-F238E27FC236}">
                <a16:creationId xmlns:a16="http://schemas.microsoft.com/office/drawing/2014/main" id="{980EDAC6-CCF3-4514-9DFD-BDE924C30107}"/>
              </a:ext>
            </a:extLst>
          </p:cNvPr>
          <p:cNvSpPr/>
          <p:nvPr/>
        </p:nvSpPr>
        <p:spPr>
          <a:xfrm>
            <a:off x="7172507" y="1456450"/>
            <a:ext cx="786245" cy="618834"/>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r>
              <a:rPr lang="en-AU" sz="4267" b="1" dirty="0">
                <a:solidFill>
                  <a:schemeClr val="tx1"/>
                </a:solidFill>
              </a:rPr>
              <a:t>I</a:t>
            </a:r>
          </a:p>
        </p:txBody>
      </p:sp>
      <p:sp>
        <p:nvSpPr>
          <p:cNvPr id="39" name="Oval 38">
            <a:extLst>
              <a:ext uri="{FF2B5EF4-FFF2-40B4-BE49-F238E27FC236}">
                <a16:creationId xmlns:a16="http://schemas.microsoft.com/office/drawing/2014/main" id="{EC4E95AD-26D2-4EBD-976B-DA0CF5594735}"/>
              </a:ext>
            </a:extLst>
          </p:cNvPr>
          <p:cNvSpPr/>
          <p:nvPr/>
        </p:nvSpPr>
        <p:spPr>
          <a:xfrm>
            <a:off x="4212399" y="1417533"/>
            <a:ext cx="786245" cy="618834"/>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r>
              <a:rPr lang="en-AU" sz="4267" b="1" dirty="0">
                <a:solidFill>
                  <a:schemeClr val="tx1"/>
                </a:solidFill>
              </a:rPr>
              <a:t>P</a:t>
            </a:r>
          </a:p>
        </p:txBody>
      </p:sp>
      <p:sp>
        <p:nvSpPr>
          <p:cNvPr id="44" name="Oval 43">
            <a:extLst>
              <a:ext uri="{FF2B5EF4-FFF2-40B4-BE49-F238E27FC236}">
                <a16:creationId xmlns:a16="http://schemas.microsoft.com/office/drawing/2014/main" id="{F757B66A-6112-4FE1-BE2B-A094C4455AAB}"/>
              </a:ext>
            </a:extLst>
          </p:cNvPr>
          <p:cNvSpPr/>
          <p:nvPr/>
        </p:nvSpPr>
        <p:spPr>
          <a:xfrm>
            <a:off x="3165871" y="-68197"/>
            <a:ext cx="786245" cy="618834"/>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r>
              <a:rPr lang="en-AU" sz="4267" b="1" dirty="0">
                <a:solidFill>
                  <a:schemeClr val="tx1"/>
                </a:solidFill>
              </a:rPr>
              <a:t>P</a:t>
            </a:r>
          </a:p>
        </p:txBody>
      </p:sp>
    </p:spTree>
    <p:extLst>
      <p:ext uri="{BB962C8B-B14F-4D97-AF65-F5344CB8AC3E}">
        <p14:creationId xmlns:p14="http://schemas.microsoft.com/office/powerpoint/2010/main" val="125770744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55670E94-029C-4BA8-8D44-FBB339E4924F}" type="slidenum">
              <a:rPr lang="en-AU" smtClean="0">
                <a:solidFill>
                  <a:schemeClr val="tx1"/>
                </a:solidFill>
              </a:rPr>
              <a:pPr/>
              <a:t>31</a:t>
            </a:fld>
            <a:endParaRPr lang="en-AU" dirty="0">
              <a:solidFill>
                <a:schemeClr val="tx1"/>
              </a:solidFill>
            </a:endParaRPr>
          </a:p>
        </p:txBody>
      </p:sp>
      <p:sp>
        <p:nvSpPr>
          <p:cNvPr id="5" name="Rectangle 4"/>
          <p:cNvSpPr/>
          <p:nvPr/>
        </p:nvSpPr>
        <p:spPr>
          <a:xfrm>
            <a:off x="3764156" y="35705"/>
            <a:ext cx="3928041" cy="999066"/>
          </a:xfrm>
          <a:prstGeom prst="rect">
            <a:avLst/>
          </a:prstGeom>
          <a:solidFill>
            <a:schemeClr val="bg1"/>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sz="2200" dirty="0">
                <a:solidFill>
                  <a:schemeClr val="tx1"/>
                </a:solidFill>
              </a:rPr>
              <a:t>1 change students’ assessment marks in CITS1003 from LMS</a:t>
            </a:r>
          </a:p>
        </p:txBody>
      </p:sp>
      <p:cxnSp>
        <p:nvCxnSpPr>
          <p:cNvPr id="6" name="Straight Connector 5"/>
          <p:cNvCxnSpPr>
            <a:cxnSpLocks/>
            <a:stCxn id="5" idx="2"/>
            <a:endCxn id="7" idx="0"/>
          </p:cNvCxnSpPr>
          <p:nvPr/>
        </p:nvCxnSpPr>
        <p:spPr>
          <a:xfrm flipH="1">
            <a:off x="2470714" y="1034771"/>
            <a:ext cx="3257463" cy="82900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7" name="Rounded Rectangle 6"/>
          <p:cNvSpPr/>
          <p:nvPr/>
        </p:nvSpPr>
        <p:spPr>
          <a:xfrm>
            <a:off x="783771" y="1863778"/>
            <a:ext cx="3373886" cy="1216884"/>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sz="2200" dirty="0">
                <a:solidFill>
                  <a:schemeClr val="tx1"/>
                </a:solidFill>
              </a:rPr>
              <a:t>1.1 gain direct access to the CITS1003’s marks database in LMS</a:t>
            </a:r>
          </a:p>
        </p:txBody>
      </p:sp>
      <p:sp>
        <p:nvSpPr>
          <p:cNvPr id="8" name="Rounded Rectangle 7"/>
          <p:cNvSpPr/>
          <p:nvPr/>
        </p:nvSpPr>
        <p:spPr>
          <a:xfrm>
            <a:off x="4394553" y="1863778"/>
            <a:ext cx="2667247" cy="1216883"/>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sz="2200" dirty="0">
                <a:solidFill>
                  <a:schemeClr val="tx1"/>
                </a:solidFill>
              </a:rPr>
              <a:t>1.2 log in as an authenticated UC</a:t>
            </a:r>
          </a:p>
        </p:txBody>
      </p:sp>
      <p:sp>
        <p:nvSpPr>
          <p:cNvPr id="9" name="Rounded Rectangle 8"/>
          <p:cNvSpPr/>
          <p:nvPr/>
        </p:nvSpPr>
        <p:spPr>
          <a:xfrm>
            <a:off x="7298697" y="1863779"/>
            <a:ext cx="3020566" cy="1216882"/>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sz="2200" dirty="0">
                <a:solidFill>
                  <a:schemeClr val="tx1"/>
                </a:solidFill>
              </a:rPr>
              <a:t>1.3 hijack the web authentication session of the UC</a:t>
            </a:r>
          </a:p>
        </p:txBody>
      </p:sp>
      <p:cxnSp>
        <p:nvCxnSpPr>
          <p:cNvPr id="17" name="Straight Connector 16"/>
          <p:cNvCxnSpPr>
            <a:cxnSpLocks/>
            <a:stCxn id="5" idx="2"/>
            <a:endCxn id="8" idx="0"/>
          </p:cNvCxnSpPr>
          <p:nvPr/>
        </p:nvCxnSpPr>
        <p:spPr>
          <a:xfrm>
            <a:off x="5728177" y="1034771"/>
            <a:ext cx="0" cy="82900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a:cxnSpLocks/>
            <a:stCxn id="5" idx="2"/>
            <a:endCxn id="9" idx="0"/>
          </p:cNvCxnSpPr>
          <p:nvPr/>
        </p:nvCxnSpPr>
        <p:spPr>
          <a:xfrm>
            <a:off x="5728177" y="1034771"/>
            <a:ext cx="3080803" cy="82900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0" name="Rounded Rectangle 10">
            <a:extLst>
              <a:ext uri="{FF2B5EF4-FFF2-40B4-BE49-F238E27FC236}">
                <a16:creationId xmlns:a16="http://schemas.microsoft.com/office/drawing/2014/main" id="{DEAD9671-0D0E-49C6-8EB9-99AA326257BD}"/>
              </a:ext>
            </a:extLst>
          </p:cNvPr>
          <p:cNvSpPr/>
          <p:nvPr/>
        </p:nvSpPr>
        <p:spPr>
          <a:xfrm>
            <a:off x="190824" y="3931336"/>
            <a:ext cx="3399043" cy="1253296"/>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sz="2200" dirty="0">
                <a:solidFill>
                  <a:schemeClr val="tx1"/>
                </a:solidFill>
              </a:rPr>
              <a:t>1.1.1 exploit a software vulnerability in the LMS</a:t>
            </a:r>
          </a:p>
        </p:txBody>
      </p:sp>
      <p:cxnSp>
        <p:nvCxnSpPr>
          <p:cNvPr id="11" name="Straight Connector 10">
            <a:extLst>
              <a:ext uri="{FF2B5EF4-FFF2-40B4-BE49-F238E27FC236}">
                <a16:creationId xmlns:a16="http://schemas.microsoft.com/office/drawing/2014/main" id="{0BB69833-9B0D-4152-B890-103A04B46BB6}"/>
              </a:ext>
            </a:extLst>
          </p:cNvPr>
          <p:cNvCxnSpPr>
            <a:cxnSpLocks/>
            <a:stCxn id="7" idx="2"/>
            <a:endCxn id="10" idx="0"/>
          </p:cNvCxnSpPr>
          <p:nvPr/>
        </p:nvCxnSpPr>
        <p:spPr>
          <a:xfrm flipH="1">
            <a:off x="1890346" y="3080662"/>
            <a:ext cx="580368" cy="85067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2" name="Rounded Rectangle 13">
            <a:extLst>
              <a:ext uri="{FF2B5EF4-FFF2-40B4-BE49-F238E27FC236}">
                <a16:creationId xmlns:a16="http://schemas.microsoft.com/office/drawing/2014/main" id="{B7CF5227-B740-44FC-8B2E-6486B55C4B10}"/>
              </a:ext>
            </a:extLst>
          </p:cNvPr>
          <p:cNvSpPr/>
          <p:nvPr/>
        </p:nvSpPr>
        <p:spPr>
          <a:xfrm>
            <a:off x="9181301" y="3931336"/>
            <a:ext cx="2665420" cy="1253296"/>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hangingPunct="0">
              <a:tabLst>
                <a:tab pos="731976" algn="l"/>
                <a:tab pos="1951146" algn="l"/>
                <a:tab pos="3170315" algn="l"/>
                <a:tab pos="4389485" algn="l"/>
                <a:tab pos="5608654" algn="l"/>
                <a:tab pos="6827824" algn="l"/>
                <a:tab pos="8046993" algn="l"/>
                <a:tab pos="9266163" algn="l"/>
                <a:tab pos="10485333" algn="l"/>
                <a:tab pos="11704502" algn="l"/>
                <a:tab pos="12923672" algn="l"/>
              </a:tabLst>
            </a:pPr>
            <a:r>
              <a:rPr lang="en-NZ" sz="2200" dirty="0">
                <a:solidFill>
                  <a:schemeClr val="tx1"/>
                </a:solidFill>
              </a:rPr>
              <a:t>1.3.1 steal the UC’s session cookie</a:t>
            </a:r>
          </a:p>
        </p:txBody>
      </p:sp>
      <p:cxnSp>
        <p:nvCxnSpPr>
          <p:cNvPr id="13" name="Straight Connector 12">
            <a:extLst>
              <a:ext uri="{FF2B5EF4-FFF2-40B4-BE49-F238E27FC236}">
                <a16:creationId xmlns:a16="http://schemas.microsoft.com/office/drawing/2014/main" id="{FB306E84-8517-434B-83B1-FD8280698B34}"/>
              </a:ext>
            </a:extLst>
          </p:cNvPr>
          <p:cNvCxnSpPr>
            <a:cxnSpLocks/>
            <a:stCxn id="9" idx="2"/>
            <a:endCxn id="12" idx="0"/>
          </p:cNvCxnSpPr>
          <p:nvPr/>
        </p:nvCxnSpPr>
        <p:spPr>
          <a:xfrm>
            <a:off x="8808980" y="3080661"/>
            <a:ext cx="1705031" cy="85067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4" name="Rounded Rectangle 11">
            <a:extLst>
              <a:ext uri="{FF2B5EF4-FFF2-40B4-BE49-F238E27FC236}">
                <a16:creationId xmlns:a16="http://schemas.microsoft.com/office/drawing/2014/main" id="{604E5D3D-7003-43CE-8F61-CE4D010653DE}"/>
              </a:ext>
            </a:extLst>
          </p:cNvPr>
          <p:cNvSpPr/>
          <p:nvPr/>
        </p:nvSpPr>
        <p:spPr>
          <a:xfrm>
            <a:off x="3815778" y="3931336"/>
            <a:ext cx="2248281" cy="1253296"/>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sz="2200" dirty="0">
                <a:solidFill>
                  <a:schemeClr val="tx1"/>
                </a:solidFill>
              </a:rPr>
              <a:t>1.2.1 perform a brute-force login</a:t>
            </a:r>
          </a:p>
        </p:txBody>
      </p:sp>
      <p:sp>
        <p:nvSpPr>
          <p:cNvPr id="15" name="Rounded Rectangle 12">
            <a:extLst>
              <a:ext uri="{FF2B5EF4-FFF2-40B4-BE49-F238E27FC236}">
                <a16:creationId xmlns:a16="http://schemas.microsoft.com/office/drawing/2014/main" id="{68AAF1D9-03BE-4414-BB0E-3F2221E51EFA}"/>
              </a:ext>
            </a:extLst>
          </p:cNvPr>
          <p:cNvSpPr/>
          <p:nvPr/>
        </p:nvSpPr>
        <p:spPr>
          <a:xfrm>
            <a:off x="6289971" y="3931336"/>
            <a:ext cx="2665419" cy="1253296"/>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sz="2200" dirty="0">
                <a:solidFill>
                  <a:schemeClr val="tx1"/>
                </a:solidFill>
              </a:rPr>
              <a:t>1.2.2 steal the UC’s login credentials</a:t>
            </a:r>
          </a:p>
        </p:txBody>
      </p:sp>
      <p:cxnSp>
        <p:nvCxnSpPr>
          <p:cNvPr id="16" name="Straight Connector 15">
            <a:extLst>
              <a:ext uri="{FF2B5EF4-FFF2-40B4-BE49-F238E27FC236}">
                <a16:creationId xmlns:a16="http://schemas.microsoft.com/office/drawing/2014/main" id="{D011E090-48B4-4787-A7E6-177F361C308B}"/>
              </a:ext>
            </a:extLst>
          </p:cNvPr>
          <p:cNvCxnSpPr>
            <a:cxnSpLocks/>
            <a:stCxn id="8" idx="2"/>
            <a:endCxn id="14" idx="0"/>
          </p:cNvCxnSpPr>
          <p:nvPr/>
        </p:nvCxnSpPr>
        <p:spPr>
          <a:xfrm flipH="1">
            <a:off x="4939919" y="3080661"/>
            <a:ext cx="788258" cy="85067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339FD23C-31E7-4F29-A364-1686F16A3693}"/>
              </a:ext>
            </a:extLst>
          </p:cNvPr>
          <p:cNvCxnSpPr>
            <a:cxnSpLocks/>
            <a:stCxn id="8" idx="2"/>
            <a:endCxn id="15" idx="0"/>
          </p:cNvCxnSpPr>
          <p:nvPr/>
        </p:nvCxnSpPr>
        <p:spPr>
          <a:xfrm>
            <a:off x="5728177" y="3080661"/>
            <a:ext cx="1894504" cy="85067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0" name="Rounded Rectangle 26">
            <a:extLst>
              <a:ext uri="{FF2B5EF4-FFF2-40B4-BE49-F238E27FC236}">
                <a16:creationId xmlns:a16="http://schemas.microsoft.com/office/drawing/2014/main" id="{F850F898-0AA5-466C-918E-CB3E685659C0}"/>
              </a:ext>
            </a:extLst>
          </p:cNvPr>
          <p:cNvSpPr/>
          <p:nvPr/>
        </p:nvSpPr>
        <p:spPr>
          <a:xfrm>
            <a:off x="1739421" y="5805494"/>
            <a:ext cx="2825098" cy="886917"/>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sz="2200" dirty="0">
                <a:solidFill>
                  <a:schemeClr val="tx1"/>
                </a:solidFill>
              </a:rPr>
              <a:t>1.2.1.1 identify the UC’s username</a:t>
            </a:r>
          </a:p>
        </p:txBody>
      </p:sp>
      <p:sp>
        <p:nvSpPr>
          <p:cNvPr id="21" name="Rounded Rectangle 27">
            <a:extLst>
              <a:ext uri="{FF2B5EF4-FFF2-40B4-BE49-F238E27FC236}">
                <a16:creationId xmlns:a16="http://schemas.microsoft.com/office/drawing/2014/main" id="{F1F3E9F6-00BE-45B9-AC77-CE04C425F546}"/>
              </a:ext>
            </a:extLst>
          </p:cNvPr>
          <p:cNvSpPr/>
          <p:nvPr/>
        </p:nvSpPr>
        <p:spPr>
          <a:xfrm>
            <a:off x="5297561" y="5805494"/>
            <a:ext cx="3062668" cy="886917"/>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sz="2200" dirty="0">
                <a:solidFill>
                  <a:schemeClr val="tx1"/>
                </a:solidFill>
              </a:rPr>
              <a:t>1.2.1.2 identify the UC’s password</a:t>
            </a:r>
          </a:p>
        </p:txBody>
      </p:sp>
      <p:cxnSp>
        <p:nvCxnSpPr>
          <p:cNvPr id="22" name="Straight Connector 21">
            <a:extLst>
              <a:ext uri="{FF2B5EF4-FFF2-40B4-BE49-F238E27FC236}">
                <a16:creationId xmlns:a16="http://schemas.microsoft.com/office/drawing/2014/main" id="{EAEDC152-2C27-4AF8-8480-6B4726B11871}"/>
              </a:ext>
            </a:extLst>
          </p:cNvPr>
          <p:cNvCxnSpPr>
            <a:cxnSpLocks/>
            <a:endCxn id="20" idx="0"/>
          </p:cNvCxnSpPr>
          <p:nvPr/>
        </p:nvCxnSpPr>
        <p:spPr>
          <a:xfrm flipH="1">
            <a:off x="3151970" y="5184632"/>
            <a:ext cx="1770818" cy="62086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732170DB-BE10-4A18-9997-6579A9851A10}"/>
              </a:ext>
            </a:extLst>
          </p:cNvPr>
          <p:cNvCxnSpPr>
            <a:cxnSpLocks/>
            <a:stCxn id="14" idx="2"/>
            <a:endCxn id="21" idx="0"/>
          </p:cNvCxnSpPr>
          <p:nvPr/>
        </p:nvCxnSpPr>
        <p:spPr>
          <a:xfrm>
            <a:off x="4939919" y="5184632"/>
            <a:ext cx="1888976" cy="62086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4" name="Freeform 30">
            <a:extLst>
              <a:ext uri="{FF2B5EF4-FFF2-40B4-BE49-F238E27FC236}">
                <a16:creationId xmlns:a16="http://schemas.microsoft.com/office/drawing/2014/main" id="{306A2F3A-ECBE-49E8-B89C-36F2E0E9A190}"/>
              </a:ext>
            </a:extLst>
          </p:cNvPr>
          <p:cNvSpPr/>
          <p:nvPr/>
        </p:nvSpPr>
        <p:spPr>
          <a:xfrm>
            <a:off x="4743106" y="5306635"/>
            <a:ext cx="489987" cy="162181"/>
          </a:xfrm>
          <a:custGeom>
            <a:avLst/>
            <a:gdLst>
              <a:gd name="connsiteX0" fmla="*/ 0 w 476250"/>
              <a:gd name="connsiteY0" fmla="*/ 0 h 142944"/>
              <a:gd name="connsiteX1" fmla="*/ 228600 w 476250"/>
              <a:gd name="connsiteY1" fmla="*/ 142875 h 142944"/>
              <a:gd name="connsiteX2" fmla="*/ 476250 w 476250"/>
              <a:gd name="connsiteY2" fmla="*/ 19050 h 142944"/>
              <a:gd name="connsiteX0" fmla="*/ 0 w 476250"/>
              <a:gd name="connsiteY0" fmla="*/ 0 h 142978"/>
              <a:gd name="connsiteX1" fmla="*/ 228600 w 476250"/>
              <a:gd name="connsiteY1" fmla="*/ 142875 h 142978"/>
              <a:gd name="connsiteX2" fmla="*/ 476250 w 476250"/>
              <a:gd name="connsiteY2" fmla="*/ 19050 h 142978"/>
              <a:gd name="connsiteX0" fmla="*/ 0 w 476250"/>
              <a:gd name="connsiteY0" fmla="*/ 0 h 147735"/>
              <a:gd name="connsiteX1" fmla="*/ 247650 w 476250"/>
              <a:gd name="connsiteY1" fmla="*/ 147638 h 147735"/>
              <a:gd name="connsiteX2" fmla="*/ 476250 w 476250"/>
              <a:gd name="connsiteY2" fmla="*/ 19050 h 147735"/>
              <a:gd name="connsiteX0" fmla="*/ 0 w 476250"/>
              <a:gd name="connsiteY0" fmla="*/ 0 h 147661"/>
              <a:gd name="connsiteX1" fmla="*/ 247650 w 476250"/>
              <a:gd name="connsiteY1" fmla="*/ 147638 h 147661"/>
              <a:gd name="connsiteX2" fmla="*/ 476250 w 476250"/>
              <a:gd name="connsiteY2" fmla="*/ 19050 h 147661"/>
              <a:gd name="connsiteX0" fmla="*/ 0 w 464344"/>
              <a:gd name="connsiteY0" fmla="*/ 0 h 147690"/>
              <a:gd name="connsiteX1" fmla="*/ 247650 w 464344"/>
              <a:gd name="connsiteY1" fmla="*/ 147638 h 147690"/>
              <a:gd name="connsiteX2" fmla="*/ 464344 w 464344"/>
              <a:gd name="connsiteY2" fmla="*/ 14288 h 147690"/>
              <a:gd name="connsiteX0" fmla="*/ 0 w 464344"/>
              <a:gd name="connsiteY0" fmla="*/ 0 h 147701"/>
              <a:gd name="connsiteX1" fmla="*/ 247650 w 464344"/>
              <a:gd name="connsiteY1" fmla="*/ 147638 h 147701"/>
              <a:gd name="connsiteX2" fmla="*/ 464344 w 464344"/>
              <a:gd name="connsiteY2" fmla="*/ 14288 h 147701"/>
              <a:gd name="connsiteX0" fmla="*/ 0 w 464344"/>
              <a:gd name="connsiteY0" fmla="*/ 0 h 147701"/>
              <a:gd name="connsiteX1" fmla="*/ 247650 w 464344"/>
              <a:gd name="connsiteY1" fmla="*/ 147638 h 147701"/>
              <a:gd name="connsiteX2" fmla="*/ 464344 w 464344"/>
              <a:gd name="connsiteY2" fmla="*/ 14288 h 147701"/>
              <a:gd name="connsiteX0" fmla="*/ 0 w 464344"/>
              <a:gd name="connsiteY0" fmla="*/ 0 h 147701"/>
              <a:gd name="connsiteX1" fmla="*/ 247650 w 464344"/>
              <a:gd name="connsiteY1" fmla="*/ 147638 h 147701"/>
              <a:gd name="connsiteX2" fmla="*/ 464344 w 464344"/>
              <a:gd name="connsiteY2" fmla="*/ 14288 h 147701"/>
              <a:gd name="connsiteX0" fmla="*/ 0 w 464344"/>
              <a:gd name="connsiteY0" fmla="*/ 0 h 150080"/>
              <a:gd name="connsiteX1" fmla="*/ 204788 w 464344"/>
              <a:gd name="connsiteY1" fmla="*/ 150019 h 150080"/>
              <a:gd name="connsiteX2" fmla="*/ 464344 w 464344"/>
              <a:gd name="connsiteY2" fmla="*/ 14288 h 150080"/>
            </a:gdLst>
            <a:ahLst/>
            <a:cxnLst>
              <a:cxn ang="0">
                <a:pos x="connsiteX0" y="connsiteY0"/>
              </a:cxn>
              <a:cxn ang="0">
                <a:pos x="connsiteX1" y="connsiteY1"/>
              </a:cxn>
              <a:cxn ang="0">
                <a:pos x="connsiteX2" y="connsiteY2"/>
              </a:cxn>
            </a:cxnLst>
            <a:rect l="l" t="t" r="r" b="b"/>
            <a:pathLst>
              <a:path w="464344" h="150080">
                <a:moveTo>
                  <a:pt x="0" y="0"/>
                </a:moveTo>
                <a:cubicBezTo>
                  <a:pt x="67468" y="100806"/>
                  <a:pt x="127397" y="147638"/>
                  <a:pt x="204788" y="150019"/>
                </a:cubicBezTo>
                <a:cubicBezTo>
                  <a:pt x="282179" y="152400"/>
                  <a:pt x="407989" y="84932"/>
                  <a:pt x="464344" y="14288"/>
                </a:cubicBezTo>
              </a:path>
            </a:pathLst>
          </a:cu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Z" sz="1867">
              <a:solidFill>
                <a:schemeClr val="tx1"/>
              </a:solidFill>
            </a:endParaRPr>
          </a:p>
        </p:txBody>
      </p:sp>
      <p:sp>
        <p:nvSpPr>
          <p:cNvPr id="27" name="Title 3">
            <a:extLst>
              <a:ext uri="{FF2B5EF4-FFF2-40B4-BE49-F238E27FC236}">
                <a16:creationId xmlns:a16="http://schemas.microsoft.com/office/drawing/2014/main" id="{D9DBD2C0-09AC-4053-B6F4-8DC9AF867934}"/>
              </a:ext>
            </a:extLst>
          </p:cNvPr>
          <p:cNvSpPr txBox="1">
            <a:spLocks/>
          </p:cNvSpPr>
          <p:nvPr/>
        </p:nvSpPr>
        <p:spPr>
          <a:xfrm>
            <a:off x="8240455" y="5972616"/>
            <a:ext cx="1881691" cy="545173"/>
          </a:xfrm>
          <a:prstGeom prst="rect">
            <a:avLst/>
          </a:prstGeom>
          <a:effectLst>
            <a:outerShdw blurRad="25400" dir="17880000">
              <a:srgbClr val="000000">
                <a:alpha val="46000"/>
              </a:srgbClr>
            </a:outerShdw>
          </a:effectLst>
        </p:spPr>
        <p:txBody>
          <a:bodyPr vert="horz" lIns="91440" tIns="45720" rIns="91440" bIns="45720" rtlCol="0" anchor="ctr">
            <a:normAutofit/>
          </a:bodyPr>
          <a:lstStyle>
            <a:lvl1pPr algn="ctr" defTabSz="457200" rtl="0" eaLnBrk="1" latinLnBrk="0" hangingPunct="1">
              <a:lnSpc>
                <a:spcPct val="90000"/>
              </a:lnSpc>
              <a:spcBef>
                <a:spcPct val="0"/>
              </a:spcBef>
              <a:buNone/>
              <a:defRPr sz="40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j-lt"/>
                <a:ea typeface="+mj-ea"/>
                <a:cs typeface="Trebuchet M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AU" sz="2800" dirty="0">
                <a:solidFill>
                  <a:srgbClr val="FF0000"/>
                </a:solidFill>
                <a:latin typeface="+mn-lt"/>
                <a:ea typeface="+mn-ea"/>
                <a:cs typeface="+mn-cs"/>
              </a:rPr>
              <a:t>level-4</a:t>
            </a:r>
          </a:p>
        </p:txBody>
      </p:sp>
      <p:sp>
        <p:nvSpPr>
          <p:cNvPr id="28" name="Title 3">
            <a:extLst>
              <a:ext uri="{FF2B5EF4-FFF2-40B4-BE49-F238E27FC236}">
                <a16:creationId xmlns:a16="http://schemas.microsoft.com/office/drawing/2014/main" id="{4C0A9D4F-1E31-4268-9A47-76D763C5D519}"/>
              </a:ext>
            </a:extLst>
          </p:cNvPr>
          <p:cNvSpPr txBox="1">
            <a:spLocks/>
          </p:cNvSpPr>
          <p:nvPr/>
        </p:nvSpPr>
        <p:spPr>
          <a:xfrm>
            <a:off x="10227263" y="3452773"/>
            <a:ext cx="1881691" cy="545173"/>
          </a:xfrm>
          <a:prstGeom prst="rect">
            <a:avLst/>
          </a:prstGeom>
          <a:effectLst>
            <a:outerShdw blurRad="25400" dir="17880000">
              <a:srgbClr val="000000">
                <a:alpha val="46000"/>
              </a:srgbClr>
            </a:outerShdw>
          </a:effectLst>
        </p:spPr>
        <p:txBody>
          <a:bodyPr vert="horz" lIns="91440" tIns="45720" rIns="91440" bIns="45720" rtlCol="0" anchor="ctr">
            <a:normAutofit/>
          </a:bodyPr>
          <a:lstStyle>
            <a:lvl1pPr algn="ctr" defTabSz="457200" rtl="0" eaLnBrk="1" latinLnBrk="0" hangingPunct="1">
              <a:lnSpc>
                <a:spcPct val="90000"/>
              </a:lnSpc>
              <a:spcBef>
                <a:spcPct val="0"/>
              </a:spcBef>
              <a:buNone/>
              <a:defRPr sz="40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j-lt"/>
                <a:ea typeface="+mj-ea"/>
                <a:cs typeface="Trebuchet M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AU" sz="2800" dirty="0">
                <a:solidFill>
                  <a:srgbClr val="FF0000"/>
                </a:solidFill>
                <a:latin typeface="+mn-lt"/>
                <a:ea typeface="+mn-ea"/>
                <a:cs typeface="+mn-cs"/>
              </a:rPr>
              <a:t>level-3</a:t>
            </a:r>
          </a:p>
        </p:txBody>
      </p:sp>
      <p:sp>
        <p:nvSpPr>
          <p:cNvPr id="29" name="Title 3">
            <a:extLst>
              <a:ext uri="{FF2B5EF4-FFF2-40B4-BE49-F238E27FC236}">
                <a16:creationId xmlns:a16="http://schemas.microsoft.com/office/drawing/2014/main" id="{993ECB27-8087-4DF1-9468-0C4D8E34EBDF}"/>
              </a:ext>
            </a:extLst>
          </p:cNvPr>
          <p:cNvSpPr txBox="1">
            <a:spLocks/>
          </p:cNvSpPr>
          <p:nvPr/>
        </p:nvSpPr>
        <p:spPr>
          <a:xfrm>
            <a:off x="8772794" y="1363101"/>
            <a:ext cx="1881691" cy="545173"/>
          </a:xfrm>
          <a:prstGeom prst="rect">
            <a:avLst/>
          </a:prstGeom>
          <a:effectLst>
            <a:outerShdw blurRad="25400" dir="17880000">
              <a:srgbClr val="000000">
                <a:alpha val="46000"/>
              </a:srgbClr>
            </a:outerShdw>
          </a:effectLst>
        </p:spPr>
        <p:txBody>
          <a:bodyPr vert="horz" lIns="91440" tIns="45720" rIns="91440" bIns="45720" rtlCol="0" anchor="ctr">
            <a:normAutofit/>
          </a:bodyPr>
          <a:lstStyle>
            <a:lvl1pPr algn="ctr" defTabSz="457200" rtl="0" eaLnBrk="1" latinLnBrk="0" hangingPunct="1">
              <a:lnSpc>
                <a:spcPct val="90000"/>
              </a:lnSpc>
              <a:spcBef>
                <a:spcPct val="0"/>
              </a:spcBef>
              <a:buNone/>
              <a:defRPr sz="40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j-lt"/>
                <a:ea typeface="+mj-ea"/>
                <a:cs typeface="Trebuchet M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AU" sz="2800" dirty="0">
                <a:solidFill>
                  <a:srgbClr val="FF0000"/>
                </a:solidFill>
                <a:latin typeface="+mn-lt"/>
                <a:ea typeface="+mn-ea"/>
                <a:cs typeface="+mn-cs"/>
              </a:rPr>
              <a:t>level-2</a:t>
            </a:r>
          </a:p>
        </p:txBody>
      </p:sp>
      <p:sp>
        <p:nvSpPr>
          <p:cNvPr id="30" name="Title 3">
            <a:extLst>
              <a:ext uri="{FF2B5EF4-FFF2-40B4-BE49-F238E27FC236}">
                <a16:creationId xmlns:a16="http://schemas.microsoft.com/office/drawing/2014/main" id="{0FBB5E97-26D4-4CAD-B821-6B9C5CB65F4D}"/>
              </a:ext>
            </a:extLst>
          </p:cNvPr>
          <p:cNvSpPr txBox="1">
            <a:spLocks/>
          </p:cNvSpPr>
          <p:nvPr/>
        </p:nvSpPr>
        <p:spPr>
          <a:xfrm>
            <a:off x="7622680" y="274397"/>
            <a:ext cx="1881691" cy="545173"/>
          </a:xfrm>
          <a:prstGeom prst="rect">
            <a:avLst/>
          </a:prstGeom>
          <a:effectLst>
            <a:outerShdw blurRad="25400" dir="17880000">
              <a:srgbClr val="000000">
                <a:alpha val="46000"/>
              </a:srgbClr>
            </a:outerShdw>
          </a:effectLst>
        </p:spPr>
        <p:txBody>
          <a:bodyPr vert="horz" lIns="91440" tIns="45720" rIns="91440" bIns="45720" rtlCol="0" anchor="ctr">
            <a:normAutofit/>
          </a:bodyPr>
          <a:lstStyle>
            <a:lvl1pPr algn="ctr" defTabSz="457200" rtl="0" eaLnBrk="1" latinLnBrk="0" hangingPunct="1">
              <a:lnSpc>
                <a:spcPct val="90000"/>
              </a:lnSpc>
              <a:spcBef>
                <a:spcPct val="0"/>
              </a:spcBef>
              <a:buNone/>
              <a:defRPr sz="40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j-lt"/>
                <a:ea typeface="+mj-ea"/>
                <a:cs typeface="Trebuchet M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AU" sz="2800" dirty="0">
                <a:solidFill>
                  <a:srgbClr val="FF0000"/>
                </a:solidFill>
                <a:latin typeface="+mn-lt"/>
                <a:ea typeface="+mn-ea"/>
                <a:cs typeface="+mn-cs"/>
              </a:rPr>
              <a:t>level-1</a:t>
            </a:r>
          </a:p>
        </p:txBody>
      </p:sp>
      <p:sp>
        <p:nvSpPr>
          <p:cNvPr id="40" name="Rectangle 39">
            <a:extLst>
              <a:ext uri="{FF2B5EF4-FFF2-40B4-BE49-F238E27FC236}">
                <a16:creationId xmlns:a16="http://schemas.microsoft.com/office/drawing/2014/main" id="{4C861600-DE65-47EE-8783-A485F2D1E6FB}"/>
              </a:ext>
            </a:extLst>
          </p:cNvPr>
          <p:cNvSpPr/>
          <p:nvPr/>
        </p:nvSpPr>
        <p:spPr>
          <a:xfrm>
            <a:off x="1517948" y="5535685"/>
            <a:ext cx="761892" cy="391812"/>
          </a:xfrm>
          <a:prstGeom prst="rect">
            <a:avLst/>
          </a:prstGeom>
          <a:solidFill>
            <a:schemeClr val="bg1"/>
          </a:solidFill>
          <a:ln>
            <a:solidFill>
              <a:srgbClr val="FF0000"/>
            </a:solidFill>
          </a:ln>
        </p:spPr>
        <p:style>
          <a:lnRef idx="2">
            <a:schemeClr val="dk1"/>
          </a:lnRef>
          <a:fillRef idx="1">
            <a:schemeClr val="lt1"/>
          </a:fillRef>
          <a:effectRef idx="0">
            <a:schemeClr val="dk1"/>
          </a:effectRef>
          <a:fontRef idx="minor">
            <a:schemeClr val="dk1"/>
          </a:fontRef>
        </p:style>
        <p:txBody>
          <a:bodyPr rtlCol="0" anchor="ctr"/>
          <a:lstStyle/>
          <a:p>
            <a:pPr algn="ctr"/>
            <a:r>
              <a:rPr lang="en-AU" sz="2400" dirty="0">
                <a:solidFill>
                  <a:schemeClr val="tx1"/>
                </a:solidFill>
              </a:rPr>
              <a:t>$5</a:t>
            </a:r>
          </a:p>
        </p:txBody>
      </p:sp>
      <p:sp>
        <p:nvSpPr>
          <p:cNvPr id="45" name="Rectangle 44">
            <a:extLst>
              <a:ext uri="{FF2B5EF4-FFF2-40B4-BE49-F238E27FC236}">
                <a16:creationId xmlns:a16="http://schemas.microsoft.com/office/drawing/2014/main" id="{34B6727F-DA8B-48C2-8F08-5FA05434DF3E}"/>
              </a:ext>
            </a:extLst>
          </p:cNvPr>
          <p:cNvSpPr/>
          <p:nvPr/>
        </p:nvSpPr>
        <p:spPr>
          <a:xfrm>
            <a:off x="5103431" y="5553889"/>
            <a:ext cx="882604" cy="391812"/>
          </a:xfrm>
          <a:prstGeom prst="rect">
            <a:avLst/>
          </a:prstGeom>
          <a:solidFill>
            <a:schemeClr val="bg1"/>
          </a:solidFill>
          <a:ln>
            <a:solidFill>
              <a:srgbClr val="FF0000"/>
            </a:solidFill>
          </a:ln>
        </p:spPr>
        <p:style>
          <a:lnRef idx="2">
            <a:schemeClr val="dk1"/>
          </a:lnRef>
          <a:fillRef idx="1">
            <a:schemeClr val="lt1"/>
          </a:fillRef>
          <a:effectRef idx="0">
            <a:schemeClr val="dk1"/>
          </a:effectRef>
          <a:fontRef idx="minor">
            <a:schemeClr val="dk1"/>
          </a:fontRef>
        </p:style>
        <p:txBody>
          <a:bodyPr rtlCol="0" anchor="ctr"/>
          <a:lstStyle/>
          <a:p>
            <a:pPr algn="ctr"/>
            <a:r>
              <a:rPr lang="en-AU" sz="2400" dirty="0">
                <a:solidFill>
                  <a:schemeClr val="tx1"/>
                </a:solidFill>
              </a:rPr>
              <a:t>$50</a:t>
            </a:r>
          </a:p>
        </p:txBody>
      </p:sp>
      <p:sp>
        <p:nvSpPr>
          <p:cNvPr id="46" name="Rectangle 45">
            <a:extLst>
              <a:ext uri="{FF2B5EF4-FFF2-40B4-BE49-F238E27FC236}">
                <a16:creationId xmlns:a16="http://schemas.microsoft.com/office/drawing/2014/main" id="{B6D3EC9F-90FD-421F-9F00-3EC11F3C37C5}"/>
              </a:ext>
            </a:extLst>
          </p:cNvPr>
          <p:cNvSpPr/>
          <p:nvPr/>
        </p:nvSpPr>
        <p:spPr>
          <a:xfrm>
            <a:off x="9104817" y="3671441"/>
            <a:ext cx="860213" cy="418310"/>
          </a:xfrm>
          <a:prstGeom prst="rect">
            <a:avLst/>
          </a:prstGeom>
          <a:solidFill>
            <a:schemeClr val="bg1"/>
          </a:solidFill>
          <a:ln>
            <a:solidFill>
              <a:srgbClr val="FF0000"/>
            </a:solidFill>
          </a:ln>
        </p:spPr>
        <p:style>
          <a:lnRef idx="2">
            <a:schemeClr val="dk1"/>
          </a:lnRef>
          <a:fillRef idx="1">
            <a:schemeClr val="lt1"/>
          </a:fillRef>
          <a:effectRef idx="0">
            <a:schemeClr val="dk1"/>
          </a:effectRef>
          <a:fontRef idx="minor">
            <a:schemeClr val="dk1"/>
          </a:fontRef>
        </p:style>
        <p:txBody>
          <a:bodyPr rtlCol="0" anchor="ctr"/>
          <a:lstStyle/>
          <a:p>
            <a:pPr algn="ctr"/>
            <a:r>
              <a:rPr lang="en-AU" sz="2400" dirty="0">
                <a:solidFill>
                  <a:schemeClr val="tx1"/>
                </a:solidFill>
              </a:rPr>
              <a:t>$50</a:t>
            </a:r>
          </a:p>
        </p:txBody>
      </p:sp>
      <p:sp>
        <p:nvSpPr>
          <p:cNvPr id="47" name="Rectangle 46">
            <a:extLst>
              <a:ext uri="{FF2B5EF4-FFF2-40B4-BE49-F238E27FC236}">
                <a16:creationId xmlns:a16="http://schemas.microsoft.com/office/drawing/2014/main" id="{55A26EB3-D3D1-490D-AC69-72F63F6CE45D}"/>
              </a:ext>
            </a:extLst>
          </p:cNvPr>
          <p:cNvSpPr/>
          <p:nvPr/>
        </p:nvSpPr>
        <p:spPr>
          <a:xfrm>
            <a:off x="132348" y="3700513"/>
            <a:ext cx="976893" cy="418311"/>
          </a:xfrm>
          <a:prstGeom prst="rect">
            <a:avLst/>
          </a:prstGeom>
          <a:solidFill>
            <a:schemeClr val="bg1"/>
          </a:solidFill>
          <a:ln>
            <a:solidFill>
              <a:srgbClr val="FF0000"/>
            </a:solidFill>
          </a:ln>
        </p:spPr>
        <p:style>
          <a:lnRef idx="2">
            <a:schemeClr val="dk1"/>
          </a:lnRef>
          <a:fillRef idx="1">
            <a:schemeClr val="lt1"/>
          </a:fillRef>
          <a:effectRef idx="0">
            <a:schemeClr val="dk1"/>
          </a:effectRef>
          <a:fontRef idx="minor">
            <a:schemeClr val="dk1"/>
          </a:fontRef>
        </p:style>
        <p:txBody>
          <a:bodyPr rtlCol="0" anchor="ctr"/>
          <a:lstStyle/>
          <a:p>
            <a:pPr algn="ctr"/>
            <a:r>
              <a:rPr lang="en-AU" sz="2400" dirty="0">
                <a:solidFill>
                  <a:schemeClr val="tx1"/>
                </a:solidFill>
              </a:rPr>
              <a:t>$200</a:t>
            </a:r>
          </a:p>
        </p:txBody>
      </p:sp>
      <p:sp>
        <p:nvSpPr>
          <p:cNvPr id="48" name="Rectangle 47">
            <a:extLst>
              <a:ext uri="{FF2B5EF4-FFF2-40B4-BE49-F238E27FC236}">
                <a16:creationId xmlns:a16="http://schemas.microsoft.com/office/drawing/2014/main" id="{AF331F80-3C0C-4FAC-959E-0CAA65C5E0D1}"/>
              </a:ext>
            </a:extLst>
          </p:cNvPr>
          <p:cNvSpPr/>
          <p:nvPr/>
        </p:nvSpPr>
        <p:spPr>
          <a:xfrm>
            <a:off x="6251138" y="3713762"/>
            <a:ext cx="992793" cy="391812"/>
          </a:xfrm>
          <a:prstGeom prst="rect">
            <a:avLst/>
          </a:prstGeom>
          <a:solidFill>
            <a:schemeClr val="bg1"/>
          </a:solidFill>
          <a:ln>
            <a:solidFill>
              <a:srgbClr val="FF0000"/>
            </a:solidFill>
          </a:ln>
        </p:spPr>
        <p:style>
          <a:lnRef idx="2">
            <a:schemeClr val="dk1"/>
          </a:lnRef>
          <a:fillRef idx="1">
            <a:schemeClr val="lt1"/>
          </a:fillRef>
          <a:effectRef idx="0">
            <a:schemeClr val="dk1"/>
          </a:effectRef>
          <a:fontRef idx="minor">
            <a:schemeClr val="dk1"/>
          </a:fontRef>
        </p:style>
        <p:txBody>
          <a:bodyPr rtlCol="0" anchor="ctr"/>
          <a:lstStyle/>
          <a:p>
            <a:pPr algn="ctr"/>
            <a:r>
              <a:rPr lang="en-AU" sz="2400" dirty="0">
                <a:solidFill>
                  <a:schemeClr val="tx1"/>
                </a:solidFill>
              </a:rPr>
              <a:t>$400</a:t>
            </a:r>
          </a:p>
        </p:txBody>
      </p:sp>
      <p:sp>
        <p:nvSpPr>
          <p:cNvPr id="49" name="Rectangle 48">
            <a:extLst>
              <a:ext uri="{FF2B5EF4-FFF2-40B4-BE49-F238E27FC236}">
                <a16:creationId xmlns:a16="http://schemas.microsoft.com/office/drawing/2014/main" id="{E0445BE9-B9EC-4EDC-944D-5780F0826B27}"/>
              </a:ext>
            </a:extLst>
          </p:cNvPr>
          <p:cNvSpPr/>
          <p:nvPr/>
        </p:nvSpPr>
        <p:spPr>
          <a:xfrm>
            <a:off x="3721433" y="3697939"/>
            <a:ext cx="882604" cy="391812"/>
          </a:xfrm>
          <a:prstGeom prst="rect">
            <a:avLst/>
          </a:prstGeom>
          <a:solidFill>
            <a:schemeClr val="bg1"/>
          </a:solidFill>
          <a:ln>
            <a:solidFill>
              <a:srgbClr val="FF0000"/>
            </a:solidFill>
          </a:ln>
        </p:spPr>
        <p:style>
          <a:lnRef idx="2">
            <a:schemeClr val="dk1"/>
          </a:lnRef>
          <a:fillRef idx="1">
            <a:schemeClr val="lt1"/>
          </a:fillRef>
          <a:effectRef idx="0">
            <a:schemeClr val="dk1"/>
          </a:effectRef>
          <a:fontRef idx="minor">
            <a:schemeClr val="dk1"/>
          </a:fontRef>
        </p:style>
        <p:txBody>
          <a:bodyPr rtlCol="0" anchor="ctr"/>
          <a:lstStyle/>
          <a:p>
            <a:pPr algn="ctr"/>
            <a:r>
              <a:rPr lang="en-AU" sz="2400" dirty="0">
                <a:solidFill>
                  <a:schemeClr val="tx1"/>
                </a:solidFill>
              </a:rPr>
              <a:t>?</a:t>
            </a:r>
          </a:p>
        </p:txBody>
      </p:sp>
      <p:sp>
        <p:nvSpPr>
          <p:cNvPr id="50" name="Rectangle 49">
            <a:extLst>
              <a:ext uri="{FF2B5EF4-FFF2-40B4-BE49-F238E27FC236}">
                <a16:creationId xmlns:a16="http://schemas.microsoft.com/office/drawing/2014/main" id="{8D71D20D-58D7-4938-A49F-754F1427FFFC}"/>
              </a:ext>
            </a:extLst>
          </p:cNvPr>
          <p:cNvSpPr/>
          <p:nvPr/>
        </p:nvSpPr>
        <p:spPr>
          <a:xfrm>
            <a:off x="546874" y="1562040"/>
            <a:ext cx="882604" cy="391812"/>
          </a:xfrm>
          <a:prstGeom prst="rect">
            <a:avLst/>
          </a:prstGeom>
          <a:solidFill>
            <a:schemeClr val="bg1"/>
          </a:solidFill>
          <a:ln>
            <a:solidFill>
              <a:srgbClr val="FF0000"/>
            </a:solidFill>
          </a:ln>
        </p:spPr>
        <p:style>
          <a:lnRef idx="2">
            <a:schemeClr val="dk1"/>
          </a:lnRef>
          <a:fillRef idx="1">
            <a:schemeClr val="lt1"/>
          </a:fillRef>
          <a:effectRef idx="0">
            <a:schemeClr val="dk1"/>
          </a:effectRef>
          <a:fontRef idx="minor">
            <a:schemeClr val="dk1"/>
          </a:fontRef>
        </p:style>
        <p:txBody>
          <a:bodyPr rtlCol="0" anchor="ctr"/>
          <a:lstStyle/>
          <a:p>
            <a:pPr algn="ctr"/>
            <a:r>
              <a:rPr lang="en-AU" sz="2400" dirty="0">
                <a:solidFill>
                  <a:schemeClr val="tx1"/>
                </a:solidFill>
              </a:rPr>
              <a:t>?</a:t>
            </a:r>
          </a:p>
        </p:txBody>
      </p:sp>
      <p:sp>
        <p:nvSpPr>
          <p:cNvPr id="51" name="Rectangle 50">
            <a:extLst>
              <a:ext uri="{FF2B5EF4-FFF2-40B4-BE49-F238E27FC236}">
                <a16:creationId xmlns:a16="http://schemas.microsoft.com/office/drawing/2014/main" id="{CB5FBE02-9B26-418E-A323-34B6FE1820DA}"/>
              </a:ext>
            </a:extLst>
          </p:cNvPr>
          <p:cNvSpPr/>
          <p:nvPr/>
        </p:nvSpPr>
        <p:spPr>
          <a:xfrm>
            <a:off x="4370292" y="1593969"/>
            <a:ext cx="882604" cy="391812"/>
          </a:xfrm>
          <a:prstGeom prst="rect">
            <a:avLst/>
          </a:prstGeom>
          <a:solidFill>
            <a:schemeClr val="bg1"/>
          </a:solidFill>
          <a:ln>
            <a:solidFill>
              <a:srgbClr val="FF0000"/>
            </a:solidFill>
          </a:ln>
        </p:spPr>
        <p:style>
          <a:lnRef idx="2">
            <a:schemeClr val="dk1"/>
          </a:lnRef>
          <a:fillRef idx="1">
            <a:schemeClr val="lt1"/>
          </a:fillRef>
          <a:effectRef idx="0">
            <a:schemeClr val="dk1"/>
          </a:effectRef>
          <a:fontRef idx="minor">
            <a:schemeClr val="dk1"/>
          </a:fontRef>
        </p:style>
        <p:txBody>
          <a:bodyPr rtlCol="0" anchor="ctr"/>
          <a:lstStyle/>
          <a:p>
            <a:pPr algn="ctr"/>
            <a:r>
              <a:rPr lang="en-AU" sz="2400" dirty="0">
                <a:solidFill>
                  <a:schemeClr val="tx1"/>
                </a:solidFill>
              </a:rPr>
              <a:t>?</a:t>
            </a:r>
          </a:p>
        </p:txBody>
      </p:sp>
      <p:sp>
        <p:nvSpPr>
          <p:cNvPr id="52" name="Rectangle 51">
            <a:extLst>
              <a:ext uri="{FF2B5EF4-FFF2-40B4-BE49-F238E27FC236}">
                <a16:creationId xmlns:a16="http://schemas.microsoft.com/office/drawing/2014/main" id="{775CD8E7-270A-4027-BA32-E44E02BC1758}"/>
              </a:ext>
            </a:extLst>
          </p:cNvPr>
          <p:cNvSpPr/>
          <p:nvPr/>
        </p:nvSpPr>
        <p:spPr>
          <a:xfrm>
            <a:off x="7287309" y="1586492"/>
            <a:ext cx="882604" cy="391812"/>
          </a:xfrm>
          <a:prstGeom prst="rect">
            <a:avLst/>
          </a:prstGeom>
          <a:solidFill>
            <a:schemeClr val="bg1"/>
          </a:solidFill>
          <a:ln>
            <a:solidFill>
              <a:srgbClr val="FF0000"/>
            </a:solidFill>
          </a:ln>
        </p:spPr>
        <p:style>
          <a:lnRef idx="2">
            <a:schemeClr val="dk1"/>
          </a:lnRef>
          <a:fillRef idx="1">
            <a:schemeClr val="lt1"/>
          </a:fillRef>
          <a:effectRef idx="0">
            <a:schemeClr val="dk1"/>
          </a:effectRef>
          <a:fontRef idx="minor">
            <a:schemeClr val="dk1"/>
          </a:fontRef>
        </p:style>
        <p:txBody>
          <a:bodyPr rtlCol="0" anchor="ctr"/>
          <a:lstStyle/>
          <a:p>
            <a:pPr algn="ctr"/>
            <a:r>
              <a:rPr lang="en-AU" sz="2400" dirty="0">
                <a:solidFill>
                  <a:schemeClr val="tx1"/>
                </a:solidFill>
              </a:rPr>
              <a:t>?</a:t>
            </a:r>
          </a:p>
        </p:txBody>
      </p:sp>
      <p:sp>
        <p:nvSpPr>
          <p:cNvPr id="53" name="Rectangle 52">
            <a:extLst>
              <a:ext uri="{FF2B5EF4-FFF2-40B4-BE49-F238E27FC236}">
                <a16:creationId xmlns:a16="http://schemas.microsoft.com/office/drawing/2014/main" id="{BC1170FD-52F7-4004-9B08-3B724BB97C02}"/>
              </a:ext>
            </a:extLst>
          </p:cNvPr>
          <p:cNvSpPr/>
          <p:nvPr/>
        </p:nvSpPr>
        <p:spPr>
          <a:xfrm>
            <a:off x="2933174" y="54394"/>
            <a:ext cx="882604" cy="391812"/>
          </a:xfrm>
          <a:prstGeom prst="rect">
            <a:avLst/>
          </a:prstGeom>
          <a:solidFill>
            <a:schemeClr val="bg1"/>
          </a:solidFill>
          <a:ln>
            <a:solidFill>
              <a:srgbClr val="FF0000"/>
            </a:solidFill>
          </a:ln>
        </p:spPr>
        <p:style>
          <a:lnRef idx="2">
            <a:schemeClr val="dk1"/>
          </a:lnRef>
          <a:fillRef idx="1">
            <a:schemeClr val="lt1"/>
          </a:fillRef>
          <a:effectRef idx="0">
            <a:schemeClr val="dk1"/>
          </a:effectRef>
          <a:fontRef idx="minor">
            <a:schemeClr val="dk1"/>
          </a:fontRef>
        </p:style>
        <p:txBody>
          <a:bodyPr rtlCol="0" anchor="ctr"/>
          <a:lstStyle/>
          <a:p>
            <a:pPr algn="ctr"/>
            <a:r>
              <a:rPr lang="en-AU" sz="2400" dirty="0">
                <a:solidFill>
                  <a:schemeClr val="tx1"/>
                </a:solidFill>
              </a:rPr>
              <a:t>?</a:t>
            </a:r>
          </a:p>
        </p:txBody>
      </p:sp>
      <p:sp>
        <p:nvSpPr>
          <p:cNvPr id="54" name="Title 3">
            <a:extLst>
              <a:ext uri="{FF2B5EF4-FFF2-40B4-BE49-F238E27FC236}">
                <a16:creationId xmlns:a16="http://schemas.microsoft.com/office/drawing/2014/main" id="{8188A7B4-829C-4EDF-B491-94F7617529FD}"/>
              </a:ext>
            </a:extLst>
          </p:cNvPr>
          <p:cNvSpPr>
            <a:spLocks noGrp="1"/>
          </p:cNvSpPr>
          <p:nvPr>
            <p:ph type="title"/>
          </p:nvPr>
        </p:nvSpPr>
        <p:spPr>
          <a:xfrm>
            <a:off x="2721" y="549687"/>
            <a:ext cx="3795020" cy="606549"/>
          </a:xfrm>
        </p:spPr>
        <p:txBody>
          <a:bodyPr>
            <a:normAutofit/>
          </a:bodyPr>
          <a:lstStyle/>
          <a:p>
            <a:r>
              <a:rPr lang="en-AU" sz="2800" dirty="0">
                <a:solidFill>
                  <a:srgbClr val="FFC000"/>
                </a:solidFill>
                <a:latin typeface="+mn-lt"/>
                <a:ea typeface="+mn-ea"/>
                <a:cs typeface="+mn-cs"/>
              </a:rPr>
              <a:t>Calculate attack cost?</a:t>
            </a:r>
          </a:p>
        </p:txBody>
      </p:sp>
    </p:spTree>
    <p:extLst>
      <p:ext uri="{BB962C8B-B14F-4D97-AF65-F5344CB8AC3E}">
        <p14:creationId xmlns:p14="http://schemas.microsoft.com/office/powerpoint/2010/main" val="80087438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55670E94-029C-4BA8-8D44-FBB339E4924F}" type="slidenum">
              <a:rPr lang="en-AU" smtClean="0">
                <a:solidFill>
                  <a:schemeClr val="tx1"/>
                </a:solidFill>
              </a:rPr>
              <a:pPr/>
              <a:t>32</a:t>
            </a:fld>
            <a:endParaRPr lang="en-AU" dirty="0">
              <a:solidFill>
                <a:schemeClr val="tx1"/>
              </a:solidFill>
            </a:endParaRPr>
          </a:p>
        </p:txBody>
      </p:sp>
      <p:sp>
        <p:nvSpPr>
          <p:cNvPr id="5" name="Rectangle 4"/>
          <p:cNvSpPr/>
          <p:nvPr/>
        </p:nvSpPr>
        <p:spPr>
          <a:xfrm>
            <a:off x="3764156" y="35705"/>
            <a:ext cx="3928041" cy="999066"/>
          </a:xfrm>
          <a:prstGeom prst="rect">
            <a:avLst/>
          </a:prstGeom>
          <a:solidFill>
            <a:schemeClr val="bg1"/>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sz="2200" dirty="0">
                <a:solidFill>
                  <a:schemeClr val="tx1"/>
                </a:solidFill>
              </a:rPr>
              <a:t>1 change students’ assessment marks in CITS1003 from LMS</a:t>
            </a:r>
          </a:p>
        </p:txBody>
      </p:sp>
      <p:cxnSp>
        <p:nvCxnSpPr>
          <p:cNvPr id="6" name="Straight Connector 5"/>
          <p:cNvCxnSpPr>
            <a:cxnSpLocks/>
            <a:stCxn id="5" idx="2"/>
            <a:endCxn id="7" idx="0"/>
          </p:cNvCxnSpPr>
          <p:nvPr/>
        </p:nvCxnSpPr>
        <p:spPr>
          <a:xfrm flipH="1">
            <a:off x="2470714" y="1034771"/>
            <a:ext cx="3257463" cy="82900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7" name="Rounded Rectangle 6"/>
          <p:cNvSpPr/>
          <p:nvPr/>
        </p:nvSpPr>
        <p:spPr>
          <a:xfrm>
            <a:off x="783771" y="1863778"/>
            <a:ext cx="3373886" cy="1216884"/>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sz="2200" dirty="0">
                <a:solidFill>
                  <a:schemeClr val="tx1"/>
                </a:solidFill>
              </a:rPr>
              <a:t>1.1 gain direct access to the CITS1003’s marks database in LMS</a:t>
            </a:r>
          </a:p>
        </p:txBody>
      </p:sp>
      <p:sp>
        <p:nvSpPr>
          <p:cNvPr id="8" name="Rounded Rectangle 7"/>
          <p:cNvSpPr/>
          <p:nvPr/>
        </p:nvSpPr>
        <p:spPr>
          <a:xfrm>
            <a:off x="4394553" y="1863778"/>
            <a:ext cx="2667247" cy="1216883"/>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sz="2200" dirty="0">
                <a:solidFill>
                  <a:schemeClr val="tx1"/>
                </a:solidFill>
              </a:rPr>
              <a:t>1.2 log in as an authenticated UC</a:t>
            </a:r>
          </a:p>
        </p:txBody>
      </p:sp>
      <p:sp>
        <p:nvSpPr>
          <p:cNvPr id="9" name="Rounded Rectangle 8"/>
          <p:cNvSpPr/>
          <p:nvPr/>
        </p:nvSpPr>
        <p:spPr>
          <a:xfrm>
            <a:off x="7298697" y="1863779"/>
            <a:ext cx="3020566" cy="1216882"/>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sz="2200" dirty="0">
                <a:solidFill>
                  <a:schemeClr val="tx1"/>
                </a:solidFill>
              </a:rPr>
              <a:t>1.3 hijack the web authentication session of the UC</a:t>
            </a:r>
          </a:p>
        </p:txBody>
      </p:sp>
      <p:cxnSp>
        <p:nvCxnSpPr>
          <p:cNvPr id="17" name="Straight Connector 16"/>
          <p:cNvCxnSpPr>
            <a:cxnSpLocks/>
            <a:stCxn id="5" idx="2"/>
            <a:endCxn id="8" idx="0"/>
          </p:cNvCxnSpPr>
          <p:nvPr/>
        </p:nvCxnSpPr>
        <p:spPr>
          <a:xfrm>
            <a:off x="5728177" y="1034771"/>
            <a:ext cx="0" cy="82900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a:cxnSpLocks/>
            <a:stCxn id="5" idx="2"/>
            <a:endCxn id="9" idx="0"/>
          </p:cNvCxnSpPr>
          <p:nvPr/>
        </p:nvCxnSpPr>
        <p:spPr>
          <a:xfrm>
            <a:off x="5728177" y="1034771"/>
            <a:ext cx="3080803" cy="82900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0" name="Rounded Rectangle 10">
            <a:extLst>
              <a:ext uri="{FF2B5EF4-FFF2-40B4-BE49-F238E27FC236}">
                <a16:creationId xmlns:a16="http://schemas.microsoft.com/office/drawing/2014/main" id="{DEAD9671-0D0E-49C6-8EB9-99AA326257BD}"/>
              </a:ext>
            </a:extLst>
          </p:cNvPr>
          <p:cNvSpPr/>
          <p:nvPr/>
        </p:nvSpPr>
        <p:spPr>
          <a:xfrm>
            <a:off x="190824" y="3931336"/>
            <a:ext cx="3399043" cy="1253296"/>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sz="2200" dirty="0">
                <a:solidFill>
                  <a:schemeClr val="tx1"/>
                </a:solidFill>
              </a:rPr>
              <a:t>1.1.1 exploit a software vulnerability in the LMS</a:t>
            </a:r>
          </a:p>
        </p:txBody>
      </p:sp>
      <p:cxnSp>
        <p:nvCxnSpPr>
          <p:cNvPr id="11" name="Straight Connector 10">
            <a:extLst>
              <a:ext uri="{FF2B5EF4-FFF2-40B4-BE49-F238E27FC236}">
                <a16:creationId xmlns:a16="http://schemas.microsoft.com/office/drawing/2014/main" id="{0BB69833-9B0D-4152-B890-103A04B46BB6}"/>
              </a:ext>
            </a:extLst>
          </p:cNvPr>
          <p:cNvCxnSpPr>
            <a:cxnSpLocks/>
            <a:stCxn id="7" idx="2"/>
            <a:endCxn id="10" idx="0"/>
          </p:cNvCxnSpPr>
          <p:nvPr/>
        </p:nvCxnSpPr>
        <p:spPr>
          <a:xfrm flipH="1">
            <a:off x="1890346" y="3080662"/>
            <a:ext cx="580368" cy="85067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2" name="Rounded Rectangle 13">
            <a:extLst>
              <a:ext uri="{FF2B5EF4-FFF2-40B4-BE49-F238E27FC236}">
                <a16:creationId xmlns:a16="http://schemas.microsoft.com/office/drawing/2014/main" id="{B7CF5227-B740-44FC-8B2E-6486B55C4B10}"/>
              </a:ext>
            </a:extLst>
          </p:cNvPr>
          <p:cNvSpPr/>
          <p:nvPr/>
        </p:nvSpPr>
        <p:spPr>
          <a:xfrm>
            <a:off x="9181301" y="3931336"/>
            <a:ext cx="2665420" cy="1253296"/>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hangingPunct="0">
              <a:tabLst>
                <a:tab pos="731976" algn="l"/>
                <a:tab pos="1951146" algn="l"/>
                <a:tab pos="3170315" algn="l"/>
                <a:tab pos="4389485" algn="l"/>
                <a:tab pos="5608654" algn="l"/>
                <a:tab pos="6827824" algn="l"/>
                <a:tab pos="8046993" algn="l"/>
                <a:tab pos="9266163" algn="l"/>
                <a:tab pos="10485333" algn="l"/>
                <a:tab pos="11704502" algn="l"/>
                <a:tab pos="12923672" algn="l"/>
              </a:tabLst>
            </a:pPr>
            <a:r>
              <a:rPr lang="en-NZ" sz="2200" dirty="0">
                <a:solidFill>
                  <a:schemeClr val="tx1"/>
                </a:solidFill>
              </a:rPr>
              <a:t>1.3.1 steal the UC’s session cookie</a:t>
            </a:r>
          </a:p>
        </p:txBody>
      </p:sp>
      <p:cxnSp>
        <p:nvCxnSpPr>
          <p:cNvPr id="13" name="Straight Connector 12">
            <a:extLst>
              <a:ext uri="{FF2B5EF4-FFF2-40B4-BE49-F238E27FC236}">
                <a16:creationId xmlns:a16="http://schemas.microsoft.com/office/drawing/2014/main" id="{FB306E84-8517-434B-83B1-FD8280698B34}"/>
              </a:ext>
            </a:extLst>
          </p:cNvPr>
          <p:cNvCxnSpPr>
            <a:cxnSpLocks/>
            <a:stCxn id="9" idx="2"/>
            <a:endCxn id="12" idx="0"/>
          </p:cNvCxnSpPr>
          <p:nvPr/>
        </p:nvCxnSpPr>
        <p:spPr>
          <a:xfrm>
            <a:off x="8808980" y="3080661"/>
            <a:ext cx="1705031" cy="85067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4" name="Rounded Rectangle 11">
            <a:extLst>
              <a:ext uri="{FF2B5EF4-FFF2-40B4-BE49-F238E27FC236}">
                <a16:creationId xmlns:a16="http://schemas.microsoft.com/office/drawing/2014/main" id="{604E5D3D-7003-43CE-8F61-CE4D010653DE}"/>
              </a:ext>
            </a:extLst>
          </p:cNvPr>
          <p:cNvSpPr/>
          <p:nvPr/>
        </p:nvSpPr>
        <p:spPr>
          <a:xfrm>
            <a:off x="3815778" y="3931336"/>
            <a:ext cx="2248281" cy="1253296"/>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sz="2200" dirty="0">
                <a:solidFill>
                  <a:schemeClr val="tx1"/>
                </a:solidFill>
              </a:rPr>
              <a:t>1.2.1 perform a brute-force login</a:t>
            </a:r>
          </a:p>
        </p:txBody>
      </p:sp>
      <p:sp>
        <p:nvSpPr>
          <p:cNvPr id="15" name="Rounded Rectangle 12">
            <a:extLst>
              <a:ext uri="{FF2B5EF4-FFF2-40B4-BE49-F238E27FC236}">
                <a16:creationId xmlns:a16="http://schemas.microsoft.com/office/drawing/2014/main" id="{68AAF1D9-03BE-4414-BB0E-3F2221E51EFA}"/>
              </a:ext>
            </a:extLst>
          </p:cNvPr>
          <p:cNvSpPr/>
          <p:nvPr/>
        </p:nvSpPr>
        <p:spPr>
          <a:xfrm>
            <a:off x="6289971" y="3931336"/>
            <a:ext cx="2665419" cy="1253296"/>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sz="2200" dirty="0">
                <a:solidFill>
                  <a:schemeClr val="tx1"/>
                </a:solidFill>
              </a:rPr>
              <a:t>1.2.2 steal the UC’s login credentials</a:t>
            </a:r>
          </a:p>
        </p:txBody>
      </p:sp>
      <p:cxnSp>
        <p:nvCxnSpPr>
          <p:cNvPr id="16" name="Straight Connector 15">
            <a:extLst>
              <a:ext uri="{FF2B5EF4-FFF2-40B4-BE49-F238E27FC236}">
                <a16:creationId xmlns:a16="http://schemas.microsoft.com/office/drawing/2014/main" id="{D011E090-48B4-4787-A7E6-177F361C308B}"/>
              </a:ext>
            </a:extLst>
          </p:cNvPr>
          <p:cNvCxnSpPr>
            <a:cxnSpLocks/>
            <a:stCxn id="8" idx="2"/>
            <a:endCxn id="14" idx="0"/>
          </p:cNvCxnSpPr>
          <p:nvPr/>
        </p:nvCxnSpPr>
        <p:spPr>
          <a:xfrm flipH="1">
            <a:off x="4939919" y="3080661"/>
            <a:ext cx="788258" cy="85067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339FD23C-31E7-4F29-A364-1686F16A3693}"/>
              </a:ext>
            </a:extLst>
          </p:cNvPr>
          <p:cNvCxnSpPr>
            <a:cxnSpLocks/>
            <a:stCxn id="8" idx="2"/>
            <a:endCxn id="15" idx="0"/>
          </p:cNvCxnSpPr>
          <p:nvPr/>
        </p:nvCxnSpPr>
        <p:spPr>
          <a:xfrm>
            <a:off x="5728177" y="3080661"/>
            <a:ext cx="1894504" cy="85067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0" name="Rounded Rectangle 26">
            <a:extLst>
              <a:ext uri="{FF2B5EF4-FFF2-40B4-BE49-F238E27FC236}">
                <a16:creationId xmlns:a16="http://schemas.microsoft.com/office/drawing/2014/main" id="{F850F898-0AA5-466C-918E-CB3E685659C0}"/>
              </a:ext>
            </a:extLst>
          </p:cNvPr>
          <p:cNvSpPr/>
          <p:nvPr/>
        </p:nvSpPr>
        <p:spPr>
          <a:xfrm>
            <a:off x="1739421" y="5805494"/>
            <a:ext cx="2825098" cy="886917"/>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sz="2200" dirty="0">
                <a:solidFill>
                  <a:schemeClr val="tx1"/>
                </a:solidFill>
              </a:rPr>
              <a:t>1.2.1.1 identify the UC’s username</a:t>
            </a:r>
          </a:p>
        </p:txBody>
      </p:sp>
      <p:sp>
        <p:nvSpPr>
          <p:cNvPr id="21" name="Rounded Rectangle 27">
            <a:extLst>
              <a:ext uri="{FF2B5EF4-FFF2-40B4-BE49-F238E27FC236}">
                <a16:creationId xmlns:a16="http://schemas.microsoft.com/office/drawing/2014/main" id="{F1F3E9F6-00BE-45B9-AC77-CE04C425F546}"/>
              </a:ext>
            </a:extLst>
          </p:cNvPr>
          <p:cNvSpPr/>
          <p:nvPr/>
        </p:nvSpPr>
        <p:spPr>
          <a:xfrm>
            <a:off x="5297561" y="5805494"/>
            <a:ext cx="3062668" cy="886917"/>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sz="2200" dirty="0">
                <a:solidFill>
                  <a:schemeClr val="tx1"/>
                </a:solidFill>
              </a:rPr>
              <a:t>1.2.1.2 identify the UC’s password</a:t>
            </a:r>
          </a:p>
        </p:txBody>
      </p:sp>
      <p:cxnSp>
        <p:nvCxnSpPr>
          <p:cNvPr id="22" name="Straight Connector 21">
            <a:extLst>
              <a:ext uri="{FF2B5EF4-FFF2-40B4-BE49-F238E27FC236}">
                <a16:creationId xmlns:a16="http://schemas.microsoft.com/office/drawing/2014/main" id="{EAEDC152-2C27-4AF8-8480-6B4726B11871}"/>
              </a:ext>
            </a:extLst>
          </p:cNvPr>
          <p:cNvCxnSpPr>
            <a:cxnSpLocks/>
            <a:endCxn id="20" idx="0"/>
          </p:cNvCxnSpPr>
          <p:nvPr/>
        </p:nvCxnSpPr>
        <p:spPr>
          <a:xfrm flipH="1">
            <a:off x="3151970" y="5184632"/>
            <a:ext cx="1770818" cy="62086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732170DB-BE10-4A18-9997-6579A9851A10}"/>
              </a:ext>
            </a:extLst>
          </p:cNvPr>
          <p:cNvCxnSpPr>
            <a:cxnSpLocks/>
            <a:stCxn id="14" idx="2"/>
            <a:endCxn id="21" idx="0"/>
          </p:cNvCxnSpPr>
          <p:nvPr/>
        </p:nvCxnSpPr>
        <p:spPr>
          <a:xfrm>
            <a:off x="4939919" y="5184632"/>
            <a:ext cx="1888976" cy="62086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4" name="Freeform 30">
            <a:extLst>
              <a:ext uri="{FF2B5EF4-FFF2-40B4-BE49-F238E27FC236}">
                <a16:creationId xmlns:a16="http://schemas.microsoft.com/office/drawing/2014/main" id="{306A2F3A-ECBE-49E8-B89C-36F2E0E9A190}"/>
              </a:ext>
            </a:extLst>
          </p:cNvPr>
          <p:cNvSpPr/>
          <p:nvPr/>
        </p:nvSpPr>
        <p:spPr>
          <a:xfrm>
            <a:off x="4743106" y="5306635"/>
            <a:ext cx="489987" cy="162181"/>
          </a:xfrm>
          <a:custGeom>
            <a:avLst/>
            <a:gdLst>
              <a:gd name="connsiteX0" fmla="*/ 0 w 476250"/>
              <a:gd name="connsiteY0" fmla="*/ 0 h 142944"/>
              <a:gd name="connsiteX1" fmla="*/ 228600 w 476250"/>
              <a:gd name="connsiteY1" fmla="*/ 142875 h 142944"/>
              <a:gd name="connsiteX2" fmla="*/ 476250 w 476250"/>
              <a:gd name="connsiteY2" fmla="*/ 19050 h 142944"/>
              <a:gd name="connsiteX0" fmla="*/ 0 w 476250"/>
              <a:gd name="connsiteY0" fmla="*/ 0 h 142978"/>
              <a:gd name="connsiteX1" fmla="*/ 228600 w 476250"/>
              <a:gd name="connsiteY1" fmla="*/ 142875 h 142978"/>
              <a:gd name="connsiteX2" fmla="*/ 476250 w 476250"/>
              <a:gd name="connsiteY2" fmla="*/ 19050 h 142978"/>
              <a:gd name="connsiteX0" fmla="*/ 0 w 476250"/>
              <a:gd name="connsiteY0" fmla="*/ 0 h 147735"/>
              <a:gd name="connsiteX1" fmla="*/ 247650 w 476250"/>
              <a:gd name="connsiteY1" fmla="*/ 147638 h 147735"/>
              <a:gd name="connsiteX2" fmla="*/ 476250 w 476250"/>
              <a:gd name="connsiteY2" fmla="*/ 19050 h 147735"/>
              <a:gd name="connsiteX0" fmla="*/ 0 w 476250"/>
              <a:gd name="connsiteY0" fmla="*/ 0 h 147661"/>
              <a:gd name="connsiteX1" fmla="*/ 247650 w 476250"/>
              <a:gd name="connsiteY1" fmla="*/ 147638 h 147661"/>
              <a:gd name="connsiteX2" fmla="*/ 476250 w 476250"/>
              <a:gd name="connsiteY2" fmla="*/ 19050 h 147661"/>
              <a:gd name="connsiteX0" fmla="*/ 0 w 464344"/>
              <a:gd name="connsiteY0" fmla="*/ 0 h 147690"/>
              <a:gd name="connsiteX1" fmla="*/ 247650 w 464344"/>
              <a:gd name="connsiteY1" fmla="*/ 147638 h 147690"/>
              <a:gd name="connsiteX2" fmla="*/ 464344 w 464344"/>
              <a:gd name="connsiteY2" fmla="*/ 14288 h 147690"/>
              <a:gd name="connsiteX0" fmla="*/ 0 w 464344"/>
              <a:gd name="connsiteY0" fmla="*/ 0 h 147701"/>
              <a:gd name="connsiteX1" fmla="*/ 247650 w 464344"/>
              <a:gd name="connsiteY1" fmla="*/ 147638 h 147701"/>
              <a:gd name="connsiteX2" fmla="*/ 464344 w 464344"/>
              <a:gd name="connsiteY2" fmla="*/ 14288 h 147701"/>
              <a:gd name="connsiteX0" fmla="*/ 0 w 464344"/>
              <a:gd name="connsiteY0" fmla="*/ 0 h 147701"/>
              <a:gd name="connsiteX1" fmla="*/ 247650 w 464344"/>
              <a:gd name="connsiteY1" fmla="*/ 147638 h 147701"/>
              <a:gd name="connsiteX2" fmla="*/ 464344 w 464344"/>
              <a:gd name="connsiteY2" fmla="*/ 14288 h 147701"/>
              <a:gd name="connsiteX0" fmla="*/ 0 w 464344"/>
              <a:gd name="connsiteY0" fmla="*/ 0 h 147701"/>
              <a:gd name="connsiteX1" fmla="*/ 247650 w 464344"/>
              <a:gd name="connsiteY1" fmla="*/ 147638 h 147701"/>
              <a:gd name="connsiteX2" fmla="*/ 464344 w 464344"/>
              <a:gd name="connsiteY2" fmla="*/ 14288 h 147701"/>
              <a:gd name="connsiteX0" fmla="*/ 0 w 464344"/>
              <a:gd name="connsiteY0" fmla="*/ 0 h 150080"/>
              <a:gd name="connsiteX1" fmla="*/ 204788 w 464344"/>
              <a:gd name="connsiteY1" fmla="*/ 150019 h 150080"/>
              <a:gd name="connsiteX2" fmla="*/ 464344 w 464344"/>
              <a:gd name="connsiteY2" fmla="*/ 14288 h 150080"/>
            </a:gdLst>
            <a:ahLst/>
            <a:cxnLst>
              <a:cxn ang="0">
                <a:pos x="connsiteX0" y="connsiteY0"/>
              </a:cxn>
              <a:cxn ang="0">
                <a:pos x="connsiteX1" y="connsiteY1"/>
              </a:cxn>
              <a:cxn ang="0">
                <a:pos x="connsiteX2" y="connsiteY2"/>
              </a:cxn>
            </a:cxnLst>
            <a:rect l="l" t="t" r="r" b="b"/>
            <a:pathLst>
              <a:path w="464344" h="150080">
                <a:moveTo>
                  <a:pt x="0" y="0"/>
                </a:moveTo>
                <a:cubicBezTo>
                  <a:pt x="67468" y="100806"/>
                  <a:pt x="127397" y="147638"/>
                  <a:pt x="204788" y="150019"/>
                </a:cubicBezTo>
                <a:cubicBezTo>
                  <a:pt x="282179" y="152400"/>
                  <a:pt x="407989" y="84932"/>
                  <a:pt x="464344" y="14288"/>
                </a:cubicBezTo>
              </a:path>
            </a:pathLst>
          </a:cu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Z" sz="1867">
              <a:solidFill>
                <a:schemeClr val="tx1"/>
              </a:solidFill>
            </a:endParaRPr>
          </a:p>
        </p:txBody>
      </p:sp>
      <p:sp>
        <p:nvSpPr>
          <p:cNvPr id="27" name="Title 3">
            <a:extLst>
              <a:ext uri="{FF2B5EF4-FFF2-40B4-BE49-F238E27FC236}">
                <a16:creationId xmlns:a16="http://schemas.microsoft.com/office/drawing/2014/main" id="{D9DBD2C0-09AC-4053-B6F4-8DC9AF867934}"/>
              </a:ext>
            </a:extLst>
          </p:cNvPr>
          <p:cNvSpPr txBox="1">
            <a:spLocks/>
          </p:cNvSpPr>
          <p:nvPr/>
        </p:nvSpPr>
        <p:spPr>
          <a:xfrm>
            <a:off x="8240455" y="5972616"/>
            <a:ext cx="1881691" cy="545173"/>
          </a:xfrm>
          <a:prstGeom prst="rect">
            <a:avLst/>
          </a:prstGeom>
          <a:effectLst>
            <a:outerShdw blurRad="25400" dir="17880000">
              <a:srgbClr val="000000">
                <a:alpha val="46000"/>
              </a:srgbClr>
            </a:outerShdw>
          </a:effectLst>
        </p:spPr>
        <p:txBody>
          <a:bodyPr vert="horz" lIns="91440" tIns="45720" rIns="91440" bIns="45720" rtlCol="0" anchor="ctr">
            <a:normAutofit/>
          </a:bodyPr>
          <a:lstStyle>
            <a:lvl1pPr algn="ctr" defTabSz="457200" rtl="0" eaLnBrk="1" latinLnBrk="0" hangingPunct="1">
              <a:lnSpc>
                <a:spcPct val="90000"/>
              </a:lnSpc>
              <a:spcBef>
                <a:spcPct val="0"/>
              </a:spcBef>
              <a:buNone/>
              <a:defRPr sz="40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j-lt"/>
                <a:ea typeface="+mj-ea"/>
                <a:cs typeface="Trebuchet M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AU" sz="2800" dirty="0">
                <a:solidFill>
                  <a:srgbClr val="FF0000"/>
                </a:solidFill>
                <a:latin typeface="+mn-lt"/>
                <a:ea typeface="+mn-ea"/>
                <a:cs typeface="+mn-cs"/>
              </a:rPr>
              <a:t>level-4</a:t>
            </a:r>
          </a:p>
        </p:txBody>
      </p:sp>
      <p:sp>
        <p:nvSpPr>
          <p:cNvPr id="28" name="Title 3">
            <a:extLst>
              <a:ext uri="{FF2B5EF4-FFF2-40B4-BE49-F238E27FC236}">
                <a16:creationId xmlns:a16="http://schemas.microsoft.com/office/drawing/2014/main" id="{4C0A9D4F-1E31-4268-9A47-76D763C5D519}"/>
              </a:ext>
            </a:extLst>
          </p:cNvPr>
          <p:cNvSpPr txBox="1">
            <a:spLocks/>
          </p:cNvSpPr>
          <p:nvPr/>
        </p:nvSpPr>
        <p:spPr>
          <a:xfrm>
            <a:off x="10227263" y="3452773"/>
            <a:ext cx="1881691" cy="545173"/>
          </a:xfrm>
          <a:prstGeom prst="rect">
            <a:avLst/>
          </a:prstGeom>
          <a:effectLst>
            <a:outerShdw blurRad="25400" dir="17880000">
              <a:srgbClr val="000000">
                <a:alpha val="46000"/>
              </a:srgbClr>
            </a:outerShdw>
          </a:effectLst>
        </p:spPr>
        <p:txBody>
          <a:bodyPr vert="horz" lIns="91440" tIns="45720" rIns="91440" bIns="45720" rtlCol="0" anchor="ctr">
            <a:normAutofit/>
          </a:bodyPr>
          <a:lstStyle>
            <a:lvl1pPr algn="ctr" defTabSz="457200" rtl="0" eaLnBrk="1" latinLnBrk="0" hangingPunct="1">
              <a:lnSpc>
                <a:spcPct val="90000"/>
              </a:lnSpc>
              <a:spcBef>
                <a:spcPct val="0"/>
              </a:spcBef>
              <a:buNone/>
              <a:defRPr sz="40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j-lt"/>
                <a:ea typeface="+mj-ea"/>
                <a:cs typeface="Trebuchet M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AU" sz="2800" dirty="0">
                <a:solidFill>
                  <a:srgbClr val="FF0000"/>
                </a:solidFill>
                <a:latin typeface="+mn-lt"/>
                <a:ea typeface="+mn-ea"/>
                <a:cs typeface="+mn-cs"/>
              </a:rPr>
              <a:t>level-3</a:t>
            </a:r>
          </a:p>
        </p:txBody>
      </p:sp>
      <p:sp>
        <p:nvSpPr>
          <p:cNvPr id="29" name="Title 3">
            <a:extLst>
              <a:ext uri="{FF2B5EF4-FFF2-40B4-BE49-F238E27FC236}">
                <a16:creationId xmlns:a16="http://schemas.microsoft.com/office/drawing/2014/main" id="{993ECB27-8087-4DF1-9468-0C4D8E34EBDF}"/>
              </a:ext>
            </a:extLst>
          </p:cNvPr>
          <p:cNvSpPr txBox="1">
            <a:spLocks/>
          </p:cNvSpPr>
          <p:nvPr/>
        </p:nvSpPr>
        <p:spPr>
          <a:xfrm>
            <a:off x="8772794" y="1363101"/>
            <a:ext cx="1881691" cy="545173"/>
          </a:xfrm>
          <a:prstGeom prst="rect">
            <a:avLst/>
          </a:prstGeom>
          <a:effectLst>
            <a:outerShdw blurRad="25400" dir="17880000">
              <a:srgbClr val="000000">
                <a:alpha val="46000"/>
              </a:srgbClr>
            </a:outerShdw>
          </a:effectLst>
        </p:spPr>
        <p:txBody>
          <a:bodyPr vert="horz" lIns="91440" tIns="45720" rIns="91440" bIns="45720" rtlCol="0" anchor="ctr">
            <a:normAutofit/>
          </a:bodyPr>
          <a:lstStyle>
            <a:lvl1pPr algn="ctr" defTabSz="457200" rtl="0" eaLnBrk="1" latinLnBrk="0" hangingPunct="1">
              <a:lnSpc>
                <a:spcPct val="90000"/>
              </a:lnSpc>
              <a:spcBef>
                <a:spcPct val="0"/>
              </a:spcBef>
              <a:buNone/>
              <a:defRPr sz="40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j-lt"/>
                <a:ea typeface="+mj-ea"/>
                <a:cs typeface="Trebuchet M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AU" sz="2800" dirty="0">
                <a:solidFill>
                  <a:srgbClr val="FF0000"/>
                </a:solidFill>
                <a:latin typeface="+mn-lt"/>
                <a:ea typeface="+mn-ea"/>
                <a:cs typeface="+mn-cs"/>
              </a:rPr>
              <a:t>level-2</a:t>
            </a:r>
          </a:p>
        </p:txBody>
      </p:sp>
      <p:sp>
        <p:nvSpPr>
          <p:cNvPr id="30" name="Title 3">
            <a:extLst>
              <a:ext uri="{FF2B5EF4-FFF2-40B4-BE49-F238E27FC236}">
                <a16:creationId xmlns:a16="http://schemas.microsoft.com/office/drawing/2014/main" id="{0FBB5E97-26D4-4CAD-B821-6B9C5CB65F4D}"/>
              </a:ext>
            </a:extLst>
          </p:cNvPr>
          <p:cNvSpPr txBox="1">
            <a:spLocks/>
          </p:cNvSpPr>
          <p:nvPr/>
        </p:nvSpPr>
        <p:spPr>
          <a:xfrm>
            <a:off x="7622680" y="274397"/>
            <a:ext cx="1881691" cy="545173"/>
          </a:xfrm>
          <a:prstGeom prst="rect">
            <a:avLst/>
          </a:prstGeom>
          <a:effectLst>
            <a:outerShdw blurRad="25400" dir="17880000">
              <a:srgbClr val="000000">
                <a:alpha val="46000"/>
              </a:srgbClr>
            </a:outerShdw>
          </a:effectLst>
        </p:spPr>
        <p:txBody>
          <a:bodyPr vert="horz" lIns="91440" tIns="45720" rIns="91440" bIns="45720" rtlCol="0" anchor="ctr">
            <a:normAutofit/>
          </a:bodyPr>
          <a:lstStyle>
            <a:lvl1pPr algn="ctr" defTabSz="457200" rtl="0" eaLnBrk="1" latinLnBrk="0" hangingPunct="1">
              <a:lnSpc>
                <a:spcPct val="90000"/>
              </a:lnSpc>
              <a:spcBef>
                <a:spcPct val="0"/>
              </a:spcBef>
              <a:buNone/>
              <a:defRPr sz="40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j-lt"/>
                <a:ea typeface="+mj-ea"/>
                <a:cs typeface="Trebuchet M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AU" sz="2800" dirty="0">
                <a:solidFill>
                  <a:srgbClr val="FF0000"/>
                </a:solidFill>
                <a:latin typeface="+mn-lt"/>
                <a:ea typeface="+mn-ea"/>
                <a:cs typeface="+mn-cs"/>
              </a:rPr>
              <a:t>level-1</a:t>
            </a:r>
          </a:p>
        </p:txBody>
      </p:sp>
      <p:sp>
        <p:nvSpPr>
          <p:cNvPr id="40" name="Rectangle 39">
            <a:extLst>
              <a:ext uri="{FF2B5EF4-FFF2-40B4-BE49-F238E27FC236}">
                <a16:creationId xmlns:a16="http://schemas.microsoft.com/office/drawing/2014/main" id="{4C861600-DE65-47EE-8783-A485F2D1E6FB}"/>
              </a:ext>
            </a:extLst>
          </p:cNvPr>
          <p:cNvSpPr/>
          <p:nvPr/>
        </p:nvSpPr>
        <p:spPr>
          <a:xfrm>
            <a:off x="1517948" y="5535685"/>
            <a:ext cx="761892" cy="391812"/>
          </a:xfrm>
          <a:prstGeom prst="rect">
            <a:avLst/>
          </a:prstGeom>
          <a:solidFill>
            <a:schemeClr val="bg1"/>
          </a:solidFill>
          <a:ln>
            <a:solidFill>
              <a:srgbClr val="FF0000"/>
            </a:solidFill>
          </a:ln>
        </p:spPr>
        <p:style>
          <a:lnRef idx="2">
            <a:schemeClr val="dk1"/>
          </a:lnRef>
          <a:fillRef idx="1">
            <a:schemeClr val="lt1"/>
          </a:fillRef>
          <a:effectRef idx="0">
            <a:schemeClr val="dk1"/>
          </a:effectRef>
          <a:fontRef idx="minor">
            <a:schemeClr val="dk1"/>
          </a:fontRef>
        </p:style>
        <p:txBody>
          <a:bodyPr rtlCol="0" anchor="ctr"/>
          <a:lstStyle/>
          <a:p>
            <a:pPr algn="ctr"/>
            <a:r>
              <a:rPr lang="en-AU" sz="2400" dirty="0">
                <a:solidFill>
                  <a:schemeClr val="tx1"/>
                </a:solidFill>
              </a:rPr>
              <a:t>$5</a:t>
            </a:r>
          </a:p>
        </p:txBody>
      </p:sp>
      <p:sp>
        <p:nvSpPr>
          <p:cNvPr id="45" name="Rectangle 44">
            <a:extLst>
              <a:ext uri="{FF2B5EF4-FFF2-40B4-BE49-F238E27FC236}">
                <a16:creationId xmlns:a16="http://schemas.microsoft.com/office/drawing/2014/main" id="{34B6727F-DA8B-48C2-8F08-5FA05434DF3E}"/>
              </a:ext>
            </a:extLst>
          </p:cNvPr>
          <p:cNvSpPr/>
          <p:nvPr/>
        </p:nvSpPr>
        <p:spPr>
          <a:xfrm>
            <a:off x="5103431" y="5553889"/>
            <a:ext cx="882604" cy="391812"/>
          </a:xfrm>
          <a:prstGeom prst="rect">
            <a:avLst/>
          </a:prstGeom>
          <a:solidFill>
            <a:schemeClr val="bg1"/>
          </a:solidFill>
          <a:ln>
            <a:solidFill>
              <a:srgbClr val="FF0000"/>
            </a:solidFill>
          </a:ln>
        </p:spPr>
        <p:style>
          <a:lnRef idx="2">
            <a:schemeClr val="dk1"/>
          </a:lnRef>
          <a:fillRef idx="1">
            <a:schemeClr val="lt1"/>
          </a:fillRef>
          <a:effectRef idx="0">
            <a:schemeClr val="dk1"/>
          </a:effectRef>
          <a:fontRef idx="minor">
            <a:schemeClr val="dk1"/>
          </a:fontRef>
        </p:style>
        <p:txBody>
          <a:bodyPr rtlCol="0" anchor="ctr"/>
          <a:lstStyle/>
          <a:p>
            <a:pPr algn="ctr"/>
            <a:r>
              <a:rPr lang="en-AU" sz="2400" dirty="0">
                <a:solidFill>
                  <a:schemeClr val="tx1"/>
                </a:solidFill>
              </a:rPr>
              <a:t>$50</a:t>
            </a:r>
          </a:p>
        </p:txBody>
      </p:sp>
      <p:sp>
        <p:nvSpPr>
          <p:cNvPr id="46" name="Rectangle 45">
            <a:extLst>
              <a:ext uri="{FF2B5EF4-FFF2-40B4-BE49-F238E27FC236}">
                <a16:creationId xmlns:a16="http://schemas.microsoft.com/office/drawing/2014/main" id="{B6D3EC9F-90FD-421F-9F00-3EC11F3C37C5}"/>
              </a:ext>
            </a:extLst>
          </p:cNvPr>
          <p:cNvSpPr/>
          <p:nvPr/>
        </p:nvSpPr>
        <p:spPr>
          <a:xfrm>
            <a:off x="9104817" y="3671441"/>
            <a:ext cx="860213" cy="418310"/>
          </a:xfrm>
          <a:prstGeom prst="rect">
            <a:avLst/>
          </a:prstGeom>
          <a:solidFill>
            <a:schemeClr val="bg1"/>
          </a:solidFill>
          <a:ln>
            <a:solidFill>
              <a:srgbClr val="FF0000"/>
            </a:solidFill>
          </a:ln>
        </p:spPr>
        <p:style>
          <a:lnRef idx="2">
            <a:schemeClr val="dk1"/>
          </a:lnRef>
          <a:fillRef idx="1">
            <a:schemeClr val="lt1"/>
          </a:fillRef>
          <a:effectRef idx="0">
            <a:schemeClr val="dk1"/>
          </a:effectRef>
          <a:fontRef idx="minor">
            <a:schemeClr val="dk1"/>
          </a:fontRef>
        </p:style>
        <p:txBody>
          <a:bodyPr rtlCol="0" anchor="ctr"/>
          <a:lstStyle/>
          <a:p>
            <a:pPr algn="ctr"/>
            <a:r>
              <a:rPr lang="en-AU" sz="2400" dirty="0">
                <a:solidFill>
                  <a:schemeClr val="tx1"/>
                </a:solidFill>
              </a:rPr>
              <a:t>$50</a:t>
            </a:r>
          </a:p>
        </p:txBody>
      </p:sp>
      <p:sp>
        <p:nvSpPr>
          <p:cNvPr id="47" name="Rectangle 46">
            <a:extLst>
              <a:ext uri="{FF2B5EF4-FFF2-40B4-BE49-F238E27FC236}">
                <a16:creationId xmlns:a16="http://schemas.microsoft.com/office/drawing/2014/main" id="{55A26EB3-D3D1-490D-AC69-72F63F6CE45D}"/>
              </a:ext>
            </a:extLst>
          </p:cNvPr>
          <p:cNvSpPr/>
          <p:nvPr/>
        </p:nvSpPr>
        <p:spPr>
          <a:xfrm>
            <a:off x="132348" y="3700513"/>
            <a:ext cx="976893" cy="418311"/>
          </a:xfrm>
          <a:prstGeom prst="rect">
            <a:avLst/>
          </a:prstGeom>
          <a:solidFill>
            <a:schemeClr val="bg1"/>
          </a:solidFill>
          <a:ln>
            <a:solidFill>
              <a:srgbClr val="FF0000"/>
            </a:solidFill>
          </a:ln>
        </p:spPr>
        <p:style>
          <a:lnRef idx="2">
            <a:schemeClr val="dk1"/>
          </a:lnRef>
          <a:fillRef idx="1">
            <a:schemeClr val="lt1"/>
          </a:fillRef>
          <a:effectRef idx="0">
            <a:schemeClr val="dk1"/>
          </a:effectRef>
          <a:fontRef idx="minor">
            <a:schemeClr val="dk1"/>
          </a:fontRef>
        </p:style>
        <p:txBody>
          <a:bodyPr rtlCol="0" anchor="ctr"/>
          <a:lstStyle/>
          <a:p>
            <a:pPr algn="ctr"/>
            <a:r>
              <a:rPr lang="en-AU" sz="2400" dirty="0">
                <a:solidFill>
                  <a:schemeClr val="tx1"/>
                </a:solidFill>
              </a:rPr>
              <a:t>$200</a:t>
            </a:r>
          </a:p>
        </p:txBody>
      </p:sp>
      <p:sp>
        <p:nvSpPr>
          <p:cNvPr id="48" name="Rectangle 47">
            <a:extLst>
              <a:ext uri="{FF2B5EF4-FFF2-40B4-BE49-F238E27FC236}">
                <a16:creationId xmlns:a16="http://schemas.microsoft.com/office/drawing/2014/main" id="{AF331F80-3C0C-4FAC-959E-0CAA65C5E0D1}"/>
              </a:ext>
            </a:extLst>
          </p:cNvPr>
          <p:cNvSpPr/>
          <p:nvPr/>
        </p:nvSpPr>
        <p:spPr>
          <a:xfrm>
            <a:off x="6251138" y="3713762"/>
            <a:ext cx="992793" cy="391812"/>
          </a:xfrm>
          <a:prstGeom prst="rect">
            <a:avLst/>
          </a:prstGeom>
          <a:solidFill>
            <a:schemeClr val="bg1"/>
          </a:solidFill>
          <a:ln>
            <a:solidFill>
              <a:srgbClr val="FF0000"/>
            </a:solidFill>
          </a:ln>
        </p:spPr>
        <p:style>
          <a:lnRef idx="2">
            <a:schemeClr val="dk1"/>
          </a:lnRef>
          <a:fillRef idx="1">
            <a:schemeClr val="lt1"/>
          </a:fillRef>
          <a:effectRef idx="0">
            <a:schemeClr val="dk1"/>
          </a:effectRef>
          <a:fontRef idx="minor">
            <a:schemeClr val="dk1"/>
          </a:fontRef>
        </p:style>
        <p:txBody>
          <a:bodyPr rtlCol="0" anchor="ctr"/>
          <a:lstStyle/>
          <a:p>
            <a:pPr algn="ctr"/>
            <a:r>
              <a:rPr lang="en-AU" sz="2400" dirty="0">
                <a:solidFill>
                  <a:schemeClr val="tx1"/>
                </a:solidFill>
              </a:rPr>
              <a:t>$400</a:t>
            </a:r>
          </a:p>
        </p:txBody>
      </p:sp>
      <p:sp>
        <p:nvSpPr>
          <p:cNvPr id="49" name="Rectangle 48">
            <a:extLst>
              <a:ext uri="{FF2B5EF4-FFF2-40B4-BE49-F238E27FC236}">
                <a16:creationId xmlns:a16="http://schemas.microsoft.com/office/drawing/2014/main" id="{E0445BE9-B9EC-4EDC-944D-5780F0826B27}"/>
              </a:ext>
            </a:extLst>
          </p:cNvPr>
          <p:cNvSpPr/>
          <p:nvPr/>
        </p:nvSpPr>
        <p:spPr>
          <a:xfrm>
            <a:off x="3721433" y="3697939"/>
            <a:ext cx="882604" cy="391812"/>
          </a:xfrm>
          <a:prstGeom prst="rect">
            <a:avLst/>
          </a:prstGeom>
          <a:solidFill>
            <a:schemeClr val="bg1"/>
          </a:solidFill>
          <a:ln>
            <a:solidFill>
              <a:srgbClr val="FF0000"/>
            </a:solidFill>
          </a:ln>
        </p:spPr>
        <p:style>
          <a:lnRef idx="2">
            <a:schemeClr val="dk1"/>
          </a:lnRef>
          <a:fillRef idx="1">
            <a:schemeClr val="lt1"/>
          </a:fillRef>
          <a:effectRef idx="0">
            <a:schemeClr val="dk1"/>
          </a:effectRef>
          <a:fontRef idx="minor">
            <a:schemeClr val="dk1"/>
          </a:fontRef>
        </p:style>
        <p:txBody>
          <a:bodyPr rtlCol="0" anchor="ctr"/>
          <a:lstStyle/>
          <a:p>
            <a:pPr algn="ctr"/>
            <a:r>
              <a:rPr lang="en-AU" sz="2400" dirty="0">
                <a:solidFill>
                  <a:schemeClr val="tx1"/>
                </a:solidFill>
              </a:rPr>
              <a:t>$55</a:t>
            </a:r>
          </a:p>
        </p:txBody>
      </p:sp>
      <p:sp>
        <p:nvSpPr>
          <p:cNvPr id="50" name="Rectangle 49">
            <a:extLst>
              <a:ext uri="{FF2B5EF4-FFF2-40B4-BE49-F238E27FC236}">
                <a16:creationId xmlns:a16="http://schemas.microsoft.com/office/drawing/2014/main" id="{8D71D20D-58D7-4938-A49F-754F1427FFFC}"/>
              </a:ext>
            </a:extLst>
          </p:cNvPr>
          <p:cNvSpPr/>
          <p:nvPr/>
        </p:nvSpPr>
        <p:spPr>
          <a:xfrm>
            <a:off x="546874" y="1562040"/>
            <a:ext cx="882604" cy="391812"/>
          </a:xfrm>
          <a:prstGeom prst="rect">
            <a:avLst/>
          </a:prstGeom>
          <a:solidFill>
            <a:schemeClr val="bg1"/>
          </a:solidFill>
          <a:ln>
            <a:solidFill>
              <a:srgbClr val="FF0000"/>
            </a:solidFill>
          </a:ln>
        </p:spPr>
        <p:style>
          <a:lnRef idx="2">
            <a:schemeClr val="dk1"/>
          </a:lnRef>
          <a:fillRef idx="1">
            <a:schemeClr val="lt1"/>
          </a:fillRef>
          <a:effectRef idx="0">
            <a:schemeClr val="dk1"/>
          </a:effectRef>
          <a:fontRef idx="minor">
            <a:schemeClr val="dk1"/>
          </a:fontRef>
        </p:style>
        <p:txBody>
          <a:bodyPr rtlCol="0" anchor="ctr"/>
          <a:lstStyle/>
          <a:p>
            <a:pPr algn="ctr"/>
            <a:r>
              <a:rPr lang="en-AU" sz="2400" dirty="0">
                <a:solidFill>
                  <a:schemeClr val="tx1"/>
                </a:solidFill>
              </a:rPr>
              <a:t>?</a:t>
            </a:r>
          </a:p>
        </p:txBody>
      </p:sp>
      <p:sp>
        <p:nvSpPr>
          <p:cNvPr id="51" name="Rectangle 50">
            <a:extLst>
              <a:ext uri="{FF2B5EF4-FFF2-40B4-BE49-F238E27FC236}">
                <a16:creationId xmlns:a16="http://schemas.microsoft.com/office/drawing/2014/main" id="{CB5FBE02-9B26-418E-A323-34B6FE1820DA}"/>
              </a:ext>
            </a:extLst>
          </p:cNvPr>
          <p:cNvSpPr/>
          <p:nvPr/>
        </p:nvSpPr>
        <p:spPr>
          <a:xfrm>
            <a:off x="4370292" y="1593969"/>
            <a:ext cx="882604" cy="391812"/>
          </a:xfrm>
          <a:prstGeom prst="rect">
            <a:avLst/>
          </a:prstGeom>
          <a:solidFill>
            <a:schemeClr val="bg1"/>
          </a:solidFill>
          <a:ln>
            <a:solidFill>
              <a:srgbClr val="FF0000"/>
            </a:solidFill>
          </a:ln>
        </p:spPr>
        <p:style>
          <a:lnRef idx="2">
            <a:schemeClr val="dk1"/>
          </a:lnRef>
          <a:fillRef idx="1">
            <a:schemeClr val="lt1"/>
          </a:fillRef>
          <a:effectRef idx="0">
            <a:schemeClr val="dk1"/>
          </a:effectRef>
          <a:fontRef idx="minor">
            <a:schemeClr val="dk1"/>
          </a:fontRef>
        </p:style>
        <p:txBody>
          <a:bodyPr rtlCol="0" anchor="ctr"/>
          <a:lstStyle/>
          <a:p>
            <a:pPr algn="ctr"/>
            <a:r>
              <a:rPr lang="en-AU" sz="2400" dirty="0">
                <a:solidFill>
                  <a:schemeClr val="tx1"/>
                </a:solidFill>
              </a:rPr>
              <a:t>?</a:t>
            </a:r>
          </a:p>
        </p:txBody>
      </p:sp>
      <p:sp>
        <p:nvSpPr>
          <p:cNvPr id="52" name="Rectangle 51">
            <a:extLst>
              <a:ext uri="{FF2B5EF4-FFF2-40B4-BE49-F238E27FC236}">
                <a16:creationId xmlns:a16="http://schemas.microsoft.com/office/drawing/2014/main" id="{775CD8E7-270A-4027-BA32-E44E02BC1758}"/>
              </a:ext>
            </a:extLst>
          </p:cNvPr>
          <p:cNvSpPr/>
          <p:nvPr/>
        </p:nvSpPr>
        <p:spPr>
          <a:xfrm>
            <a:off x="7287309" y="1586492"/>
            <a:ext cx="882604" cy="391812"/>
          </a:xfrm>
          <a:prstGeom prst="rect">
            <a:avLst/>
          </a:prstGeom>
          <a:solidFill>
            <a:schemeClr val="bg1"/>
          </a:solidFill>
          <a:ln>
            <a:solidFill>
              <a:srgbClr val="FF0000"/>
            </a:solidFill>
          </a:ln>
        </p:spPr>
        <p:style>
          <a:lnRef idx="2">
            <a:schemeClr val="dk1"/>
          </a:lnRef>
          <a:fillRef idx="1">
            <a:schemeClr val="lt1"/>
          </a:fillRef>
          <a:effectRef idx="0">
            <a:schemeClr val="dk1"/>
          </a:effectRef>
          <a:fontRef idx="minor">
            <a:schemeClr val="dk1"/>
          </a:fontRef>
        </p:style>
        <p:txBody>
          <a:bodyPr rtlCol="0" anchor="ctr"/>
          <a:lstStyle/>
          <a:p>
            <a:pPr algn="ctr"/>
            <a:r>
              <a:rPr lang="en-AU" sz="2400" dirty="0">
                <a:solidFill>
                  <a:schemeClr val="tx1"/>
                </a:solidFill>
              </a:rPr>
              <a:t>?</a:t>
            </a:r>
          </a:p>
        </p:txBody>
      </p:sp>
      <p:sp>
        <p:nvSpPr>
          <p:cNvPr id="53" name="Rectangle 52">
            <a:extLst>
              <a:ext uri="{FF2B5EF4-FFF2-40B4-BE49-F238E27FC236}">
                <a16:creationId xmlns:a16="http://schemas.microsoft.com/office/drawing/2014/main" id="{BC1170FD-52F7-4004-9B08-3B724BB97C02}"/>
              </a:ext>
            </a:extLst>
          </p:cNvPr>
          <p:cNvSpPr/>
          <p:nvPr/>
        </p:nvSpPr>
        <p:spPr>
          <a:xfrm>
            <a:off x="2933174" y="54394"/>
            <a:ext cx="882604" cy="391812"/>
          </a:xfrm>
          <a:prstGeom prst="rect">
            <a:avLst/>
          </a:prstGeom>
          <a:solidFill>
            <a:schemeClr val="bg1"/>
          </a:solidFill>
          <a:ln>
            <a:solidFill>
              <a:srgbClr val="FF0000"/>
            </a:solidFill>
          </a:ln>
        </p:spPr>
        <p:style>
          <a:lnRef idx="2">
            <a:schemeClr val="dk1"/>
          </a:lnRef>
          <a:fillRef idx="1">
            <a:schemeClr val="lt1"/>
          </a:fillRef>
          <a:effectRef idx="0">
            <a:schemeClr val="dk1"/>
          </a:effectRef>
          <a:fontRef idx="minor">
            <a:schemeClr val="dk1"/>
          </a:fontRef>
        </p:style>
        <p:txBody>
          <a:bodyPr rtlCol="0" anchor="ctr"/>
          <a:lstStyle/>
          <a:p>
            <a:pPr algn="ctr"/>
            <a:r>
              <a:rPr lang="en-AU" sz="2400" dirty="0">
                <a:solidFill>
                  <a:schemeClr val="tx1"/>
                </a:solidFill>
              </a:rPr>
              <a:t>?</a:t>
            </a:r>
          </a:p>
        </p:txBody>
      </p:sp>
      <p:sp>
        <p:nvSpPr>
          <p:cNvPr id="54" name="Title 3">
            <a:extLst>
              <a:ext uri="{FF2B5EF4-FFF2-40B4-BE49-F238E27FC236}">
                <a16:creationId xmlns:a16="http://schemas.microsoft.com/office/drawing/2014/main" id="{8188A7B4-829C-4EDF-B491-94F7617529FD}"/>
              </a:ext>
            </a:extLst>
          </p:cNvPr>
          <p:cNvSpPr>
            <a:spLocks noGrp="1"/>
          </p:cNvSpPr>
          <p:nvPr>
            <p:ph type="title"/>
          </p:nvPr>
        </p:nvSpPr>
        <p:spPr>
          <a:xfrm>
            <a:off x="2721" y="549687"/>
            <a:ext cx="3795020" cy="606549"/>
          </a:xfrm>
        </p:spPr>
        <p:txBody>
          <a:bodyPr>
            <a:normAutofit/>
          </a:bodyPr>
          <a:lstStyle/>
          <a:p>
            <a:r>
              <a:rPr lang="en-AU" sz="2800" dirty="0">
                <a:solidFill>
                  <a:srgbClr val="FFC000"/>
                </a:solidFill>
                <a:latin typeface="+mn-lt"/>
                <a:ea typeface="+mn-ea"/>
                <a:cs typeface="+mn-cs"/>
              </a:rPr>
              <a:t>Calculate attack cost?</a:t>
            </a:r>
          </a:p>
        </p:txBody>
      </p:sp>
    </p:spTree>
    <p:extLst>
      <p:ext uri="{BB962C8B-B14F-4D97-AF65-F5344CB8AC3E}">
        <p14:creationId xmlns:p14="http://schemas.microsoft.com/office/powerpoint/2010/main" val="332566085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55670E94-029C-4BA8-8D44-FBB339E4924F}" type="slidenum">
              <a:rPr lang="en-AU" smtClean="0">
                <a:solidFill>
                  <a:schemeClr val="tx1"/>
                </a:solidFill>
              </a:rPr>
              <a:pPr/>
              <a:t>33</a:t>
            </a:fld>
            <a:endParaRPr lang="en-AU" dirty="0">
              <a:solidFill>
                <a:schemeClr val="tx1"/>
              </a:solidFill>
            </a:endParaRPr>
          </a:p>
        </p:txBody>
      </p:sp>
      <p:sp>
        <p:nvSpPr>
          <p:cNvPr id="5" name="Rectangle 4"/>
          <p:cNvSpPr/>
          <p:nvPr/>
        </p:nvSpPr>
        <p:spPr>
          <a:xfrm>
            <a:off x="3764156" y="35705"/>
            <a:ext cx="3928041" cy="999066"/>
          </a:xfrm>
          <a:prstGeom prst="rect">
            <a:avLst/>
          </a:prstGeom>
          <a:solidFill>
            <a:schemeClr val="bg1"/>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sz="2200" dirty="0">
                <a:solidFill>
                  <a:schemeClr val="tx1"/>
                </a:solidFill>
              </a:rPr>
              <a:t>1 change students’ assessment marks in CITS1003 from LMS</a:t>
            </a:r>
          </a:p>
        </p:txBody>
      </p:sp>
      <p:cxnSp>
        <p:nvCxnSpPr>
          <p:cNvPr id="6" name="Straight Connector 5"/>
          <p:cNvCxnSpPr>
            <a:cxnSpLocks/>
            <a:stCxn id="5" idx="2"/>
            <a:endCxn id="7" idx="0"/>
          </p:cNvCxnSpPr>
          <p:nvPr/>
        </p:nvCxnSpPr>
        <p:spPr>
          <a:xfrm flipH="1">
            <a:off x="2470714" y="1034771"/>
            <a:ext cx="3257463" cy="82900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7" name="Rounded Rectangle 6"/>
          <p:cNvSpPr/>
          <p:nvPr/>
        </p:nvSpPr>
        <p:spPr>
          <a:xfrm>
            <a:off x="783771" y="1863778"/>
            <a:ext cx="3373886" cy="1216884"/>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sz="2200" dirty="0">
                <a:solidFill>
                  <a:schemeClr val="tx1"/>
                </a:solidFill>
              </a:rPr>
              <a:t>1.1 gain direct access to the CITS1003’s marks database in LMS</a:t>
            </a:r>
          </a:p>
        </p:txBody>
      </p:sp>
      <p:sp>
        <p:nvSpPr>
          <p:cNvPr id="8" name="Rounded Rectangle 7"/>
          <p:cNvSpPr/>
          <p:nvPr/>
        </p:nvSpPr>
        <p:spPr>
          <a:xfrm>
            <a:off x="4394553" y="1863778"/>
            <a:ext cx="2667247" cy="1216883"/>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sz="2200" dirty="0">
                <a:solidFill>
                  <a:schemeClr val="tx1"/>
                </a:solidFill>
              </a:rPr>
              <a:t>1.2 log in as an authenticated UC</a:t>
            </a:r>
          </a:p>
        </p:txBody>
      </p:sp>
      <p:sp>
        <p:nvSpPr>
          <p:cNvPr id="9" name="Rounded Rectangle 8"/>
          <p:cNvSpPr/>
          <p:nvPr/>
        </p:nvSpPr>
        <p:spPr>
          <a:xfrm>
            <a:off x="7298697" y="1863779"/>
            <a:ext cx="3020566" cy="1216882"/>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sz="2200" dirty="0">
                <a:solidFill>
                  <a:schemeClr val="tx1"/>
                </a:solidFill>
              </a:rPr>
              <a:t>1.3 hijack the web authentication session of the UC</a:t>
            </a:r>
          </a:p>
        </p:txBody>
      </p:sp>
      <p:cxnSp>
        <p:nvCxnSpPr>
          <p:cNvPr id="17" name="Straight Connector 16"/>
          <p:cNvCxnSpPr>
            <a:cxnSpLocks/>
            <a:stCxn id="5" idx="2"/>
            <a:endCxn id="8" idx="0"/>
          </p:cNvCxnSpPr>
          <p:nvPr/>
        </p:nvCxnSpPr>
        <p:spPr>
          <a:xfrm>
            <a:off x="5728177" y="1034771"/>
            <a:ext cx="0" cy="82900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a:cxnSpLocks/>
            <a:stCxn id="5" idx="2"/>
            <a:endCxn id="9" idx="0"/>
          </p:cNvCxnSpPr>
          <p:nvPr/>
        </p:nvCxnSpPr>
        <p:spPr>
          <a:xfrm>
            <a:off x="5728177" y="1034771"/>
            <a:ext cx="3080803" cy="82900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0" name="Rounded Rectangle 10">
            <a:extLst>
              <a:ext uri="{FF2B5EF4-FFF2-40B4-BE49-F238E27FC236}">
                <a16:creationId xmlns:a16="http://schemas.microsoft.com/office/drawing/2014/main" id="{DEAD9671-0D0E-49C6-8EB9-99AA326257BD}"/>
              </a:ext>
            </a:extLst>
          </p:cNvPr>
          <p:cNvSpPr/>
          <p:nvPr/>
        </p:nvSpPr>
        <p:spPr>
          <a:xfrm>
            <a:off x="190824" y="3931336"/>
            <a:ext cx="3399043" cy="1253296"/>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sz="2200" dirty="0">
                <a:solidFill>
                  <a:schemeClr val="tx1"/>
                </a:solidFill>
              </a:rPr>
              <a:t>1.1.1 exploit a software vulnerability in the LMS</a:t>
            </a:r>
          </a:p>
        </p:txBody>
      </p:sp>
      <p:cxnSp>
        <p:nvCxnSpPr>
          <p:cNvPr id="11" name="Straight Connector 10">
            <a:extLst>
              <a:ext uri="{FF2B5EF4-FFF2-40B4-BE49-F238E27FC236}">
                <a16:creationId xmlns:a16="http://schemas.microsoft.com/office/drawing/2014/main" id="{0BB69833-9B0D-4152-B890-103A04B46BB6}"/>
              </a:ext>
            </a:extLst>
          </p:cNvPr>
          <p:cNvCxnSpPr>
            <a:cxnSpLocks/>
            <a:stCxn id="7" idx="2"/>
            <a:endCxn id="10" idx="0"/>
          </p:cNvCxnSpPr>
          <p:nvPr/>
        </p:nvCxnSpPr>
        <p:spPr>
          <a:xfrm flipH="1">
            <a:off x="1890346" y="3080662"/>
            <a:ext cx="580368" cy="85067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2" name="Rounded Rectangle 13">
            <a:extLst>
              <a:ext uri="{FF2B5EF4-FFF2-40B4-BE49-F238E27FC236}">
                <a16:creationId xmlns:a16="http://schemas.microsoft.com/office/drawing/2014/main" id="{B7CF5227-B740-44FC-8B2E-6486B55C4B10}"/>
              </a:ext>
            </a:extLst>
          </p:cNvPr>
          <p:cNvSpPr/>
          <p:nvPr/>
        </p:nvSpPr>
        <p:spPr>
          <a:xfrm>
            <a:off x="9181301" y="3931336"/>
            <a:ext cx="2665420" cy="1253296"/>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hangingPunct="0">
              <a:tabLst>
                <a:tab pos="731976" algn="l"/>
                <a:tab pos="1951146" algn="l"/>
                <a:tab pos="3170315" algn="l"/>
                <a:tab pos="4389485" algn="l"/>
                <a:tab pos="5608654" algn="l"/>
                <a:tab pos="6827824" algn="l"/>
                <a:tab pos="8046993" algn="l"/>
                <a:tab pos="9266163" algn="l"/>
                <a:tab pos="10485333" algn="l"/>
                <a:tab pos="11704502" algn="l"/>
                <a:tab pos="12923672" algn="l"/>
              </a:tabLst>
            </a:pPr>
            <a:r>
              <a:rPr lang="en-NZ" sz="2200" dirty="0">
                <a:solidFill>
                  <a:schemeClr val="tx1"/>
                </a:solidFill>
              </a:rPr>
              <a:t>1.3.1 steal the UC’s session cookie</a:t>
            </a:r>
          </a:p>
        </p:txBody>
      </p:sp>
      <p:cxnSp>
        <p:nvCxnSpPr>
          <p:cNvPr id="13" name="Straight Connector 12">
            <a:extLst>
              <a:ext uri="{FF2B5EF4-FFF2-40B4-BE49-F238E27FC236}">
                <a16:creationId xmlns:a16="http://schemas.microsoft.com/office/drawing/2014/main" id="{FB306E84-8517-434B-83B1-FD8280698B34}"/>
              </a:ext>
            </a:extLst>
          </p:cNvPr>
          <p:cNvCxnSpPr>
            <a:cxnSpLocks/>
            <a:stCxn id="9" idx="2"/>
            <a:endCxn id="12" idx="0"/>
          </p:cNvCxnSpPr>
          <p:nvPr/>
        </p:nvCxnSpPr>
        <p:spPr>
          <a:xfrm>
            <a:off x="8808980" y="3080661"/>
            <a:ext cx="1705031" cy="85067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4" name="Rounded Rectangle 11">
            <a:extLst>
              <a:ext uri="{FF2B5EF4-FFF2-40B4-BE49-F238E27FC236}">
                <a16:creationId xmlns:a16="http://schemas.microsoft.com/office/drawing/2014/main" id="{604E5D3D-7003-43CE-8F61-CE4D010653DE}"/>
              </a:ext>
            </a:extLst>
          </p:cNvPr>
          <p:cNvSpPr/>
          <p:nvPr/>
        </p:nvSpPr>
        <p:spPr>
          <a:xfrm>
            <a:off x="3815778" y="3931336"/>
            <a:ext cx="2248281" cy="1253296"/>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sz="2200" dirty="0">
                <a:solidFill>
                  <a:schemeClr val="tx1"/>
                </a:solidFill>
              </a:rPr>
              <a:t>1.2.1 perform a brute-force login</a:t>
            </a:r>
          </a:p>
        </p:txBody>
      </p:sp>
      <p:sp>
        <p:nvSpPr>
          <p:cNvPr id="15" name="Rounded Rectangle 12">
            <a:extLst>
              <a:ext uri="{FF2B5EF4-FFF2-40B4-BE49-F238E27FC236}">
                <a16:creationId xmlns:a16="http://schemas.microsoft.com/office/drawing/2014/main" id="{68AAF1D9-03BE-4414-BB0E-3F2221E51EFA}"/>
              </a:ext>
            </a:extLst>
          </p:cNvPr>
          <p:cNvSpPr/>
          <p:nvPr/>
        </p:nvSpPr>
        <p:spPr>
          <a:xfrm>
            <a:off x="6289971" y="3931336"/>
            <a:ext cx="2665419" cy="1253296"/>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sz="2200" dirty="0">
                <a:solidFill>
                  <a:schemeClr val="tx1"/>
                </a:solidFill>
              </a:rPr>
              <a:t>1.2.2 steal the UC’s login credentials</a:t>
            </a:r>
          </a:p>
        </p:txBody>
      </p:sp>
      <p:cxnSp>
        <p:nvCxnSpPr>
          <p:cNvPr id="16" name="Straight Connector 15">
            <a:extLst>
              <a:ext uri="{FF2B5EF4-FFF2-40B4-BE49-F238E27FC236}">
                <a16:creationId xmlns:a16="http://schemas.microsoft.com/office/drawing/2014/main" id="{D011E090-48B4-4787-A7E6-177F361C308B}"/>
              </a:ext>
            </a:extLst>
          </p:cNvPr>
          <p:cNvCxnSpPr>
            <a:cxnSpLocks/>
            <a:stCxn id="8" idx="2"/>
            <a:endCxn id="14" idx="0"/>
          </p:cNvCxnSpPr>
          <p:nvPr/>
        </p:nvCxnSpPr>
        <p:spPr>
          <a:xfrm flipH="1">
            <a:off x="4939919" y="3080661"/>
            <a:ext cx="788258" cy="85067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339FD23C-31E7-4F29-A364-1686F16A3693}"/>
              </a:ext>
            </a:extLst>
          </p:cNvPr>
          <p:cNvCxnSpPr>
            <a:cxnSpLocks/>
            <a:stCxn id="8" idx="2"/>
            <a:endCxn id="15" idx="0"/>
          </p:cNvCxnSpPr>
          <p:nvPr/>
        </p:nvCxnSpPr>
        <p:spPr>
          <a:xfrm>
            <a:off x="5728177" y="3080661"/>
            <a:ext cx="1894504" cy="85067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0" name="Rounded Rectangle 26">
            <a:extLst>
              <a:ext uri="{FF2B5EF4-FFF2-40B4-BE49-F238E27FC236}">
                <a16:creationId xmlns:a16="http://schemas.microsoft.com/office/drawing/2014/main" id="{F850F898-0AA5-466C-918E-CB3E685659C0}"/>
              </a:ext>
            </a:extLst>
          </p:cNvPr>
          <p:cNvSpPr/>
          <p:nvPr/>
        </p:nvSpPr>
        <p:spPr>
          <a:xfrm>
            <a:off x="1739421" y="5805494"/>
            <a:ext cx="2825098" cy="886917"/>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sz="2200" dirty="0">
                <a:solidFill>
                  <a:schemeClr val="tx1"/>
                </a:solidFill>
              </a:rPr>
              <a:t>1.2.1.1 identify the UC’s username</a:t>
            </a:r>
          </a:p>
        </p:txBody>
      </p:sp>
      <p:sp>
        <p:nvSpPr>
          <p:cNvPr id="21" name="Rounded Rectangle 27">
            <a:extLst>
              <a:ext uri="{FF2B5EF4-FFF2-40B4-BE49-F238E27FC236}">
                <a16:creationId xmlns:a16="http://schemas.microsoft.com/office/drawing/2014/main" id="{F1F3E9F6-00BE-45B9-AC77-CE04C425F546}"/>
              </a:ext>
            </a:extLst>
          </p:cNvPr>
          <p:cNvSpPr/>
          <p:nvPr/>
        </p:nvSpPr>
        <p:spPr>
          <a:xfrm>
            <a:off x="5297561" y="5805494"/>
            <a:ext cx="3062668" cy="886917"/>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sz="2200" dirty="0">
                <a:solidFill>
                  <a:schemeClr val="tx1"/>
                </a:solidFill>
              </a:rPr>
              <a:t>1.2.1.2 identify the UC’s password</a:t>
            </a:r>
          </a:p>
        </p:txBody>
      </p:sp>
      <p:cxnSp>
        <p:nvCxnSpPr>
          <p:cNvPr id="22" name="Straight Connector 21">
            <a:extLst>
              <a:ext uri="{FF2B5EF4-FFF2-40B4-BE49-F238E27FC236}">
                <a16:creationId xmlns:a16="http://schemas.microsoft.com/office/drawing/2014/main" id="{EAEDC152-2C27-4AF8-8480-6B4726B11871}"/>
              </a:ext>
            </a:extLst>
          </p:cNvPr>
          <p:cNvCxnSpPr>
            <a:cxnSpLocks/>
            <a:endCxn id="20" idx="0"/>
          </p:cNvCxnSpPr>
          <p:nvPr/>
        </p:nvCxnSpPr>
        <p:spPr>
          <a:xfrm flipH="1">
            <a:off x="3151970" y="5184632"/>
            <a:ext cx="1770818" cy="62086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732170DB-BE10-4A18-9997-6579A9851A10}"/>
              </a:ext>
            </a:extLst>
          </p:cNvPr>
          <p:cNvCxnSpPr>
            <a:cxnSpLocks/>
            <a:stCxn id="14" idx="2"/>
            <a:endCxn id="21" idx="0"/>
          </p:cNvCxnSpPr>
          <p:nvPr/>
        </p:nvCxnSpPr>
        <p:spPr>
          <a:xfrm>
            <a:off x="4939919" y="5184632"/>
            <a:ext cx="1888976" cy="62086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4" name="Freeform 30">
            <a:extLst>
              <a:ext uri="{FF2B5EF4-FFF2-40B4-BE49-F238E27FC236}">
                <a16:creationId xmlns:a16="http://schemas.microsoft.com/office/drawing/2014/main" id="{306A2F3A-ECBE-49E8-B89C-36F2E0E9A190}"/>
              </a:ext>
            </a:extLst>
          </p:cNvPr>
          <p:cNvSpPr/>
          <p:nvPr/>
        </p:nvSpPr>
        <p:spPr>
          <a:xfrm>
            <a:off x="4743106" y="5306635"/>
            <a:ext cx="489987" cy="162181"/>
          </a:xfrm>
          <a:custGeom>
            <a:avLst/>
            <a:gdLst>
              <a:gd name="connsiteX0" fmla="*/ 0 w 476250"/>
              <a:gd name="connsiteY0" fmla="*/ 0 h 142944"/>
              <a:gd name="connsiteX1" fmla="*/ 228600 w 476250"/>
              <a:gd name="connsiteY1" fmla="*/ 142875 h 142944"/>
              <a:gd name="connsiteX2" fmla="*/ 476250 w 476250"/>
              <a:gd name="connsiteY2" fmla="*/ 19050 h 142944"/>
              <a:gd name="connsiteX0" fmla="*/ 0 w 476250"/>
              <a:gd name="connsiteY0" fmla="*/ 0 h 142978"/>
              <a:gd name="connsiteX1" fmla="*/ 228600 w 476250"/>
              <a:gd name="connsiteY1" fmla="*/ 142875 h 142978"/>
              <a:gd name="connsiteX2" fmla="*/ 476250 w 476250"/>
              <a:gd name="connsiteY2" fmla="*/ 19050 h 142978"/>
              <a:gd name="connsiteX0" fmla="*/ 0 w 476250"/>
              <a:gd name="connsiteY0" fmla="*/ 0 h 147735"/>
              <a:gd name="connsiteX1" fmla="*/ 247650 w 476250"/>
              <a:gd name="connsiteY1" fmla="*/ 147638 h 147735"/>
              <a:gd name="connsiteX2" fmla="*/ 476250 w 476250"/>
              <a:gd name="connsiteY2" fmla="*/ 19050 h 147735"/>
              <a:gd name="connsiteX0" fmla="*/ 0 w 476250"/>
              <a:gd name="connsiteY0" fmla="*/ 0 h 147661"/>
              <a:gd name="connsiteX1" fmla="*/ 247650 w 476250"/>
              <a:gd name="connsiteY1" fmla="*/ 147638 h 147661"/>
              <a:gd name="connsiteX2" fmla="*/ 476250 w 476250"/>
              <a:gd name="connsiteY2" fmla="*/ 19050 h 147661"/>
              <a:gd name="connsiteX0" fmla="*/ 0 w 464344"/>
              <a:gd name="connsiteY0" fmla="*/ 0 h 147690"/>
              <a:gd name="connsiteX1" fmla="*/ 247650 w 464344"/>
              <a:gd name="connsiteY1" fmla="*/ 147638 h 147690"/>
              <a:gd name="connsiteX2" fmla="*/ 464344 w 464344"/>
              <a:gd name="connsiteY2" fmla="*/ 14288 h 147690"/>
              <a:gd name="connsiteX0" fmla="*/ 0 w 464344"/>
              <a:gd name="connsiteY0" fmla="*/ 0 h 147701"/>
              <a:gd name="connsiteX1" fmla="*/ 247650 w 464344"/>
              <a:gd name="connsiteY1" fmla="*/ 147638 h 147701"/>
              <a:gd name="connsiteX2" fmla="*/ 464344 w 464344"/>
              <a:gd name="connsiteY2" fmla="*/ 14288 h 147701"/>
              <a:gd name="connsiteX0" fmla="*/ 0 w 464344"/>
              <a:gd name="connsiteY0" fmla="*/ 0 h 147701"/>
              <a:gd name="connsiteX1" fmla="*/ 247650 w 464344"/>
              <a:gd name="connsiteY1" fmla="*/ 147638 h 147701"/>
              <a:gd name="connsiteX2" fmla="*/ 464344 w 464344"/>
              <a:gd name="connsiteY2" fmla="*/ 14288 h 147701"/>
              <a:gd name="connsiteX0" fmla="*/ 0 w 464344"/>
              <a:gd name="connsiteY0" fmla="*/ 0 h 147701"/>
              <a:gd name="connsiteX1" fmla="*/ 247650 w 464344"/>
              <a:gd name="connsiteY1" fmla="*/ 147638 h 147701"/>
              <a:gd name="connsiteX2" fmla="*/ 464344 w 464344"/>
              <a:gd name="connsiteY2" fmla="*/ 14288 h 147701"/>
              <a:gd name="connsiteX0" fmla="*/ 0 w 464344"/>
              <a:gd name="connsiteY0" fmla="*/ 0 h 150080"/>
              <a:gd name="connsiteX1" fmla="*/ 204788 w 464344"/>
              <a:gd name="connsiteY1" fmla="*/ 150019 h 150080"/>
              <a:gd name="connsiteX2" fmla="*/ 464344 w 464344"/>
              <a:gd name="connsiteY2" fmla="*/ 14288 h 150080"/>
            </a:gdLst>
            <a:ahLst/>
            <a:cxnLst>
              <a:cxn ang="0">
                <a:pos x="connsiteX0" y="connsiteY0"/>
              </a:cxn>
              <a:cxn ang="0">
                <a:pos x="connsiteX1" y="connsiteY1"/>
              </a:cxn>
              <a:cxn ang="0">
                <a:pos x="connsiteX2" y="connsiteY2"/>
              </a:cxn>
            </a:cxnLst>
            <a:rect l="l" t="t" r="r" b="b"/>
            <a:pathLst>
              <a:path w="464344" h="150080">
                <a:moveTo>
                  <a:pt x="0" y="0"/>
                </a:moveTo>
                <a:cubicBezTo>
                  <a:pt x="67468" y="100806"/>
                  <a:pt x="127397" y="147638"/>
                  <a:pt x="204788" y="150019"/>
                </a:cubicBezTo>
                <a:cubicBezTo>
                  <a:pt x="282179" y="152400"/>
                  <a:pt x="407989" y="84932"/>
                  <a:pt x="464344" y="14288"/>
                </a:cubicBezTo>
              </a:path>
            </a:pathLst>
          </a:cu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Z" sz="1867">
              <a:solidFill>
                <a:schemeClr val="tx1"/>
              </a:solidFill>
            </a:endParaRPr>
          </a:p>
        </p:txBody>
      </p:sp>
      <p:sp>
        <p:nvSpPr>
          <p:cNvPr id="27" name="Title 3">
            <a:extLst>
              <a:ext uri="{FF2B5EF4-FFF2-40B4-BE49-F238E27FC236}">
                <a16:creationId xmlns:a16="http://schemas.microsoft.com/office/drawing/2014/main" id="{D9DBD2C0-09AC-4053-B6F4-8DC9AF867934}"/>
              </a:ext>
            </a:extLst>
          </p:cNvPr>
          <p:cNvSpPr txBox="1">
            <a:spLocks/>
          </p:cNvSpPr>
          <p:nvPr/>
        </p:nvSpPr>
        <p:spPr>
          <a:xfrm>
            <a:off x="8240455" y="5972616"/>
            <a:ext cx="1881691" cy="545173"/>
          </a:xfrm>
          <a:prstGeom prst="rect">
            <a:avLst/>
          </a:prstGeom>
          <a:effectLst>
            <a:outerShdw blurRad="25400" dir="17880000">
              <a:srgbClr val="000000">
                <a:alpha val="46000"/>
              </a:srgbClr>
            </a:outerShdw>
          </a:effectLst>
        </p:spPr>
        <p:txBody>
          <a:bodyPr vert="horz" lIns="91440" tIns="45720" rIns="91440" bIns="45720" rtlCol="0" anchor="ctr">
            <a:normAutofit/>
          </a:bodyPr>
          <a:lstStyle>
            <a:lvl1pPr algn="ctr" defTabSz="457200" rtl="0" eaLnBrk="1" latinLnBrk="0" hangingPunct="1">
              <a:lnSpc>
                <a:spcPct val="90000"/>
              </a:lnSpc>
              <a:spcBef>
                <a:spcPct val="0"/>
              </a:spcBef>
              <a:buNone/>
              <a:defRPr sz="40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j-lt"/>
                <a:ea typeface="+mj-ea"/>
                <a:cs typeface="Trebuchet M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AU" sz="2800" dirty="0">
                <a:solidFill>
                  <a:srgbClr val="FF0000"/>
                </a:solidFill>
                <a:latin typeface="+mn-lt"/>
                <a:ea typeface="+mn-ea"/>
                <a:cs typeface="+mn-cs"/>
              </a:rPr>
              <a:t>level-4</a:t>
            </a:r>
          </a:p>
        </p:txBody>
      </p:sp>
      <p:sp>
        <p:nvSpPr>
          <p:cNvPr id="28" name="Title 3">
            <a:extLst>
              <a:ext uri="{FF2B5EF4-FFF2-40B4-BE49-F238E27FC236}">
                <a16:creationId xmlns:a16="http://schemas.microsoft.com/office/drawing/2014/main" id="{4C0A9D4F-1E31-4268-9A47-76D763C5D519}"/>
              </a:ext>
            </a:extLst>
          </p:cNvPr>
          <p:cNvSpPr txBox="1">
            <a:spLocks/>
          </p:cNvSpPr>
          <p:nvPr/>
        </p:nvSpPr>
        <p:spPr>
          <a:xfrm>
            <a:off x="10227263" y="3452773"/>
            <a:ext cx="1881691" cy="545173"/>
          </a:xfrm>
          <a:prstGeom prst="rect">
            <a:avLst/>
          </a:prstGeom>
          <a:effectLst>
            <a:outerShdw blurRad="25400" dir="17880000">
              <a:srgbClr val="000000">
                <a:alpha val="46000"/>
              </a:srgbClr>
            </a:outerShdw>
          </a:effectLst>
        </p:spPr>
        <p:txBody>
          <a:bodyPr vert="horz" lIns="91440" tIns="45720" rIns="91440" bIns="45720" rtlCol="0" anchor="ctr">
            <a:normAutofit/>
          </a:bodyPr>
          <a:lstStyle>
            <a:lvl1pPr algn="ctr" defTabSz="457200" rtl="0" eaLnBrk="1" latinLnBrk="0" hangingPunct="1">
              <a:lnSpc>
                <a:spcPct val="90000"/>
              </a:lnSpc>
              <a:spcBef>
                <a:spcPct val="0"/>
              </a:spcBef>
              <a:buNone/>
              <a:defRPr sz="40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j-lt"/>
                <a:ea typeface="+mj-ea"/>
                <a:cs typeface="Trebuchet M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AU" sz="2800" dirty="0">
                <a:solidFill>
                  <a:srgbClr val="FF0000"/>
                </a:solidFill>
                <a:latin typeface="+mn-lt"/>
                <a:ea typeface="+mn-ea"/>
                <a:cs typeface="+mn-cs"/>
              </a:rPr>
              <a:t>level-3</a:t>
            </a:r>
          </a:p>
        </p:txBody>
      </p:sp>
      <p:sp>
        <p:nvSpPr>
          <p:cNvPr id="29" name="Title 3">
            <a:extLst>
              <a:ext uri="{FF2B5EF4-FFF2-40B4-BE49-F238E27FC236}">
                <a16:creationId xmlns:a16="http://schemas.microsoft.com/office/drawing/2014/main" id="{993ECB27-8087-4DF1-9468-0C4D8E34EBDF}"/>
              </a:ext>
            </a:extLst>
          </p:cNvPr>
          <p:cNvSpPr txBox="1">
            <a:spLocks/>
          </p:cNvSpPr>
          <p:nvPr/>
        </p:nvSpPr>
        <p:spPr>
          <a:xfrm>
            <a:off x="8772794" y="1363101"/>
            <a:ext cx="1881691" cy="545173"/>
          </a:xfrm>
          <a:prstGeom prst="rect">
            <a:avLst/>
          </a:prstGeom>
          <a:effectLst>
            <a:outerShdw blurRad="25400" dir="17880000">
              <a:srgbClr val="000000">
                <a:alpha val="46000"/>
              </a:srgbClr>
            </a:outerShdw>
          </a:effectLst>
        </p:spPr>
        <p:txBody>
          <a:bodyPr vert="horz" lIns="91440" tIns="45720" rIns="91440" bIns="45720" rtlCol="0" anchor="ctr">
            <a:normAutofit/>
          </a:bodyPr>
          <a:lstStyle>
            <a:lvl1pPr algn="ctr" defTabSz="457200" rtl="0" eaLnBrk="1" latinLnBrk="0" hangingPunct="1">
              <a:lnSpc>
                <a:spcPct val="90000"/>
              </a:lnSpc>
              <a:spcBef>
                <a:spcPct val="0"/>
              </a:spcBef>
              <a:buNone/>
              <a:defRPr sz="40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j-lt"/>
                <a:ea typeface="+mj-ea"/>
                <a:cs typeface="Trebuchet M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AU" sz="2800" dirty="0">
                <a:solidFill>
                  <a:srgbClr val="FF0000"/>
                </a:solidFill>
                <a:latin typeface="+mn-lt"/>
                <a:ea typeface="+mn-ea"/>
                <a:cs typeface="+mn-cs"/>
              </a:rPr>
              <a:t>level-2</a:t>
            </a:r>
          </a:p>
        </p:txBody>
      </p:sp>
      <p:sp>
        <p:nvSpPr>
          <p:cNvPr id="30" name="Title 3">
            <a:extLst>
              <a:ext uri="{FF2B5EF4-FFF2-40B4-BE49-F238E27FC236}">
                <a16:creationId xmlns:a16="http://schemas.microsoft.com/office/drawing/2014/main" id="{0FBB5E97-26D4-4CAD-B821-6B9C5CB65F4D}"/>
              </a:ext>
            </a:extLst>
          </p:cNvPr>
          <p:cNvSpPr txBox="1">
            <a:spLocks/>
          </p:cNvSpPr>
          <p:nvPr/>
        </p:nvSpPr>
        <p:spPr>
          <a:xfrm>
            <a:off x="7622680" y="274397"/>
            <a:ext cx="1881691" cy="545173"/>
          </a:xfrm>
          <a:prstGeom prst="rect">
            <a:avLst/>
          </a:prstGeom>
          <a:effectLst>
            <a:outerShdw blurRad="25400" dir="17880000">
              <a:srgbClr val="000000">
                <a:alpha val="46000"/>
              </a:srgbClr>
            </a:outerShdw>
          </a:effectLst>
        </p:spPr>
        <p:txBody>
          <a:bodyPr vert="horz" lIns="91440" tIns="45720" rIns="91440" bIns="45720" rtlCol="0" anchor="ctr">
            <a:normAutofit/>
          </a:bodyPr>
          <a:lstStyle>
            <a:lvl1pPr algn="ctr" defTabSz="457200" rtl="0" eaLnBrk="1" latinLnBrk="0" hangingPunct="1">
              <a:lnSpc>
                <a:spcPct val="90000"/>
              </a:lnSpc>
              <a:spcBef>
                <a:spcPct val="0"/>
              </a:spcBef>
              <a:buNone/>
              <a:defRPr sz="40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j-lt"/>
                <a:ea typeface="+mj-ea"/>
                <a:cs typeface="Trebuchet M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AU" sz="2800" dirty="0">
                <a:solidFill>
                  <a:srgbClr val="FF0000"/>
                </a:solidFill>
                <a:latin typeface="+mn-lt"/>
                <a:ea typeface="+mn-ea"/>
                <a:cs typeface="+mn-cs"/>
              </a:rPr>
              <a:t>level-1</a:t>
            </a:r>
          </a:p>
        </p:txBody>
      </p:sp>
      <p:sp>
        <p:nvSpPr>
          <p:cNvPr id="40" name="Rectangle 39">
            <a:extLst>
              <a:ext uri="{FF2B5EF4-FFF2-40B4-BE49-F238E27FC236}">
                <a16:creationId xmlns:a16="http://schemas.microsoft.com/office/drawing/2014/main" id="{4C861600-DE65-47EE-8783-A485F2D1E6FB}"/>
              </a:ext>
            </a:extLst>
          </p:cNvPr>
          <p:cNvSpPr/>
          <p:nvPr/>
        </p:nvSpPr>
        <p:spPr>
          <a:xfrm>
            <a:off x="1517948" y="5535685"/>
            <a:ext cx="761892" cy="391812"/>
          </a:xfrm>
          <a:prstGeom prst="rect">
            <a:avLst/>
          </a:prstGeom>
          <a:solidFill>
            <a:schemeClr val="bg1"/>
          </a:solidFill>
          <a:ln>
            <a:solidFill>
              <a:srgbClr val="FF0000"/>
            </a:solidFill>
          </a:ln>
        </p:spPr>
        <p:style>
          <a:lnRef idx="2">
            <a:schemeClr val="dk1"/>
          </a:lnRef>
          <a:fillRef idx="1">
            <a:schemeClr val="lt1"/>
          </a:fillRef>
          <a:effectRef idx="0">
            <a:schemeClr val="dk1"/>
          </a:effectRef>
          <a:fontRef idx="minor">
            <a:schemeClr val="dk1"/>
          </a:fontRef>
        </p:style>
        <p:txBody>
          <a:bodyPr rtlCol="0" anchor="ctr"/>
          <a:lstStyle/>
          <a:p>
            <a:pPr algn="ctr"/>
            <a:r>
              <a:rPr lang="en-AU" sz="2400" dirty="0">
                <a:solidFill>
                  <a:schemeClr val="tx1"/>
                </a:solidFill>
              </a:rPr>
              <a:t>$5</a:t>
            </a:r>
          </a:p>
        </p:txBody>
      </p:sp>
      <p:sp>
        <p:nvSpPr>
          <p:cNvPr id="45" name="Rectangle 44">
            <a:extLst>
              <a:ext uri="{FF2B5EF4-FFF2-40B4-BE49-F238E27FC236}">
                <a16:creationId xmlns:a16="http://schemas.microsoft.com/office/drawing/2014/main" id="{34B6727F-DA8B-48C2-8F08-5FA05434DF3E}"/>
              </a:ext>
            </a:extLst>
          </p:cNvPr>
          <p:cNvSpPr/>
          <p:nvPr/>
        </p:nvSpPr>
        <p:spPr>
          <a:xfrm>
            <a:off x="5103431" y="5553889"/>
            <a:ext cx="882604" cy="391812"/>
          </a:xfrm>
          <a:prstGeom prst="rect">
            <a:avLst/>
          </a:prstGeom>
          <a:solidFill>
            <a:schemeClr val="bg1"/>
          </a:solidFill>
          <a:ln>
            <a:solidFill>
              <a:srgbClr val="FF0000"/>
            </a:solidFill>
          </a:ln>
        </p:spPr>
        <p:style>
          <a:lnRef idx="2">
            <a:schemeClr val="dk1"/>
          </a:lnRef>
          <a:fillRef idx="1">
            <a:schemeClr val="lt1"/>
          </a:fillRef>
          <a:effectRef idx="0">
            <a:schemeClr val="dk1"/>
          </a:effectRef>
          <a:fontRef idx="minor">
            <a:schemeClr val="dk1"/>
          </a:fontRef>
        </p:style>
        <p:txBody>
          <a:bodyPr rtlCol="0" anchor="ctr"/>
          <a:lstStyle/>
          <a:p>
            <a:pPr algn="ctr"/>
            <a:r>
              <a:rPr lang="en-AU" sz="2400" dirty="0">
                <a:solidFill>
                  <a:schemeClr val="tx1"/>
                </a:solidFill>
              </a:rPr>
              <a:t>$50</a:t>
            </a:r>
          </a:p>
        </p:txBody>
      </p:sp>
      <p:sp>
        <p:nvSpPr>
          <p:cNvPr id="46" name="Rectangle 45">
            <a:extLst>
              <a:ext uri="{FF2B5EF4-FFF2-40B4-BE49-F238E27FC236}">
                <a16:creationId xmlns:a16="http://schemas.microsoft.com/office/drawing/2014/main" id="{B6D3EC9F-90FD-421F-9F00-3EC11F3C37C5}"/>
              </a:ext>
            </a:extLst>
          </p:cNvPr>
          <p:cNvSpPr/>
          <p:nvPr/>
        </p:nvSpPr>
        <p:spPr>
          <a:xfrm>
            <a:off x="9104817" y="3671441"/>
            <a:ext cx="860213" cy="418310"/>
          </a:xfrm>
          <a:prstGeom prst="rect">
            <a:avLst/>
          </a:prstGeom>
          <a:solidFill>
            <a:schemeClr val="bg1"/>
          </a:solidFill>
          <a:ln>
            <a:solidFill>
              <a:srgbClr val="FF0000"/>
            </a:solidFill>
          </a:ln>
        </p:spPr>
        <p:style>
          <a:lnRef idx="2">
            <a:schemeClr val="dk1"/>
          </a:lnRef>
          <a:fillRef idx="1">
            <a:schemeClr val="lt1"/>
          </a:fillRef>
          <a:effectRef idx="0">
            <a:schemeClr val="dk1"/>
          </a:effectRef>
          <a:fontRef idx="minor">
            <a:schemeClr val="dk1"/>
          </a:fontRef>
        </p:style>
        <p:txBody>
          <a:bodyPr rtlCol="0" anchor="ctr"/>
          <a:lstStyle/>
          <a:p>
            <a:pPr algn="ctr"/>
            <a:r>
              <a:rPr lang="en-AU" sz="2400" dirty="0">
                <a:solidFill>
                  <a:schemeClr val="tx1"/>
                </a:solidFill>
              </a:rPr>
              <a:t>$50</a:t>
            </a:r>
          </a:p>
        </p:txBody>
      </p:sp>
      <p:sp>
        <p:nvSpPr>
          <p:cNvPr id="47" name="Rectangle 46">
            <a:extLst>
              <a:ext uri="{FF2B5EF4-FFF2-40B4-BE49-F238E27FC236}">
                <a16:creationId xmlns:a16="http://schemas.microsoft.com/office/drawing/2014/main" id="{55A26EB3-D3D1-490D-AC69-72F63F6CE45D}"/>
              </a:ext>
            </a:extLst>
          </p:cNvPr>
          <p:cNvSpPr/>
          <p:nvPr/>
        </p:nvSpPr>
        <p:spPr>
          <a:xfrm>
            <a:off x="132348" y="3700513"/>
            <a:ext cx="976893" cy="418311"/>
          </a:xfrm>
          <a:prstGeom prst="rect">
            <a:avLst/>
          </a:prstGeom>
          <a:solidFill>
            <a:schemeClr val="bg1"/>
          </a:solidFill>
          <a:ln>
            <a:solidFill>
              <a:srgbClr val="FF0000"/>
            </a:solidFill>
          </a:ln>
        </p:spPr>
        <p:style>
          <a:lnRef idx="2">
            <a:schemeClr val="dk1"/>
          </a:lnRef>
          <a:fillRef idx="1">
            <a:schemeClr val="lt1"/>
          </a:fillRef>
          <a:effectRef idx="0">
            <a:schemeClr val="dk1"/>
          </a:effectRef>
          <a:fontRef idx="minor">
            <a:schemeClr val="dk1"/>
          </a:fontRef>
        </p:style>
        <p:txBody>
          <a:bodyPr rtlCol="0" anchor="ctr"/>
          <a:lstStyle/>
          <a:p>
            <a:pPr algn="ctr"/>
            <a:r>
              <a:rPr lang="en-AU" sz="2400" dirty="0">
                <a:solidFill>
                  <a:schemeClr val="tx1"/>
                </a:solidFill>
              </a:rPr>
              <a:t>$200</a:t>
            </a:r>
          </a:p>
        </p:txBody>
      </p:sp>
      <p:sp>
        <p:nvSpPr>
          <p:cNvPr id="48" name="Rectangle 47">
            <a:extLst>
              <a:ext uri="{FF2B5EF4-FFF2-40B4-BE49-F238E27FC236}">
                <a16:creationId xmlns:a16="http://schemas.microsoft.com/office/drawing/2014/main" id="{AF331F80-3C0C-4FAC-959E-0CAA65C5E0D1}"/>
              </a:ext>
            </a:extLst>
          </p:cNvPr>
          <p:cNvSpPr/>
          <p:nvPr/>
        </p:nvSpPr>
        <p:spPr>
          <a:xfrm>
            <a:off x="6251138" y="3713762"/>
            <a:ext cx="992793" cy="391812"/>
          </a:xfrm>
          <a:prstGeom prst="rect">
            <a:avLst/>
          </a:prstGeom>
          <a:solidFill>
            <a:schemeClr val="bg1"/>
          </a:solidFill>
          <a:ln>
            <a:solidFill>
              <a:srgbClr val="FF0000"/>
            </a:solidFill>
          </a:ln>
        </p:spPr>
        <p:style>
          <a:lnRef idx="2">
            <a:schemeClr val="dk1"/>
          </a:lnRef>
          <a:fillRef idx="1">
            <a:schemeClr val="lt1"/>
          </a:fillRef>
          <a:effectRef idx="0">
            <a:schemeClr val="dk1"/>
          </a:effectRef>
          <a:fontRef idx="minor">
            <a:schemeClr val="dk1"/>
          </a:fontRef>
        </p:style>
        <p:txBody>
          <a:bodyPr rtlCol="0" anchor="ctr"/>
          <a:lstStyle/>
          <a:p>
            <a:pPr algn="ctr"/>
            <a:r>
              <a:rPr lang="en-AU" sz="2400" dirty="0">
                <a:solidFill>
                  <a:schemeClr val="tx1"/>
                </a:solidFill>
              </a:rPr>
              <a:t>$400</a:t>
            </a:r>
          </a:p>
        </p:txBody>
      </p:sp>
      <p:sp>
        <p:nvSpPr>
          <p:cNvPr id="49" name="Rectangle 48">
            <a:extLst>
              <a:ext uri="{FF2B5EF4-FFF2-40B4-BE49-F238E27FC236}">
                <a16:creationId xmlns:a16="http://schemas.microsoft.com/office/drawing/2014/main" id="{E0445BE9-B9EC-4EDC-944D-5780F0826B27}"/>
              </a:ext>
            </a:extLst>
          </p:cNvPr>
          <p:cNvSpPr/>
          <p:nvPr/>
        </p:nvSpPr>
        <p:spPr>
          <a:xfrm>
            <a:off x="3721433" y="3697939"/>
            <a:ext cx="882604" cy="391812"/>
          </a:xfrm>
          <a:prstGeom prst="rect">
            <a:avLst/>
          </a:prstGeom>
          <a:solidFill>
            <a:schemeClr val="bg1"/>
          </a:solidFill>
          <a:ln>
            <a:solidFill>
              <a:srgbClr val="FF0000"/>
            </a:solidFill>
          </a:ln>
        </p:spPr>
        <p:style>
          <a:lnRef idx="2">
            <a:schemeClr val="dk1"/>
          </a:lnRef>
          <a:fillRef idx="1">
            <a:schemeClr val="lt1"/>
          </a:fillRef>
          <a:effectRef idx="0">
            <a:schemeClr val="dk1"/>
          </a:effectRef>
          <a:fontRef idx="minor">
            <a:schemeClr val="dk1"/>
          </a:fontRef>
        </p:style>
        <p:txBody>
          <a:bodyPr rtlCol="0" anchor="ctr"/>
          <a:lstStyle/>
          <a:p>
            <a:pPr algn="ctr"/>
            <a:r>
              <a:rPr lang="en-AU" sz="2400" dirty="0">
                <a:solidFill>
                  <a:schemeClr val="tx1"/>
                </a:solidFill>
              </a:rPr>
              <a:t>$55</a:t>
            </a:r>
          </a:p>
        </p:txBody>
      </p:sp>
      <p:sp>
        <p:nvSpPr>
          <p:cNvPr id="50" name="Rectangle 49">
            <a:extLst>
              <a:ext uri="{FF2B5EF4-FFF2-40B4-BE49-F238E27FC236}">
                <a16:creationId xmlns:a16="http://schemas.microsoft.com/office/drawing/2014/main" id="{8D71D20D-58D7-4938-A49F-754F1427FFFC}"/>
              </a:ext>
            </a:extLst>
          </p:cNvPr>
          <p:cNvSpPr/>
          <p:nvPr/>
        </p:nvSpPr>
        <p:spPr>
          <a:xfrm>
            <a:off x="546874" y="1562040"/>
            <a:ext cx="882604" cy="391812"/>
          </a:xfrm>
          <a:prstGeom prst="rect">
            <a:avLst/>
          </a:prstGeom>
          <a:solidFill>
            <a:schemeClr val="bg1"/>
          </a:solidFill>
          <a:ln>
            <a:solidFill>
              <a:srgbClr val="FF0000"/>
            </a:solidFill>
          </a:ln>
        </p:spPr>
        <p:style>
          <a:lnRef idx="2">
            <a:schemeClr val="dk1"/>
          </a:lnRef>
          <a:fillRef idx="1">
            <a:schemeClr val="lt1"/>
          </a:fillRef>
          <a:effectRef idx="0">
            <a:schemeClr val="dk1"/>
          </a:effectRef>
          <a:fontRef idx="minor">
            <a:schemeClr val="dk1"/>
          </a:fontRef>
        </p:style>
        <p:txBody>
          <a:bodyPr rtlCol="0" anchor="ctr"/>
          <a:lstStyle/>
          <a:p>
            <a:pPr algn="ctr"/>
            <a:r>
              <a:rPr lang="en-AU" sz="2400" dirty="0">
                <a:solidFill>
                  <a:schemeClr val="tx1"/>
                </a:solidFill>
              </a:rPr>
              <a:t>$200</a:t>
            </a:r>
          </a:p>
        </p:txBody>
      </p:sp>
      <p:sp>
        <p:nvSpPr>
          <p:cNvPr id="51" name="Rectangle 50">
            <a:extLst>
              <a:ext uri="{FF2B5EF4-FFF2-40B4-BE49-F238E27FC236}">
                <a16:creationId xmlns:a16="http://schemas.microsoft.com/office/drawing/2014/main" id="{CB5FBE02-9B26-418E-A323-34B6FE1820DA}"/>
              </a:ext>
            </a:extLst>
          </p:cNvPr>
          <p:cNvSpPr/>
          <p:nvPr/>
        </p:nvSpPr>
        <p:spPr>
          <a:xfrm>
            <a:off x="4370292" y="1593969"/>
            <a:ext cx="882604" cy="391812"/>
          </a:xfrm>
          <a:prstGeom prst="rect">
            <a:avLst/>
          </a:prstGeom>
          <a:solidFill>
            <a:schemeClr val="bg1"/>
          </a:solidFill>
          <a:ln>
            <a:solidFill>
              <a:srgbClr val="FF0000"/>
            </a:solidFill>
          </a:ln>
        </p:spPr>
        <p:style>
          <a:lnRef idx="2">
            <a:schemeClr val="dk1"/>
          </a:lnRef>
          <a:fillRef idx="1">
            <a:schemeClr val="lt1"/>
          </a:fillRef>
          <a:effectRef idx="0">
            <a:schemeClr val="dk1"/>
          </a:effectRef>
          <a:fontRef idx="minor">
            <a:schemeClr val="dk1"/>
          </a:fontRef>
        </p:style>
        <p:txBody>
          <a:bodyPr rtlCol="0" anchor="ctr"/>
          <a:lstStyle/>
          <a:p>
            <a:pPr algn="ctr"/>
            <a:r>
              <a:rPr lang="en-AU" sz="2400" dirty="0">
                <a:solidFill>
                  <a:schemeClr val="tx1"/>
                </a:solidFill>
              </a:rPr>
              <a:t>?</a:t>
            </a:r>
          </a:p>
        </p:txBody>
      </p:sp>
      <p:sp>
        <p:nvSpPr>
          <p:cNvPr id="52" name="Rectangle 51">
            <a:extLst>
              <a:ext uri="{FF2B5EF4-FFF2-40B4-BE49-F238E27FC236}">
                <a16:creationId xmlns:a16="http://schemas.microsoft.com/office/drawing/2014/main" id="{775CD8E7-270A-4027-BA32-E44E02BC1758}"/>
              </a:ext>
            </a:extLst>
          </p:cNvPr>
          <p:cNvSpPr/>
          <p:nvPr/>
        </p:nvSpPr>
        <p:spPr>
          <a:xfrm>
            <a:off x="7287309" y="1586492"/>
            <a:ext cx="882604" cy="391812"/>
          </a:xfrm>
          <a:prstGeom prst="rect">
            <a:avLst/>
          </a:prstGeom>
          <a:solidFill>
            <a:schemeClr val="bg1"/>
          </a:solidFill>
          <a:ln>
            <a:solidFill>
              <a:srgbClr val="FF0000"/>
            </a:solidFill>
          </a:ln>
        </p:spPr>
        <p:style>
          <a:lnRef idx="2">
            <a:schemeClr val="dk1"/>
          </a:lnRef>
          <a:fillRef idx="1">
            <a:schemeClr val="lt1"/>
          </a:fillRef>
          <a:effectRef idx="0">
            <a:schemeClr val="dk1"/>
          </a:effectRef>
          <a:fontRef idx="minor">
            <a:schemeClr val="dk1"/>
          </a:fontRef>
        </p:style>
        <p:txBody>
          <a:bodyPr rtlCol="0" anchor="ctr"/>
          <a:lstStyle/>
          <a:p>
            <a:pPr algn="ctr"/>
            <a:r>
              <a:rPr lang="en-AU" sz="2400" dirty="0">
                <a:solidFill>
                  <a:schemeClr val="tx1"/>
                </a:solidFill>
              </a:rPr>
              <a:t>?</a:t>
            </a:r>
          </a:p>
        </p:txBody>
      </p:sp>
      <p:sp>
        <p:nvSpPr>
          <p:cNvPr id="53" name="Rectangle 52">
            <a:extLst>
              <a:ext uri="{FF2B5EF4-FFF2-40B4-BE49-F238E27FC236}">
                <a16:creationId xmlns:a16="http://schemas.microsoft.com/office/drawing/2014/main" id="{BC1170FD-52F7-4004-9B08-3B724BB97C02}"/>
              </a:ext>
            </a:extLst>
          </p:cNvPr>
          <p:cNvSpPr/>
          <p:nvPr/>
        </p:nvSpPr>
        <p:spPr>
          <a:xfrm>
            <a:off x="2933174" y="54394"/>
            <a:ext cx="882604" cy="391812"/>
          </a:xfrm>
          <a:prstGeom prst="rect">
            <a:avLst/>
          </a:prstGeom>
          <a:solidFill>
            <a:schemeClr val="bg1"/>
          </a:solidFill>
          <a:ln>
            <a:solidFill>
              <a:srgbClr val="FF0000"/>
            </a:solidFill>
          </a:ln>
        </p:spPr>
        <p:style>
          <a:lnRef idx="2">
            <a:schemeClr val="dk1"/>
          </a:lnRef>
          <a:fillRef idx="1">
            <a:schemeClr val="lt1"/>
          </a:fillRef>
          <a:effectRef idx="0">
            <a:schemeClr val="dk1"/>
          </a:effectRef>
          <a:fontRef idx="minor">
            <a:schemeClr val="dk1"/>
          </a:fontRef>
        </p:style>
        <p:txBody>
          <a:bodyPr rtlCol="0" anchor="ctr"/>
          <a:lstStyle/>
          <a:p>
            <a:pPr algn="ctr"/>
            <a:r>
              <a:rPr lang="en-AU" sz="2400" dirty="0">
                <a:solidFill>
                  <a:schemeClr val="tx1"/>
                </a:solidFill>
              </a:rPr>
              <a:t>?</a:t>
            </a:r>
          </a:p>
        </p:txBody>
      </p:sp>
      <p:sp>
        <p:nvSpPr>
          <p:cNvPr id="54" name="Title 3">
            <a:extLst>
              <a:ext uri="{FF2B5EF4-FFF2-40B4-BE49-F238E27FC236}">
                <a16:creationId xmlns:a16="http://schemas.microsoft.com/office/drawing/2014/main" id="{8188A7B4-829C-4EDF-B491-94F7617529FD}"/>
              </a:ext>
            </a:extLst>
          </p:cNvPr>
          <p:cNvSpPr>
            <a:spLocks noGrp="1"/>
          </p:cNvSpPr>
          <p:nvPr>
            <p:ph type="title"/>
          </p:nvPr>
        </p:nvSpPr>
        <p:spPr>
          <a:xfrm>
            <a:off x="2721" y="549687"/>
            <a:ext cx="3795020" cy="606549"/>
          </a:xfrm>
        </p:spPr>
        <p:txBody>
          <a:bodyPr>
            <a:normAutofit/>
          </a:bodyPr>
          <a:lstStyle/>
          <a:p>
            <a:r>
              <a:rPr lang="en-AU" sz="2800" dirty="0">
                <a:solidFill>
                  <a:srgbClr val="FFC000"/>
                </a:solidFill>
                <a:latin typeface="+mn-lt"/>
                <a:ea typeface="+mn-ea"/>
                <a:cs typeface="+mn-cs"/>
              </a:rPr>
              <a:t>Calculate attack cost?</a:t>
            </a:r>
          </a:p>
        </p:txBody>
      </p:sp>
    </p:spTree>
    <p:extLst>
      <p:ext uri="{BB962C8B-B14F-4D97-AF65-F5344CB8AC3E}">
        <p14:creationId xmlns:p14="http://schemas.microsoft.com/office/powerpoint/2010/main" val="135248742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55670E94-029C-4BA8-8D44-FBB339E4924F}" type="slidenum">
              <a:rPr lang="en-AU" smtClean="0">
                <a:solidFill>
                  <a:schemeClr val="tx1"/>
                </a:solidFill>
              </a:rPr>
              <a:pPr/>
              <a:t>34</a:t>
            </a:fld>
            <a:endParaRPr lang="en-AU" dirty="0">
              <a:solidFill>
                <a:schemeClr val="tx1"/>
              </a:solidFill>
            </a:endParaRPr>
          </a:p>
        </p:txBody>
      </p:sp>
      <p:sp>
        <p:nvSpPr>
          <p:cNvPr id="5" name="Rectangle 4"/>
          <p:cNvSpPr/>
          <p:nvPr/>
        </p:nvSpPr>
        <p:spPr>
          <a:xfrm>
            <a:off x="3764156" y="35705"/>
            <a:ext cx="3928041" cy="999066"/>
          </a:xfrm>
          <a:prstGeom prst="rect">
            <a:avLst/>
          </a:prstGeom>
          <a:solidFill>
            <a:schemeClr val="bg1"/>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sz="2200" dirty="0">
                <a:solidFill>
                  <a:schemeClr val="tx1"/>
                </a:solidFill>
              </a:rPr>
              <a:t>1 change students’ assessment marks in CITS1003 from LMS</a:t>
            </a:r>
          </a:p>
        </p:txBody>
      </p:sp>
      <p:cxnSp>
        <p:nvCxnSpPr>
          <p:cNvPr id="6" name="Straight Connector 5"/>
          <p:cNvCxnSpPr>
            <a:cxnSpLocks/>
            <a:stCxn id="5" idx="2"/>
            <a:endCxn id="7" idx="0"/>
          </p:cNvCxnSpPr>
          <p:nvPr/>
        </p:nvCxnSpPr>
        <p:spPr>
          <a:xfrm flipH="1">
            <a:off x="2470714" y="1034771"/>
            <a:ext cx="3257463" cy="82900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7" name="Rounded Rectangle 6"/>
          <p:cNvSpPr/>
          <p:nvPr/>
        </p:nvSpPr>
        <p:spPr>
          <a:xfrm>
            <a:off x="783771" y="1863778"/>
            <a:ext cx="3373886" cy="1216884"/>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sz="2200" dirty="0">
                <a:solidFill>
                  <a:schemeClr val="tx1"/>
                </a:solidFill>
              </a:rPr>
              <a:t>1.1 gain direct access to the CITS1003’s marks database in LMS</a:t>
            </a:r>
          </a:p>
        </p:txBody>
      </p:sp>
      <p:sp>
        <p:nvSpPr>
          <p:cNvPr id="8" name="Rounded Rectangle 7"/>
          <p:cNvSpPr/>
          <p:nvPr/>
        </p:nvSpPr>
        <p:spPr>
          <a:xfrm>
            <a:off x="4394553" y="1863778"/>
            <a:ext cx="2667247" cy="1216883"/>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sz="2200" dirty="0">
                <a:solidFill>
                  <a:schemeClr val="tx1"/>
                </a:solidFill>
              </a:rPr>
              <a:t>1.2 log in as an authenticated UC</a:t>
            </a:r>
          </a:p>
        </p:txBody>
      </p:sp>
      <p:sp>
        <p:nvSpPr>
          <p:cNvPr id="9" name="Rounded Rectangle 8"/>
          <p:cNvSpPr/>
          <p:nvPr/>
        </p:nvSpPr>
        <p:spPr>
          <a:xfrm>
            <a:off x="7298697" y="1863779"/>
            <a:ext cx="3020566" cy="1216882"/>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sz="2200" dirty="0">
                <a:solidFill>
                  <a:schemeClr val="tx1"/>
                </a:solidFill>
              </a:rPr>
              <a:t>1.3 hijack the web authentication session of the UC</a:t>
            </a:r>
          </a:p>
        </p:txBody>
      </p:sp>
      <p:cxnSp>
        <p:nvCxnSpPr>
          <p:cNvPr id="17" name="Straight Connector 16"/>
          <p:cNvCxnSpPr>
            <a:cxnSpLocks/>
            <a:stCxn id="5" idx="2"/>
            <a:endCxn id="8" idx="0"/>
          </p:cNvCxnSpPr>
          <p:nvPr/>
        </p:nvCxnSpPr>
        <p:spPr>
          <a:xfrm>
            <a:off x="5728177" y="1034771"/>
            <a:ext cx="0" cy="82900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a:cxnSpLocks/>
            <a:stCxn id="5" idx="2"/>
            <a:endCxn id="9" idx="0"/>
          </p:cNvCxnSpPr>
          <p:nvPr/>
        </p:nvCxnSpPr>
        <p:spPr>
          <a:xfrm>
            <a:off x="5728177" y="1034771"/>
            <a:ext cx="3080803" cy="82900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0" name="Rounded Rectangle 10">
            <a:extLst>
              <a:ext uri="{FF2B5EF4-FFF2-40B4-BE49-F238E27FC236}">
                <a16:creationId xmlns:a16="http://schemas.microsoft.com/office/drawing/2014/main" id="{DEAD9671-0D0E-49C6-8EB9-99AA326257BD}"/>
              </a:ext>
            </a:extLst>
          </p:cNvPr>
          <p:cNvSpPr/>
          <p:nvPr/>
        </p:nvSpPr>
        <p:spPr>
          <a:xfrm>
            <a:off x="190824" y="3931336"/>
            <a:ext cx="3399043" cy="1253296"/>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sz="2200" dirty="0">
                <a:solidFill>
                  <a:schemeClr val="tx1"/>
                </a:solidFill>
              </a:rPr>
              <a:t>1.1.1 exploit a software vulnerability in the LMS</a:t>
            </a:r>
          </a:p>
        </p:txBody>
      </p:sp>
      <p:cxnSp>
        <p:nvCxnSpPr>
          <p:cNvPr id="11" name="Straight Connector 10">
            <a:extLst>
              <a:ext uri="{FF2B5EF4-FFF2-40B4-BE49-F238E27FC236}">
                <a16:creationId xmlns:a16="http://schemas.microsoft.com/office/drawing/2014/main" id="{0BB69833-9B0D-4152-B890-103A04B46BB6}"/>
              </a:ext>
            </a:extLst>
          </p:cNvPr>
          <p:cNvCxnSpPr>
            <a:cxnSpLocks/>
            <a:stCxn id="7" idx="2"/>
            <a:endCxn id="10" idx="0"/>
          </p:cNvCxnSpPr>
          <p:nvPr/>
        </p:nvCxnSpPr>
        <p:spPr>
          <a:xfrm flipH="1">
            <a:off x="1890346" y="3080662"/>
            <a:ext cx="580368" cy="85067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2" name="Rounded Rectangle 13">
            <a:extLst>
              <a:ext uri="{FF2B5EF4-FFF2-40B4-BE49-F238E27FC236}">
                <a16:creationId xmlns:a16="http://schemas.microsoft.com/office/drawing/2014/main" id="{B7CF5227-B740-44FC-8B2E-6486B55C4B10}"/>
              </a:ext>
            </a:extLst>
          </p:cNvPr>
          <p:cNvSpPr/>
          <p:nvPr/>
        </p:nvSpPr>
        <p:spPr>
          <a:xfrm>
            <a:off x="9181301" y="3931336"/>
            <a:ext cx="2665420" cy="1253296"/>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hangingPunct="0">
              <a:tabLst>
                <a:tab pos="731976" algn="l"/>
                <a:tab pos="1951146" algn="l"/>
                <a:tab pos="3170315" algn="l"/>
                <a:tab pos="4389485" algn="l"/>
                <a:tab pos="5608654" algn="l"/>
                <a:tab pos="6827824" algn="l"/>
                <a:tab pos="8046993" algn="l"/>
                <a:tab pos="9266163" algn="l"/>
                <a:tab pos="10485333" algn="l"/>
                <a:tab pos="11704502" algn="l"/>
                <a:tab pos="12923672" algn="l"/>
              </a:tabLst>
            </a:pPr>
            <a:r>
              <a:rPr lang="en-NZ" sz="2200" dirty="0">
                <a:solidFill>
                  <a:schemeClr val="tx1"/>
                </a:solidFill>
              </a:rPr>
              <a:t>1.3.1 steal the UC’s session cookie</a:t>
            </a:r>
          </a:p>
        </p:txBody>
      </p:sp>
      <p:cxnSp>
        <p:nvCxnSpPr>
          <p:cNvPr id="13" name="Straight Connector 12">
            <a:extLst>
              <a:ext uri="{FF2B5EF4-FFF2-40B4-BE49-F238E27FC236}">
                <a16:creationId xmlns:a16="http://schemas.microsoft.com/office/drawing/2014/main" id="{FB306E84-8517-434B-83B1-FD8280698B34}"/>
              </a:ext>
            </a:extLst>
          </p:cNvPr>
          <p:cNvCxnSpPr>
            <a:cxnSpLocks/>
            <a:stCxn id="9" idx="2"/>
            <a:endCxn id="12" idx="0"/>
          </p:cNvCxnSpPr>
          <p:nvPr/>
        </p:nvCxnSpPr>
        <p:spPr>
          <a:xfrm>
            <a:off x="8808980" y="3080661"/>
            <a:ext cx="1705031" cy="85067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4" name="Rounded Rectangle 11">
            <a:extLst>
              <a:ext uri="{FF2B5EF4-FFF2-40B4-BE49-F238E27FC236}">
                <a16:creationId xmlns:a16="http://schemas.microsoft.com/office/drawing/2014/main" id="{604E5D3D-7003-43CE-8F61-CE4D010653DE}"/>
              </a:ext>
            </a:extLst>
          </p:cNvPr>
          <p:cNvSpPr/>
          <p:nvPr/>
        </p:nvSpPr>
        <p:spPr>
          <a:xfrm>
            <a:off x="3815778" y="3931336"/>
            <a:ext cx="2248281" cy="1253296"/>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sz="2200" dirty="0">
                <a:solidFill>
                  <a:schemeClr val="tx1"/>
                </a:solidFill>
              </a:rPr>
              <a:t>1.2.1 perform a brute-force login</a:t>
            </a:r>
          </a:p>
        </p:txBody>
      </p:sp>
      <p:sp>
        <p:nvSpPr>
          <p:cNvPr id="15" name="Rounded Rectangle 12">
            <a:extLst>
              <a:ext uri="{FF2B5EF4-FFF2-40B4-BE49-F238E27FC236}">
                <a16:creationId xmlns:a16="http://schemas.microsoft.com/office/drawing/2014/main" id="{68AAF1D9-03BE-4414-BB0E-3F2221E51EFA}"/>
              </a:ext>
            </a:extLst>
          </p:cNvPr>
          <p:cNvSpPr/>
          <p:nvPr/>
        </p:nvSpPr>
        <p:spPr>
          <a:xfrm>
            <a:off x="6289971" y="3931336"/>
            <a:ext cx="2665419" cy="1253296"/>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sz="2200" dirty="0">
                <a:solidFill>
                  <a:schemeClr val="tx1"/>
                </a:solidFill>
              </a:rPr>
              <a:t>1.2.2 steal the UC’s login credentials</a:t>
            </a:r>
          </a:p>
        </p:txBody>
      </p:sp>
      <p:cxnSp>
        <p:nvCxnSpPr>
          <p:cNvPr id="16" name="Straight Connector 15">
            <a:extLst>
              <a:ext uri="{FF2B5EF4-FFF2-40B4-BE49-F238E27FC236}">
                <a16:creationId xmlns:a16="http://schemas.microsoft.com/office/drawing/2014/main" id="{D011E090-48B4-4787-A7E6-177F361C308B}"/>
              </a:ext>
            </a:extLst>
          </p:cNvPr>
          <p:cNvCxnSpPr>
            <a:cxnSpLocks/>
            <a:stCxn id="8" idx="2"/>
            <a:endCxn id="14" idx="0"/>
          </p:cNvCxnSpPr>
          <p:nvPr/>
        </p:nvCxnSpPr>
        <p:spPr>
          <a:xfrm flipH="1">
            <a:off x="4939919" y="3080661"/>
            <a:ext cx="788258" cy="85067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339FD23C-31E7-4F29-A364-1686F16A3693}"/>
              </a:ext>
            </a:extLst>
          </p:cNvPr>
          <p:cNvCxnSpPr>
            <a:cxnSpLocks/>
            <a:stCxn id="8" idx="2"/>
            <a:endCxn id="15" idx="0"/>
          </p:cNvCxnSpPr>
          <p:nvPr/>
        </p:nvCxnSpPr>
        <p:spPr>
          <a:xfrm>
            <a:off x="5728177" y="3080661"/>
            <a:ext cx="1894504" cy="85067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0" name="Rounded Rectangle 26">
            <a:extLst>
              <a:ext uri="{FF2B5EF4-FFF2-40B4-BE49-F238E27FC236}">
                <a16:creationId xmlns:a16="http://schemas.microsoft.com/office/drawing/2014/main" id="{F850F898-0AA5-466C-918E-CB3E685659C0}"/>
              </a:ext>
            </a:extLst>
          </p:cNvPr>
          <p:cNvSpPr/>
          <p:nvPr/>
        </p:nvSpPr>
        <p:spPr>
          <a:xfrm>
            <a:off x="1739421" y="5805494"/>
            <a:ext cx="2825098" cy="886917"/>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sz="2200" dirty="0">
                <a:solidFill>
                  <a:schemeClr val="tx1"/>
                </a:solidFill>
              </a:rPr>
              <a:t>1.2.1.1 identify the UC’s username</a:t>
            </a:r>
          </a:p>
        </p:txBody>
      </p:sp>
      <p:sp>
        <p:nvSpPr>
          <p:cNvPr id="21" name="Rounded Rectangle 27">
            <a:extLst>
              <a:ext uri="{FF2B5EF4-FFF2-40B4-BE49-F238E27FC236}">
                <a16:creationId xmlns:a16="http://schemas.microsoft.com/office/drawing/2014/main" id="{F1F3E9F6-00BE-45B9-AC77-CE04C425F546}"/>
              </a:ext>
            </a:extLst>
          </p:cNvPr>
          <p:cNvSpPr/>
          <p:nvPr/>
        </p:nvSpPr>
        <p:spPr>
          <a:xfrm>
            <a:off x="5297561" y="5805494"/>
            <a:ext cx="3062668" cy="886917"/>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sz="2200" dirty="0">
                <a:solidFill>
                  <a:schemeClr val="tx1"/>
                </a:solidFill>
              </a:rPr>
              <a:t>1.2.1.2 identify the UC’s password</a:t>
            </a:r>
          </a:p>
        </p:txBody>
      </p:sp>
      <p:cxnSp>
        <p:nvCxnSpPr>
          <p:cNvPr id="22" name="Straight Connector 21">
            <a:extLst>
              <a:ext uri="{FF2B5EF4-FFF2-40B4-BE49-F238E27FC236}">
                <a16:creationId xmlns:a16="http://schemas.microsoft.com/office/drawing/2014/main" id="{EAEDC152-2C27-4AF8-8480-6B4726B11871}"/>
              </a:ext>
            </a:extLst>
          </p:cNvPr>
          <p:cNvCxnSpPr>
            <a:cxnSpLocks/>
            <a:endCxn id="20" idx="0"/>
          </p:cNvCxnSpPr>
          <p:nvPr/>
        </p:nvCxnSpPr>
        <p:spPr>
          <a:xfrm flipH="1">
            <a:off x="3151970" y="5184632"/>
            <a:ext cx="1770818" cy="62086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732170DB-BE10-4A18-9997-6579A9851A10}"/>
              </a:ext>
            </a:extLst>
          </p:cNvPr>
          <p:cNvCxnSpPr>
            <a:cxnSpLocks/>
            <a:stCxn id="14" idx="2"/>
            <a:endCxn id="21" idx="0"/>
          </p:cNvCxnSpPr>
          <p:nvPr/>
        </p:nvCxnSpPr>
        <p:spPr>
          <a:xfrm>
            <a:off x="4939919" y="5184632"/>
            <a:ext cx="1888976" cy="62086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4" name="Freeform 30">
            <a:extLst>
              <a:ext uri="{FF2B5EF4-FFF2-40B4-BE49-F238E27FC236}">
                <a16:creationId xmlns:a16="http://schemas.microsoft.com/office/drawing/2014/main" id="{306A2F3A-ECBE-49E8-B89C-36F2E0E9A190}"/>
              </a:ext>
            </a:extLst>
          </p:cNvPr>
          <p:cNvSpPr/>
          <p:nvPr/>
        </p:nvSpPr>
        <p:spPr>
          <a:xfrm>
            <a:off x="4743106" y="5306635"/>
            <a:ext cx="489987" cy="162181"/>
          </a:xfrm>
          <a:custGeom>
            <a:avLst/>
            <a:gdLst>
              <a:gd name="connsiteX0" fmla="*/ 0 w 476250"/>
              <a:gd name="connsiteY0" fmla="*/ 0 h 142944"/>
              <a:gd name="connsiteX1" fmla="*/ 228600 w 476250"/>
              <a:gd name="connsiteY1" fmla="*/ 142875 h 142944"/>
              <a:gd name="connsiteX2" fmla="*/ 476250 w 476250"/>
              <a:gd name="connsiteY2" fmla="*/ 19050 h 142944"/>
              <a:gd name="connsiteX0" fmla="*/ 0 w 476250"/>
              <a:gd name="connsiteY0" fmla="*/ 0 h 142978"/>
              <a:gd name="connsiteX1" fmla="*/ 228600 w 476250"/>
              <a:gd name="connsiteY1" fmla="*/ 142875 h 142978"/>
              <a:gd name="connsiteX2" fmla="*/ 476250 w 476250"/>
              <a:gd name="connsiteY2" fmla="*/ 19050 h 142978"/>
              <a:gd name="connsiteX0" fmla="*/ 0 w 476250"/>
              <a:gd name="connsiteY0" fmla="*/ 0 h 147735"/>
              <a:gd name="connsiteX1" fmla="*/ 247650 w 476250"/>
              <a:gd name="connsiteY1" fmla="*/ 147638 h 147735"/>
              <a:gd name="connsiteX2" fmla="*/ 476250 w 476250"/>
              <a:gd name="connsiteY2" fmla="*/ 19050 h 147735"/>
              <a:gd name="connsiteX0" fmla="*/ 0 w 476250"/>
              <a:gd name="connsiteY0" fmla="*/ 0 h 147661"/>
              <a:gd name="connsiteX1" fmla="*/ 247650 w 476250"/>
              <a:gd name="connsiteY1" fmla="*/ 147638 h 147661"/>
              <a:gd name="connsiteX2" fmla="*/ 476250 w 476250"/>
              <a:gd name="connsiteY2" fmla="*/ 19050 h 147661"/>
              <a:gd name="connsiteX0" fmla="*/ 0 w 464344"/>
              <a:gd name="connsiteY0" fmla="*/ 0 h 147690"/>
              <a:gd name="connsiteX1" fmla="*/ 247650 w 464344"/>
              <a:gd name="connsiteY1" fmla="*/ 147638 h 147690"/>
              <a:gd name="connsiteX2" fmla="*/ 464344 w 464344"/>
              <a:gd name="connsiteY2" fmla="*/ 14288 h 147690"/>
              <a:gd name="connsiteX0" fmla="*/ 0 w 464344"/>
              <a:gd name="connsiteY0" fmla="*/ 0 h 147701"/>
              <a:gd name="connsiteX1" fmla="*/ 247650 w 464344"/>
              <a:gd name="connsiteY1" fmla="*/ 147638 h 147701"/>
              <a:gd name="connsiteX2" fmla="*/ 464344 w 464344"/>
              <a:gd name="connsiteY2" fmla="*/ 14288 h 147701"/>
              <a:gd name="connsiteX0" fmla="*/ 0 w 464344"/>
              <a:gd name="connsiteY0" fmla="*/ 0 h 147701"/>
              <a:gd name="connsiteX1" fmla="*/ 247650 w 464344"/>
              <a:gd name="connsiteY1" fmla="*/ 147638 h 147701"/>
              <a:gd name="connsiteX2" fmla="*/ 464344 w 464344"/>
              <a:gd name="connsiteY2" fmla="*/ 14288 h 147701"/>
              <a:gd name="connsiteX0" fmla="*/ 0 w 464344"/>
              <a:gd name="connsiteY0" fmla="*/ 0 h 147701"/>
              <a:gd name="connsiteX1" fmla="*/ 247650 w 464344"/>
              <a:gd name="connsiteY1" fmla="*/ 147638 h 147701"/>
              <a:gd name="connsiteX2" fmla="*/ 464344 w 464344"/>
              <a:gd name="connsiteY2" fmla="*/ 14288 h 147701"/>
              <a:gd name="connsiteX0" fmla="*/ 0 w 464344"/>
              <a:gd name="connsiteY0" fmla="*/ 0 h 150080"/>
              <a:gd name="connsiteX1" fmla="*/ 204788 w 464344"/>
              <a:gd name="connsiteY1" fmla="*/ 150019 h 150080"/>
              <a:gd name="connsiteX2" fmla="*/ 464344 w 464344"/>
              <a:gd name="connsiteY2" fmla="*/ 14288 h 150080"/>
            </a:gdLst>
            <a:ahLst/>
            <a:cxnLst>
              <a:cxn ang="0">
                <a:pos x="connsiteX0" y="connsiteY0"/>
              </a:cxn>
              <a:cxn ang="0">
                <a:pos x="connsiteX1" y="connsiteY1"/>
              </a:cxn>
              <a:cxn ang="0">
                <a:pos x="connsiteX2" y="connsiteY2"/>
              </a:cxn>
            </a:cxnLst>
            <a:rect l="l" t="t" r="r" b="b"/>
            <a:pathLst>
              <a:path w="464344" h="150080">
                <a:moveTo>
                  <a:pt x="0" y="0"/>
                </a:moveTo>
                <a:cubicBezTo>
                  <a:pt x="67468" y="100806"/>
                  <a:pt x="127397" y="147638"/>
                  <a:pt x="204788" y="150019"/>
                </a:cubicBezTo>
                <a:cubicBezTo>
                  <a:pt x="282179" y="152400"/>
                  <a:pt x="407989" y="84932"/>
                  <a:pt x="464344" y="14288"/>
                </a:cubicBezTo>
              </a:path>
            </a:pathLst>
          </a:cu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Z" sz="1867">
              <a:solidFill>
                <a:schemeClr val="tx1"/>
              </a:solidFill>
            </a:endParaRPr>
          </a:p>
        </p:txBody>
      </p:sp>
      <p:sp>
        <p:nvSpPr>
          <p:cNvPr id="27" name="Title 3">
            <a:extLst>
              <a:ext uri="{FF2B5EF4-FFF2-40B4-BE49-F238E27FC236}">
                <a16:creationId xmlns:a16="http://schemas.microsoft.com/office/drawing/2014/main" id="{D9DBD2C0-09AC-4053-B6F4-8DC9AF867934}"/>
              </a:ext>
            </a:extLst>
          </p:cNvPr>
          <p:cNvSpPr txBox="1">
            <a:spLocks/>
          </p:cNvSpPr>
          <p:nvPr/>
        </p:nvSpPr>
        <p:spPr>
          <a:xfrm>
            <a:off x="8240455" y="5972616"/>
            <a:ext cx="1881691" cy="545173"/>
          </a:xfrm>
          <a:prstGeom prst="rect">
            <a:avLst/>
          </a:prstGeom>
          <a:effectLst>
            <a:outerShdw blurRad="25400" dir="17880000">
              <a:srgbClr val="000000">
                <a:alpha val="46000"/>
              </a:srgbClr>
            </a:outerShdw>
          </a:effectLst>
        </p:spPr>
        <p:txBody>
          <a:bodyPr vert="horz" lIns="91440" tIns="45720" rIns="91440" bIns="45720" rtlCol="0" anchor="ctr">
            <a:normAutofit/>
          </a:bodyPr>
          <a:lstStyle>
            <a:lvl1pPr algn="ctr" defTabSz="457200" rtl="0" eaLnBrk="1" latinLnBrk="0" hangingPunct="1">
              <a:lnSpc>
                <a:spcPct val="90000"/>
              </a:lnSpc>
              <a:spcBef>
                <a:spcPct val="0"/>
              </a:spcBef>
              <a:buNone/>
              <a:defRPr sz="40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j-lt"/>
                <a:ea typeface="+mj-ea"/>
                <a:cs typeface="Trebuchet M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AU" sz="2800" dirty="0">
                <a:solidFill>
                  <a:srgbClr val="FF0000"/>
                </a:solidFill>
                <a:latin typeface="+mn-lt"/>
                <a:ea typeface="+mn-ea"/>
                <a:cs typeface="+mn-cs"/>
              </a:rPr>
              <a:t>level-4</a:t>
            </a:r>
          </a:p>
        </p:txBody>
      </p:sp>
      <p:sp>
        <p:nvSpPr>
          <p:cNvPr id="28" name="Title 3">
            <a:extLst>
              <a:ext uri="{FF2B5EF4-FFF2-40B4-BE49-F238E27FC236}">
                <a16:creationId xmlns:a16="http://schemas.microsoft.com/office/drawing/2014/main" id="{4C0A9D4F-1E31-4268-9A47-76D763C5D519}"/>
              </a:ext>
            </a:extLst>
          </p:cNvPr>
          <p:cNvSpPr txBox="1">
            <a:spLocks/>
          </p:cNvSpPr>
          <p:nvPr/>
        </p:nvSpPr>
        <p:spPr>
          <a:xfrm>
            <a:off x="10227263" y="3452773"/>
            <a:ext cx="1881691" cy="545173"/>
          </a:xfrm>
          <a:prstGeom prst="rect">
            <a:avLst/>
          </a:prstGeom>
          <a:effectLst>
            <a:outerShdw blurRad="25400" dir="17880000">
              <a:srgbClr val="000000">
                <a:alpha val="46000"/>
              </a:srgbClr>
            </a:outerShdw>
          </a:effectLst>
        </p:spPr>
        <p:txBody>
          <a:bodyPr vert="horz" lIns="91440" tIns="45720" rIns="91440" bIns="45720" rtlCol="0" anchor="ctr">
            <a:normAutofit/>
          </a:bodyPr>
          <a:lstStyle>
            <a:lvl1pPr algn="ctr" defTabSz="457200" rtl="0" eaLnBrk="1" latinLnBrk="0" hangingPunct="1">
              <a:lnSpc>
                <a:spcPct val="90000"/>
              </a:lnSpc>
              <a:spcBef>
                <a:spcPct val="0"/>
              </a:spcBef>
              <a:buNone/>
              <a:defRPr sz="40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j-lt"/>
                <a:ea typeface="+mj-ea"/>
                <a:cs typeface="Trebuchet M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AU" sz="2800" dirty="0">
                <a:solidFill>
                  <a:srgbClr val="FF0000"/>
                </a:solidFill>
                <a:latin typeface="+mn-lt"/>
                <a:ea typeface="+mn-ea"/>
                <a:cs typeface="+mn-cs"/>
              </a:rPr>
              <a:t>level-3</a:t>
            </a:r>
          </a:p>
        </p:txBody>
      </p:sp>
      <p:sp>
        <p:nvSpPr>
          <p:cNvPr id="29" name="Title 3">
            <a:extLst>
              <a:ext uri="{FF2B5EF4-FFF2-40B4-BE49-F238E27FC236}">
                <a16:creationId xmlns:a16="http://schemas.microsoft.com/office/drawing/2014/main" id="{993ECB27-8087-4DF1-9468-0C4D8E34EBDF}"/>
              </a:ext>
            </a:extLst>
          </p:cNvPr>
          <p:cNvSpPr txBox="1">
            <a:spLocks/>
          </p:cNvSpPr>
          <p:nvPr/>
        </p:nvSpPr>
        <p:spPr>
          <a:xfrm>
            <a:off x="8772794" y="1363101"/>
            <a:ext cx="1881691" cy="545173"/>
          </a:xfrm>
          <a:prstGeom prst="rect">
            <a:avLst/>
          </a:prstGeom>
          <a:effectLst>
            <a:outerShdw blurRad="25400" dir="17880000">
              <a:srgbClr val="000000">
                <a:alpha val="46000"/>
              </a:srgbClr>
            </a:outerShdw>
          </a:effectLst>
        </p:spPr>
        <p:txBody>
          <a:bodyPr vert="horz" lIns="91440" tIns="45720" rIns="91440" bIns="45720" rtlCol="0" anchor="ctr">
            <a:normAutofit/>
          </a:bodyPr>
          <a:lstStyle>
            <a:lvl1pPr algn="ctr" defTabSz="457200" rtl="0" eaLnBrk="1" latinLnBrk="0" hangingPunct="1">
              <a:lnSpc>
                <a:spcPct val="90000"/>
              </a:lnSpc>
              <a:spcBef>
                <a:spcPct val="0"/>
              </a:spcBef>
              <a:buNone/>
              <a:defRPr sz="40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j-lt"/>
                <a:ea typeface="+mj-ea"/>
                <a:cs typeface="Trebuchet M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AU" sz="2800" dirty="0">
                <a:solidFill>
                  <a:srgbClr val="FF0000"/>
                </a:solidFill>
                <a:latin typeface="+mn-lt"/>
                <a:ea typeface="+mn-ea"/>
                <a:cs typeface="+mn-cs"/>
              </a:rPr>
              <a:t>level-2</a:t>
            </a:r>
          </a:p>
        </p:txBody>
      </p:sp>
      <p:sp>
        <p:nvSpPr>
          <p:cNvPr id="30" name="Title 3">
            <a:extLst>
              <a:ext uri="{FF2B5EF4-FFF2-40B4-BE49-F238E27FC236}">
                <a16:creationId xmlns:a16="http://schemas.microsoft.com/office/drawing/2014/main" id="{0FBB5E97-26D4-4CAD-B821-6B9C5CB65F4D}"/>
              </a:ext>
            </a:extLst>
          </p:cNvPr>
          <p:cNvSpPr txBox="1">
            <a:spLocks/>
          </p:cNvSpPr>
          <p:nvPr/>
        </p:nvSpPr>
        <p:spPr>
          <a:xfrm>
            <a:off x="7622680" y="274397"/>
            <a:ext cx="1881691" cy="545173"/>
          </a:xfrm>
          <a:prstGeom prst="rect">
            <a:avLst/>
          </a:prstGeom>
          <a:effectLst>
            <a:outerShdw blurRad="25400" dir="17880000">
              <a:srgbClr val="000000">
                <a:alpha val="46000"/>
              </a:srgbClr>
            </a:outerShdw>
          </a:effectLst>
        </p:spPr>
        <p:txBody>
          <a:bodyPr vert="horz" lIns="91440" tIns="45720" rIns="91440" bIns="45720" rtlCol="0" anchor="ctr">
            <a:normAutofit/>
          </a:bodyPr>
          <a:lstStyle>
            <a:lvl1pPr algn="ctr" defTabSz="457200" rtl="0" eaLnBrk="1" latinLnBrk="0" hangingPunct="1">
              <a:lnSpc>
                <a:spcPct val="90000"/>
              </a:lnSpc>
              <a:spcBef>
                <a:spcPct val="0"/>
              </a:spcBef>
              <a:buNone/>
              <a:defRPr sz="40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j-lt"/>
                <a:ea typeface="+mj-ea"/>
                <a:cs typeface="Trebuchet M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AU" sz="2800" dirty="0">
                <a:solidFill>
                  <a:srgbClr val="FF0000"/>
                </a:solidFill>
                <a:latin typeface="+mn-lt"/>
                <a:ea typeface="+mn-ea"/>
                <a:cs typeface="+mn-cs"/>
              </a:rPr>
              <a:t>level-1</a:t>
            </a:r>
          </a:p>
        </p:txBody>
      </p:sp>
      <p:sp>
        <p:nvSpPr>
          <p:cNvPr id="40" name="Rectangle 39">
            <a:extLst>
              <a:ext uri="{FF2B5EF4-FFF2-40B4-BE49-F238E27FC236}">
                <a16:creationId xmlns:a16="http://schemas.microsoft.com/office/drawing/2014/main" id="{4C861600-DE65-47EE-8783-A485F2D1E6FB}"/>
              </a:ext>
            </a:extLst>
          </p:cNvPr>
          <p:cNvSpPr/>
          <p:nvPr/>
        </p:nvSpPr>
        <p:spPr>
          <a:xfrm>
            <a:off x="1517948" y="5535685"/>
            <a:ext cx="761892" cy="391812"/>
          </a:xfrm>
          <a:prstGeom prst="rect">
            <a:avLst/>
          </a:prstGeom>
          <a:solidFill>
            <a:schemeClr val="bg1"/>
          </a:solidFill>
          <a:ln>
            <a:solidFill>
              <a:srgbClr val="FF0000"/>
            </a:solidFill>
          </a:ln>
        </p:spPr>
        <p:style>
          <a:lnRef idx="2">
            <a:schemeClr val="dk1"/>
          </a:lnRef>
          <a:fillRef idx="1">
            <a:schemeClr val="lt1"/>
          </a:fillRef>
          <a:effectRef idx="0">
            <a:schemeClr val="dk1"/>
          </a:effectRef>
          <a:fontRef idx="minor">
            <a:schemeClr val="dk1"/>
          </a:fontRef>
        </p:style>
        <p:txBody>
          <a:bodyPr rtlCol="0" anchor="ctr"/>
          <a:lstStyle/>
          <a:p>
            <a:pPr algn="ctr"/>
            <a:r>
              <a:rPr lang="en-AU" sz="2400" dirty="0">
                <a:solidFill>
                  <a:schemeClr val="tx1"/>
                </a:solidFill>
              </a:rPr>
              <a:t>$5</a:t>
            </a:r>
          </a:p>
        </p:txBody>
      </p:sp>
      <p:sp>
        <p:nvSpPr>
          <p:cNvPr id="45" name="Rectangle 44">
            <a:extLst>
              <a:ext uri="{FF2B5EF4-FFF2-40B4-BE49-F238E27FC236}">
                <a16:creationId xmlns:a16="http://schemas.microsoft.com/office/drawing/2014/main" id="{34B6727F-DA8B-48C2-8F08-5FA05434DF3E}"/>
              </a:ext>
            </a:extLst>
          </p:cNvPr>
          <p:cNvSpPr/>
          <p:nvPr/>
        </p:nvSpPr>
        <p:spPr>
          <a:xfrm>
            <a:off x="5103431" y="5553889"/>
            <a:ext cx="882604" cy="391812"/>
          </a:xfrm>
          <a:prstGeom prst="rect">
            <a:avLst/>
          </a:prstGeom>
          <a:solidFill>
            <a:schemeClr val="bg1"/>
          </a:solidFill>
          <a:ln>
            <a:solidFill>
              <a:srgbClr val="FF0000"/>
            </a:solidFill>
          </a:ln>
        </p:spPr>
        <p:style>
          <a:lnRef idx="2">
            <a:schemeClr val="dk1"/>
          </a:lnRef>
          <a:fillRef idx="1">
            <a:schemeClr val="lt1"/>
          </a:fillRef>
          <a:effectRef idx="0">
            <a:schemeClr val="dk1"/>
          </a:effectRef>
          <a:fontRef idx="minor">
            <a:schemeClr val="dk1"/>
          </a:fontRef>
        </p:style>
        <p:txBody>
          <a:bodyPr rtlCol="0" anchor="ctr"/>
          <a:lstStyle/>
          <a:p>
            <a:pPr algn="ctr"/>
            <a:r>
              <a:rPr lang="en-AU" sz="2400" dirty="0">
                <a:solidFill>
                  <a:schemeClr val="tx1"/>
                </a:solidFill>
              </a:rPr>
              <a:t>$50</a:t>
            </a:r>
          </a:p>
        </p:txBody>
      </p:sp>
      <p:sp>
        <p:nvSpPr>
          <p:cNvPr id="46" name="Rectangle 45">
            <a:extLst>
              <a:ext uri="{FF2B5EF4-FFF2-40B4-BE49-F238E27FC236}">
                <a16:creationId xmlns:a16="http://schemas.microsoft.com/office/drawing/2014/main" id="{B6D3EC9F-90FD-421F-9F00-3EC11F3C37C5}"/>
              </a:ext>
            </a:extLst>
          </p:cNvPr>
          <p:cNvSpPr/>
          <p:nvPr/>
        </p:nvSpPr>
        <p:spPr>
          <a:xfrm>
            <a:off x="9104817" y="3671441"/>
            <a:ext cx="860213" cy="418310"/>
          </a:xfrm>
          <a:prstGeom prst="rect">
            <a:avLst/>
          </a:prstGeom>
          <a:solidFill>
            <a:schemeClr val="bg1"/>
          </a:solidFill>
          <a:ln>
            <a:solidFill>
              <a:srgbClr val="FF0000"/>
            </a:solidFill>
          </a:ln>
        </p:spPr>
        <p:style>
          <a:lnRef idx="2">
            <a:schemeClr val="dk1"/>
          </a:lnRef>
          <a:fillRef idx="1">
            <a:schemeClr val="lt1"/>
          </a:fillRef>
          <a:effectRef idx="0">
            <a:schemeClr val="dk1"/>
          </a:effectRef>
          <a:fontRef idx="minor">
            <a:schemeClr val="dk1"/>
          </a:fontRef>
        </p:style>
        <p:txBody>
          <a:bodyPr rtlCol="0" anchor="ctr"/>
          <a:lstStyle/>
          <a:p>
            <a:pPr algn="ctr"/>
            <a:r>
              <a:rPr lang="en-AU" sz="2400" dirty="0">
                <a:solidFill>
                  <a:schemeClr val="tx1"/>
                </a:solidFill>
              </a:rPr>
              <a:t>$50</a:t>
            </a:r>
          </a:p>
        </p:txBody>
      </p:sp>
      <p:sp>
        <p:nvSpPr>
          <p:cNvPr id="47" name="Rectangle 46">
            <a:extLst>
              <a:ext uri="{FF2B5EF4-FFF2-40B4-BE49-F238E27FC236}">
                <a16:creationId xmlns:a16="http://schemas.microsoft.com/office/drawing/2014/main" id="{55A26EB3-D3D1-490D-AC69-72F63F6CE45D}"/>
              </a:ext>
            </a:extLst>
          </p:cNvPr>
          <p:cNvSpPr/>
          <p:nvPr/>
        </p:nvSpPr>
        <p:spPr>
          <a:xfrm>
            <a:off x="132348" y="3700513"/>
            <a:ext cx="976893" cy="418311"/>
          </a:xfrm>
          <a:prstGeom prst="rect">
            <a:avLst/>
          </a:prstGeom>
          <a:solidFill>
            <a:schemeClr val="bg1"/>
          </a:solidFill>
          <a:ln>
            <a:solidFill>
              <a:srgbClr val="FF0000"/>
            </a:solidFill>
          </a:ln>
        </p:spPr>
        <p:style>
          <a:lnRef idx="2">
            <a:schemeClr val="dk1"/>
          </a:lnRef>
          <a:fillRef idx="1">
            <a:schemeClr val="lt1"/>
          </a:fillRef>
          <a:effectRef idx="0">
            <a:schemeClr val="dk1"/>
          </a:effectRef>
          <a:fontRef idx="minor">
            <a:schemeClr val="dk1"/>
          </a:fontRef>
        </p:style>
        <p:txBody>
          <a:bodyPr rtlCol="0" anchor="ctr"/>
          <a:lstStyle/>
          <a:p>
            <a:pPr algn="ctr"/>
            <a:r>
              <a:rPr lang="en-AU" sz="2400" dirty="0">
                <a:solidFill>
                  <a:schemeClr val="tx1"/>
                </a:solidFill>
              </a:rPr>
              <a:t>$200</a:t>
            </a:r>
          </a:p>
        </p:txBody>
      </p:sp>
      <p:sp>
        <p:nvSpPr>
          <p:cNvPr id="48" name="Rectangle 47">
            <a:extLst>
              <a:ext uri="{FF2B5EF4-FFF2-40B4-BE49-F238E27FC236}">
                <a16:creationId xmlns:a16="http://schemas.microsoft.com/office/drawing/2014/main" id="{AF331F80-3C0C-4FAC-959E-0CAA65C5E0D1}"/>
              </a:ext>
            </a:extLst>
          </p:cNvPr>
          <p:cNvSpPr/>
          <p:nvPr/>
        </p:nvSpPr>
        <p:spPr>
          <a:xfrm>
            <a:off x="6251138" y="3713762"/>
            <a:ext cx="992793" cy="391812"/>
          </a:xfrm>
          <a:prstGeom prst="rect">
            <a:avLst/>
          </a:prstGeom>
          <a:solidFill>
            <a:schemeClr val="bg1"/>
          </a:solidFill>
          <a:ln>
            <a:solidFill>
              <a:srgbClr val="FF0000"/>
            </a:solidFill>
          </a:ln>
        </p:spPr>
        <p:style>
          <a:lnRef idx="2">
            <a:schemeClr val="dk1"/>
          </a:lnRef>
          <a:fillRef idx="1">
            <a:schemeClr val="lt1"/>
          </a:fillRef>
          <a:effectRef idx="0">
            <a:schemeClr val="dk1"/>
          </a:effectRef>
          <a:fontRef idx="minor">
            <a:schemeClr val="dk1"/>
          </a:fontRef>
        </p:style>
        <p:txBody>
          <a:bodyPr rtlCol="0" anchor="ctr"/>
          <a:lstStyle/>
          <a:p>
            <a:pPr algn="ctr"/>
            <a:r>
              <a:rPr lang="en-AU" sz="2400" dirty="0">
                <a:solidFill>
                  <a:schemeClr val="tx1"/>
                </a:solidFill>
              </a:rPr>
              <a:t>$400</a:t>
            </a:r>
          </a:p>
        </p:txBody>
      </p:sp>
      <p:sp>
        <p:nvSpPr>
          <p:cNvPr id="49" name="Rectangle 48">
            <a:extLst>
              <a:ext uri="{FF2B5EF4-FFF2-40B4-BE49-F238E27FC236}">
                <a16:creationId xmlns:a16="http://schemas.microsoft.com/office/drawing/2014/main" id="{E0445BE9-B9EC-4EDC-944D-5780F0826B27}"/>
              </a:ext>
            </a:extLst>
          </p:cNvPr>
          <p:cNvSpPr/>
          <p:nvPr/>
        </p:nvSpPr>
        <p:spPr>
          <a:xfrm>
            <a:off x="3721433" y="3697939"/>
            <a:ext cx="882604" cy="391812"/>
          </a:xfrm>
          <a:prstGeom prst="rect">
            <a:avLst/>
          </a:prstGeom>
          <a:solidFill>
            <a:schemeClr val="bg1"/>
          </a:solidFill>
          <a:ln>
            <a:solidFill>
              <a:srgbClr val="FF0000"/>
            </a:solidFill>
          </a:ln>
        </p:spPr>
        <p:style>
          <a:lnRef idx="2">
            <a:schemeClr val="dk1"/>
          </a:lnRef>
          <a:fillRef idx="1">
            <a:schemeClr val="lt1"/>
          </a:fillRef>
          <a:effectRef idx="0">
            <a:schemeClr val="dk1"/>
          </a:effectRef>
          <a:fontRef idx="minor">
            <a:schemeClr val="dk1"/>
          </a:fontRef>
        </p:style>
        <p:txBody>
          <a:bodyPr rtlCol="0" anchor="ctr"/>
          <a:lstStyle/>
          <a:p>
            <a:pPr algn="ctr"/>
            <a:r>
              <a:rPr lang="en-AU" sz="2400" dirty="0">
                <a:solidFill>
                  <a:schemeClr val="tx1"/>
                </a:solidFill>
              </a:rPr>
              <a:t>$55</a:t>
            </a:r>
          </a:p>
        </p:txBody>
      </p:sp>
      <p:sp>
        <p:nvSpPr>
          <p:cNvPr id="50" name="Rectangle 49">
            <a:extLst>
              <a:ext uri="{FF2B5EF4-FFF2-40B4-BE49-F238E27FC236}">
                <a16:creationId xmlns:a16="http://schemas.microsoft.com/office/drawing/2014/main" id="{8D71D20D-58D7-4938-A49F-754F1427FFFC}"/>
              </a:ext>
            </a:extLst>
          </p:cNvPr>
          <p:cNvSpPr/>
          <p:nvPr/>
        </p:nvSpPr>
        <p:spPr>
          <a:xfrm>
            <a:off x="546874" y="1562040"/>
            <a:ext cx="882604" cy="391812"/>
          </a:xfrm>
          <a:prstGeom prst="rect">
            <a:avLst/>
          </a:prstGeom>
          <a:solidFill>
            <a:schemeClr val="bg1"/>
          </a:solidFill>
          <a:ln>
            <a:solidFill>
              <a:srgbClr val="FF0000"/>
            </a:solidFill>
          </a:ln>
        </p:spPr>
        <p:style>
          <a:lnRef idx="2">
            <a:schemeClr val="dk1"/>
          </a:lnRef>
          <a:fillRef idx="1">
            <a:schemeClr val="lt1"/>
          </a:fillRef>
          <a:effectRef idx="0">
            <a:schemeClr val="dk1"/>
          </a:effectRef>
          <a:fontRef idx="minor">
            <a:schemeClr val="dk1"/>
          </a:fontRef>
        </p:style>
        <p:txBody>
          <a:bodyPr rtlCol="0" anchor="ctr"/>
          <a:lstStyle/>
          <a:p>
            <a:pPr algn="ctr"/>
            <a:r>
              <a:rPr lang="en-AU" sz="2400" dirty="0">
                <a:solidFill>
                  <a:schemeClr val="tx1"/>
                </a:solidFill>
              </a:rPr>
              <a:t>$200</a:t>
            </a:r>
          </a:p>
        </p:txBody>
      </p:sp>
      <p:sp>
        <p:nvSpPr>
          <p:cNvPr id="51" name="Rectangle 50">
            <a:extLst>
              <a:ext uri="{FF2B5EF4-FFF2-40B4-BE49-F238E27FC236}">
                <a16:creationId xmlns:a16="http://schemas.microsoft.com/office/drawing/2014/main" id="{CB5FBE02-9B26-418E-A323-34B6FE1820DA}"/>
              </a:ext>
            </a:extLst>
          </p:cNvPr>
          <p:cNvSpPr/>
          <p:nvPr/>
        </p:nvSpPr>
        <p:spPr>
          <a:xfrm>
            <a:off x="4370292" y="1593969"/>
            <a:ext cx="882604" cy="391812"/>
          </a:xfrm>
          <a:prstGeom prst="rect">
            <a:avLst/>
          </a:prstGeom>
          <a:solidFill>
            <a:schemeClr val="bg1"/>
          </a:solidFill>
          <a:ln>
            <a:solidFill>
              <a:srgbClr val="FF0000"/>
            </a:solidFill>
          </a:ln>
        </p:spPr>
        <p:style>
          <a:lnRef idx="2">
            <a:schemeClr val="dk1"/>
          </a:lnRef>
          <a:fillRef idx="1">
            <a:schemeClr val="lt1"/>
          </a:fillRef>
          <a:effectRef idx="0">
            <a:schemeClr val="dk1"/>
          </a:effectRef>
          <a:fontRef idx="minor">
            <a:schemeClr val="dk1"/>
          </a:fontRef>
        </p:style>
        <p:txBody>
          <a:bodyPr rtlCol="0" anchor="ctr"/>
          <a:lstStyle/>
          <a:p>
            <a:pPr algn="ctr"/>
            <a:r>
              <a:rPr lang="en-AU" sz="2400" dirty="0">
                <a:solidFill>
                  <a:schemeClr val="tx1"/>
                </a:solidFill>
              </a:rPr>
              <a:t>?</a:t>
            </a:r>
          </a:p>
        </p:txBody>
      </p:sp>
      <p:sp>
        <p:nvSpPr>
          <p:cNvPr id="52" name="Rectangle 51">
            <a:extLst>
              <a:ext uri="{FF2B5EF4-FFF2-40B4-BE49-F238E27FC236}">
                <a16:creationId xmlns:a16="http://schemas.microsoft.com/office/drawing/2014/main" id="{775CD8E7-270A-4027-BA32-E44E02BC1758}"/>
              </a:ext>
            </a:extLst>
          </p:cNvPr>
          <p:cNvSpPr/>
          <p:nvPr/>
        </p:nvSpPr>
        <p:spPr>
          <a:xfrm>
            <a:off x="7287309" y="1586492"/>
            <a:ext cx="882604" cy="391812"/>
          </a:xfrm>
          <a:prstGeom prst="rect">
            <a:avLst/>
          </a:prstGeom>
          <a:solidFill>
            <a:schemeClr val="bg1"/>
          </a:solidFill>
          <a:ln>
            <a:solidFill>
              <a:srgbClr val="FF0000"/>
            </a:solidFill>
          </a:ln>
        </p:spPr>
        <p:style>
          <a:lnRef idx="2">
            <a:schemeClr val="dk1"/>
          </a:lnRef>
          <a:fillRef idx="1">
            <a:schemeClr val="lt1"/>
          </a:fillRef>
          <a:effectRef idx="0">
            <a:schemeClr val="dk1"/>
          </a:effectRef>
          <a:fontRef idx="minor">
            <a:schemeClr val="dk1"/>
          </a:fontRef>
        </p:style>
        <p:txBody>
          <a:bodyPr rtlCol="0" anchor="ctr"/>
          <a:lstStyle/>
          <a:p>
            <a:pPr algn="ctr"/>
            <a:r>
              <a:rPr lang="en-AU" sz="2400" dirty="0">
                <a:solidFill>
                  <a:schemeClr val="tx1"/>
                </a:solidFill>
              </a:rPr>
              <a:t>$50</a:t>
            </a:r>
          </a:p>
        </p:txBody>
      </p:sp>
      <p:sp>
        <p:nvSpPr>
          <p:cNvPr id="53" name="Rectangle 52">
            <a:extLst>
              <a:ext uri="{FF2B5EF4-FFF2-40B4-BE49-F238E27FC236}">
                <a16:creationId xmlns:a16="http://schemas.microsoft.com/office/drawing/2014/main" id="{BC1170FD-52F7-4004-9B08-3B724BB97C02}"/>
              </a:ext>
            </a:extLst>
          </p:cNvPr>
          <p:cNvSpPr/>
          <p:nvPr/>
        </p:nvSpPr>
        <p:spPr>
          <a:xfrm>
            <a:off x="2933174" y="54394"/>
            <a:ext cx="882604" cy="391812"/>
          </a:xfrm>
          <a:prstGeom prst="rect">
            <a:avLst/>
          </a:prstGeom>
          <a:solidFill>
            <a:schemeClr val="bg1"/>
          </a:solidFill>
          <a:ln>
            <a:solidFill>
              <a:srgbClr val="FF0000"/>
            </a:solidFill>
          </a:ln>
        </p:spPr>
        <p:style>
          <a:lnRef idx="2">
            <a:schemeClr val="dk1"/>
          </a:lnRef>
          <a:fillRef idx="1">
            <a:schemeClr val="lt1"/>
          </a:fillRef>
          <a:effectRef idx="0">
            <a:schemeClr val="dk1"/>
          </a:effectRef>
          <a:fontRef idx="minor">
            <a:schemeClr val="dk1"/>
          </a:fontRef>
        </p:style>
        <p:txBody>
          <a:bodyPr rtlCol="0" anchor="ctr"/>
          <a:lstStyle/>
          <a:p>
            <a:pPr algn="ctr"/>
            <a:r>
              <a:rPr lang="en-AU" sz="2400" dirty="0">
                <a:solidFill>
                  <a:schemeClr val="tx1"/>
                </a:solidFill>
              </a:rPr>
              <a:t>?</a:t>
            </a:r>
          </a:p>
        </p:txBody>
      </p:sp>
      <p:sp>
        <p:nvSpPr>
          <p:cNvPr id="54" name="Title 3">
            <a:extLst>
              <a:ext uri="{FF2B5EF4-FFF2-40B4-BE49-F238E27FC236}">
                <a16:creationId xmlns:a16="http://schemas.microsoft.com/office/drawing/2014/main" id="{8188A7B4-829C-4EDF-B491-94F7617529FD}"/>
              </a:ext>
            </a:extLst>
          </p:cNvPr>
          <p:cNvSpPr>
            <a:spLocks noGrp="1"/>
          </p:cNvSpPr>
          <p:nvPr>
            <p:ph type="title"/>
          </p:nvPr>
        </p:nvSpPr>
        <p:spPr>
          <a:xfrm>
            <a:off x="2721" y="549687"/>
            <a:ext cx="3795020" cy="606549"/>
          </a:xfrm>
        </p:spPr>
        <p:txBody>
          <a:bodyPr>
            <a:normAutofit/>
          </a:bodyPr>
          <a:lstStyle/>
          <a:p>
            <a:r>
              <a:rPr lang="en-AU" sz="2800" dirty="0">
                <a:solidFill>
                  <a:srgbClr val="FFC000"/>
                </a:solidFill>
                <a:latin typeface="+mn-lt"/>
                <a:ea typeface="+mn-ea"/>
                <a:cs typeface="+mn-cs"/>
              </a:rPr>
              <a:t>Calculate attack cost?</a:t>
            </a:r>
          </a:p>
        </p:txBody>
      </p:sp>
    </p:spTree>
    <p:extLst>
      <p:ext uri="{BB962C8B-B14F-4D97-AF65-F5344CB8AC3E}">
        <p14:creationId xmlns:p14="http://schemas.microsoft.com/office/powerpoint/2010/main" val="87316444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55670E94-029C-4BA8-8D44-FBB339E4924F}" type="slidenum">
              <a:rPr lang="en-AU" smtClean="0">
                <a:solidFill>
                  <a:schemeClr val="tx1"/>
                </a:solidFill>
              </a:rPr>
              <a:pPr/>
              <a:t>35</a:t>
            </a:fld>
            <a:endParaRPr lang="en-AU" dirty="0">
              <a:solidFill>
                <a:schemeClr val="tx1"/>
              </a:solidFill>
            </a:endParaRPr>
          </a:p>
        </p:txBody>
      </p:sp>
      <p:sp>
        <p:nvSpPr>
          <p:cNvPr id="5" name="Rectangle 4"/>
          <p:cNvSpPr/>
          <p:nvPr/>
        </p:nvSpPr>
        <p:spPr>
          <a:xfrm>
            <a:off x="3764156" y="35705"/>
            <a:ext cx="3928041" cy="999066"/>
          </a:xfrm>
          <a:prstGeom prst="rect">
            <a:avLst/>
          </a:prstGeom>
          <a:solidFill>
            <a:schemeClr val="bg1"/>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sz="2200" dirty="0">
                <a:solidFill>
                  <a:schemeClr val="tx1"/>
                </a:solidFill>
              </a:rPr>
              <a:t>1 change students’ assessment marks in CITS1003 from LMS</a:t>
            </a:r>
          </a:p>
        </p:txBody>
      </p:sp>
      <p:cxnSp>
        <p:nvCxnSpPr>
          <p:cNvPr id="6" name="Straight Connector 5"/>
          <p:cNvCxnSpPr>
            <a:cxnSpLocks/>
            <a:stCxn id="5" idx="2"/>
            <a:endCxn id="7" idx="0"/>
          </p:cNvCxnSpPr>
          <p:nvPr/>
        </p:nvCxnSpPr>
        <p:spPr>
          <a:xfrm flipH="1">
            <a:off x="2470714" y="1034771"/>
            <a:ext cx="3257463" cy="82900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7" name="Rounded Rectangle 6"/>
          <p:cNvSpPr/>
          <p:nvPr/>
        </p:nvSpPr>
        <p:spPr>
          <a:xfrm>
            <a:off x="783771" y="1863778"/>
            <a:ext cx="3373886" cy="1216884"/>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sz="2200" dirty="0">
                <a:solidFill>
                  <a:schemeClr val="tx1"/>
                </a:solidFill>
              </a:rPr>
              <a:t>1.1 gain direct access to the CITS1003’s marks database in LMS</a:t>
            </a:r>
          </a:p>
        </p:txBody>
      </p:sp>
      <p:sp>
        <p:nvSpPr>
          <p:cNvPr id="8" name="Rounded Rectangle 7"/>
          <p:cNvSpPr/>
          <p:nvPr/>
        </p:nvSpPr>
        <p:spPr>
          <a:xfrm>
            <a:off x="4394553" y="1863778"/>
            <a:ext cx="2667247" cy="1216883"/>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sz="2200" dirty="0">
                <a:solidFill>
                  <a:schemeClr val="tx1"/>
                </a:solidFill>
              </a:rPr>
              <a:t>1.2 log in as an authenticated UC</a:t>
            </a:r>
          </a:p>
        </p:txBody>
      </p:sp>
      <p:sp>
        <p:nvSpPr>
          <p:cNvPr id="9" name="Rounded Rectangle 8"/>
          <p:cNvSpPr/>
          <p:nvPr/>
        </p:nvSpPr>
        <p:spPr>
          <a:xfrm>
            <a:off x="7298697" y="1863779"/>
            <a:ext cx="3020566" cy="1216882"/>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sz="2200" dirty="0">
                <a:solidFill>
                  <a:schemeClr val="tx1"/>
                </a:solidFill>
              </a:rPr>
              <a:t>1.3 hijack the web authentication session of the UC</a:t>
            </a:r>
          </a:p>
        </p:txBody>
      </p:sp>
      <p:cxnSp>
        <p:nvCxnSpPr>
          <p:cNvPr id="17" name="Straight Connector 16"/>
          <p:cNvCxnSpPr>
            <a:cxnSpLocks/>
            <a:stCxn id="5" idx="2"/>
            <a:endCxn id="8" idx="0"/>
          </p:cNvCxnSpPr>
          <p:nvPr/>
        </p:nvCxnSpPr>
        <p:spPr>
          <a:xfrm>
            <a:off x="5728177" y="1034771"/>
            <a:ext cx="0" cy="82900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a:cxnSpLocks/>
            <a:stCxn id="5" idx="2"/>
            <a:endCxn id="9" idx="0"/>
          </p:cNvCxnSpPr>
          <p:nvPr/>
        </p:nvCxnSpPr>
        <p:spPr>
          <a:xfrm>
            <a:off x="5728177" y="1034771"/>
            <a:ext cx="3080803" cy="82900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0" name="Rounded Rectangle 10">
            <a:extLst>
              <a:ext uri="{FF2B5EF4-FFF2-40B4-BE49-F238E27FC236}">
                <a16:creationId xmlns:a16="http://schemas.microsoft.com/office/drawing/2014/main" id="{DEAD9671-0D0E-49C6-8EB9-99AA326257BD}"/>
              </a:ext>
            </a:extLst>
          </p:cNvPr>
          <p:cNvSpPr/>
          <p:nvPr/>
        </p:nvSpPr>
        <p:spPr>
          <a:xfrm>
            <a:off x="190824" y="3931336"/>
            <a:ext cx="3399043" cy="1253296"/>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sz="2200" dirty="0">
                <a:solidFill>
                  <a:schemeClr val="tx1"/>
                </a:solidFill>
              </a:rPr>
              <a:t>1.1.1 exploit a software vulnerability in the LMS</a:t>
            </a:r>
          </a:p>
        </p:txBody>
      </p:sp>
      <p:cxnSp>
        <p:nvCxnSpPr>
          <p:cNvPr id="11" name="Straight Connector 10">
            <a:extLst>
              <a:ext uri="{FF2B5EF4-FFF2-40B4-BE49-F238E27FC236}">
                <a16:creationId xmlns:a16="http://schemas.microsoft.com/office/drawing/2014/main" id="{0BB69833-9B0D-4152-B890-103A04B46BB6}"/>
              </a:ext>
            </a:extLst>
          </p:cNvPr>
          <p:cNvCxnSpPr>
            <a:cxnSpLocks/>
            <a:stCxn id="7" idx="2"/>
            <a:endCxn id="10" idx="0"/>
          </p:cNvCxnSpPr>
          <p:nvPr/>
        </p:nvCxnSpPr>
        <p:spPr>
          <a:xfrm flipH="1">
            <a:off x="1890346" y="3080662"/>
            <a:ext cx="580368" cy="85067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2" name="Rounded Rectangle 13">
            <a:extLst>
              <a:ext uri="{FF2B5EF4-FFF2-40B4-BE49-F238E27FC236}">
                <a16:creationId xmlns:a16="http://schemas.microsoft.com/office/drawing/2014/main" id="{B7CF5227-B740-44FC-8B2E-6486B55C4B10}"/>
              </a:ext>
            </a:extLst>
          </p:cNvPr>
          <p:cNvSpPr/>
          <p:nvPr/>
        </p:nvSpPr>
        <p:spPr>
          <a:xfrm>
            <a:off x="9181301" y="3931336"/>
            <a:ext cx="2665420" cy="1253296"/>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hangingPunct="0">
              <a:tabLst>
                <a:tab pos="731976" algn="l"/>
                <a:tab pos="1951146" algn="l"/>
                <a:tab pos="3170315" algn="l"/>
                <a:tab pos="4389485" algn="l"/>
                <a:tab pos="5608654" algn="l"/>
                <a:tab pos="6827824" algn="l"/>
                <a:tab pos="8046993" algn="l"/>
                <a:tab pos="9266163" algn="l"/>
                <a:tab pos="10485333" algn="l"/>
                <a:tab pos="11704502" algn="l"/>
                <a:tab pos="12923672" algn="l"/>
              </a:tabLst>
            </a:pPr>
            <a:r>
              <a:rPr lang="en-NZ" sz="2200" dirty="0">
                <a:solidFill>
                  <a:schemeClr val="tx1"/>
                </a:solidFill>
              </a:rPr>
              <a:t>1.3.1 steal the UC’s session cookie</a:t>
            </a:r>
          </a:p>
        </p:txBody>
      </p:sp>
      <p:cxnSp>
        <p:nvCxnSpPr>
          <p:cNvPr id="13" name="Straight Connector 12">
            <a:extLst>
              <a:ext uri="{FF2B5EF4-FFF2-40B4-BE49-F238E27FC236}">
                <a16:creationId xmlns:a16="http://schemas.microsoft.com/office/drawing/2014/main" id="{FB306E84-8517-434B-83B1-FD8280698B34}"/>
              </a:ext>
            </a:extLst>
          </p:cNvPr>
          <p:cNvCxnSpPr>
            <a:cxnSpLocks/>
            <a:stCxn id="9" idx="2"/>
            <a:endCxn id="12" idx="0"/>
          </p:cNvCxnSpPr>
          <p:nvPr/>
        </p:nvCxnSpPr>
        <p:spPr>
          <a:xfrm>
            <a:off x="8808980" y="3080661"/>
            <a:ext cx="1705031" cy="85067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4" name="Rounded Rectangle 11">
            <a:extLst>
              <a:ext uri="{FF2B5EF4-FFF2-40B4-BE49-F238E27FC236}">
                <a16:creationId xmlns:a16="http://schemas.microsoft.com/office/drawing/2014/main" id="{604E5D3D-7003-43CE-8F61-CE4D010653DE}"/>
              </a:ext>
            </a:extLst>
          </p:cNvPr>
          <p:cNvSpPr/>
          <p:nvPr/>
        </p:nvSpPr>
        <p:spPr>
          <a:xfrm>
            <a:off x="3815778" y="3931336"/>
            <a:ext cx="2248281" cy="1253296"/>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sz="2200" dirty="0">
                <a:solidFill>
                  <a:schemeClr val="tx1"/>
                </a:solidFill>
              </a:rPr>
              <a:t>1.2.1 perform a brute-force login</a:t>
            </a:r>
          </a:p>
        </p:txBody>
      </p:sp>
      <p:sp>
        <p:nvSpPr>
          <p:cNvPr id="15" name="Rounded Rectangle 12">
            <a:extLst>
              <a:ext uri="{FF2B5EF4-FFF2-40B4-BE49-F238E27FC236}">
                <a16:creationId xmlns:a16="http://schemas.microsoft.com/office/drawing/2014/main" id="{68AAF1D9-03BE-4414-BB0E-3F2221E51EFA}"/>
              </a:ext>
            </a:extLst>
          </p:cNvPr>
          <p:cNvSpPr/>
          <p:nvPr/>
        </p:nvSpPr>
        <p:spPr>
          <a:xfrm>
            <a:off x="6289971" y="3931336"/>
            <a:ext cx="2665419" cy="1253296"/>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sz="2200" dirty="0">
                <a:solidFill>
                  <a:schemeClr val="tx1"/>
                </a:solidFill>
              </a:rPr>
              <a:t>1.2.2 steal the UC’s login credentials</a:t>
            </a:r>
          </a:p>
        </p:txBody>
      </p:sp>
      <p:cxnSp>
        <p:nvCxnSpPr>
          <p:cNvPr id="16" name="Straight Connector 15">
            <a:extLst>
              <a:ext uri="{FF2B5EF4-FFF2-40B4-BE49-F238E27FC236}">
                <a16:creationId xmlns:a16="http://schemas.microsoft.com/office/drawing/2014/main" id="{D011E090-48B4-4787-A7E6-177F361C308B}"/>
              </a:ext>
            </a:extLst>
          </p:cNvPr>
          <p:cNvCxnSpPr>
            <a:cxnSpLocks/>
            <a:stCxn id="8" idx="2"/>
            <a:endCxn id="14" idx="0"/>
          </p:cNvCxnSpPr>
          <p:nvPr/>
        </p:nvCxnSpPr>
        <p:spPr>
          <a:xfrm flipH="1">
            <a:off x="4939919" y="3080661"/>
            <a:ext cx="788258" cy="85067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339FD23C-31E7-4F29-A364-1686F16A3693}"/>
              </a:ext>
            </a:extLst>
          </p:cNvPr>
          <p:cNvCxnSpPr>
            <a:cxnSpLocks/>
            <a:stCxn id="8" idx="2"/>
            <a:endCxn id="15" idx="0"/>
          </p:cNvCxnSpPr>
          <p:nvPr/>
        </p:nvCxnSpPr>
        <p:spPr>
          <a:xfrm>
            <a:off x="5728177" y="3080661"/>
            <a:ext cx="1894504" cy="85067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0" name="Rounded Rectangle 26">
            <a:extLst>
              <a:ext uri="{FF2B5EF4-FFF2-40B4-BE49-F238E27FC236}">
                <a16:creationId xmlns:a16="http://schemas.microsoft.com/office/drawing/2014/main" id="{F850F898-0AA5-466C-918E-CB3E685659C0}"/>
              </a:ext>
            </a:extLst>
          </p:cNvPr>
          <p:cNvSpPr/>
          <p:nvPr/>
        </p:nvSpPr>
        <p:spPr>
          <a:xfrm>
            <a:off x="1739421" y="5805494"/>
            <a:ext cx="2825098" cy="886917"/>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sz="2200" dirty="0">
                <a:solidFill>
                  <a:schemeClr val="tx1"/>
                </a:solidFill>
              </a:rPr>
              <a:t>1.2.1.1 identify the UC’s username</a:t>
            </a:r>
          </a:p>
        </p:txBody>
      </p:sp>
      <p:sp>
        <p:nvSpPr>
          <p:cNvPr id="21" name="Rounded Rectangle 27">
            <a:extLst>
              <a:ext uri="{FF2B5EF4-FFF2-40B4-BE49-F238E27FC236}">
                <a16:creationId xmlns:a16="http://schemas.microsoft.com/office/drawing/2014/main" id="{F1F3E9F6-00BE-45B9-AC77-CE04C425F546}"/>
              </a:ext>
            </a:extLst>
          </p:cNvPr>
          <p:cNvSpPr/>
          <p:nvPr/>
        </p:nvSpPr>
        <p:spPr>
          <a:xfrm>
            <a:off x="5297561" y="5805494"/>
            <a:ext cx="3062668" cy="886917"/>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sz="2200" dirty="0">
                <a:solidFill>
                  <a:schemeClr val="tx1"/>
                </a:solidFill>
              </a:rPr>
              <a:t>1.2.1.2 identify the UC’s password</a:t>
            </a:r>
          </a:p>
        </p:txBody>
      </p:sp>
      <p:cxnSp>
        <p:nvCxnSpPr>
          <p:cNvPr id="22" name="Straight Connector 21">
            <a:extLst>
              <a:ext uri="{FF2B5EF4-FFF2-40B4-BE49-F238E27FC236}">
                <a16:creationId xmlns:a16="http://schemas.microsoft.com/office/drawing/2014/main" id="{EAEDC152-2C27-4AF8-8480-6B4726B11871}"/>
              </a:ext>
            </a:extLst>
          </p:cNvPr>
          <p:cNvCxnSpPr>
            <a:cxnSpLocks/>
            <a:endCxn id="20" idx="0"/>
          </p:cNvCxnSpPr>
          <p:nvPr/>
        </p:nvCxnSpPr>
        <p:spPr>
          <a:xfrm flipH="1">
            <a:off x="3151970" y="5184632"/>
            <a:ext cx="1770818" cy="62086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732170DB-BE10-4A18-9997-6579A9851A10}"/>
              </a:ext>
            </a:extLst>
          </p:cNvPr>
          <p:cNvCxnSpPr>
            <a:cxnSpLocks/>
            <a:stCxn id="14" idx="2"/>
            <a:endCxn id="21" idx="0"/>
          </p:cNvCxnSpPr>
          <p:nvPr/>
        </p:nvCxnSpPr>
        <p:spPr>
          <a:xfrm>
            <a:off x="4939919" y="5184632"/>
            <a:ext cx="1888976" cy="62086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4" name="Freeform 30">
            <a:extLst>
              <a:ext uri="{FF2B5EF4-FFF2-40B4-BE49-F238E27FC236}">
                <a16:creationId xmlns:a16="http://schemas.microsoft.com/office/drawing/2014/main" id="{306A2F3A-ECBE-49E8-B89C-36F2E0E9A190}"/>
              </a:ext>
            </a:extLst>
          </p:cNvPr>
          <p:cNvSpPr/>
          <p:nvPr/>
        </p:nvSpPr>
        <p:spPr>
          <a:xfrm>
            <a:off x="4743106" y="5306635"/>
            <a:ext cx="489987" cy="162181"/>
          </a:xfrm>
          <a:custGeom>
            <a:avLst/>
            <a:gdLst>
              <a:gd name="connsiteX0" fmla="*/ 0 w 476250"/>
              <a:gd name="connsiteY0" fmla="*/ 0 h 142944"/>
              <a:gd name="connsiteX1" fmla="*/ 228600 w 476250"/>
              <a:gd name="connsiteY1" fmla="*/ 142875 h 142944"/>
              <a:gd name="connsiteX2" fmla="*/ 476250 w 476250"/>
              <a:gd name="connsiteY2" fmla="*/ 19050 h 142944"/>
              <a:gd name="connsiteX0" fmla="*/ 0 w 476250"/>
              <a:gd name="connsiteY0" fmla="*/ 0 h 142978"/>
              <a:gd name="connsiteX1" fmla="*/ 228600 w 476250"/>
              <a:gd name="connsiteY1" fmla="*/ 142875 h 142978"/>
              <a:gd name="connsiteX2" fmla="*/ 476250 w 476250"/>
              <a:gd name="connsiteY2" fmla="*/ 19050 h 142978"/>
              <a:gd name="connsiteX0" fmla="*/ 0 w 476250"/>
              <a:gd name="connsiteY0" fmla="*/ 0 h 147735"/>
              <a:gd name="connsiteX1" fmla="*/ 247650 w 476250"/>
              <a:gd name="connsiteY1" fmla="*/ 147638 h 147735"/>
              <a:gd name="connsiteX2" fmla="*/ 476250 w 476250"/>
              <a:gd name="connsiteY2" fmla="*/ 19050 h 147735"/>
              <a:gd name="connsiteX0" fmla="*/ 0 w 476250"/>
              <a:gd name="connsiteY0" fmla="*/ 0 h 147661"/>
              <a:gd name="connsiteX1" fmla="*/ 247650 w 476250"/>
              <a:gd name="connsiteY1" fmla="*/ 147638 h 147661"/>
              <a:gd name="connsiteX2" fmla="*/ 476250 w 476250"/>
              <a:gd name="connsiteY2" fmla="*/ 19050 h 147661"/>
              <a:gd name="connsiteX0" fmla="*/ 0 w 464344"/>
              <a:gd name="connsiteY0" fmla="*/ 0 h 147690"/>
              <a:gd name="connsiteX1" fmla="*/ 247650 w 464344"/>
              <a:gd name="connsiteY1" fmla="*/ 147638 h 147690"/>
              <a:gd name="connsiteX2" fmla="*/ 464344 w 464344"/>
              <a:gd name="connsiteY2" fmla="*/ 14288 h 147690"/>
              <a:gd name="connsiteX0" fmla="*/ 0 w 464344"/>
              <a:gd name="connsiteY0" fmla="*/ 0 h 147701"/>
              <a:gd name="connsiteX1" fmla="*/ 247650 w 464344"/>
              <a:gd name="connsiteY1" fmla="*/ 147638 h 147701"/>
              <a:gd name="connsiteX2" fmla="*/ 464344 w 464344"/>
              <a:gd name="connsiteY2" fmla="*/ 14288 h 147701"/>
              <a:gd name="connsiteX0" fmla="*/ 0 w 464344"/>
              <a:gd name="connsiteY0" fmla="*/ 0 h 147701"/>
              <a:gd name="connsiteX1" fmla="*/ 247650 w 464344"/>
              <a:gd name="connsiteY1" fmla="*/ 147638 h 147701"/>
              <a:gd name="connsiteX2" fmla="*/ 464344 w 464344"/>
              <a:gd name="connsiteY2" fmla="*/ 14288 h 147701"/>
              <a:gd name="connsiteX0" fmla="*/ 0 w 464344"/>
              <a:gd name="connsiteY0" fmla="*/ 0 h 147701"/>
              <a:gd name="connsiteX1" fmla="*/ 247650 w 464344"/>
              <a:gd name="connsiteY1" fmla="*/ 147638 h 147701"/>
              <a:gd name="connsiteX2" fmla="*/ 464344 w 464344"/>
              <a:gd name="connsiteY2" fmla="*/ 14288 h 147701"/>
              <a:gd name="connsiteX0" fmla="*/ 0 w 464344"/>
              <a:gd name="connsiteY0" fmla="*/ 0 h 150080"/>
              <a:gd name="connsiteX1" fmla="*/ 204788 w 464344"/>
              <a:gd name="connsiteY1" fmla="*/ 150019 h 150080"/>
              <a:gd name="connsiteX2" fmla="*/ 464344 w 464344"/>
              <a:gd name="connsiteY2" fmla="*/ 14288 h 150080"/>
            </a:gdLst>
            <a:ahLst/>
            <a:cxnLst>
              <a:cxn ang="0">
                <a:pos x="connsiteX0" y="connsiteY0"/>
              </a:cxn>
              <a:cxn ang="0">
                <a:pos x="connsiteX1" y="connsiteY1"/>
              </a:cxn>
              <a:cxn ang="0">
                <a:pos x="connsiteX2" y="connsiteY2"/>
              </a:cxn>
            </a:cxnLst>
            <a:rect l="l" t="t" r="r" b="b"/>
            <a:pathLst>
              <a:path w="464344" h="150080">
                <a:moveTo>
                  <a:pt x="0" y="0"/>
                </a:moveTo>
                <a:cubicBezTo>
                  <a:pt x="67468" y="100806"/>
                  <a:pt x="127397" y="147638"/>
                  <a:pt x="204788" y="150019"/>
                </a:cubicBezTo>
                <a:cubicBezTo>
                  <a:pt x="282179" y="152400"/>
                  <a:pt x="407989" y="84932"/>
                  <a:pt x="464344" y="14288"/>
                </a:cubicBezTo>
              </a:path>
            </a:pathLst>
          </a:cu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Z" sz="1867">
              <a:solidFill>
                <a:schemeClr val="tx1"/>
              </a:solidFill>
            </a:endParaRPr>
          </a:p>
        </p:txBody>
      </p:sp>
      <p:sp>
        <p:nvSpPr>
          <p:cNvPr id="27" name="Title 3">
            <a:extLst>
              <a:ext uri="{FF2B5EF4-FFF2-40B4-BE49-F238E27FC236}">
                <a16:creationId xmlns:a16="http://schemas.microsoft.com/office/drawing/2014/main" id="{D9DBD2C0-09AC-4053-B6F4-8DC9AF867934}"/>
              </a:ext>
            </a:extLst>
          </p:cNvPr>
          <p:cNvSpPr txBox="1">
            <a:spLocks/>
          </p:cNvSpPr>
          <p:nvPr/>
        </p:nvSpPr>
        <p:spPr>
          <a:xfrm>
            <a:off x="8240455" y="5972616"/>
            <a:ext cx="1881691" cy="545173"/>
          </a:xfrm>
          <a:prstGeom prst="rect">
            <a:avLst/>
          </a:prstGeom>
          <a:effectLst>
            <a:outerShdw blurRad="25400" dir="17880000">
              <a:srgbClr val="000000">
                <a:alpha val="46000"/>
              </a:srgbClr>
            </a:outerShdw>
          </a:effectLst>
        </p:spPr>
        <p:txBody>
          <a:bodyPr vert="horz" lIns="91440" tIns="45720" rIns="91440" bIns="45720" rtlCol="0" anchor="ctr">
            <a:normAutofit/>
          </a:bodyPr>
          <a:lstStyle>
            <a:lvl1pPr algn="ctr" defTabSz="457200" rtl="0" eaLnBrk="1" latinLnBrk="0" hangingPunct="1">
              <a:lnSpc>
                <a:spcPct val="90000"/>
              </a:lnSpc>
              <a:spcBef>
                <a:spcPct val="0"/>
              </a:spcBef>
              <a:buNone/>
              <a:defRPr sz="40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j-lt"/>
                <a:ea typeface="+mj-ea"/>
                <a:cs typeface="Trebuchet M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AU" sz="2800" dirty="0">
                <a:solidFill>
                  <a:srgbClr val="FF0000"/>
                </a:solidFill>
                <a:latin typeface="+mn-lt"/>
                <a:ea typeface="+mn-ea"/>
                <a:cs typeface="+mn-cs"/>
              </a:rPr>
              <a:t>level-4</a:t>
            </a:r>
          </a:p>
        </p:txBody>
      </p:sp>
      <p:sp>
        <p:nvSpPr>
          <p:cNvPr id="28" name="Title 3">
            <a:extLst>
              <a:ext uri="{FF2B5EF4-FFF2-40B4-BE49-F238E27FC236}">
                <a16:creationId xmlns:a16="http://schemas.microsoft.com/office/drawing/2014/main" id="{4C0A9D4F-1E31-4268-9A47-76D763C5D519}"/>
              </a:ext>
            </a:extLst>
          </p:cNvPr>
          <p:cNvSpPr txBox="1">
            <a:spLocks/>
          </p:cNvSpPr>
          <p:nvPr/>
        </p:nvSpPr>
        <p:spPr>
          <a:xfrm>
            <a:off x="10227263" y="3452773"/>
            <a:ext cx="1881691" cy="545173"/>
          </a:xfrm>
          <a:prstGeom prst="rect">
            <a:avLst/>
          </a:prstGeom>
          <a:effectLst>
            <a:outerShdw blurRad="25400" dir="17880000">
              <a:srgbClr val="000000">
                <a:alpha val="46000"/>
              </a:srgbClr>
            </a:outerShdw>
          </a:effectLst>
        </p:spPr>
        <p:txBody>
          <a:bodyPr vert="horz" lIns="91440" tIns="45720" rIns="91440" bIns="45720" rtlCol="0" anchor="ctr">
            <a:normAutofit/>
          </a:bodyPr>
          <a:lstStyle>
            <a:lvl1pPr algn="ctr" defTabSz="457200" rtl="0" eaLnBrk="1" latinLnBrk="0" hangingPunct="1">
              <a:lnSpc>
                <a:spcPct val="90000"/>
              </a:lnSpc>
              <a:spcBef>
                <a:spcPct val="0"/>
              </a:spcBef>
              <a:buNone/>
              <a:defRPr sz="40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j-lt"/>
                <a:ea typeface="+mj-ea"/>
                <a:cs typeface="Trebuchet M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AU" sz="2800" dirty="0">
                <a:solidFill>
                  <a:srgbClr val="FF0000"/>
                </a:solidFill>
                <a:latin typeface="+mn-lt"/>
                <a:ea typeface="+mn-ea"/>
                <a:cs typeface="+mn-cs"/>
              </a:rPr>
              <a:t>level-3</a:t>
            </a:r>
          </a:p>
        </p:txBody>
      </p:sp>
      <p:sp>
        <p:nvSpPr>
          <p:cNvPr id="29" name="Title 3">
            <a:extLst>
              <a:ext uri="{FF2B5EF4-FFF2-40B4-BE49-F238E27FC236}">
                <a16:creationId xmlns:a16="http://schemas.microsoft.com/office/drawing/2014/main" id="{993ECB27-8087-4DF1-9468-0C4D8E34EBDF}"/>
              </a:ext>
            </a:extLst>
          </p:cNvPr>
          <p:cNvSpPr txBox="1">
            <a:spLocks/>
          </p:cNvSpPr>
          <p:nvPr/>
        </p:nvSpPr>
        <p:spPr>
          <a:xfrm>
            <a:off x="8772794" y="1363101"/>
            <a:ext cx="1881691" cy="545173"/>
          </a:xfrm>
          <a:prstGeom prst="rect">
            <a:avLst/>
          </a:prstGeom>
          <a:effectLst>
            <a:outerShdw blurRad="25400" dir="17880000">
              <a:srgbClr val="000000">
                <a:alpha val="46000"/>
              </a:srgbClr>
            </a:outerShdw>
          </a:effectLst>
        </p:spPr>
        <p:txBody>
          <a:bodyPr vert="horz" lIns="91440" tIns="45720" rIns="91440" bIns="45720" rtlCol="0" anchor="ctr">
            <a:normAutofit/>
          </a:bodyPr>
          <a:lstStyle>
            <a:lvl1pPr algn="ctr" defTabSz="457200" rtl="0" eaLnBrk="1" latinLnBrk="0" hangingPunct="1">
              <a:lnSpc>
                <a:spcPct val="90000"/>
              </a:lnSpc>
              <a:spcBef>
                <a:spcPct val="0"/>
              </a:spcBef>
              <a:buNone/>
              <a:defRPr sz="40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j-lt"/>
                <a:ea typeface="+mj-ea"/>
                <a:cs typeface="Trebuchet M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AU" sz="2800" dirty="0">
                <a:solidFill>
                  <a:srgbClr val="FF0000"/>
                </a:solidFill>
                <a:latin typeface="+mn-lt"/>
                <a:ea typeface="+mn-ea"/>
                <a:cs typeface="+mn-cs"/>
              </a:rPr>
              <a:t>level-2</a:t>
            </a:r>
          </a:p>
        </p:txBody>
      </p:sp>
      <p:sp>
        <p:nvSpPr>
          <p:cNvPr id="30" name="Title 3">
            <a:extLst>
              <a:ext uri="{FF2B5EF4-FFF2-40B4-BE49-F238E27FC236}">
                <a16:creationId xmlns:a16="http://schemas.microsoft.com/office/drawing/2014/main" id="{0FBB5E97-26D4-4CAD-B821-6B9C5CB65F4D}"/>
              </a:ext>
            </a:extLst>
          </p:cNvPr>
          <p:cNvSpPr txBox="1">
            <a:spLocks/>
          </p:cNvSpPr>
          <p:nvPr/>
        </p:nvSpPr>
        <p:spPr>
          <a:xfrm>
            <a:off x="7622680" y="274397"/>
            <a:ext cx="1881691" cy="545173"/>
          </a:xfrm>
          <a:prstGeom prst="rect">
            <a:avLst/>
          </a:prstGeom>
          <a:effectLst>
            <a:outerShdw blurRad="25400" dir="17880000">
              <a:srgbClr val="000000">
                <a:alpha val="46000"/>
              </a:srgbClr>
            </a:outerShdw>
          </a:effectLst>
        </p:spPr>
        <p:txBody>
          <a:bodyPr vert="horz" lIns="91440" tIns="45720" rIns="91440" bIns="45720" rtlCol="0" anchor="ctr">
            <a:normAutofit/>
          </a:bodyPr>
          <a:lstStyle>
            <a:lvl1pPr algn="ctr" defTabSz="457200" rtl="0" eaLnBrk="1" latinLnBrk="0" hangingPunct="1">
              <a:lnSpc>
                <a:spcPct val="90000"/>
              </a:lnSpc>
              <a:spcBef>
                <a:spcPct val="0"/>
              </a:spcBef>
              <a:buNone/>
              <a:defRPr sz="40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j-lt"/>
                <a:ea typeface="+mj-ea"/>
                <a:cs typeface="Trebuchet M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AU" sz="2800" dirty="0">
                <a:solidFill>
                  <a:srgbClr val="FF0000"/>
                </a:solidFill>
                <a:latin typeface="+mn-lt"/>
                <a:ea typeface="+mn-ea"/>
                <a:cs typeface="+mn-cs"/>
              </a:rPr>
              <a:t>level-1</a:t>
            </a:r>
          </a:p>
        </p:txBody>
      </p:sp>
      <p:sp>
        <p:nvSpPr>
          <p:cNvPr id="40" name="Rectangle 39">
            <a:extLst>
              <a:ext uri="{FF2B5EF4-FFF2-40B4-BE49-F238E27FC236}">
                <a16:creationId xmlns:a16="http://schemas.microsoft.com/office/drawing/2014/main" id="{4C861600-DE65-47EE-8783-A485F2D1E6FB}"/>
              </a:ext>
            </a:extLst>
          </p:cNvPr>
          <p:cNvSpPr/>
          <p:nvPr/>
        </p:nvSpPr>
        <p:spPr>
          <a:xfrm>
            <a:off x="1517948" y="5535685"/>
            <a:ext cx="761892" cy="391812"/>
          </a:xfrm>
          <a:prstGeom prst="rect">
            <a:avLst/>
          </a:prstGeom>
          <a:solidFill>
            <a:schemeClr val="bg1"/>
          </a:solidFill>
          <a:ln>
            <a:solidFill>
              <a:srgbClr val="FF0000"/>
            </a:solidFill>
          </a:ln>
        </p:spPr>
        <p:style>
          <a:lnRef idx="2">
            <a:schemeClr val="dk1"/>
          </a:lnRef>
          <a:fillRef idx="1">
            <a:schemeClr val="lt1"/>
          </a:fillRef>
          <a:effectRef idx="0">
            <a:schemeClr val="dk1"/>
          </a:effectRef>
          <a:fontRef idx="minor">
            <a:schemeClr val="dk1"/>
          </a:fontRef>
        </p:style>
        <p:txBody>
          <a:bodyPr rtlCol="0" anchor="ctr"/>
          <a:lstStyle/>
          <a:p>
            <a:pPr algn="ctr"/>
            <a:r>
              <a:rPr lang="en-AU" sz="2400" dirty="0">
                <a:solidFill>
                  <a:schemeClr val="tx1"/>
                </a:solidFill>
              </a:rPr>
              <a:t>$5</a:t>
            </a:r>
          </a:p>
        </p:txBody>
      </p:sp>
      <p:sp>
        <p:nvSpPr>
          <p:cNvPr id="45" name="Rectangle 44">
            <a:extLst>
              <a:ext uri="{FF2B5EF4-FFF2-40B4-BE49-F238E27FC236}">
                <a16:creationId xmlns:a16="http://schemas.microsoft.com/office/drawing/2014/main" id="{34B6727F-DA8B-48C2-8F08-5FA05434DF3E}"/>
              </a:ext>
            </a:extLst>
          </p:cNvPr>
          <p:cNvSpPr/>
          <p:nvPr/>
        </p:nvSpPr>
        <p:spPr>
          <a:xfrm>
            <a:off x="5103431" y="5553889"/>
            <a:ext cx="882604" cy="391812"/>
          </a:xfrm>
          <a:prstGeom prst="rect">
            <a:avLst/>
          </a:prstGeom>
          <a:solidFill>
            <a:schemeClr val="bg1"/>
          </a:solidFill>
          <a:ln>
            <a:solidFill>
              <a:srgbClr val="FF0000"/>
            </a:solidFill>
          </a:ln>
        </p:spPr>
        <p:style>
          <a:lnRef idx="2">
            <a:schemeClr val="dk1"/>
          </a:lnRef>
          <a:fillRef idx="1">
            <a:schemeClr val="lt1"/>
          </a:fillRef>
          <a:effectRef idx="0">
            <a:schemeClr val="dk1"/>
          </a:effectRef>
          <a:fontRef idx="minor">
            <a:schemeClr val="dk1"/>
          </a:fontRef>
        </p:style>
        <p:txBody>
          <a:bodyPr rtlCol="0" anchor="ctr"/>
          <a:lstStyle/>
          <a:p>
            <a:pPr algn="ctr"/>
            <a:r>
              <a:rPr lang="en-AU" sz="2400" dirty="0">
                <a:solidFill>
                  <a:schemeClr val="tx1"/>
                </a:solidFill>
              </a:rPr>
              <a:t>$50</a:t>
            </a:r>
          </a:p>
        </p:txBody>
      </p:sp>
      <p:sp>
        <p:nvSpPr>
          <p:cNvPr id="46" name="Rectangle 45">
            <a:extLst>
              <a:ext uri="{FF2B5EF4-FFF2-40B4-BE49-F238E27FC236}">
                <a16:creationId xmlns:a16="http://schemas.microsoft.com/office/drawing/2014/main" id="{B6D3EC9F-90FD-421F-9F00-3EC11F3C37C5}"/>
              </a:ext>
            </a:extLst>
          </p:cNvPr>
          <p:cNvSpPr/>
          <p:nvPr/>
        </p:nvSpPr>
        <p:spPr>
          <a:xfrm>
            <a:off x="9104817" y="3671441"/>
            <a:ext cx="860213" cy="418310"/>
          </a:xfrm>
          <a:prstGeom prst="rect">
            <a:avLst/>
          </a:prstGeom>
          <a:solidFill>
            <a:schemeClr val="bg1"/>
          </a:solidFill>
          <a:ln>
            <a:solidFill>
              <a:srgbClr val="FF0000"/>
            </a:solidFill>
          </a:ln>
        </p:spPr>
        <p:style>
          <a:lnRef idx="2">
            <a:schemeClr val="dk1"/>
          </a:lnRef>
          <a:fillRef idx="1">
            <a:schemeClr val="lt1"/>
          </a:fillRef>
          <a:effectRef idx="0">
            <a:schemeClr val="dk1"/>
          </a:effectRef>
          <a:fontRef idx="minor">
            <a:schemeClr val="dk1"/>
          </a:fontRef>
        </p:style>
        <p:txBody>
          <a:bodyPr rtlCol="0" anchor="ctr"/>
          <a:lstStyle/>
          <a:p>
            <a:pPr algn="ctr"/>
            <a:r>
              <a:rPr lang="en-AU" sz="2400" dirty="0">
                <a:solidFill>
                  <a:schemeClr val="tx1"/>
                </a:solidFill>
              </a:rPr>
              <a:t>$50</a:t>
            </a:r>
          </a:p>
        </p:txBody>
      </p:sp>
      <p:sp>
        <p:nvSpPr>
          <p:cNvPr id="47" name="Rectangle 46">
            <a:extLst>
              <a:ext uri="{FF2B5EF4-FFF2-40B4-BE49-F238E27FC236}">
                <a16:creationId xmlns:a16="http://schemas.microsoft.com/office/drawing/2014/main" id="{55A26EB3-D3D1-490D-AC69-72F63F6CE45D}"/>
              </a:ext>
            </a:extLst>
          </p:cNvPr>
          <p:cNvSpPr/>
          <p:nvPr/>
        </p:nvSpPr>
        <p:spPr>
          <a:xfrm>
            <a:off x="132348" y="3700513"/>
            <a:ext cx="976893" cy="418311"/>
          </a:xfrm>
          <a:prstGeom prst="rect">
            <a:avLst/>
          </a:prstGeom>
          <a:solidFill>
            <a:schemeClr val="bg1"/>
          </a:solidFill>
          <a:ln>
            <a:solidFill>
              <a:srgbClr val="FF0000"/>
            </a:solidFill>
          </a:ln>
        </p:spPr>
        <p:style>
          <a:lnRef idx="2">
            <a:schemeClr val="dk1"/>
          </a:lnRef>
          <a:fillRef idx="1">
            <a:schemeClr val="lt1"/>
          </a:fillRef>
          <a:effectRef idx="0">
            <a:schemeClr val="dk1"/>
          </a:effectRef>
          <a:fontRef idx="minor">
            <a:schemeClr val="dk1"/>
          </a:fontRef>
        </p:style>
        <p:txBody>
          <a:bodyPr rtlCol="0" anchor="ctr"/>
          <a:lstStyle/>
          <a:p>
            <a:pPr algn="ctr"/>
            <a:r>
              <a:rPr lang="en-AU" sz="2400" dirty="0">
                <a:solidFill>
                  <a:schemeClr val="tx1"/>
                </a:solidFill>
              </a:rPr>
              <a:t>$200</a:t>
            </a:r>
          </a:p>
        </p:txBody>
      </p:sp>
      <p:sp>
        <p:nvSpPr>
          <p:cNvPr id="48" name="Rectangle 47">
            <a:extLst>
              <a:ext uri="{FF2B5EF4-FFF2-40B4-BE49-F238E27FC236}">
                <a16:creationId xmlns:a16="http://schemas.microsoft.com/office/drawing/2014/main" id="{AF331F80-3C0C-4FAC-959E-0CAA65C5E0D1}"/>
              </a:ext>
            </a:extLst>
          </p:cNvPr>
          <p:cNvSpPr/>
          <p:nvPr/>
        </p:nvSpPr>
        <p:spPr>
          <a:xfrm>
            <a:off x="6251138" y="3713762"/>
            <a:ext cx="992793" cy="391812"/>
          </a:xfrm>
          <a:prstGeom prst="rect">
            <a:avLst/>
          </a:prstGeom>
          <a:solidFill>
            <a:schemeClr val="bg1"/>
          </a:solidFill>
          <a:ln>
            <a:solidFill>
              <a:srgbClr val="FF0000"/>
            </a:solidFill>
          </a:ln>
        </p:spPr>
        <p:style>
          <a:lnRef idx="2">
            <a:schemeClr val="dk1"/>
          </a:lnRef>
          <a:fillRef idx="1">
            <a:schemeClr val="lt1"/>
          </a:fillRef>
          <a:effectRef idx="0">
            <a:schemeClr val="dk1"/>
          </a:effectRef>
          <a:fontRef idx="minor">
            <a:schemeClr val="dk1"/>
          </a:fontRef>
        </p:style>
        <p:txBody>
          <a:bodyPr rtlCol="0" anchor="ctr"/>
          <a:lstStyle/>
          <a:p>
            <a:pPr algn="ctr"/>
            <a:r>
              <a:rPr lang="en-AU" sz="2400" dirty="0">
                <a:solidFill>
                  <a:schemeClr val="tx1"/>
                </a:solidFill>
              </a:rPr>
              <a:t>$400</a:t>
            </a:r>
          </a:p>
        </p:txBody>
      </p:sp>
      <p:sp>
        <p:nvSpPr>
          <p:cNvPr id="49" name="Rectangle 48">
            <a:extLst>
              <a:ext uri="{FF2B5EF4-FFF2-40B4-BE49-F238E27FC236}">
                <a16:creationId xmlns:a16="http://schemas.microsoft.com/office/drawing/2014/main" id="{E0445BE9-B9EC-4EDC-944D-5780F0826B27}"/>
              </a:ext>
            </a:extLst>
          </p:cNvPr>
          <p:cNvSpPr/>
          <p:nvPr/>
        </p:nvSpPr>
        <p:spPr>
          <a:xfrm>
            <a:off x="3721433" y="3697939"/>
            <a:ext cx="882604" cy="391812"/>
          </a:xfrm>
          <a:prstGeom prst="rect">
            <a:avLst/>
          </a:prstGeom>
          <a:solidFill>
            <a:schemeClr val="bg1"/>
          </a:solidFill>
          <a:ln>
            <a:solidFill>
              <a:srgbClr val="FF0000"/>
            </a:solidFill>
          </a:ln>
        </p:spPr>
        <p:style>
          <a:lnRef idx="2">
            <a:schemeClr val="dk1"/>
          </a:lnRef>
          <a:fillRef idx="1">
            <a:schemeClr val="lt1"/>
          </a:fillRef>
          <a:effectRef idx="0">
            <a:schemeClr val="dk1"/>
          </a:effectRef>
          <a:fontRef idx="minor">
            <a:schemeClr val="dk1"/>
          </a:fontRef>
        </p:style>
        <p:txBody>
          <a:bodyPr rtlCol="0" anchor="ctr"/>
          <a:lstStyle/>
          <a:p>
            <a:pPr algn="ctr"/>
            <a:r>
              <a:rPr lang="en-AU" sz="2400" dirty="0">
                <a:solidFill>
                  <a:schemeClr val="tx1"/>
                </a:solidFill>
              </a:rPr>
              <a:t>$55</a:t>
            </a:r>
          </a:p>
        </p:txBody>
      </p:sp>
      <p:sp>
        <p:nvSpPr>
          <p:cNvPr id="50" name="Rectangle 49">
            <a:extLst>
              <a:ext uri="{FF2B5EF4-FFF2-40B4-BE49-F238E27FC236}">
                <a16:creationId xmlns:a16="http://schemas.microsoft.com/office/drawing/2014/main" id="{8D71D20D-58D7-4938-A49F-754F1427FFFC}"/>
              </a:ext>
            </a:extLst>
          </p:cNvPr>
          <p:cNvSpPr/>
          <p:nvPr/>
        </p:nvSpPr>
        <p:spPr>
          <a:xfrm>
            <a:off x="546874" y="1562040"/>
            <a:ext cx="882604" cy="391812"/>
          </a:xfrm>
          <a:prstGeom prst="rect">
            <a:avLst/>
          </a:prstGeom>
          <a:solidFill>
            <a:schemeClr val="bg1"/>
          </a:solidFill>
          <a:ln>
            <a:solidFill>
              <a:srgbClr val="FF0000"/>
            </a:solidFill>
          </a:ln>
        </p:spPr>
        <p:style>
          <a:lnRef idx="2">
            <a:schemeClr val="dk1"/>
          </a:lnRef>
          <a:fillRef idx="1">
            <a:schemeClr val="lt1"/>
          </a:fillRef>
          <a:effectRef idx="0">
            <a:schemeClr val="dk1"/>
          </a:effectRef>
          <a:fontRef idx="minor">
            <a:schemeClr val="dk1"/>
          </a:fontRef>
        </p:style>
        <p:txBody>
          <a:bodyPr rtlCol="0" anchor="ctr"/>
          <a:lstStyle/>
          <a:p>
            <a:pPr algn="ctr"/>
            <a:r>
              <a:rPr lang="en-AU" sz="2400" dirty="0">
                <a:solidFill>
                  <a:schemeClr val="tx1"/>
                </a:solidFill>
              </a:rPr>
              <a:t>$200</a:t>
            </a:r>
          </a:p>
        </p:txBody>
      </p:sp>
      <p:sp>
        <p:nvSpPr>
          <p:cNvPr id="51" name="Rectangle 50">
            <a:extLst>
              <a:ext uri="{FF2B5EF4-FFF2-40B4-BE49-F238E27FC236}">
                <a16:creationId xmlns:a16="http://schemas.microsoft.com/office/drawing/2014/main" id="{CB5FBE02-9B26-418E-A323-34B6FE1820DA}"/>
              </a:ext>
            </a:extLst>
          </p:cNvPr>
          <p:cNvSpPr/>
          <p:nvPr/>
        </p:nvSpPr>
        <p:spPr>
          <a:xfrm>
            <a:off x="4370292" y="1593969"/>
            <a:ext cx="882604" cy="391812"/>
          </a:xfrm>
          <a:prstGeom prst="rect">
            <a:avLst/>
          </a:prstGeom>
          <a:solidFill>
            <a:schemeClr val="bg1"/>
          </a:solidFill>
          <a:ln>
            <a:solidFill>
              <a:srgbClr val="FF0000"/>
            </a:solidFill>
          </a:ln>
        </p:spPr>
        <p:style>
          <a:lnRef idx="2">
            <a:schemeClr val="dk1"/>
          </a:lnRef>
          <a:fillRef idx="1">
            <a:schemeClr val="lt1"/>
          </a:fillRef>
          <a:effectRef idx="0">
            <a:schemeClr val="dk1"/>
          </a:effectRef>
          <a:fontRef idx="minor">
            <a:schemeClr val="dk1"/>
          </a:fontRef>
        </p:style>
        <p:txBody>
          <a:bodyPr rtlCol="0" anchor="ctr"/>
          <a:lstStyle/>
          <a:p>
            <a:pPr algn="ctr"/>
            <a:r>
              <a:rPr lang="en-AU" sz="2400" dirty="0">
                <a:solidFill>
                  <a:schemeClr val="tx1"/>
                </a:solidFill>
              </a:rPr>
              <a:t>$55</a:t>
            </a:r>
          </a:p>
        </p:txBody>
      </p:sp>
      <p:sp>
        <p:nvSpPr>
          <p:cNvPr id="52" name="Rectangle 51">
            <a:extLst>
              <a:ext uri="{FF2B5EF4-FFF2-40B4-BE49-F238E27FC236}">
                <a16:creationId xmlns:a16="http://schemas.microsoft.com/office/drawing/2014/main" id="{775CD8E7-270A-4027-BA32-E44E02BC1758}"/>
              </a:ext>
            </a:extLst>
          </p:cNvPr>
          <p:cNvSpPr/>
          <p:nvPr/>
        </p:nvSpPr>
        <p:spPr>
          <a:xfrm>
            <a:off x="7287309" y="1586492"/>
            <a:ext cx="882604" cy="391812"/>
          </a:xfrm>
          <a:prstGeom prst="rect">
            <a:avLst/>
          </a:prstGeom>
          <a:solidFill>
            <a:schemeClr val="bg1"/>
          </a:solidFill>
          <a:ln>
            <a:solidFill>
              <a:srgbClr val="FF0000"/>
            </a:solidFill>
          </a:ln>
        </p:spPr>
        <p:style>
          <a:lnRef idx="2">
            <a:schemeClr val="dk1"/>
          </a:lnRef>
          <a:fillRef idx="1">
            <a:schemeClr val="lt1"/>
          </a:fillRef>
          <a:effectRef idx="0">
            <a:schemeClr val="dk1"/>
          </a:effectRef>
          <a:fontRef idx="minor">
            <a:schemeClr val="dk1"/>
          </a:fontRef>
        </p:style>
        <p:txBody>
          <a:bodyPr rtlCol="0" anchor="ctr"/>
          <a:lstStyle/>
          <a:p>
            <a:pPr algn="ctr"/>
            <a:r>
              <a:rPr lang="en-AU" sz="2400" dirty="0">
                <a:solidFill>
                  <a:schemeClr val="tx1"/>
                </a:solidFill>
              </a:rPr>
              <a:t>$50</a:t>
            </a:r>
          </a:p>
        </p:txBody>
      </p:sp>
      <p:sp>
        <p:nvSpPr>
          <p:cNvPr id="53" name="Rectangle 52">
            <a:extLst>
              <a:ext uri="{FF2B5EF4-FFF2-40B4-BE49-F238E27FC236}">
                <a16:creationId xmlns:a16="http://schemas.microsoft.com/office/drawing/2014/main" id="{BC1170FD-52F7-4004-9B08-3B724BB97C02}"/>
              </a:ext>
            </a:extLst>
          </p:cNvPr>
          <p:cNvSpPr/>
          <p:nvPr/>
        </p:nvSpPr>
        <p:spPr>
          <a:xfrm>
            <a:off x="2933174" y="54394"/>
            <a:ext cx="882604" cy="391812"/>
          </a:xfrm>
          <a:prstGeom prst="rect">
            <a:avLst/>
          </a:prstGeom>
          <a:solidFill>
            <a:schemeClr val="bg1"/>
          </a:solidFill>
          <a:ln>
            <a:solidFill>
              <a:srgbClr val="FF0000"/>
            </a:solidFill>
          </a:ln>
        </p:spPr>
        <p:style>
          <a:lnRef idx="2">
            <a:schemeClr val="dk1"/>
          </a:lnRef>
          <a:fillRef idx="1">
            <a:schemeClr val="lt1"/>
          </a:fillRef>
          <a:effectRef idx="0">
            <a:schemeClr val="dk1"/>
          </a:effectRef>
          <a:fontRef idx="minor">
            <a:schemeClr val="dk1"/>
          </a:fontRef>
        </p:style>
        <p:txBody>
          <a:bodyPr rtlCol="0" anchor="ctr"/>
          <a:lstStyle/>
          <a:p>
            <a:pPr algn="ctr"/>
            <a:r>
              <a:rPr lang="en-AU" sz="2400" dirty="0">
                <a:solidFill>
                  <a:schemeClr val="tx1"/>
                </a:solidFill>
              </a:rPr>
              <a:t>?</a:t>
            </a:r>
          </a:p>
        </p:txBody>
      </p:sp>
      <p:sp>
        <p:nvSpPr>
          <p:cNvPr id="54" name="Title 3">
            <a:extLst>
              <a:ext uri="{FF2B5EF4-FFF2-40B4-BE49-F238E27FC236}">
                <a16:creationId xmlns:a16="http://schemas.microsoft.com/office/drawing/2014/main" id="{8188A7B4-829C-4EDF-B491-94F7617529FD}"/>
              </a:ext>
            </a:extLst>
          </p:cNvPr>
          <p:cNvSpPr>
            <a:spLocks noGrp="1"/>
          </p:cNvSpPr>
          <p:nvPr>
            <p:ph type="title"/>
          </p:nvPr>
        </p:nvSpPr>
        <p:spPr>
          <a:xfrm>
            <a:off x="2721" y="549687"/>
            <a:ext cx="3795020" cy="606549"/>
          </a:xfrm>
        </p:spPr>
        <p:txBody>
          <a:bodyPr>
            <a:normAutofit/>
          </a:bodyPr>
          <a:lstStyle/>
          <a:p>
            <a:r>
              <a:rPr lang="en-AU" sz="2800" dirty="0">
                <a:solidFill>
                  <a:srgbClr val="FFC000"/>
                </a:solidFill>
                <a:latin typeface="+mn-lt"/>
                <a:ea typeface="+mn-ea"/>
                <a:cs typeface="+mn-cs"/>
              </a:rPr>
              <a:t>Calculate attack cost?</a:t>
            </a:r>
          </a:p>
        </p:txBody>
      </p:sp>
    </p:spTree>
    <p:extLst>
      <p:ext uri="{BB962C8B-B14F-4D97-AF65-F5344CB8AC3E}">
        <p14:creationId xmlns:p14="http://schemas.microsoft.com/office/powerpoint/2010/main" val="34722370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55670E94-029C-4BA8-8D44-FBB339E4924F}" type="slidenum">
              <a:rPr lang="en-AU" smtClean="0">
                <a:solidFill>
                  <a:schemeClr val="tx1"/>
                </a:solidFill>
              </a:rPr>
              <a:pPr/>
              <a:t>36</a:t>
            </a:fld>
            <a:endParaRPr lang="en-AU" dirty="0">
              <a:solidFill>
                <a:schemeClr val="tx1"/>
              </a:solidFill>
            </a:endParaRPr>
          </a:p>
        </p:txBody>
      </p:sp>
      <p:sp>
        <p:nvSpPr>
          <p:cNvPr id="5" name="Rectangle 4"/>
          <p:cNvSpPr/>
          <p:nvPr/>
        </p:nvSpPr>
        <p:spPr>
          <a:xfrm>
            <a:off x="3764156" y="35705"/>
            <a:ext cx="3928041" cy="999066"/>
          </a:xfrm>
          <a:prstGeom prst="rect">
            <a:avLst/>
          </a:prstGeom>
          <a:solidFill>
            <a:schemeClr val="bg1"/>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sz="2200" dirty="0">
                <a:solidFill>
                  <a:schemeClr val="tx1"/>
                </a:solidFill>
              </a:rPr>
              <a:t>1 change students’ assessment marks in CITS1003 from LMS</a:t>
            </a:r>
          </a:p>
        </p:txBody>
      </p:sp>
      <p:cxnSp>
        <p:nvCxnSpPr>
          <p:cNvPr id="6" name="Straight Connector 5"/>
          <p:cNvCxnSpPr>
            <a:cxnSpLocks/>
            <a:stCxn id="5" idx="2"/>
            <a:endCxn id="7" idx="0"/>
          </p:cNvCxnSpPr>
          <p:nvPr/>
        </p:nvCxnSpPr>
        <p:spPr>
          <a:xfrm flipH="1">
            <a:off x="2470714" y="1034771"/>
            <a:ext cx="3257463" cy="82900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7" name="Rounded Rectangle 6"/>
          <p:cNvSpPr/>
          <p:nvPr/>
        </p:nvSpPr>
        <p:spPr>
          <a:xfrm>
            <a:off x="783771" y="1863778"/>
            <a:ext cx="3373886" cy="1216884"/>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sz="2200" dirty="0">
                <a:solidFill>
                  <a:schemeClr val="tx1"/>
                </a:solidFill>
              </a:rPr>
              <a:t>1.1 gain direct access to the CITS1003’s marks database in LMS</a:t>
            </a:r>
          </a:p>
        </p:txBody>
      </p:sp>
      <p:sp>
        <p:nvSpPr>
          <p:cNvPr id="8" name="Rounded Rectangle 7"/>
          <p:cNvSpPr/>
          <p:nvPr/>
        </p:nvSpPr>
        <p:spPr>
          <a:xfrm>
            <a:off x="4394553" y="1863778"/>
            <a:ext cx="2667247" cy="1216883"/>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sz="2200" dirty="0">
                <a:solidFill>
                  <a:schemeClr val="tx1"/>
                </a:solidFill>
              </a:rPr>
              <a:t>1.2 log in as an authenticated UC</a:t>
            </a:r>
          </a:p>
        </p:txBody>
      </p:sp>
      <p:sp>
        <p:nvSpPr>
          <p:cNvPr id="9" name="Rounded Rectangle 8"/>
          <p:cNvSpPr/>
          <p:nvPr/>
        </p:nvSpPr>
        <p:spPr>
          <a:xfrm>
            <a:off x="7298697" y="1863779"/>
            <a:ext cx="3020566" cy="1216882"/>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sz="2200" dirty="0">
                <a:solidFill>
                  <a:schemeClr val="tx1"/>
                </a:solidFill>
              </a:rPr>
              <a:t>1.3 hijack the web authentication session of the UC</a:t>
            </a:r>
          </a:p>
        </p:txBody>
      </p:sp>
      <p:cxnSp>
        <p:nvCxnSpPr>
          <p:cNvPr id="17" name="Straight Connector 16"/>
          <p:cNvCxnSpPr>
            <a:cxnSpLocks/>
            <a:stCxn id="5" idx="2"/>
            <a:endCxn id="8" idx="0"/>
          </p:cNvCxnSpPr>
          <p:nvPr/>
        </p:nvCxnSpPr>
        <p:spPr>
          <a:xfrm>
            <a:off x="5728177" y="1034771"/>
            <a:ext cx="0" cy="82900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a:cxnSpLocks/>
            <a:stCxn id="5" idx="2"/>
            <a:endCxn id="9" idx="0"/>
          </p:cNvCxnSpPr>
          <p:nvPr/>
        </p:nvCxnSpPr>
        <p:spPr>
          <a:xfrm>
            <a:off x="5728177" y="1034771"/>
            <a:ext cx="3080803" cy="82900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0" name="Rounded Rectangle 10">
            <a:extLst>
              <a:ext uri="{FF2B5EF4-FFF2-40B4-BE49-F238E27FC236}">
                <a16:creationId xmlns:a16="http://schemas.microsoft.com/office/drawing/2014/main" id="{DEAD9671-0D0E-49C6-8EB9-99AA326257BD}"/>
              </a:ext>
            </a:extLst>
          </p:cNvPr>
          <p:cNvSpPr/>
          <p:nvPr/>
        </p:nvSpPr>
        <p:spPr>
          <a:xfrm>
            <a:off x="190824" y="3931336"/>
            <a:ext cx="3399043" cy="1253296"/>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sz="2200" dirty="0">
                <a:solidFill>
                  <a:schemeClr val="tx1"/>
                </a:solidFill>
              </a:rPr>
              <a:t>1.1.1 exploit a software vulnerability in the LMS</a:t>
            </a:r>
          </a:p>
        </p:txBody>
      </p:sp>
      <p:cxnSp>
        <p:nvCxnSpPr>
          <p:cNvPr id="11" name="Straight Connector 10">
            <a:extLst>
              <a:ext uri="{FF2B5EF4-FFF2-40B4-BE49-F238E27FC236}">
                <a16:creationId xmlns:a16="http://schemas.microsoft.com/office/drawing/2014/main" id="{0BB69833-9B0D-4152-B890-103A04B46BB6}"/>
              </a:ext>
            </a:extLst>
          </p:cNvPr>
          <p:cNvCxnSpPr>
            <a:cxnSpLocks/>
            <a:stCxn id="7" idx="2"/>
            <a:endCxn id="10" idx="0"/>
          </p:cNvCxnSpPr>
          <p:nvPr/>
        </p:nvCxnSpPr>
        <p:spPr>
          <a:xfrm flipH="1">
            <a:off x="1890346" y="3080662"/>
            <a:ext cx="580368" cy="85067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2" name="Rounded Rectangle 13">
            <a:extLst>
              <a:ext uri="{FF2B5EF4-FFF2-40B4-BE49-F238E27FC236}">
                <a16:creationId xmlns:a16="http://schemas.microsoft.com/office/drawing/2014/main" id="{B7CF5227-B740-44FC-8B2E-6486B55C4B10}"/>
              </a:ext>
            </a:extLst>
          </p:cNvPr>
          <p:cNvSpPr/>
          <p:nvPr/>
        </p:nvSpPr>
        <p:spPr>
          <a:xfrm>
            <a:off x="9181301" y="3931336"/>
            <a:ext cx="2665420" cy="1253296"/>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hangingPunct="0">
              <a:tabLst>
                <a:tab pos="731976" algn="l"/>
                <a:tab pos="1951146" algn="l"/>
                <a:tab pos="3170315" algn="l"/>
                <a:tab pos="4389485" algn="l"/>
                <a:tab pos="5608654" algn="l"/>
                <a:tab pos="6827824" algn="l"/>
                <a:tab pos="8046993" algn="l"/>
                <a:tab pos="9266163" algn="l"/>
                <a:tab pos="10485333" algn="l"/>
                <a:tab pos="11704502" algn="l"/>
                <a:tab pos="12923672" algn="l"/>
              </a:tabLst>
            </a:pPr>
            <a:r>
              <a:rPr lang="en-NZ" sz="2200" dirty="0">
                <a:solidFill>
                  <a:schemeClr val="tx1"/>
                </a:solidFill>
              </a:rPr>
              <a:t>1.3.1 steal the UC’s session cookie</a:t>
            </a:r>
          </a:p>
        </p:txBody>
      </p:sp>
      <p:cxnSp>
        <p:nvCxnSpPr>
          <p:cNvPr id="13" name="Straight Connector 12">
            <a:extLst>
              <a:ext uri="{FF2B5EF4-FFF2-40B4-BE49-F238E27FC236}">
                <a16:creationId xmlns:a16="http://schemas.microsoft.com/office/drawing/2014/main" id="{FB306E84-8517-434B-83B1-FD8280698B34}"/>
              </a:ext>
            </a:extLst>
          </p:cNvPr>
          <p:cNvCxnSpPr>
            <a:cxnSpLocks/>
            <a:stCxn id="9" idx="2"/>
            <a:endCxn id="12" idx="0"/>
          </p:cNvCxnSpPr>
          <p:nvPr/>
        </p:nvCxnSpPr>
        <p:spPr>
          <a:xfrm>
            <a:off x="8808980" y="3080661"/>
            <a:ext cx="1705031" cy="85067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4" name="Rounded Rectangle 11">
            <a:extLst>
              <a:ext uri="{FF2B5EF4-FFF2-40B4-BE49-F238E27FC236}">
                <a16:creationId xmlns:a16="http://schemas.microsoft.com/office/drawing/2014/main" id="{604E5D3D-7003-43CE-8F61-CE4D010653DE}"/>
              </a:ext>
            </a:extLst>
          </p:cNvPr>
          <p:cNvSpPr/>
          <p:nvPr/>
        </p:nvSpPr>
        <p:spPr>
          <a:xfrm>
            <a:off x="3815778" y="3931336"/>
            <a:ext cx="2248281" cy="1253296"/>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sz="2200" dirty="0">
                <a:solidFill>
                  <a:schemeClr val="tx1"/>
                </a:solidFill>
              </a:rPr>
              <a:t>1.2.1 perform a brute-force login</a:t>
            </a:r>
          </a:p>
        </p:txBody>
      </p:sp>
      <p:sp>
        <p:nvSpPr>
          <p:cNvPr id="15" name="Rounded Rectangle 12">
            <a:extLst>
              <a:ext uri="{FF2B5EF4-FFF2-40B4-BE49-F238E27FC236}">
                <a16:creationId xmlns:a16="http://schemas.microsoft.com/office/drawing/2014/main" id="{68AAF1D9-03BE-4414-BB0E-3F2221E51EFA}"/>
              </a:ext>
            </a:extLst>
          </p:cNvPr>
          <p:cNvSpPr/>
          <p:nvPr/>
        </p:nvSpPr>
        <p:spPr>
          <a:xfrm>
            <a:off x="6289971" y="3931336"/>
            <a:ext cx="2665419" cy="1253296"/>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sz="2200" dirty="0">
                <a:solidFill>
                  <a:schemeClr val="tx1"/>
                </a:solidFill>
              </a:rPr>
              <a:t>1.2.2 steal the UC’s login credentials</a:t>
            </a:r>
          </a:p>
        </p:txBody>
      </p:sp>
      <p:cxnSp>
        <p:nvCxnSpPr>
          <p:cNvPr id="16" name="Straight Connector 15">
            <a:extLst>
              <a:ext uri="{FF2B5EF4-FFF2-40B4-BE49-F238E27FC236}">
                <a16:creationId xmlns:a16="http://schemas.microsoft.com/office/drawing/2014/main" id="{D011E090-48B4-4787-A7E6-177F361C308B}"/>
              </a:ext>
            </a:extLst>
          </p:cNvPr>
          <p:cNvCxnSpPr>
            <a:cxnSpLocks/>
            <a:stCxn id="8" idx="2"/>
            <a:endCxn id="14" idx="0"/>
          </p:cNvCxnSpPr>
          <p:nvPr/>
        </p:nvCxnSpPr>
        <p:spPr>
          <a:xfrm flipH="1">
            <a:off x="4939919" y="3080661"/>
            <a:ext cx="788258" cy="85067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339FD23C-31E7-4F29-A364-1686F16A3693}"/>
              </a:ext>
            </a:extLst>
          </p:cNvPr>
          <p:cNvCxnSpPr>
            <a:cxnSpLocks/>
            <a:stCxn id="8" idx="2"/>
            <a:endCxn id="15" idx="0"/>
          </p:cNvCxnSpPr>
          <p:nvPr/>
        </p:nvCxnSpPr>
        <p:spPr>
          <a:xfrm>
            <a:off x="5728177" y="3080661"/>
            <a:ext cx="1894504" cy="85067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0" name="Rounded Rectangle 26">
            <a:extLst>
              <a:ext uri="{FF2B5EF4-FFF2-40B4-BE49-F238E27FC236}">
                <a16:creationId xmlns:a16="http://schemas.microsoft.com/office/drawing/2014/main" id="{F850F898-0AA5-466C-918E-CB3E685659C0}"/>
              </a:ext>
            </a:extLst>
          </p:cNvPr>
          <p:cNvSpPr/>
          <p:nvPr/>
        </p:nvSpPr>
        <p:spPr>
          <a:xfrm>
            <a:off x="1739421" y="5805494"/>
            <a:ext cx="2825098" cy="886917"/>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sz="2200" dirty="0">
                <a:solidFill>
                  <a:schemeClr val="tx1"/>
                </a:solidFill>
              </a:rPr>
              <a:t>1.2.1.1 identify the UC’s username</a:t>
            </a:r>
          </a:p>
        </p:txBody>
      </p:sp>
      <p:sp>
        <p:nvSpPr>
          <p:cNvPr id="21" name="Rounded Rectangle 27">
            <a:extLst>
              <a:ext uri="{FF2B5EF4-FFF2-40B4-BE49-F238E27FC236}">
                <a16:creationId xmlns:a16="http://schemas.microsoft.com/office/drawing/2014/main" id="{F1F3E9F6-00BE-45B9-AC77-CE04C425F546}"/>
              </a:ext>
            </a:extLst>
          </p:cNvPr>
          <p:cNvSpPr/>
          <p:nvPr/>
        </p:nvSpPr>
        <p:spPr>
          <a:xfrm>
            <a:off x="5297561" y="5805494"/>
            <a:ext cx="3062668" cy="886917"/>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sz="2200" dirty="0">
                <a:solidFill>
                  <a:schemeClr val="tx1"/>
                </a:solidFill>
              </a:rPr>
              <a:t>1.2.1.2 identify the UC’s password</a:t>
            </a:r>
          </a:p>
        </p:txBody>
      </p:sp>
      <p:cxnSp>
        <p:nvCxnSpPr>
          <p:cNvPr id="22" name="Straight Connector 21">
            <a:extLst>
              <a:ext uri="{FF2B5EF4-FFF2-40B4-BE49-F238E27FC236}">
                <a16:creationId xmlns:a16="http://schemas.microsoft.com/office/drawing/2014/main" id="{EAEDC152-2C27-4AF8-8480-6B4726B11871}"/>
              </a:ext>
            </a:extLst>
          </p:cNvPr>
          <p:cNvCxnSpPr>
            <a:cxnSpLocks/>
            <a:endCxn id="20" idx="0"/>
          </p:cNvCxnSpPr>
          <p:nvPr/>
        </p:nvCxnSpPr>
        <p:spPr>
          <a:xfrm flipH="1">
            <a:off x="3151970" y="5184632"/>
            <a:ext cx="1770818" cy="62086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732170DB-BE10-4A18-9997-6579A9851A10}"/>
              </a:ext>
            </a:extLst>
          </p:cNvPr>
          <p:cNvCxnSpPr>
            <a:cxnSpLocks/>
            <a:stCxn id="14" idx="2"/>
            <a:endCxn id="21" idx="0"/>
          </p:cNvCxnSpPr>
          <p:nvPr/>
        </p:nvCxnSpPr>
        <p:spPr>
          <a:xfrm>
            <a:off x="4939919" y="5184632"/>
            <a:ext cx="1888976" cy="62086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4" name="Freeform 30">
            <a:extLst>
              <a:ext uri="{FF2B5EF4-FFF2-40B4-BE49-F238E27FC236}">
                <a16:creationId xmlns:a16="http://schemas.microsoft.com/office/drawing/2014/main" id="{306A2F3A-ECBE-49E8-B89C-36F2E0E9A190}"/>
              </a:ext>
            </a:extLst>
          </p:cNvPr>
          <p:cNvSpPr/>
          <p:nvPr/>
        </p:nvSpPr>
        <p:spPr>
          <a:xfrm>
            <a:off x="4743106" y="5306635"/>
            <a:ext cx="489987" cy="162181"/>
          </a:xfrm>
          <a:custGeom>
            <a:avLst/>
            <a:gdLst>
              <a:gd name="connsiteX0" fmla="*/ 0 w 476250"/>
              <a:gd name="connsiteY0" fmla="*/ 0 h 142944"/>
              <a:gd name="connsiteX1" fmla="*/ 228600 w 476250"/>
              <a:gd name="connsiteY1" fmla="*/ 142875 h 142944"/>
              <a:gd name="connsiteX2" fmla="*/ 476250 w 476250"/>
              <a:gd name="connsiteY2" fmla="*/ 19050 h 142944"/>
              <a:gd name="connsiteX0" fmla="*/ 0 w 476250"/>
              <a:gd name="connsiteY0" fmla="*/ 0 h 142978"/>
              <a:gd name="connsiteX1" fmla="*/ 228600 w 476250"/>
              <a:gd name="connsiteY1" fmla="*/ 142875 h 142978"/>
              <a:gd name="connsiteX2" fmla="*/ 476250 w 476250"/>
              <a:gd name="connsiteY2" fmla="*/ 19050 h 142978"/>
              <a:gd name="connsiteX0" fmla="*/ 0 w 476250"/>
              <a:gd name="connsiteY0" fmla="*/ 0 h 147735"/>
              <a:gd name="connsiteX1" fmla="*/ 247650 w 476250"/>
              <a:gd name="connsiteY1" fmla="*/ 147638 h 147735"/>
              <a:gd name="connsiteX2" fmla="*/ 476250 w 476250"/>
              <a:gd name="connsiteY2" fmla="*/ 19050 h 147735"/>
              <a:gd name="connsiteX0" fmla="*/ 0 w 476250"/>
              <a:gd name="connsiteY0" fmla="*/ 0 h 147661"/>
              <a:gd name="connsiteX1" fmla="*/ 247650 w 476250"/>
              <a:gd name="connsiteY1" fmla="*/ 147638 h 147661"/>
              <a:gd name="connsiteX2" fmla="*/ 476250 w 476250"/>
              <a:gd name="connsiteY2" fmla="*/ 19050 h 147661"/>
              <a:gd name="connsiteX0" fmla="*/ 0 w 464344"/>
              <a:gd name="connsiteY0" fmla="*/ 0 h 147690"/>
              <a:gd name="connsiteX1" fmla="*/ 247650 w 464344"/>
              <a:gd name="connsiteY1" fmla="*/ 147638 h 147690"/>
              <a:gd name="connsiteX2" fmla="*/ 464344 w 464344"/>
              <a:gd name="connsiteY2" fmla="*/ 14288 h 147690"/>
              <a:gd name="connsiteX0" fmla="*/ 0 w 464344"/>
              <a:gd name="connsiteY0" fmla="*/ 0 h 147701"/>
              <a:gd name="connsiteX1" fmla="*/ 247650 w 464344"/>
              <a:gd name="connsiteY1" fmla="*/ 147638 h 147701"/>
              <a:gd name="connsiteX2" fmla="*/ 464344 w 464344"/>
              <a:gd name="connsiteY2" fmla="*/ 14288 h 147701"/>
              <a:gd name="connsiteX0" fmla="*/ 0 w 464344"/>
              <a:gd name="connsiteY0" fmla="*/ 0 h 147701"/>
              <a:gd name="connsiteX1" fmla="*/ 247650 w 464344"/>
              <a:gd name="connsiteY1" fmla="*/ 147638 h 147701"/>
              <a:gd name="connsiteX2" fmla="*/ 464344 w 464344"/>
              <a:gd name="connsiteY2" fmla="*/ 14288 h 147701"/>
              <a:gd name="connsiteX0" fmla="*/ 0 w 464344"/>
              <a:gd name="connsiteY0" fmla="*/ 0 h 147701"/>
              <a:gd name="connsiteX1" fmla="*/ 247650 w 464344"/>
              <a:gd name="connsiteY1" fmla="*/ 147638 h 147701"/>
              <a:gd name="connsiteX2" fmla="*/ 464344 w 464344"/>
              <a:gd name="connsiteY2" fmla="*/ 14288 h 147701"/>
              <a:gd name="connsiteX0" fmla="*/ 0 w 464344"/>
              <a:gd name="connsiteY0" fmla="*/ 0 h 150080"/>
              <a:gd name="connsiteX1" fmla="*/ 204788 w 464344"/>
              <a:gd name="connsiteY1" fmla="*/ 150019 h 150080"/>
              <a:gd name="connsiteX2" fmla="*/ 464344 w 464344"/>
              <a:gd name="connsiteY2" fmla="*/ 14288 h 150080"/>
            </a:gdLst>
            <a:ahLst/>
            <a:cxnLst>
              <a:cxn ang="0">
                <a:pos x="connsiteX0" y="connsiteY0"/>
              </a:cxn>
              <a:cxn ang="0">
                <a:pos x="connsiteX1" y="connsiteY1"/>
              </a:cxn>
              <a:cxn ang="0">
                <a:pos x="connsiteX2" y="connsiteY2"/>
              </a:cxn>
            </a:cxnLst>
            <a:rect l="l" t="t" r="r" b="b"/>
            <a:pathLst>
              <a:path w="464344" h="150080">
                <a:moveTo>
                  <a:pt x="0" y="0"/>
                </a:moveTo>
                <a:cubicBezTo>
                  <a:pt x="67468" y="100806"/>
                  <a:pt x="127397" y="147638"/>
                  <a:pt x="204788" y="150019"/>
                </a:cubicBezTo>
                <a:cubicBezTo>
                  <a:pt x="282179" y="152400"/>
                  <a:pt x="407989" y="84932"/>
                  <a:pt x="464344" y="14288"/>
                </a:cubicBezTo>
              </a:path>
            </a:pathLst>
          </a:cu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Z" sz="1867">
              <a:solidFill>
                <a:schemeClr val="tx1"/>
              </a:solidFill>
            </a:endParaRPr>
          </a:p>
        </p:txBody>
      </p:sp>
      <p:sp>
        <p:nvSpPr>
          <p:cNvPr id="27" name="Title 3">
            <a:extLst>
              <a:ext uri="{FF2B5EF4-FFF2-40B4-BE49-F238E27FC236}">
                <a16:creationId xmlns:a16="http://schemas.microsoft.com/office/drawing/2014/main" id="{D9DBD2C0-09AC-4053-B6F4-8DC9AF867934}"/>
              </a:ext>
            </a:extLst>
          </p:cNvPr>
          <p:cNvSpPr txBox="1">
            <a:spLocks/>
          </p:cNvSpPr>
          <p:nvPr/>
        </p:nvSpPr>
        <p:spPr>
          <a:xfrm>
            <a:off x="8240455" y="5972616"/>
            <a:ext cx="1881691" cy="545173"/>
          </a:xfrm>
          <a:prstGeom prst="rect">
            <a:avLst/>
          </a:prstGeom>
          <a:effectLst>
            <a:outerShdw blurRad="25400" dir="17880000">
              <a:srgbClr val="000000">
                <a:alpha val="46000"/>
              </a:srgbClr>
            </a:outerShdw>
          </a:effectLst>
        </p:spPr>
        <p:txBody>
          <a:bodyPr vert="horz" lIns="91440" tIns="45720" rIns="91440" bIns="45720" rtlCol="0" anchor="ctr">
            <a:normAutofit/>
          </a:bodyPr>
          <a:lstStyle>
            <a:lvl1pPr algn="ctr" defTabSz="457200" rtl="0" eaLnBrk="1" latinLnBrk="0" hangingPunct="1">
              <a:lnSpc>
                <a:spcPct val="90000"/>
              </a:lnSpc>
              <a:spcBef>
                <a:spcPct val="0"/>
              </a:spcBef>
              <a:buNone/>
              <a:defRPr sz="40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j-lt"/>
                <a:ea typeface="+mj-ea"/>
                <a:cs typeface="Trebuchet M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AU" sz="2800" dirty="0">
                <a:solidFill>
                  <a:srgbClr val="FF0000"/>
                </a:solidFill>
                <a:latin typeface="+mn-lt"/>
                <a:ea typeface="+mn-ea"/>
                <a:cs typeface="+mn-cs"/>
              </a:rPr>
              <a:t>level-4</a:t>
            </a:r>
          </a:p>
        </p:txBody>
      </p:sp>
      <p:sp>
        <p:nvSpPr>
          <p:cNvPr id="28" name="Title 3">
            <a:extLst>
              <a:ext uri="{FF2B5EF4-FFF2-40B4-BE49-F238E27FC236}">
                <a16:creationId xmlns:a16="http://schemas.microsoft.com/office/drawing/2014/main" id="{4C0A9D4F-1E31-4268-9A47-76D763C5D519}"/>
              </a:ext>
            </a:extLst>
          </p:cNvPr>
          <p:cNvSpPr txBox="1">
            <a:spLocks/>
          </p:cNvSpPr>
          <p:nvPr/>
        </p:nvSpPr>
        <p:spPr>
          <a:xfrm>
            <a:off x="10227263" y="3452773"/>
            <a:ext cx="1881691" cy="545173"/>
          </a:xfrm>
          <a:prstGeom prst="rect">
            <a:avLst/>
          </a:prstGeom>
          <a:effectLst>
            <a:outerShdw blurRad="25400" dir="17880000">
              <a:srgbClr val="000000">
                <a:alpha val="46000"/>
              </a:srgbClr>
            </a:outerShdw>
          </a:effectLst>
        </p:spPr>
        <p:txBody>
          <a:bodyPr vert="horz" lIns="91440" tIns="45720" rIns="91440" bIns="45720" rtlCol="0" anchor="ctr">
            <a:normAutofit/>
          </a:bodyPr>
          <a:lstStyle>
            <a:lvl1pPr algn="ctr" defTabSz="457200" rtl="0" eaLnBrk="1" latinLnBrk="0" hangingPunct="1">
              <a:lnSpc>
                <a:spcPct val="90000"/>
              </a:lnSpc>
              <a:spcBef>
                <a:spcPct val="0"/>
              </a:spcBef>
              <a:buNone/>
              <a:defRPr sz="40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j-lt"/>
                <a:ea typeface="+mj-ea"/>
                <a:cs typeface="Trebuchet M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AU" sz="2800" dirty="0">
                <a:solidFill>
                  <a:srgbClr val="FF0000"/>
                </a:solidFill>
                <a:latin typeface="+mn-lt"/>
                <a:ea typeface="+mn-ea"/>
                <a:cs typeface="+mn-cs"/>
              </a:rPr>
              <a:t>level-3</a:t>
            </a:r>
          </a:p>
        </p:txBody>
      </p:sp>
      <p:sp>
        <p:nvSpPr>
          <p:cNvPr id="29" name="Title 3">
            <a:extLst>
              <a:ext uri="{FF2B5EF4-FFF2-40B4-BE49-F238E27FC236}">
                <a16:creationId xmlns:a16="http://schemas.microsoft.com/office/drawing/2014/main" id="{993ECB27-8087-4DF1-9468-0C4D8E34EBDF}"/>
              </a:ext>
            </a:extLst>
          </p:cNvPr>
          <p:cNvSpPr txBox="1">
            <a:spLocks/>
          </p:cNvSpPr>
          <p:nvPr/>
        </p:nvSpPr>
        <p:spPr>
          <a:xfrm>
            <a:off x="8772794" y="1363101"/>
            <a:ext cx="1881691" cy="545173"/>
          </a:xfrm>
          <a:prstGeom prst="rect">
            <a:avLst/>
          </a:prstGeom>
          <a:effectLst>
            <a:outerShdw blurRad="25400" dir="17880000">
              <a:srgbClr val="000000">
                <a:alpha val="46000"/>
              </a:srgbClr>
            </a:outerShdw>
          </a:effectLst>
        </p:spPr>
        <p:txBody>
          <a:bodyPr vert="horz" lIns="91440" tIns="45720" rIns="91440" bIns="45720" rtlCol="0" anchor="ctr">
            <a:normAutofit/>
          </a:bodyPr>
          <a:lstStyle>
            <a:lvl1pPr algn="ctr" defTabSz="457200" rtl="0" eaLnBrk="1" latinLnBrk="0" hangingPunct="1">
              <a:lnSpc>
                <a:spcPct val="90000"/>
              </a:lnSpc>
              <a:spcBef>
                <a:spcPct val="0"/>
              </a:spcBef>
              <a:buNone/>
              <a:defRPr sz="40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j-lt"/>
                <a:ea typeface="+mj-ea"/>
                <a:cs typeface="Trebuchet M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AU" sz="2800" dirty="0">
                <a:solidFill>
                  <a:srgbClr val="FF0000"/>
                </a:solidFill>
                <a:latin typeface="+mn-lt"/>
                <a:ea typeface="+mn-ea"/>
                <a:cs typeface="+mn-cs"/>
              </a:rPr>
              <a:t>level-2</a:t>
            </a:r>
          </a:p>
        </p:txBody>
      </p:sp>
      <p:sp>
        <p:nvSpPr>
          <p:cNvPr id="30" name="Title 3">
            <a:extLst>
              <a:ext uri="{FF2B5EF4-FFF2-40B4-BE49-F238E27FC236}">
                <a16:creationId xmlns:a16="http://schemas.microsoft.com/office/drawing/2014/main" id="{0FBB5E97-26D4-4CAD-B821-6B9C5CB65F4D}"/>
              </a:ext>
            </a:extLst>
          </p:cNvPr>
          <p:cNvSpPr txBox="1">
            <a:spLocks/>
          </p:cNvSpPr>
          <p:nvPr/>
        </p:nvSpPr>
        <p:spPr>
          <a:xfrm>
            <a:off x="7622680" y="274397"/>
            <a:ext cx="1881691" cy="545173"/>
          </a:xfrm>
          <a:prstGeom prst="rect">
            <a:avLst/>
          </a:prstGeom>
          <a:effectLst>
            <a:outerShdw blurRad="25400" dir="17880000">
              <a:srgbClr val="000000">
                <a:alpha val="46000"/>
              </a:srgbClr>
            </a:outerShdw>
          </a:effectLst>
        </p:spPr>
        <p:txBody>
          <a:bodyPr vert="horz" lIns="91440" tIns="45720" rIns="91440" bIns="45720" rtlCol="0" anchor="ctr">
            <a:normAutofit/>
          </a:bodyPr>
          <a:lstStyle>
            <a:lvl1pPr algn="ctr" defTabSz="457200" rtl="0" eaLnBrk="1" latinLnBrk="0" hangingPunct="1">
              <a:lnSpc>
                <a:spcPct val="90000"/>
              </a:lnSpc>
              <a:spcBef>
                <a:spcPct val="0"/>
              </a:spcBef>
              <a:buNone/>
              <a:defRPr sz="40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j-lt"/>
                <a:ea typeface="+mj-ea"/>
                <a:cs typeface="Trebuchet M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AU" sz="2800" dirty="0">
                <a:solidFill>
                  <a:srgbClr val="FF0000"/>
                </a:solidFill>
                <a:latin typeface="+mn-lt"/>
                <a:ea typeface="+mn-ea"/>
                <a:cs typeface="+mn-cs"/>
              </a:rPr>
              <a:t>level-1</a:t>
            </a:r>
          </a:p>
        </p:txBody>
      </p:sp>
      <p:sp>
        <p:nvSpPr>
          <p:cNvPr id="40" name="Rectangle 39">
            <a:extLst>
              <a:ext uri="{FF2B5EF4-FFF2-40B4-BE49-F238E27FC236}">
                <a16:creationId xmlns:a16="http://schemas.microsoft.com/office/drawing/2014/main" id="{4C861600-DE65-47EE-8783-A485F2D1E6FB}"/>
              </a:ext>
            </a:extLst>
          </p:cNvPr>
          <p:cNvSpPr/>
          <p:nvPr/>
        </p:nvSpPr>
        <p:spPr>
          <a:xfrm>
            <a:off x="1517948" y="5535685"/>
            <a:ext cx="761892" cy="391812"/>
          </a:xfrm>
          <a:prstGeom prst="rect">
            <a:avLst/>
          </a:prstGeom>
          <a:solidFill>
            <a:schemeClr val="bg1"/>
          </a:solidFill>
          <a:ln>
            <a:solidFill>
              <a:srgbClr val="FF0000"/>
            </a:solidFill>
          </a:ln>
        </p:spPr>
        <p:style>
          <a:lnRef idx="2">
            <a:schemeClr val="dk1"/>
          </a:lnRef>
          <a:fillRef idx="1">
            <a:schemeClr val="lt1"/>
          </a:fillRef>
          <a:effectRef idx="0">
            <a:schemeClr val="dk1"/>
          </a:effectRef>
          <a:fontRef idx="minor">
            <a:schemeClr val="dk1"/>
          </a:fontRef>
        </p:style>
        <p:txBody>
          <a:bodyPr rtlCol="0" anchor="ctr"/>
          <a:lstStyle/>
          <a:p>
            <a:pPr algn="ctr"/>
            <a:r>
              <a:rPr lang="en-AU" sz="2400" dirty="0">
                <a:solidFill>
                  <a:schemeClr val="tx1"/>
                </a:solidFill>
              </a:rPr>
              <a:t>$5</a:t>
            </a:r>
          </a:p>
        </p:txBody>
      </p:sp>
      <p:sp>
        <p:nvSpPr>
          <p:cNvPr id="45" name="Rectangle 44">
            <a:extLst>
              <a:ext uri="{FF2B5EF4-FFF2-40B4-BE49-F238E27FC236}">
                <a16:creationId xmlns:a16="http://schemas.microsoft.com/office/drawing/2014/main" id="{34B6727F-DA8B-48C2-8F08-5FA05434DF3E}"/>
              </a:ext>
            </a:extLst>
          </p:cNvPr>
          <p:cNvSpPr/>
          <p:nvPr/>
        </p:nvSpPr>
        <p:spPr>
          <a:xfrm>
            <a:off x="5103431" y="5553889"/>
            <a:ext cx="882604" cy="391812"/>
          </a:xfrm>
          <a:prstGeom prst="rect">
            <a:avLst/>
          </a:prstGeom>
          <a:solidFill>
            <a:schemeClr val="bg1"/>
          </a:solidFill>
          <a:ln>
            <a:solidFill>
              <a:srgbClr val="FF0000"/>
            </a:solidFill>
          </a:ln>
        </p:spPr>
        <p:style>
          <a:lnRef idx="2">
            <a:schemeClr val="dk1"/>
          </a:lnRef>
          <a:fillRef idx="1">
            <a:schemeClr val="lt1"/>
          </a:fillRef>
          <a:effectRef idx="0">
            <a:schemeClr val="dk1"/>
          </a:effectRef>
          <a:fontRef idx="minor">
            <a:schemeClr val="dk1"/>
          </a:fontRef>
        </p:style>
        <p:txBody>
          <a:bodyPr rtlCol="0" anchor="ctr"/>
          <a:lstStyle/>
          <a:p>
            <a:pPr algn="ctr"/>
            <a:r>
              <a:rPr lang="en-AU" sz="2400" dirty="0">
                <a:solidFill>
                  <a:schemeClr val="tx1"/>
                </a:solidFill>
              </a:rPr>
              <a:t>$50</a:t>
            </a:r>
          </a:p>
        </p:txBody>
      </p:sp>
      <p:sp>
        <p:nvSpPr>
          <p:cNvPr id="46" name="Rectangle 45">
            <a:extLst>
              <a:ext uri="{FF2B5EF4-FFF2-40B4-BE49-F238E27FC236}">
                <a16:creationId xmlns:a16="http://schemas.microsoft.com/office/drawing/2014/main" id="{B6D3EC9F-90FD-421F-9F00-3EC11F3C37C5}"/>
              </a:ext>
            </a:extLst>
          </p:cNvPr>
          <p:cNvSpPr/>
          <p:nvPr/>
        </p:nvSpPr>
        <p:spPr>
          <a:xfrm>
            <a:off x="9104817" y="3671441"/>
            <a:ext cx="860213" cy="418310"/>
          </a:xfrm>
          <a:prstGeom prst="rect">
            <a:avLst/>
          </a:prstGeom>
          <a:solidFill>
            <a:schemeClr val="bg1"/>
          </a:solidFill>
          <a:ln>
            <a:solidFill>
              <a:srgbClr val="FF0000"/>
            </a:solidFill>
          </a:ln>
        </p:spPr>
        <p:style>
          <a:lnRef idx="2">
            <a:schemeClr val="dk1"/>
          </a:lnRef>
          <a:fillRef idx="1">
            <a:schemeClr val="lt1"/>
          </a:fillRef>
          <a:effectRef idx="0">
            <a:schemeClr val="dk1"/>
          </a:effectRef>
          <a:fontRef idx="minor">
            <a:schemeClr val="dk1"/>
          </a:fontRef>
        </p:style>
        <p:txBody>
          <a:bodyPr rtlCol="0" anchor="ctr"/>
          <a:lstStyle/>
          <a:p>
            <a:pPr algn="ctr"/>
            <a:r>
              <a:rPr lang="en-AU" sz="2400" dirty="0">
                <a:solidFill>
                  <a:schemeClr val="tx1"/>
                </a:solidFill>
              </a:rPr>
              <a:t>$50</a:t>
            </a:r>
          </a:p>
        </p:txBody>
      </p:sp>
      <p:sp>
        <p:nvSpPr>
          <p:cNvPr id="47" name="Rectangle 46">
            <a:extLst>
              <a:ext uri="{FF2B5EF4-FFF2-40B4-BE49-F238E27FC236}">
                <a16:creationId xmlns:a16="http://schemas.microsoft.com/office/drawing/2014/main" id="{55A26EB3-D3D1-490D-AC69-72F63F6CE45D}"/>
              </a:ext>
            </a:extLst>
          </p:cNvPr>
          <p:cNvSpPr/>
          <p:nvPr/>
        </p:nvSpPr>
        <p:spPr>
          <a:xfrm>
            <a:off x="132348" y="3700513"/>
            <a:ext cx="976893" cy="418311"/>
          </a:xfrm>
          <a:prstGeom prst="rect">
            <a:avLst/>
          </a:prstGeom>
          <a:solidFill>
            <a:schemeClr val="bg1"/>
          </a:solidFill>
          <a:ln>
            <a:solidFill>
              <a:srgbClr val="FF0000"/>
            </a:solidFill>
          </a:ln>
        </p:spPr>
        <p:style>
          <a:lnRef idx="2">
            <a:schemeClr val="dk1"/>
          </a:lnRef>
          <a:fillRef idx="1">
            <a:schemeClr val="lt1"/>
          </a:fillRef>
          <a:effectRef idx="0">
            <a:schemeClr val="dk1"/>
          </a:effectRef>
          <a:fontRef idx="minor">
            <a:schemeClr val="dk1"/>
          </a:fontRef>
        </p:style>
        <p:txBody>
          <a:bodyPr rtlCol="0" anchor="ctr"/>
          <a:lstStyle/>
          <a:p>
            <a:pPr algn="ctr"/>
            <a:r>
              <a:rPr lang="en-AU" sz="2400" dirty="0">
                <a:solidFill>
                  <a:schemeClr val="tx1"/>
                </a:solidFill>
              </a:rPr>
              <a:t>$200</a:t>
            </a:r>
          </a:p>
        </p:txBody>
      </p:sp>
      <p:sp>
        <p:nvSpPr>
          <p:cNvPr id="48" name="Rectangle 47">
            <a:extLst>
              <a:ext uri="{FF2B5EF4-FFF2-40B4-BE49-F238E27FC236}">
                <a16:creationId xmlns:a16="http://schemas.microsoft.com/office/drawing/2014/main" id="{AF331F80-3C0C-4FAC-959E-0CAA65C5E0D1}"/>
              </a:ext>
            </a:extLst>
          </p:cNvPr>
          <p:cNvSpPr/>
          <p:nvPr/>
        </p:nvSpPr>
        <p:spPr>
          <a:xfrm>
            <a:off x="6251138" y="3713762"/>
            <a:ext cx="992793" cy="391812"/>
          </a:xfrm>
          <a:prstGeom prst="rect">
            <a:avLst/>
          </a:prstGeom>
          <a:solidFill>
            <a:schemeClr val="bg1"/>
          </a:solidFill>
          <a:ln>
            <a:solidFill>
              <a:srgbClr val="FF0000"/>
            </a:solidFill>
          </a:ln>
        </p:spPr>
        <p:style>
          <a:lnRef idx="2">
            <a:schemeClr val="dk1"/>
          </a:lnRef>
          <a:fillRef idx="1">
            <a:schemeClr val="lt1"/>
          </a:fillRef>
          <a:effectRef idx="0">
            <a:schemeClr val="dk1"/>
          </a:effectRef>
          <a:fontRef idx="minor">
            <a:schemeClr val="dk1"/>
          </a:fontRef>
        </p:style>
        <p:txBody>
          <a:bodyPr rtlCol="0" anchor="ctr"/>
          <a:lstStyle/>
          <a:p>
            <a:pPr algn="ctr"/>
            <a:r>
              <a:rPr lang="en-AU" sz="2400" dirty="0">
                <a:solidFill>
                  <a:schemeClr val="tx1"/>
                </a:solidFill>
              </a:rPr>
              <a:t>$400</a:t>
            </a:r>
          </a:p>
        </p:txBody>
      </p:sp>
      <p:sp>
        <p:nvSpPr>
          <p:cNvPr id="49" name="Rectangle 48">
            <a:extLst>
              <a:ext uri="{FF2B5EF4-FFF2-40B4-BE49-F238E27FC236}">
                <a16:creationId xmlns:a16="http://schemas.microsoft.com/office/drawing/2014/main" id="{E0445BE9-B9EC-4EDC-944D-5780F0826B27}"/>
              </a:ext>
            </a:extLst>
          </p:cNvPr>
          <p:cNvSpPr/>
          <p:nvPr/>
        </p:nvSpPr>
        <p:spPr>
          <a:xfrm>
            <a:off x="3721433" y="3697939"/>
            <a:ext cx="882604" cy="391812"/>
          </a:xfrm>
          <a:prstGeom prst="rect">
            <a:avLst/>
          </a:prstGeom>
          <a:solidFill>
            <a:schemeClr val="bg1"/>
          </a:solidFill>
          <a:ln>
            <a:solidFill>
              <a:srgbClr val="FF0000"/>
            </a:solidFill>
          </a:ln>
        </p:spPr>
        <p:style>
          <a:lnRef idx="2">
            <a:schemeClr val="dk1"/>
          </a:lnRef>
          <a:fillRef idx="1">
            <a:schemeClr val="lt1"/>
          </a:fillRef>
          <a:effectRef idx="0">
            <a:schemeClr val="dk1"/>
          </a:effectRef>
          <a:fontRef idx="minor">
            <a:schemeClr val="dk1"/>
          </a:fontRef>
        </p:style>
        <p:txBody>
          <a:bodyPr rtlCol="0" anchor="ctr"/>
          <a:lstStyle/>
          <a:p>
            <a:pPr algn="ctr"/>
            <a:r>
              <a:rPr lang="en-AU" sz="2400" dirty="0">
                <a:solidFill>
                  <a:schemeClr val="tx1"/>
                </a:solidFill>
              </a:rPr>
              <a:t>$55</a:t>
            </a:r>
          </a:p>
        </p:txBody>
      </p:sp>
      <p:sp>
        <p:nvSpPr>
          <p:cNvPr id="50" name="Rectangle 49">
            <a:extLst>
              <a:ext uri="{FF2B5EF4-FFF2-40B4-BE49-F238E27FC236}">
                <a16:creationId xmlns:a16="http://schemas.microsoft.com/office/drawing/2014/main" id="{8D71D20D-58D7-4938-A49F-754F1427FFFC}"/>
              </a:ext>
            </a:extLst>
          </p:cNvPr>
          <p:cNvSpPr/>
          <p:nvPr/>
        </p:nvSpPr>
        <p:spPr>
          <a:xfrm>
            <a:off x="546874" y="1562040"/>
            <a:ext cx="882604" cy="391812"/>
          </a:xfrm>
          <a:prstGeom prst="rect">
            <a:avLst/>
          </a:prstGeom>
          <a:solidFill>
            <a:schemeClr val="bg1"/>
          </a:solidFill>
          <a:ln>
            <a:solidFill>
              <a:srgbClr val="FF0000"/>
            </a:solidFill>
          </a:ln>
        </p:spPr>
        <p:style>
          <a:lnRef idx="2">
            <a:schemeClr val="dk1"/>
          </a:lnRef>
          <a:fillRef idx="1">
            <a:schemeClr val="lt1"/>
          </a:fillRef>
          <a:effectRef idx="0">
            <a:schemeClr val="dk1"/>
          </a:effectRef>
          <a:fontRef idx="minor">
            <a:schemeClr val="dk1"/>
          </a:fontRef>
        </p:style>
        <p:txBody>
          <a:bodyPr rtlCol="0" anchor="ctr"/>
          <a:lstStyle/>
          <a:p>
            <a:pPr algn="ctr"/>
            <a:r>
              <a:rPr lang="en-AU" sz="2400" dirty="0">
                <a:solidFill>
                  <a:schemeClr val="tx1"/>
                </a:solidFill>
              </a:rPr>
              <a:t>$200</a:t>
            </a:r>
          </a:p>
        </p:txBody>
      </p:sp>
      <p:sp>
        <p:nvSpPr>
          <p:cNvPr id="51" name="Rectangle 50">
            <a:extLst>
              <a:ext uri="{FF2B5EF4-FFF2-40B4-BE49-F238E27FC236}">
                <a16:creationId xmlns:a16="http://schemas.microsoft.com/office/drawing/2014/main" id="{CB5FBE02-9B26-418E-A323-34B6FE1820DA}"/>
              </a:ext>
            </a:extLst>
          </p:cNvPr>
          <p:cNvSpPr/>
          <p:nvPr/>
        </p:nvSpPr>
        <p:spPr>
          <a:xfrm>
            <a:off x="4370292" y="1593969"/>
            <a:ext cx="882604" cy="391812"/>
          </a:xfrm>
          <a:prstGeom prst="rect">
            <a:avLst/>
          </a:prstGeom>
          <a:solidFill>
            <a:schemeClr val="bg1"/>
          </a:solidFill>
          <a:ln>
            <a:solidFill>
              <a:srgbClr val="FF0000"/>
            </a:solidFill>
          </a:ln>
        </p:spPr>
        <p:style>
          <a:lnRef idx="2">
            <a:schemeClr val="dk1"/>
          </a:lnRef>
          <a:fillRef idx="1">
            <a:schemeClr val="lt1"/>
          </a:fillRef>
          <a:effectRef idx="0">
            <a:schemeClr val="dk1"/>
          </a:effectRef>
          <a:fontRef idx="minor">
            <a:schemeClr val="dk1"/>
          </a:fontRef>
        </p:style>
        <p:txBody>
          <a:bodyPr rtlCol="0" anchor="ctr"/>
          <a:lstStyle/>
          <a:p>
            <a:pPr algn="ctr"/>
            <a:r>
              <a:rPr lang="en-AU" sz="2400" dirty="0">
                <a:solidFill>
                  <a:schemeClr val="tx1"/>
                </a:solidFill>
              </a:rPr>
              <a:t>$55</a:t>
            </a:r>
          </a:p>
        </p:txBody>
      </p:sp>
      <p:sp>
        <p:nvSpPr>
          <p:cNvPr id="52" name="Rectangle 51">
            <a:extLst>
              <a:ext uri="{FF2B5EF4-FFF2-40B4-BE49-F238E27FC236}">
                <a16:creationId xmlns:a16="http://schemas.microsoft.com/office/drawing/2014/main" id="{775CD8E7-270A-4027-BA32-E44E02BC1758}"/>
              </a:ext>
            </a:extLst>
          </p:cNvPr>
          <p:cNvSpPr/>
          <p:nvPr/>
        </p:nvSpPr>
        <p:spPr>
          <a:xfrm>
            <a:off x="7287309" y="1586492"/>
            <a:ext cx="882604" cy="391812"/>
          </a:xfrm>
          <a:prstGeom prst="rect">
            <a:avLst/>
          </a:prstGeom>
          <a:solidFill>
            <a:schemeClr val="bg1"/>
          </a:solidFill>
          <a:ln>
            <a:solidFill>
              <a:srgbClr val="FF0000"/>
            </a:solidFill>
          </a:ln>
        </p:spPr>
        <p:style>
          <a:lnRef idx="2">
            <a:schemeClr val="dk1"/>
          </a:lnRef>
          <a:fillRef idx="1">
            <a:schemeClr val="lt1"/>
          </a:fillRef>
          <a:effectRef idx="0">
            <a:schemeClr val="dk1"/>
          </a:effectRef>
          <a:fontRef idx="minor">
            <a:schemeClr val="dk1"/>
          </a:fontRef>
        </p:style>
        <p:txBody>
          <a:bodyPr rtlCol="0" anchor="ctr"/>
          <a:lstStyle/>
          <a:p>
            <a:pPr algn="ctr"/>
            <a:r>
              <a:rPr lang="en-AU" sz="2400" dirty="0">
                <a:solidFill>
                  <a:schemeClr val="tx1"/>
                </a:solidFill>
              </a:rPr>
              <a:t>$50</a:t>
            </a:r>
          </a:p>
        </p:txBody>
      </p:sp>
      <p:sp>
        <p:nvSpPr>
          <p:cNvPr id="53" name="Rectangle 52">
            <a:extLst>
              <a:ext uri="{FF2B5EF4-FFF2-40B4-BE49-F238E27FC236}">
                <a16:creationId xmlns:a16="http://schemas.microsoft.com/office/drawing/2014/main" id="{BC1170FD-52F7-4004-9B08-3B724BB97C02}"/>
              </a:ext>
            </a:extLst>
          </p:cNvPr>
          <p:cNvSpPr/>
          <p:nvPr/>
        </p:nvSpPr>
        <p:spPr>
          <a:xfrm>
            <a:off x="2933174" y="54394"/>
            <a:ext cx="882604" cy="391812"/>
          </a:xfrm>
          <a:prstGeom prst="rect">
            <a:avLst/>
          </a:prstGeom>
          <a:solidFill>
            <a:schemeClr val="bg1"/>
          </a:solidFill>
          <a:ln>
            <a:solidFill>
              <a:srgbClr val="FF0000"/>
            </a:solidFill>
          </a:ln>
        </p:spPr>
        <p:style>
          <a:lnRef idx="2">
            <a:schemeClr val="dk1"/>
          </a:lnRef>
          <a:fillRef idx="1">
            <a:schemeClr val="lt1"/>
          </a:fillRef>
          <a:effectRef idx="0">
            <a:schemeClr val="dk1"/>
          </a:effectRef>
          <a:fontRef idx="minor">
            <a:schemeClr val="dk1"/>
          </a:fontRef>
        </p:style>
        <p:txBody>
          <a:bodyPr rtlCol="0" anchor="ctr"/>
          <a:lstStyle/>
          <a:p>
            <a:pPr algn="ctr"/>
            <a:r>
              <a:rPr lang="en-AU" sz="2400" dirty="0">
                <a:solidFill>
                  <a:schemeClr val="tx1"/>
                </a:solidFill>
              </a:rPr>
              <a:t>$50</a:t>
            </a:r>
          </a:p>
        </p:txBody>
      </p:sp>
      <p:sp>
        <p:nvSpPr>
          <p:cNvPr id="54" name="Title 3">
            <a:extLst>
              <a:ext uri="{FF2B5EF4-FFF2-40B4-BE49-F238E27FC236}">
                <a16:creationId xmlns:a16="http://schemas.microsoft.com/office/drawing/2014/main" id="{8188A7B4-829C-4EDF-B491-94F7617529FD}"/>
              </a:ext>
            </a:extLst>
          </p:cNvPr>
          <p:cNvSpPr>
            <a:spLocks noGrp="1"/>
          </p:cNvSpPr>
          <p:nvPr>
            <p:ph type="title"/>
          </p:nvPr>
        </p:nvSpPr>
        <p:spPr>
          <a:xfrm>
            <a:off x="2721" y="549687"/>
            <a:ext cx="3795020" cy="606549"/>
          </a:xfrm>
        </p:spPr>
        <p:txBody>
          <a:bodyPr>
            <a:normAutofit/>
          </a:bodyPr>
          <a:lstStyle/>
          <a:p>
            <a:r>
              <a:rPr lang="en-AU" sz="2800" dirty="0">
                <a:solidFill>
                  <a:srgbClr val="FFC000"/>
                </a:solidFill>
                <a:latin typeface="+mn-lt"/>
                <a:ea typeface="+mn-ea"/>
                <a:cs typeface="+mn-cs"/>
              </a:rPr>
              <a:t>Calculate attack cost?</a:t>
            </a:r>
          </a:p>
        </p:txBody>
      </p:sp>
    </p:spTree>
    <p:extLst>
      <p:ext uri="{BB962C8B-B14F-4D97-AF65-F5344CB8AC3E}">
        <p14:creationId xmlns:p14="http://schemas.microsoft.com/office/powerpoint/2010/main" val="73005024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3A7AE6-D4A2-4EC7-AB69-D10FDED6791E}"/>
              </a:ext>
            </a:extLst>
          </p:cNvPr>
          <p:cNvSpPr>
            <a:spLocks noGrp="1"/>
          </p:cNvSpPr>
          <p:nvPr>
            <p:ph type="title"/>
          </p:nvPr>
        </p:nvSpPr>
        <p:spPr>
          <a:xfrm>
            <a:off x="919119" y="94592"/>
            <a:ext cx="10353762" cy="935421"/>
          </a:xfrm>
        </p:spPr>
        <p:txBody>
          <a:bodyPr/>
          <a:lstStyle/>
          <a:p>
            <a:r>
              <a:rPr lang="en-AU" dirty="0"/>
              <a:t>Attack-</a:t>
            </a:r>
            <a:r>
              <a:rPr lang="en-AU" dirty="0" err="1"/>
              <a:t>Defense</a:t>
            </a:r>
            <a:r>
              <a:rPr lang="en-AU" dirty="0"/>
              <a:t> Tree</a:t>
            </a:r>
          </a:p>
        </p:txBody>
      </p:sp>
      <p:sp>
        <p:nvSpPr>
          <p:cNvPr id="5" name="Content Placeholder 2">
            <a:extLst>
              <a:ext uri="{FF2B5EF4-FFF2-40B4-BE49-F238E27FC236}">
                <a16:creationId xmlns:a16="http://schemas.microsoft.com/office/drawing/2014/main" id="{7B5CCB9A-CAAC-4278-82F3-30F13CAC3E88}"/>
              </a:ext>
            </a:extLst>
          </p:cNvPr>
          <p:cNvSpPr>
            <a:spLocks noGrp="1"/>
          </p:cNvSpPr>
          <p:nvPr>
            <p:ph idx="1"/>
          </p:nvPr>
        </p:nvSpPr>
        <p:spPr>
          <a:xfrm>
            <a:off x="390139" y="1109546"/>
            <a:ext cx="11411722" cy="3714749"/>
          </a:xfrm>
        </p:spPr>
        <p:txBody>
          <a:bodyPr>
            <a:normAutofit/>
          </a:bodyPr>
          <a:lstStyle/>
          <a:p>
            <a:r>
              <a:rPr lang="en-AU" sz="2800" dirty="0"/>
              <a:t>What is </a:t>
            </a:r>
            <a:r>
              <a:rPr lang="en-US" sz="2800" dirty="0"/>
              <a:t>an attack-defense tree?</a:t>
            </a:r>
          </a:p>
          <a:p>
            <a:pPr lvl="1"/>
            <a:r>
              <a:rPr lang="en-US" sz="2400" dirty="0"/>
              <a:t>It is also a graphical structure that extends an attack tree. The root typically represents the attacker’s main goal. The tree represents attacks to be carried out and corresponding defenses that can mitigate the attacks</a:t>
            </a:r>
            <a:r>
              <a:rPr lang="en-US" sz="2800" dirty="0"/>
              <a:t>.</a:t>
            </a:r>
          </a:p>
          <a:p>
            <a:pPr marL="450000" lvl="1" indent="0">
              <a:buNone/>
            </a:pPr>
            <a:endParaRPr lang="en-US" sz="2800" dirty="0"/>
          </a:p>
          <a:p>
            <a:endParaRPr lang="en-AU" dirty="0"/>
          </a:p>
        </p:txBody>
      </p:sp>
      <p:sp>
        <p:nvSpPr>
          <p:cNvPr id="4" name="Content Placeholder 2">
            <a:extLst>
              <a:ext uri="{FF2B5EF4-FFF2-40B4-BE49-F238E27FC236}">
                <a16:creationId xmlns:a16="http://schemas.microsoft.com/office/drawing/2014/main" id="{B319BA3D-E67E-4612-BE90-72666D22ED2A}"/>
              </a:ext>
            </a:extLst>
          </p:cNvPr>
          <p:cNvSpPr txBox="1">
            <a:spLocks/>
          </p:cNvSpPr>
          <p:nvPr/>
        </p:nvSpPr>
        <p:spPr>
          <a:xfrm>
            <a:off x="390139" y="3488161"/>
            <a:ext cx="11411722" cy="2464066"/>
          </a:xfrm>
          <a:prstGeom prst="rect">
            <a:avLst/>
          </a:prstGeom>
          <a:effectLst>
            <a:outerShdw blurRad="25400" dir="17880000">
              <a:srgbClr val="000000">
                <a:alpha val="46000"/>
              </a:srgbClr>
            </a:outerShdw>
          </a:effectLst>
        </p:spPr>
        <p:txBody>
          <a:bodyPr vert="horz" lIns="91440" tIns="45720" rIns="91440" bIns="45720" rtlCol="0" anchor="t">
            <a:normAutofit/>
          </a:bodyPr>
          <a:lstStyle>
            <a:lvl1pPr marL="342900" indent="-306000" algn="l" defTabSz="457200" rtl="0" eaLnBrk="1" latinLnBrk="0" hangingPunct="1">
              <a:lnSpc>
                <a:spcPct val="110000"/>
              </a:lnSpc>
              <a:spcBef>
                <a:spcPct val="20000"/>
              </a:spcBef>
              <a:spcAft>
                <a:spcPts val="600"/>
              </a:spcAft>
              <a:buClr>
                <a:schemeClr val="tx2"/>
              </a:buClr>
              <a:buSzPct val="70000"/>
              <a:buFont typeface="Wingdings 2" charset="2"/>
              <a:buChar char=""/>
              <a:defRPr sz="21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1pPr>
            <a:lvl2pPr marL="720000" indent="-270000" algn="l" defTabSz="457200" rtl="0" eaLnBrk="1" latinLnBrk="0" hangingPunct="1">
              <a:spcBef>
                <a:spcPct val="20000"/>
              </a:spcBef>
              <a:spcAft>
                <a:spcPts val="600"/>
              </a:spcAft>
              <a:buClr>
                <a:schemeClr val="tx2"/>
              </a:buClr>
              <a:buSzPct val="70000"/>
              <a:buFont typeface="Wingdings 2" charset="2"/>
              <a:buChar char=""/>
              <a:defRPr sz="19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2pPr>
            <a:lvl3pPr marL="1026000" indent="-216000" algn="l" defTabSz="457200" rtl="0" eaLnBrk="1" latinLnBrk="0" hangingPunct="1">
              <a:spcBef>
                <a:spcPct val="20000"/>
              </a:spcBef>
              <a:spcAft>
                <a:spcPts val="600"/>
              </a:spcAft>
              <a:buClr>
                <a:schemeClr val="tx2"/>
              </a:buClr>
              <a:buSzPct val="70000"/>
              <a:buFont typeface="Wingdings 2" charset="2"/>
              <a:buChar char=""/>
              <a:defRPr sz="17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3pPr>
            <a:lvl4pPr marL="1386000" indent="-216000" algn="l" defTabSz="457200" rtl="0" eaLnBrk="1" latinLnBrk="0" hangingPunct="1">
              <a:spcBef>
                <a:spcPct val="20000"/>
              </a:spcBef>
              <a:spcAft>
                <a:spcPts val="600"/>
              </a:spcAft>
              <a:buClr>
                <a:schemeClr val="tx2"/>
              </a:buClr>
              <a:buSzPct val="70000"/>
              <a:buFont typeface="Wingdings 2" charset="2"/>
              <a:buChar char=""/>
              <a:defRPr sz="15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4pPr>
            <a:lvl5pPr marL="1674000" indent="-216000" algn="l" defTabSz="457200" rtl="0" eaLnBrk="1" latinLnBrk="0" hangingPunct="1">
              <a:spcBef>
                <a:spcPct val="20000"/>
              </a:spcBef>
              <a:spcAft>
                <a:spcPts val="600"/>
              </a:spcAft>
              <a:buClr>
                <a:schemeClr val="tx2"/>
              </a:buClr>
              <a:buSzPct val="70000"/>
              <a:buFont typeface="Wingdings 2" charset="2"/>
              <a:buChar char=""/>
              <a:defRPr sz="15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5pPr>
            <a:lvl6pPr marL="20146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6pPr>
            <a:lvl7pPr marL="24018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7pPr>
            <a:lvl8pPr marL="27890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8pPr>
            <a:lvl9pPr marL="31062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9pPr>
          </a:lstStyle>
          <a:p>
            <a:r>
              <a:rPr lang="en-US" sz="2800" dirty="0" err="1"/>
              <a:t>ADTool</a:t>
            </a:r>
            <a:r>
              <a:rPr lang="en-US" sz="2800" dirty="0"/>
              <a:t>: short for Attack-Defense Tree Tool, allowing a user to </a:t>
            </a:r>
            <a:r>
              <a:rPr lang="en-US" sz="2800" dirty="0">
                <a:solidFill>
                  <a:srgbClr val="FF0000"/>
                </a:solidFill>
              </a:rPr>
              <a:t>analyze attack-defense scenarios </a:t>
            </a:r>
            <a:r>
              <a:rPr lang="en-US" sz="2800" dirty="0"/>
              <a:t>using attack-defense trees.</a:t>
            </a:r>
          </a:p>
          <a:p>
            <a:pPr marL="450000" lvl="1" indent="0">
              <a:buFont typeface="Wingdings 2" charset="2"/>
              <a:buNone/>
            </a:pPr>
            <a:endParaRPr lang="en-US" sz="2800" dirty="0"/>
          </a:p>
          <a:p>
            <a:endParaRPr lang="en-AU" dirty="0"/>
          </a:p>
        </p:txBody>
      </p:sp>
    </p:spTree>
    <p:extLst>
      <p:ext uri="{BB962C8B-B14F-4D97-AF65-F5344CB8AC3E}">
        <p14:creationId xmlns:p14="http://schemas.microsoft.com/office/powerpoint/2010/main" val="37797855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3A7AE6-D4A2-4EC7-AB69-D10FDED6791E}"/>
              </a:ext>
            </a:extLst>
          </p:cNvPr>
          <p:cNvSpPr>
            <a:spLocks noGrp="1"/>
          </p:cNvSpPr>
          <p:nvPr>
            <p:ph type="title"/>
          </p:nvPr>
        </p:nvSpPr>
        <p:spPr>
          <a:xfrm>
            <a:off x="919119" y="94592"/>
            <a:ext cx="10353762" cy="935421"/>
          </a:xfrm>
        </p:spPr>
        <p:txBody>
          <a:bodyPr/>
          <a:lstStyle/>
          <a:p>
            <a:r>
              <a:rPr lang="en-AU" dirty="0" err="1"/>
              <a:t>ADTool</a:t>
            </a:r>
            <a:endParaRPr lang="en-AU" dirty="0"/>
          </a:p>
        </p:txBody>
      </p:sp>
      <p:sp>
        <p:nvSpPr>
          <p:cNvPr id="5" name="Content Placeholder 2">
            <a:extLst>
              <a:ext uri="{FF2B5EF4-FFF2-40B4-BE49-F238E27FC236}">
                <a16:creationId xmlns:a16="http://schemas.microsoft.com/office/drawing/2014/main" id="{7B5CCB9A-CAAC-4278-82F3-30F13CAC3E88}"/>
              </a:ext>
            </a:extLst>
          </p:cNvPr>
          <p:cNvSpPr>
            <a:spLocks noGrp="1"/>
          </p:cNvSpPr>
          <p:nvPr>
            <p:ph idx="1"/>
          </p:nvPr>
        </p:nvSpPr>
        <p:spPr>
          <a:xfrm>
            <a:off x="178297" y="1030013"/>
            <a:ext cx="11625775" cy="3714749"/>
          </a:xfrm>
        </p:spPr>
        <p:txBody>
          <a:bodyPr>
            <a:normAutofit lnSpcReduction="10000"/>
          </a:bodyPr>
          <a:lstStyle/>
          <a:p>
            <a:r>
              <a:rPr lang="en-AU" sz="2800" dirty="0"/>
              <a:t>Installation</a:t>
            </a:r>
            <a:endParaRPr lang="en-US" sz="2800" dirty="0"/>
          </a:p>
          <a:p>
            <a:pPr lvl="1"/>
            <a:r>
              <a:rPr lang="en-US" sz="2800" dirty="0"/>
              <a:t>In a windows OS, download JDK (Java Development Kit): </a:t>
            </a:r>
            <a:endParaRPr lang="en-US" sz="2800" dirty="0">
              <a:solidFill>
                <a:schemeClr val="accent1"/>
              </a:solidFill>
            </a:endParaRPr>
          </a:p>
          <a:p>
            <a:pPr lvl="2"/>
            <a:r>
              <a:rPr lang="en-US" sz="2600" dirty="0"/>
              <a:t>Filename: jdk-17.0.18_windows-x64_bin.exe</a:t>
            </a:r>
          </a:p>
          <a:p>
            <a:pPr lvl="2"/>
            <a:r>
              <a:rPr lang="en-US" sz="2600" dirty="0">
                <a:effectLst/>
              </a:rPr>
              <a:t>D</a:t>
            </a:r>
            <a:r>
              <a:rPr lang="en-US" altLang="zh-CN" sz="2600" dirty="0">
                <a:effectLst/>
              </a:rPr>
              <a:t>ownload the exe file: </a:t>
            </a:r>
            <a:r>
              <a:rPr lang="en-US" sz="2800" dirty="0">
                <a:solidFill>
                  <a:schemeClr val="accent1"/>
                </a:solidFill>
              </a:rPr>
              <a:t>https://www.oracle.com/java/technologies/downloads/</a:t>
            </a:r>
          </a:p>
          <a:p>
            <a:pPr lvl="1"/>
            <a:r>
              <a:rPr lang="en-US" sz="2800" dirty="0"/>
              <a:t>Install JDK</a:t>
            </a:r>
          </a:p>
          <a:p>
            <a:pPr lvl="2"/>
            <a:r>
              <a:rPr lang="en-US" sz="2600" dirty="0"/>
              <a:t>Double click the exe file</a:t>
            </a:r>
          </a:p>
          <a:p>
            <a:pPr marL="450000" lvl="1" indent="0">
              <a:buNone/>
            </a:pPr>
            <a:endParaRPr lang="en-US" sz="2800" dirty="0"/>
          </a:p>
          <a:p>
            <a:endParaRPr lang="en-AU" dirty="0"/>
          </a:p>
        </p:txBody>
      </p:sp>
    </p:spTree>
    <p:extLst>
      <p:ext uri="{BB962C8B-B14F-4D97-AF65-F5344CB8AC3E}">
        <p14:creationId xmlns:p14="http://schemas.microsoft.com/office/powerpoint/2010/main" val="273868728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3A7AE6-D4A2-4EC7-AB69-D10FDED6791E}"/>
              </a:ext>
            </a:extLst>
          </p:cNvPr>
          <p:cNvSpPr>
            <a:spLocks noGrp="1"/>
          </p:cNvSpPr>
          <p:nvPr>
            <p:ph type="title"/>
          </p:nvPr>
        </p:nvSpPr>
        <p:spPr>
          <a:xfrm>
            <a:off x="919119" y="94592"/>
            <a:ext cx="10353762" cy="935421"/>
          </a:xfrm>
        </p:spPr>
        <p:txBody>
          <a:bodyPr/>
          <a:lstStyle/>
          <a:p>
            <a:r>
              <a:rPr lang="en-AU" dirty="0" err="1"/>
              <a:t>ADTool</a:t>
            </a:r>
            <a:endParaRPr lang="en-AU" dirty="0"/>
          </a:p>
        </p:txBody>
      </p:sp>
      <p:sp>
        <p:nvSpPr>
          <p:cNvPr id="5" name="Content Placeholder 2">
            <a:extLst>
              <a:ext uri="{FF2B5EF4-FFF2-40B4-BE49-F238E27FC236}">
                <a16:creationId xmlns:a16="http://schemas.microsoft.com/office/drawing/2014/main" id="{7B5CCB9A-CAAC-4278-82F3-30F13CAC3E88}"/>
              </a:ext>
            </a:extLst>
          </p:cNvPr>
          <p:cNvSpPr>
            <a:spLocks noGrp="1"/>
          </p:cNvSpPr>
          <p:nvPr>
            <p:ph idx="1"/>
          </p:nvPr>
        </p:nvSpPr>
        <p:spPr>
          <a:xfrm>
            <a:off x="178297" y="1030013"/>
            <a:ext cx="11625775" cy="3714749"/>
          </a:xfrm>
        </p:spPr>
        <p:txBody>
          <a:bodyPr>
            <a:normAutofit/>
          </a:bodyPr>
          <a:lstStyle/>
          <a:p>
            <a:r>
              <a:rPr lang="en-AU" sz="2800" dirty="0"/>
              <a:t>Installation</a:t>
            </a:r>
            <a:endParaRPr lang="en-US" sz="2800" dirty="0"/>
          </a:p>
          <a:p>
            <a:pPr lvl="1"/>
            <a:r>
              <a:rPr lang="en-US" sz="2800" dirty="0"/>
              <a:t>Download JDK</a:t>
            </a:r>
          </a:p>
          <a:p>
            <a:pPr lvl="1"/>
            <a:r>
              <a:rPr lang="en-US" sz="2800" dirty="0"/>
              <a:t>Install JDK</a:t>
            </a:r>
          </a:p>
          <a:p>
            <a:pPr lvl="1"/>
            <a:r>
              <a:rPr lang="en-US" sz="2800" dirty="0"/>
              <a:t>Download </a:t>
            </a:r>
            <a:r>
              <a:rPr lang="en-US" sz="2800" dirty="0" err="1"/>
              <a:t>ADTool</a:t>
            </a:r>
            <a:r>
              <a:rPr lang="en-US" sz="2800" dirty="0"/>
              <a:t>: </a:t>
            </a:r>
            <a:r>
              <a:rPr lang="en-AU" sz="2800" dirty="0">
                <a:solidFill>
                  <a:schemeClr val="accent1"/>
                </a:solidFill>
              </a:rPr>
              <a:t>https://satoss.uni.lu/members/piotr/adtool/</a:t>
            </a:r>
            <a:r>
              <a:rPr lang="en-US" sz="2800" dirty="0"/>
              <a:t> </a:t>
            </a:r>
          </a:p>
          <a:p>
            <a:pPr lvl="2"/>
            <a:r>
              <a:rPr lang="en-US" sz="2600" dirty="0"/>
              <a:t>Filename: ADTool-1.4-jar-with-dependencies.jar</a:t>
            </a:r>
          </a:p>
          <a:p>
            <a:pPr marL="450000" lvl="1" indent="0">
              <a:buNone/>
            </a:pPr>
            <a:endParaRPr lang="en-US" sz="2800" dirty="0"/>
          </a:p>
          <a:p>
            <a:endParaRPr lang="en-AU" dirty="0"/>
          </a:p>
        </p:txBody>
      </p:sp>
    </p:spTree>
    <p:extLst>
      <p:ext uri="{BB962C8B-B14F-4D97-AF65-F5344CB8AC3E}">
        <p14:creationId xmlns:p14="http://schemas.microsoft.com/office/powerpoint/2010/main" val="206492570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3A7AE6-D4A2-4EC7-AB69-D10FDED6791E}"/>
              </a:ext>
            </a:extLst>
          </p:cNvPr>
          <p:cNvSpPr>
            <a:spLocks noGrp="1"/>
          </p:cNvSpPr>
          <p:nvPr>
            <p:ph type="title"/>
          </p:nvPr>
        </p:nvSpPr>
        <p:spPr>
          <a:xfrm>
            <a:off x="919119" y="94592"/>
            <a:ext cx="10353762" cy="935421"/>
          </a:xfrm>
        </p:spPr>
        <p:txBody>
          <a:bodyPr/>
          <a:lstStyle/>
          <a:p>
            <a:r>
              <a:rPr lang="en-AU" dirty="0" err="1"/>
              <a:t>ADTool</a:t>
            </a:r>
            <a:endParaRPr lang="en-AU" dirty="0"/>
          </a:p>
        </p:txBody>
      </p:sp>
      <p:sp>
        <p:nvSpPr>
          <p:cNvPr id="6" name="Content Placeholder 2">
            <a:extLst>
              <a:ext uri="{FF2B5EF4-FFF2-40B4-BE49-F238E27FC236}">
                <a16:creationId xmlns:a16="http://schemas.microsoft.com/office/drawing/2014/main" id="{7CF8D4BE-ADA9-471D-9587-CE920E76C466}"/>
              </a:ext>
            </a:extLst>
          </p:cNvPr>
          <p:cNvSpPr>
            <a:spLocks noGrp="1"/>
          </p:cNvSpPr>
          <p:nvPr>
            <p:ph idx="1"/>
          </p:nvPr>
        </p:nvSpPr>
        <p:spPr>
          <a:xfrm>
            <a:off x="178297" y="1030013"/>
            <a:ext cx="11625775" cy="3714749"/>
          </a:xfrm>
        </p:spPr>
        <p:txBody>
          <a:bodyPr>
            <a:normAutofit/>
          </a:bodyPr>
          <a:lstStyle/>
          <a:p>
            <a:r>
              <a:rPr lang="en-AU" sz="2800" dirty="0"/>
              <a:t>Installation</a:t>
            </a:r>
            <a:endParaRPr lang="en-US" sz="2800" dirty="0"/>
          </a:p>
          <a:p>
            <a:pPr lvl="1"/>
            <a:r>
              <a:rPr lang="en-US" sz="2800" dirty="0"/>
              <a:t>Download JDK</a:t>
            </a:r>
          </a:p>
          <a:p>
            <a:pPr lvl="1"/>
            <a:r>
              <a:rPr lang="en-US" sz="2800" dirty="0"/>
              <a:t>Download </a:t>
            </a:r>
            <a:r>
              <a:rPr lang="en-US" sz="2800" dirty="0" err="1"/>
              <a:t>ADTool</a:t>
            </a:r>
            <a:r>
              <a:rPr lang="en-US" sz="2800" dirty="0"/>
              <a:t> </a:t>
            </a:r>
          </a:p>
          <a:p>
            <a:pPr lvl="1"/>
            <a:r>
              <a:rPr lang="en-US" sz="2800" dirty="0"/>
              <a:t>Run the tool</a:t>
            </a:r>
          </a:p>
          <a:p>
            <a:pPr lvl="2"/>
            <a:r>
              <a:rPr lang="en-US" sz="2600" dirty="0"/>
              <a:t>Open PowerShell and change into the directory where the tool is downloaded</a:t>
            </a:r>
          </a:p>
          <a:p>
            <a:pPr lvl="2"/>
            <a:r>
              <a:rPr lang="en-US" sz="2600" dirty="0"/>
              <a:t>Run this command: </a:t>
            </a:r>
            <a:r>
              <a:rPr lang="en-US" sz="2600" dirty="0">
                <a:solidFill>
                  <a:srgbClr val="FF0000"/>
                </a:solidFill>
              </a:rPr>
              <a:t>java –jar .\ADTool-1.4-jar-with-dependencies.jar</a:t>
            </a:r>
            <a:endParaRPr lang="en-AU" sz="2600" dirty="0">
              <a:solidFill>
                <a:srgbClr val="FF0000"/>
              </a:solidFill>
            </a:endParaRPr>
          </a:p>
          <a:p>
            <a:pPr lvl="1"/>
            <a:endParaRPr lang="en-US" sz="2800" dirty="0"/>
          </a:p>
          <a:p>
            <a:pPr marL="450000" lvl="1" indent="0">
              <a:buNone/>
            </a:pPr>
            <a:endParaRPr lang="en-US" sz="2800" dirty="0"/>
          </a:p>
          <a:p>
            <a:endParaRPr lang="en-AU" dirty="0"/>
          </a:p>
        </p:txBody>
      </p:sp>
    </p:spTree>
    <p:extLst>
      <p:ext uri="{BB962C8B-B14F-4D97-AF65-F5344CB8AC3E}">
        <p14:creationId xmlns:p14="http://schemas.microsoft.com/office/powerpoint/2010/main" val="2238902940"/>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D674BDA1-A3EA-46F9-A9FD-D9EC4EFEE432}"/>
              </a:ext>
            </a:extLst>
          </p:cNvPr>
          <p:cNvPicPr>
            <a:picLocks noChangeAspect="1"/>
          </p:cNvPicPr>
          <p:nvPr/>
        </p:nvPicPr>
        <p:blipFill>
          <a:blip r:embed="rId3"/>
          <a:stretch>
            <a:fillRect/>
          </a:stretch>
        </p:blipFill>
        <p:spPr>
          <a:xfrm>
            <a:off x="1237129" y="671127"/>
            <a:ext cx="9718920" cy="5771749"/>
          </a:xfrm>
          <a:prstGeom prst="rect">
            <a:avLst/>
          </a:prstGeom>
        </p:spPr>
      </p:pic>
    </p:spTree>
    <p:extLst>
      <p:ext uri="{BB962C8B-B14F-4D97-AF65-F5344CB8AC3E}">
        <p14:creationId xmlns:p14="http://schemas.microsoft.com/office/powerpoint/2010/main" val="307801811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D674BDA1-A3EA-46F9-A9FD-D9EC4EFEE432}"/>
              </a:ext>
            </a:extLst>
          </p:cNvPr>
          <p:cNvPicPr>
            <a:picLocks noChangeAspect="1"/>
          </p:cNvPicPr>
          <p:nvPr/>
        </p:nvPicPr>
        <p:blipFill>
          <a:blip r:embed="rId3"/>
          <a:stretch>
            <a:fillRect/>
          </a:stretch>
        </p:blipFill>
        <p:spPr>
          <a:xfrm>
            <a:off x="1981200" y="543125"/>
            <a:ext cx="9718920" cy="5771749"/>
          </a:xfrm>
          <a:prstGeom prst="rect">
            <a:avLst/>
          </a:prstGeom>
        </p:spPr>
      </p:pic>
      <p:sp>
        <p:nvSpPr>
          <p:cNvPr id="8" name="Oval 7">
            <a:extLst>
              <a:ext uri="{FF2B5EF4-FFF2-40B4-BE49-F238E27FC236}">
                <a16:creationId xmlns:a16="http://schemas.microsoft.com/office/drawing/2014/main" id="{3E9521CE-FF4E-4775-8C31-260764DCBA25}"/>
              </a:ext>
            </a:extLst>
          </p:cNvPr>
          <p:cNvSpPr/>
          <p:nvPr/>
        </p:nvSpPr>
        <p:spPr>
          <a:xfrm>
            <a:off x="1721224" y="1652575"/>
            <a:ext cx="788537" cy="666975"/>
          </a:xfrm>
          <a:prstGeom prst="ellipse">
            <a:avLst/>
          </a:prstGeom>
          <a:noFill/>
          <a:ln w="317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2" name="Rectangle 1">
            <a:extLst>
              <a:ext uri="{FF2B5EF4-FFF2-40B4-BE49-F238E27FC236}">
                <a16:creationId xmlns:a16="http://schemas.microsoft.com/office/drawing/2014/main" id="{13403F99-6242-4237-B99F-1F327F0571DE}"/>
              </a:ext>
            </a:extLst>
          </p:cNvPr>
          <p:cNvSpPr/>
          <p:nvPr/>
        </p:nvSpPr>
        <p:spPr>
          <a:xfrm>
            <a:off x="-13447" y="1652574"/>
            <a:ext cx="1864659" cy="666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b="1" dirty="0">
                <a:solidFill>
                  <a:schemeClr val="tx1"/>
                </a:solidFill>
              </a:rPr>
              <a:t>or proponents</a:t>
            </a:r>
          </a:p>
        </p:txBody>
      </p:sp>
    </p:spTree>
    <p:extLst>
      <p:ext uri="{BB962C8B-B14F-4D97-AF65-F5344CB8AC3E}">
        <p14:creationId xmlns:p14="http://schemas.microsoft.com/office/powerpoint/2010/main" val="3650066078"/>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D674BDA1-A3EA-46F9-A9FD-D9EC4EFEE432}"/>
              </a:ext>
            </a:extLst>
          </p:cNvPr>
          <p:cNvPicPr>
            <a:picLocks noChangeAspect="1"/>
          </p:cNvPicPr>
          <p:nvPr/>
        </p:nvPicPr>
        <p:blipFill>
          <a:blip r:embed="rId3"/>
          <a:stretch>
            <a:fillRect/>
          </a:stretch>
        </p:blipFill>
        <p:spPr>
          <a:xfrm>
            <a:off x="1981200" y="543125"/>
            <a:ext cx="9718920" cy="5771749"/>
          </a:xfrm>
          <a:prstGeom prst="rect">
            <a:avLst/>
          </a:prstGeom>
        </p:spPr>
      </p:pic>
      <p:sp>
        <p:nvSpPr>
          <p:cNvPr id="8" name="Oval 7">
            <a:extLst>
              <a:ext uri="{FF2B5EF4-FFF2-40B4-BE49-F238E27FC236}">
                <a16:creationId xmlns:a16="http://schemas.microsoft.com/office/drawing/2014/main" id="{3E9521CE-FF4E-4775-8C31-260764DCBA25}"/>
              </a:ext>
            </a:extLst>
          </p:cNvPr>
          <p:cNvSpPr/>
          <p:nvPr/>
        </p:nvSpPr>
        <p:spPr>
          <a:xfrm>
            <a:off x="1721224" y="1652575"/>
            <a:ext cx="788537" cy="666975"/>
          </a:xfrm>
          <a:prstGeom prst="ellipse">
            <a:avLst/>
          </a:prstGeom>
          <a:noFill/>
          <a:ln w="317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2" name="Rectangle 1">
            <a:extLst>
              <a:ext uri="{FF2B5EF4-FFF2-40B4-BE49-F238E27FC236}">
                <a16:creationId xmlns:a16="http://schemas.microsoft.com/office/drawing/2014/main" id="{13403F99-6242-4237-B99F-1F327F0571DE}"/>
              </a:ext>
            </a:extLst>
          </p:cNvPr>
          <p:cNvSpPr/>
          <p:nvPr/>
        </p:nvSpPr>
        <p:spPr>
          <a:xfrm>
            <a:off x="-13447" y="1652574"/>
            <a:ext cx="1864659" cy="666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b="1" dirty="0">
                <a:solidFill>
                  <a:schemeClr val="tx1"/>
                </a:solidFill>
              </a:rPr>
              <a:t>or proponents</a:t>
            </a:r>
          </a:p>
        </p:txBody>
      </p:sp>
      <p:sp>
        <p:nvSpPr>
          <p:cNvPr id="5" name="Rectangle 4">
            <a:extLst>
              <a:ext uri="{FF2B5EF4-FFF2-40B4-BE49-F238E27FC236}">
                <a16:creationId xmlns:a16="http://schemas.microsoft.com/office/drawing/2014/main" id="{484E6905-6A0F-4F7F-BA27-4DABA3BECC96}"/>
              </a:ext>
            </a:extLst>
          </p:cNvPr>
          <p:cNvSpPr/>
          <p:nvPr/>
        </p:nvSpPr>
        <p:spPr>
          <a:xfrm>
            <a:off x="85999" y="4871937"/>
            <a:ext cx="1511732" cy="666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b="1" dirty="0">
                <a:solidFill>
                  <a:schemeClr val="tx1"/>
                </a:solidFill>
              </a:rPr>
              <a:t>proponents</a:t>
            </a:r>
          </a:p>
        </p:txBody>
      </p:sp>
      <p:sp>
        <p:nvSpPr>
          <p:cNvPr id="6" name="Rectangle 5">
            <a:extLst>
              <a:ext uri="{FF2B5EF4-FFF2-40B4-BE49-F238E27FC236}">
                <a16:creationId xmlns:a16="http://schemas.microsoft.com/office/drawing/2014/main" id="{83534F74-3C3A-4AA5-AB3B-4F087E958EA2}"/>
              </a:ext>
            </a:extLst>
          </p:cNvPr>
          <p:cNvSpPr/>
          <p:nvPr/>
        </p:nvSpPr>
        <p:spPr>
          <a:xfrm>
            <a:off x="491880" y="4095975"/>
            <a:ext cx="1511732" cy="666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b="1" dirty="0">
                <a:solidFill>
                  <a:schemeClr val="tx1"/>
                </a:solidFill>
              </a:rPr>
              <a:t>or</a:t>
            </a:r>
          </a:p>
        </p:txBody>
      </p:sp>
      <p:cxnSp>
        <p:nvCxnSpPr>
          <p:cNvPr id="4" name="Straight Arrow Connector 3">
            <a:extLst>
              <a:ext uri="{FF2B5EF4-FFF2-40B4-BE49-F238E27FC236}">
                <a16:creationId xmlns:a16="http://schemas.microsoft.com/office/drawing/2014/main" id="{899D54EC-1D01-43D3-8D57-13EEB56947EC}"/>
              </a:ext>
            </a:extLst>
          </p:cNvPr>
          <p:cNvCxnSpPr/>
          <p:nvPr/>
        </p:nvCxnSpPr>
        <p:spPr>
          <a:xfrm>
            <a:off x="1474237" y="4429462"/>
            <a:ext cx="3956179" cy="161199"/>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9" name="Straight Arrow Connector 8">
            <a:extLst>
              <a:ext uri="{FF2B5EF4-FFF2-40B4-BE49-F238E27FC236}">
                <a16:creationId xmlns:a16="http://schemas.microsoft.com/office/drawing/2014/main" id="{C67CFED2-6330-4DB8-BBC9-852ABF13A526}"/>
              </a:ext>
            </a:extLst>
          </p:cNvPr>
          <p:cNvCxnSpPr>
            <a:cxnSpLocks/>
          </p:cNvCxnSpPr>
          <p:nvPr/>
        </p:nvCxnSpPr>
        <p:spPr>
          <a:xfrm>
            <a:off x="1441785" y="5198768"/>
            <a:ext cx="673707" cy="6656"/>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74940148"/>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D674BDA1-A3EA-46F9-A9FD-D9EC4EFEE432}"/>
              </a:ext>
            </a:extLst>
          </p:cNvPr>
          <p:cNvPicPr>
            <a:picLocks noChangeAspect="1"/>
          </p:cNvPicPr>
          <p:nvPr/>
        </p:nvPicPr>
        <p:blipFill>
          <a:blip r:embed="rId3"/>
          <a:stretch>
            <a:fillRect/>
          </a:stretch>
        </p:blipFill>
        <p:spPr>
          <a:xfrm>
            <a:off x="1236540" y="543125"/>
            <a:ext cx="9718920" cy="5771749"/>
          </a:xfrm>
          <a:prstGeom prst="rect">
            <a:avLst/>
          </a:prstGeom>
        </p:spPr>
      </p:pic>
    </p:spTree>
    <p:extLst>
      <p:ext uri="{BB962C8B-B14F-4D97-AF65-F5344CB8AC3E}">
        <p14:creationId xmlns:p14="http://schemas.microsoft.com/office/powerpoint/2010/main" val="861356693"/>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71C077FD-43D4-46E4-A95C-D0CE2DC2395F}"/>
              </a:ext>
            </a:extLst>
          </p:cNvPr>
          <p:cNvPicPr>
            <a:picLocks noChangeAspect="1"/>
          </p:cNvPicPr>
          <p:nvPr/>
        </p:nvPicPr>
        <p:blipFill>
          <a:blip r:embed="rId3"/>
          <a:stretch>
            <a:fillRect/>
          </a:stretch>
        </p:blipFill>
        <p:spPr>
          <a:xfrm>
            <a:off x="763450" y="501303"/>
            <a:ext cx="10764980" cy="5855394"/>
          </a:xfrm>
          <a:prstGeom prst="rect">
            <a:avLst/>
          </a:prstGeom>
        </p:spPr>
      </p:pic>
      <p:sp>
        <p:nvSpPr>
          <p:cNvPr id="7" name="Rectangle 6">
            <a:extLst>
              <a:ext uri="{FF2B5EF4-FFF2-40B4-BE49-F238E27FC236}">
                <a16:creationId xmlns:a16="http://schemas.microsoft.com/office/drawing/2014/main" id="{7FAD11EA-8A1D-4DB1-A67E-1ADF90C1B240}"/>
              </a:ext>
            </a:extLst>
          </p:cNvPr>
          <p:cNvSpPr/>
          <p:nvPr/>
        </p:nvSpPr>
        <p:spPr>
          <a:xfrm>
            <a:off x="2542717" y="1063423"/>
            <a:ext cx="1864659" cy="666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2000" b="1" dirty="0">
                <a:solidFill>
                  <a:schemeClr val="bg1"/>
                </a:solidFill>
              </a:rPr>
              <a:t>or proponents</a:t>
            </a:r>
          </a:p>
        </p:txBody>
      </p:sp>
      <p:sp>
        <p:nvSpPr>
          <p:cNvPr id="11" name="Rectangle 10">
            <a:extLst>
              <a:ext uri="{FF2B5EF4-FFF2-40B4-BE49-F238E27FC236}">
                <a16:creationId xmlns:a16="http://schemas.microsoft.com/office/drawing/2014/main" id="{12E685D6-0EC7-4228-A076-47D2F2850A4E}"/>
              </a:ext>
            </a:extLst>
          </p:cNvPr>
          <p:cNvSpPr/>
          <p:nvPr/>
        </p:nvSpPr>
        <p:spPr>
          <a:xfrm>
            <a:off x="763450" y="3173820"/>
            <a:ext cx="1993832" cy="666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2000" b="1" dirty="0">
                <a:solidFill>
                  <a:schemeClr val="bg1"/>
                </a:solidFill>
              </a:rPr>
              <a:t>op</a:t>
            </a:r>
          </a:p>
        </p:txBody>
      </p:sp>
      <p:sp>
        <p:nvSpPr>
          <p:cNvPr id="12" name="Rectangle 11">
            <a:extLst>
              <a:ext uri="{FF2B5EF4-FFF2-40B4-BE49-F238E27FC236}">
                <a16:creationId xmlns:a16="http://schemas.microsoft.com/office/drawing/2014/main" id="{3BC236C9-26AA-4AC1-A4C1-C03C76077BFB}"/>
              </a:ext>
            </a:extLst>
          </p:cNvPr>
          <p:cNvSpPr/>
          <p:nvPr/>
        </p:nvSpPr>
        <p:spPr>
          <a:xfrm>
            <a:off x="4512736" y="3173820"/>
            <a:ext cx="876909" cy="666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2000" b="1" dirty="0">
                <a:solidFill>
                  <a:schemeClr val="bg1"/>
                </a:solidFill>
              </a:rPr>
              <a:t>op</a:t>
            </a:r>
          </a:p>
        </p:txBody>
      </p:sp>
      <p:sp>
        <p:nvSpPr>
          <p:cNvPr id="13" name="Rectangle 12">
            <a:extLst>
              <a:ext uri="{FF2B5EF4-FFF2-40B4-BE49-F238E27FC236}">
                <a16:creationId xmlns:a16="http://schemas.microsoft.com/office/drawing/2014/main" id="{5BEA751E-C436-40B8-A8A7-2D245683A5E0}"/>
              </a:ext>
            </a:extLst>
          </p:cNvPr>
          <p:cNvSpPr/>
          <p:nvPr/>
        </p:nvSpPr>
        <p:spPr>
          <a:xfrm>
            <a:off x="9240402" y="4251137"/>
            <a:ext cx="1068431" cy="666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2000" b="1" dirty="0">
                <a:solidFill>
                  <a:schemeClr val="bg1"/>
                </a:solidFill>
              </a:rPr>
              <a:t>op</a:t>
            </a:r>
          </a:p>
        </p:txBody>
      </p:sp>
    </p:spTree>
    <p:extLst>
      <p:ext uri="{BB962C8B-B14F-4D97-AF65-F5344CB8AC3E}">
        <p14:creationId xmlns:p14="http://schemas.microsoft.com/office/powerpoint/2010/main" val="3193309092"/>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71C077FD-43D4-46E4-A95C-D0CE2DC2395F}"/>
              </a:ext>
            </a:extLst>
          </p:cNvPr>
          <p:cNvPicPr>
            <a:picLocks noChangeAspect="1"/>
          </p:cNvPicPr>
          <p:nvPr/>
        </p:nvPicPr>
        <p:blipFill>
          <a:blip r:embed="rId3"/>
          <a:stretch>
            <a:fillRect/>
          </a:stretch>
        </p:blipFill>
        <p:spPr>
          <a:xfrm>
            <a:off x="669320" y="513747"/>
            <a:ext cx="10886820" cy="5673437"/>
          </a:xfrm>
          <a:prstGeom prst="rect">
            <a:avLst/>
          </a:prstGeom>
        </p:spPr>
      </p:pic>
      <p:sp>
        <p:nvSpPr>
          <p:cNvPr id="7" name="Rectangle 6">
            <a:extLst>
              <a:ext uri="{FF2B5EF4-FFF2-40B4-BE49-F238E27FC236}">
                <a16:creationId xmlns:a16="http://schemas.microsoft.com/office/drawing/2014/main" id="{7FAD11EA-8A1D-4DB1-A67E-1ADF90C1B240}"/>
              </a:ext>
            </a:extLst>
          </p:cNvPr>
          <p:cNvSpPr/>
          <p:nvPr/>
        </p:nvSpPr>
        <p:spPr>
          <a:xfrm>
            <a:off x="1892596" y="1282674"/>
            <a:ext cx="2620140" cy="44820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2000" b="1" dirty="0">
                <a:solidFill>
                  <a:schemeClr val="bg1"/>
                </a:solidFill>
              </a:rPr>
              <a:t>op: or proponents</a:t>
            </a:r>
          </a:p>
        </p:txBody>
      </p:sp>
      <p:sp>
        <p:nvSpPr>
          <p:cNvPr id="8" name="Rectangle 7">
            <a:extLst>
              <a:ext uri="{FF2B5EF4-FFF2-40B4-BE49-F238E27FC236}">
                <a16:creationId xmlns:a16="http://schemas.microsoft.com/office/drawing/2014/main" id="{85A80A19-2AAB-4722-90F4-BF6A8160BF53}"/>
              </a:ext>
            </a:extLst>
          </p:cNvPr>
          <p:cNvSpPr/>
          <p:nvPr/>
        </p:nvSpPr>
        <p:spPr>
          <a:xfrm>
            <a:off x="763450" y="3173820"/>
            <a:ext cx="1993832" cy="666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2000" b="1" dirty="0">
                <a:solidFill>
                  <a:schemeClr val="bg1"/>
                </a:solidFill>
              </a:rPr>
              <a:t>op</a:t>
            </a:r>
          </a:p>
        </p:txBody>
      </p:sp>
      <p:sp>
        <p:nvSpPr>
          <p:cNvPr id="9" name="Rectangle 8">
            <a:extLst>
              <a:ext uri="{FF2B5EF4-FFF2-40B4-BE49-F238E27FC236}">
                <a16:creationId xmlns:a16="http://schemas.microsoft.com/office/drawing/2014/main" id="{165C8117-C941-4F7E-9E3E-4FE3C392ABE4}"/>
              </a:ext>
            </a:extLst>
          </p:cNvPr>
          <p:cNvSpPr/>
          <p:nvPr/>
        </p:nvSpPr>
        <p:spPr>
          <a:xfrm>
            <a:off x="4512736" y="3173820"/>
            <a:ext cx="876909" cy="666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2000" b="1" dirty="0">
                <a:solidFill>
                  <a:schemeClr val="bg1"/>
                </a:solidFill>
              </a:rPr>
              <a:t>op</a:t>
            </a:r>
          </a:p>
        </p:txBody>
      </p:sp>
      <p:sp>
        <p:nvSpPr>
          <p:cNvPr id="10" name="Rectangle 9">
            <a:extLst>
              <a:ext uri="{FF2B5EF4-FFF2-40B4-BE49-F238E27FC236}">
                <a16:creationId xmlns:a16="http://schemas.microsoft.com/office/drawing/2014/main" id="{004EC336-AF24-40BC-934D-8C4076805DDA}"/>
              </a:ext>
            </a:extLst>
          </p:cNvPr>
          <p:cNvSpPr/>
          <p:nvPr/>
        </p:nvSpPr>
        <p:spPr>
          <a:xfrm>
            <a:off x="9128436" y="4101849"/>
            <a:ext cx="1068431" cy="666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2000" b="1" dirty="0">
                <a:solidFill>
                  <a:schemeClr val="bg1"/>
                </a:solidFill>
              </a:rPr>
              <a:t>op</a:t>
            </a:r>
          </a:p>
        </p:txBody>
      </p:sp>
      <p:sp>
        <p:nvSpPr>
          <p:cNvPr id="11" name="Rectangle 10">
            <a:extLst>
              <a:ext uri="{FF2B5EF4-FFF2-40B4-BE49-F238E27FC236}">
                <a16:creationId xmlns:a16="http://schemas.microsoft.com/office/drawing/2014/main" id="{DCC73AD3-C095-4CC5-94D8-064AD5A9B2C0}"/>
              </a:ext>
            </a:extLst>
          </p:cNvPr>
          <p:cNvSpPr/>
          <p:nvPr/>
        </p:nvSpPr>
        <p:spPr>
          <a:xfrm>
            <a:off x="523846" y="2159479"/>
            <a:ext cx="2468352" cy="666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2000" b="1" dirty="0">
                <a:solidFill>
                  <a:schemeClr val="bg1"/>
                </a:solidFill>
              </a:rPr>
              <a:t>ap: and proponents</a:t>
            </a:r>
          </a:p>
        </p:txBody>
      </p:sp>
      <p:sp>
        <p:nvSpPr>
          <p:cNvPr id="12" name="Rectangle 11">
            <a:extLst>
              <a:ext uri="{FF2B5EF4-FFF2-40B4-BE49-F238E27FC236}">
                <a16:creationId xmlns:a16="http://schemas.microsoft.com/office/drawing/2014/main" id="{0092CCC9-B930-4A37-9E74-3CE3584055CA}"/>
              </a:ext>
            </a:extLst>
          </p:cNvPr>
          <p:cNvSpPr/>
          <p:nvPr/>
        </p:nvSpPr>
        <p:spPr>
          <a:xfrm>
            <a:off x="5684359" y="2037605"/>
            <a:ext cx="1059873" cy="666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2000" b="1" dirty="0">
                <a:solidFill>
                  <a:schemeClr val="bg1"/>
                </a:solidFill>
              </a:rPr>
              <a:t>ap</a:t>
            </a:r>
          </a:p>
        </p:txBody>
      </p:sp>
      <p:sp>
        <p:nvSpPr>
          <p:cNvPr id="13" name="Rectangle 12">
            <a:extLst>
              <a:ext uri="{FF2B5EF4-FFF2-40B4-BE49-F238E27FC236}">
                <a16:creationId xmlns:a16="http://schemas.microsoft.com/office/drawing/2014/main" id="{7A906EC0-59B3-49B8-AC74-4AF49449F8AF}"/>
              </a:ext>
            </a:extLst>
          </p:cNvPr>
          <p:cNvSpPr/>
          <p:nvPr/>
        </p:nvSpPr>
        <p:spPr>
          <a:xfrm>
            <a:off x="1331486" y="4862734"/>
            <a:ext cx="1660712" cy="45940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2000" b="1" dirty="0">
                <a:solidFill>
                  <a:schemeClr val="bg1"/>
                </a:solidFill>
              </a:rPr>
              <a:t>?</a:t>
            </a:r>
          </a:p>
        </p:txBody>
      </p:sp>
      <p:sp>
        <p:nvSpPr>
          <p:cNvPr id="15" name="Rectangle 14">
            <a:extLst>
              <a:ext uri="{FF2B5EF4-FFF2-40B4-BE49-F238E27FC236}">
                <a16:creationId xmlns:a16="http://schemas.microsoft.com/office/drawing/2014/main" id="{4DA204D6-C83D-4C2E-A5AD-A72DB7F0D3FB}"/>
              </a:ext>
            </a:extLst>
          </p:cNvPr>
          <p:cNvSpPr/>
          <p:nvPr/>
        </p:nvSpPr>
        <p:spPr>
          <a:xfrm>
            <a:off x="8298080" y="2891057"/>
            <a:ext cx="1660712" cy="45940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2000" b="1" dirty="0">
                <a:solidFill>
                  <a:schemeClr val="bg1"/>
                </a:solidFill>
              </a:rPr>
              <a:t>?</a:t>
            </a:r>
          </a:p>
        </p:txBody>
      </p:sp>
      <p:sp>
        <p:nvSpPr>
          <p:cNvPr id="16" name="Rectangle 15">
            <a:extLst>
              <a:ext uri="{FF2B5EF4-FFF2-40B4-BE49-F238E27FC236}">
                <a16:creationId xmlns:a16="http://schemas.microsoft.com/office/drawing/2014/main" id="{3C632DA3-80E9-4BC4-A978-AB75483CD891}"/>
              </a:ext>
            </a:extLst>
          </p:cNvPr>
          <p:cNvSpPr/>
          <p:nvPr/>
        </p:nvSpPr>
        <p:spPr>
          <a:xfrm>
            <a:off x="6507992" y="4228439"/>
            <a:ext cx="1660712" cy="45940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2000" b="1" dirty="0">
                <a:solidFill>
                  <a:schemeClr val="bg1"/>
                </a:solidFill>
              </a:rPr>
              <a:t>?</a:t>
            </a:r>
          </a:p>
        </p:txBody>
      </p:sp>
      <p:sp>
        <p:nvSpPr>
          <p:cNvPr id="17" name="Rectangle 16">
            <a:extLst>
              <a:ext uri="{FF2B5EF4-FFF2-40B4-BE49-F238E27FC236}">
                <a16:creationId xmlns:a16="http://schemas.microsoft.com/office/drawing/2014/main" id="{9065E943-789E-4AC2-AE62-95C1CCB66469}"/>
              </a:ext>
            </a:extLst>
          </p:cNvPr>
          <p:cNvSpPr/>
          <p:nvPr/>
        </p:nvSpPr>
        <p:spPr>
          <a:xfrm>
            <a:off x="7467724" y="4228439"/>
            <a:ext cx="1660712" cy="45940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2000" b="1" dirty="0">
                <a:solidFill>
                  <a:schemeClr val="bg1"/>
                </a:solidFill>
              </a:rPr>
              <a:t>?</a:t>
            </a:r>
          </a:p>
        </p:txBody>
      </p:sp>
    </p:spTree>
    <p:extLst>
      <p:ext uri="{BB962C8B-B14F-4D97-AF65-F5344CB8AC3E}">
        <p14:creationId xmlns:p14="http://schemas.microsoft.com/office/powerpoint/2010/main" val="2004519453"/>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71C077FD-43D4-46E4-A95C-D0CE2DC2395F}"/>
              </a:ext>
            </a:extLst>
          </p:cNvPr>
          <p:cNvPicPr>
            <a:picLocks noChangeAspect="1"/>
          </p:cNvPicPr>
          <p:nvPr/>
        </p:nvPicPr>
        <p:blipFill>
          <a:blip r:embed="rId3"/>
          <a:stretch>
            <a:fillRect/>
          </a:stretch>
        </p:blipFill>
        <p:spPr>
          <a:xfrm>
            <a:off x="690585" y="578026"/>
            <a:ext cx="10886820" cy="5673437"/>
          </a:xfrm>
          <a:prstGeom prst="rect">
            <a:avLst/>
          </a:prstGeom>
        </p:spPr>
      </p:pic>
      <p:sp>
        <p:nvSpPr>
          <p:cNvPr id="7" name="Rectangle 6">
            <a:extLst>
              <a:ext uri="{FF2B5EF4-FFF2-40B4-BE49-F238E27FC236}">
                <a16:creationId xmlns:a16="http://schemas.microsoft.com/office/drawing/2014/main" id="{7FAD11EA-8A1D-4DB1-A67E-1ADF90C1B240}"/>
              </a:ext>
            </a:extLst>
          </p:cNvPr>
          <p:cNvSpPr/>
          <p:nvPr/>
        </p:nvSpPr>
        <p:spPr>
          <a:xfrm>
            <a:off x="1913861" y="1367734"/>
            <a:ext cx="2620140" cy="44820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2000" b="1" dirty="0">
                <a:solidFill>
                  <a:schemeClr val="bg1"/>
                </a:solidFill>
              </a:rPr>
              <a:t>op: or proponents</a:t>
            </a:r>
          </a:p>
        </p:txBody>
      </p:sp>
      <p:sp>
        <p:nvSpPr>
          <p:cNvPr id="8" name="Rectangle 7">
            <a:extLst>
              <a:ext uri="{FF2B5EF4-FFF2-40B4-BE49-F238E27FC236}">
                <a16:creationId xmlns:a16="http://schemas.microsoft.com/office/drawing/2014/main" id="{85A80A19-2AAB-4722-90F4-BF6A8160BF53}"/>
              </a:ext>
            </a:extLst>
          </p:cNvPr>
          <p:cNvSpPr/>
          <p:nvPr/>
        </p:nvSpPr>
        <p:spPr>
          <a:xfrm>
            <a:off x="784715" y="3258880"/>
            <a:ext cx="1993832" cy="666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2000" b="1" dirty="0">
                <a:solidFill>
                  <a:schemeClr val="bg1"/>
                </a:solidFill>
              </a:rPr>
              <a:t>op</a:t>
            </a:r>
          </a:p>
        </p:txBody>
      </p:sp>
      <p:sp>
        <p:nvSpPr>
          <p:cNvPr id="9" name="Rectangle 8">
            <a:extLst>
              <a:ext uri="{FF2B5EF4-FFF2-40B4-BE49-F238E27FC236}">
                <a16:creationId xmlns:a16="http://schemas.microsoft.com/office/drawing/2014/main" id="{165C8117-C941-4F7E-9E3E-4FE3C392ABE4}"/>
              </a:ext>
            </a:extLst>
          </p:cNvPr>
          <p:cNvSpPr/>
          <p:nvPr/>
        </p:nvSpPr>
        <p:spPr>
          <a:xfrm>
            <a:off x="4534001" y="3258880"/>
            <a:ext cx="876909" cy="666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2000" b="1" dirty="0">
                <a:solidFill>
                  <a:schemeClr val="bg1"/>
                </a:solidFill>
              </a:rPr>
              <a:t>op</a:t>
            </a:r>
          </a:p>
        </p:txBody>
      </p:sp>
      <p:sp>
        <p:nvSpPr>
          <p:cNvPr id="10" name="Rectangle 9">
            <a:extLst>
              <a:ext uri="{FF2B5EF4-FFF2-40B4-BE49-F238E27FC236}">
                <a16:creationId xmlns:a16="http://schemas.microsoft.com/office/drawing/2014/main" id="{004EC336-AF24-40BC-934D-8C4076805DDA}"/>
              </a:ext>
            </a:extLst>
          </p:cNvPr>
          <p:cNvSpPr/>
          <p:nvPr/>
        </p:nvSpPr>
        <p:spPr>
          <a:xfrm>
            <a:off x="9227225" y="4214153"/>
            <a:ext cx="1068431" cy="666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2000" b="1" dirty="0">
                <a:solidFill>
                  <a:schemeClr val="bg1"/>
                </a:solidFill>
              </a:rPr>
              <a:t>op</a:t>
            </a:r>
          </a:p>
        </p:txBody>
      </p:sp>
      <p:sp>
        <p:nvSpPr>
          <p:cNvPr id="11" name="Rectangle 10">
            <a:extLst>
              <a:ext uri="{FF2B5EF4-FFF2-40B4-BE49-F238E27FC236}">
                <a16:creationId xmlns:a16="http://schemas.microsoft.com/office/drawing/2014/main" id="{DCC73AD3-C095-4CC5-94D8-064AD5A9B2C0}"/>
              </a:ext>
            </a:extLst>
          </p:cNvPr>
          <p:cNvSpPr/>
          <p:nvPr/>
        </p:nvSpPr>
        <p:spPr>
          <a:xfrm>
            <a:off x="545111" y="2190832"/>
            <a:ext cx="2468352" cy="666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2000" b="1" dirty="0">
                <a:solidFill>
                  <a:schemeClr val="bg1"/>
                </a:solidFill>
              </a:rPr>
              <a:t>ap: and proponents</a:t>
            </a:r>
          </a:p>
        </p:txBody>
      </p:sp>
      <p:sp>
        <p:nvSpPr>
          <p:cNvPr id="12" name="Rectangle 11">
            <a:extLst>
              <a:ext uri="{FF2B5EF4-FFF2-40B4-BE49-F238E27FC236}">
                <a16:creationId xmlns:a16="http://schemas.microsoft.com/office/drawing/2014/main" id="{0092CCC9-B930-4A37-9E74-3CE3584055CA}"/>
              </a:ext>
            </a:extLst>
          </p:cNvPr>
          <p:cNvSpPr/>
          <p:nvPr/>
        </p:nvSpPr>
        <p:spPr>
          <a:xfrm>
            <a:off x="5688511" y="2109645"/>
            <a:ext cx="1059873" cy="666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2000" b="1" dirty="0">
                <a:solidFill>
                  <a:schemeClr val="bg1"/>
                </a:solidFill>
              </a:rPr>
              <a:t>ap</a:t>
            </a:r>
          </a:p>
        </p:txBody>
      </p:sp>
      <p:sp>
        <p:nvSpPr>
          <p:cNvPr id="13" name="Rectangle 12">
            <a:extLst>
              <a:ext uri="{FF2B5EF4-FFF2-40B4-BE49-F238E27FC236}">
                <a16:creationId xmlns:a16="http://schemas.microsoft.com/office/drawing/2014/main" id="{956E9A75-4DC8-46BF-A46A-4A9F8C6AFC86}"/>
              </a:ext>
            </a:extLst>
          </p:cNvPr>
          <p:cNvSpPr/>
          <p:nvPr/>
        </p:nvSpPr>
        <p:spPr>
          <a:xfrm>
            <a:off x="1106933" y="4948773"/>
            <a:ext cx="1344708" cy="47337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2000" b="1" dirty="0">
                <a:solidFill>
                  <a:schemeClr val="bg1"/>
                </a:solidFill>
              </a:rPr>
              <a:t>opponent</a:t>
            </a:r>
          </a:p>
        </p:txBody>
      </p:sp>
      <p:sp>
        <p:nvSpPr>
          <p:cNvPr id="14" name="Rectangle 13">
            <a:extLst>
              <a:ext uri="{FF2B5EF4-FFF2-40B4-BE49-F238E27FC236}">
                <a16:creationId xmlns:a16="http://schemas.microsoft.com/office/drawing/2014/main" id="{424C50CA-CC6E-4D58-BEFF-F907FA35C994}"/>
              </a:ext>
            </a:extLst>
          </p:cNvPr>
          <p:cNvSpPr/>
          <p:nvPr/>
        </p:nvSpPr>
        <p:spPr>
          <a:xfrm>
            <a:off x="8848876" y="2971036"/>
            <a:ext cx="1344708" cy="47337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2000" b="1" dirty="0">
                <a:solidFill>
                  <a:schemeClr val="bg1"/>
                </a:solidFill>
              </a:rPr>
              <a:t>opponent</a:t>
            </a:r>
          </a:p>
        </p:txBody>
      </p:sp>
      <p:sp>
        <p:nvSpPr>
          <p:cNvPr id="15" name="Rectangle 14">
            <a:extLst>
              <a:ext uri="{FF2B5EF4-FFF2-40B4-BE49-F238E27FC236}">
                <a16:creationId xmlns:a16="http://schemas.microsoft.com/office/drawing/2014/main" id="{F0FBFA6F-EB7B-4968-941C-DAA77AF0D00E}"/>
              </a:ext>
            </a:extLst>
          </p:cNvPr>
          <p:cNvSpPr/>
          <p:nvPr/>
        </p:nvSpPr>
        <p:spPr>
          <a:xfrm>
            <a:off x="6600769" y="4299534"/>
            <a:ext cx="1344708" cy="47337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2000" b="1" dirty="0">
                <a:solidFill>
                  <a:schemeClr val="bg1"/>
                </a:solidFill>
              </a:rPr>
              <a:t>opponent</a:t>
            </a:r>
          </a:p>
        </p:txBody>
      </p:sp>
      <p:sp>
        <p:nvSpPr>
          <p:cNvPr id="16" name="Rectangle 15">
            <a:extLst>
              <a:ext uri="{FF2B5EF4-FFF2-40B4-BE49-F238E27FC236}">
                <a16:creationId xmlns:a16="http://schemas.microsoft.com/office/drawing/2014/main" id="{48FA807D-55F7-4820-9923-7637F269B6DD}"/>
              </a:ext>
            </a:extLst>
          </p:cNvPr>
          <p:cNvSpPr/>
          <p:nvPr/>
        </p:nvSpPr>
        <p:spPr>
          <a:xfrm>
            <a:off x="7700984" y="4266057"/>
            <a:ext cx="1344708" cy="47337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2000" b="1" dirty="0">
                <a:solidFill>
                  <a:schemeClr val="bg1"/>
                </a:solidFill>
              </a:rPr>
              <a:t>opponent</a:t>
            </a:r>
          </a:p>
        </p:txBody>
      </p:sp>
      <p:sp>
        <p:nvSpPr>
          <p:cNvPr id="17" name="Rectangle 16">
            <a:extLst>
              <a:ext uri="{FF2B5EF4-FFF2-40B4-BE49-F238E27FC236}">
                <a16:creationId xmlns:a16="http://schemas.microsoft.com/office/drawing/2014/main" id="{86C0AC88-01A9-465D-962B-A2539A77347B}"/>
              </a:ext>
            </a:extLst>
          </p:cNvPr>
          <p:cNvSpPr/>
          <p:nvPr/>
        </p:nvSpPr>
        <p:spPr>
          <a:xfrm>
            <a:off x="5990765" y="3381860"/>
            <a:ext cx="1993832" cy="57774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2000" b="1" dirty="0" err="1">
                <a:solidFill>
                  <a:schemeClr val="bg1"/>
                </a:solidFill>
              </a:rPr>
              <a:t>oo</a:t>
            </a:r>
            <a:r>
              <a:rPr lang="en-AU" sz="2000" b="1" dirty="0">
                <a:solidFill>
                  <a:schemeClr val="bg1"/>
                </a:solidFill>
              </a:rPr>
              <a:t>: or opponents</a:t>
            </a:r>
          </a:p>
        </p:txBody>
      </p:sp>
      <p:sp>
        <p:nvSpPr>
          <p:cNvPr id="18" name="Rectangle 17">
            <a:extLst>
              <a:ext uri="{FF2B5EF4-FFF2-40B4-BE49-F238E27FC236}">
                <a16:creationId xmlns:a16="http://schemas.microsoft.com/office/drawing/2014/main" id="{7773B01E-D669-459E-BEB4-B437394CAB96}"/>
              </a:ext>
            </a:extLst>
          </p:cNvPr>
          <p:cNvSpPr/>
          <p:nvPr/>
        </p:nvSpPr>
        <p:spPr>
          <a:xfrm>
            <a:off x="6987681" y="2294616"/>
            <a:ext cx="1660712" cy="45940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2000" b="1" dirty="0">
                <a:solidFill>
                  <a:schemeClr val="bg1"/>
                </a:solidFill>
              </a:rPr>
              <a:t>?</a:t>
            </a:r>
          </a:p>
        </p:txBody>
      </p:sp>
      <p:sp>
        <p:nvSpPr>
          <p:cNvPr id="19" name="Rectangle 18">
            <a:extLst>
              <a:ext uri="{FF2B5EF4-FFF2-40B4-BE49-F238E27FC236}">
                <a16:creationId xmlns:a16="http://schemas.microsoft.com/office/drawing/2014/main" id="{53D844EC-44BE-492E-9719-97D4CB5BDF0B}"/>
              </a:ext>
            </a:extLst>
          </p:cNvPr>
          <p:cNvSpPr/>
          <p:nvPr/>
        </p:nvSpPr>
        <p:spPr>
          <a:xfrm>
            <a:off x="8310381" y="3482506"/>
            <a:ext cx="1660712" cy="45940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2000" b="1" dirty="0">
                <a:solidFill>
                  <a:schemeClr val="bg1"/>
                </a:solidFill>
              </a:rPr>
              <a:t>?</a:t>
            </a:r>
          </a:p>
        </p:txBody>
      </p:sp>
      <p:sp>
        <p:nvSpPr>
          <p:cNvPr id="20" name="Rectangle 19">
            <a:extLst>
              <a:ext uri="{FF2B5EF4-FFF2-40B4-BE49-F238E27FC236}">
                <a16:creationId xmlns:a16="http://schemas.microsoft.com/office/drawing/2014/main" id="{D2DE551A-E061-4899-AAAD-2873CCF33873}"/>
              </a:ext>
            </a:extLst>
          </p:cNvPr>
          <p:cNvSpPr/>
          <p:nvPr/>
        </p:nvSpPr>
        <p:spPr>
          <a:xfrm>
            <a:off x="2437176" y="4516731"/>
            <a:ext cx="1068432" cy="43204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2000" b="1" dirty="0">
                <a:solidFill>
                  <a:schemeClr val="bg1"/>
                </a:solidFill>
              </a:rPr>
              <a:t>?</a:t>
            </a:r>
          </a:p>
        </p:txBody>
      </p:sp>
    </p:spTree>
    <p:extLst>
      <p:ext uri="{BB962C8B-B14F-4D97-AF65-F5344CB8AC3E}">
        <p14:creationId xmlns:p14="http://schemas.microsoft.com/office/powerpoint/2010/main" val="1644274452"/>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71C077FD-43D4-46E4-A95C-D0CE2DC2395F}"/>
              </a:ext>
            </a:extLst>
          </p:cNvPr>
          <p:cNvPicPr>
            <a:picLocks noChangeAspect="1"/>
          </p:cNvPicPr>
          <p:nvPr/>
        </p:nvPicPr>
        <p:blipFill>
          <a:blip r:embed="rId3"/>
          <a:stretch>
            <a:fillRect/>
          </a:stretch>
        </p:blipFill>
        <p:spPr>
          <a:xfrm>
            <a:off x="669320" y="621039"/>
            <a:ext cx="10886820" cy="5673437"/>
          </a:xfrm>
          <a:prstGeom prst="rect">
            <a:avLst/>
          </a:prstGeom>
        </p:spPr>
      </p:pic>
      <p:sp>
        <p:nvSpPr>
          <p:cNvPr id="7" name="Rectangle 6">
            <a:extLst>
              <a:ext uri="{FF2B5EF4-FFF2-40B4-BE49-F238E27FC236}">
                <a16:creationId xmlns:a16="http://schemas.microsoft.com/office/drawing/2014/main" id="{7FAD11EA-8A1D-4DB1-A67E-1ADF90C1B240}"/>
              </a:ext>
            </a:extLst>
          </p:cNvPr>
          <p:cNvSpPr/>
          <p:nvPr/>
        </p:nvSpPr>
        <p:spPr>
          <a:xfrm>
            <a:off x="1892596" y="1431529"/>
            <a:ext cx="2620140" cy="44820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2000" b="1" dirty="0">
                <a:solidFill>
                  <a:schemeClr val="bg1"/>
                </a:solidFill>
              </a:rPr>
              <a:t>op: or proponents</a:t>
            </a:r>
          </a:p>
        </p:txBody>
      </p:sp>
      <p:sp>
        <p:nvSpPr>
          <p:cNvPr id="8" name="Rectangle 7">
            <a:extLst>
              <a:ext uri="{FF2B5EF4-FFF2-40B4-BE49-F238E27FC236}">
                <a16:creationId xmlns:a16="http://schemas.microsoft.com/office/drawing/2014/main" id="{85A80A19-2AAB-4722-90F4-BF6A8160BF53}"/>
              </a:ext>
            </a:extLst>
          </p:cNvPr>
          <p:cNvSpPr/>
          <p:nvPr/>
        </p:nvSpPr>
        <p:spPr>
          <a:xfrm>
            <a:off x="763450" y="3322675"/>
            <a:ext cx="1993832" cy="666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2000" b="1" dirty="0">
                <a:solidFill>
                  <a:schemeClr val="bg1"/>
                </a:solidFill>
              </a:rPr>
              <a:t>op</a:t>
            </a:r>
          </a:p>
        </p:txBody>
      </p:sp>
      <p:sp>
        <p:nvSpPr>
          <p:cNvPr id="9" name="Rectangle 8">
            <a:extLst>
              <a:ext uri="{FF2B5EF4-FFF2-40B4-BE49-F238E27FC236}">
                <a16:creationId xmlns:a16="http://schemas.microsoft.com/office/drawing/2014/main" id="{165C8117-C941-4F7E-9E3E-4FE3C392ABE4}"/>
              </a:ext>
            </a:extLst>
          </p:cNvPr>
          <p:cNvSpPr/>
          <p:nvPr/>
        </p:nvSpPr>
        <p:spPr>
          <a:xfrm>
            <a:off x="4512736" y="3322675"/>
            <a:ext cx="876909" cy="666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2000" b="1" dirty="0">
                <a:solidFill>
                  <a:schemeClr val="bg1"/>
                </a:solidFill>
              </a:rPr>
              <a:t>op</a:t>
            </a:r>
          </a:p>
        </p:txBody>
      </p:sp>
      <p:sp>
        <p:nvSpPr>
          <p:cNvPr id="10" name="Rectangle 9">
            <a:extLst>
              <a:ext uri="{FF2B5EF4-FFF2-40B4-BE49-F238E27FC236}">
                <a16:creationId xmlns:a16="http://schemas.microsoft.com/office/drawing/2014/main" id="{004EC336-AF24-40BC-934D-8C4076805DDA}"/>
              </a:ext>
            </a:extLst>
          </p:cNvPr>
          <p:cNvSpPr/>
          <p:nvPr/>
        </p:nvSpPr>
        <p:spPr>
          <a:xfrm>
            <a:off x="9205960" y="4233050"/>
            <a:ext cx="1068431" cy="666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2000" b="1" dirty="0">
                <a:solidFill>
                  <a:schemeClr val="bg1"/>
                </a:solidFill>
              </a:rPr>
              <a:t>op</a:t>
            </a:r>
          </a:p>
        </p:txBody>
      </p:sp>
      <p:sp>
        <p:nvSpPr>
          <p:cNvPr id="11" name="Rectangle 10">
            <a:extLst>
              <a:ext uri="{FF2B5EF4-FFF2-40B4-BE49-F238E27FC236}">
                <a16:creationId xmlns:a16="http://schemas.microsoft.com/office/drawing/2014/main" id="{DCC73AD3-C095-4CC5-94D8-064AD5A9B2C0}"/>
              </a:ext>
            </a:extLst>
          </p:cNvPr>
          <p:cNvSpPr/>
          <p:nvPr/>
        </p:nvSpPr>
        <p:spPr>
          <a:xfrm>
            <a:off x="523846" y="2244670"/>
            <a:ext cx="2468352" cy="666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2000" b="1" dirty="0">
                <a:solidFill>
                  <a:schemeClr val="bg1"/>
                </a:solidFill>
              </a:rPr>
              <a:t>ap: and proponents</a:t>
            </a:r>
          </a:p>
        </p:txBody>
      </p:sp>
      <p:sp>
        <p:nvSpPr>
          <p:cNvPr id="12" name="Rectangle 11">
            <a:extLst>
              <a:ext uri="{FF2B5EF4-FFF2-40B4-BE49-F238E27FC236}">
                <a16:creationId xmlns:a16="http://schemas.microsoft.com/office/drawing/2014/main" id="{0092CCC9-B930-4A37-9E74-3CE3584055CA}"/>
              </a:ext>
            </a:extLst>
          </p:cNvPr>
          <p:cNvSpPr/>
          <p:nvPr/>
        </p:nvSpPr>
        <p:spPr>
          <a:xfrm>
            <a:off x="5768403" y="2123577"/>
            <a:ext cx="1059873" cy="6272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2000" b="1" dirty="0">
                <a:solidFill>
                  <a:schemeClr val="bg1"/>
                </a:solidFill>
              </a:rPr>
              <a:t>ap</a:t>
            </a:r>
          </a:p>
        </p:txBody>
      </p:sp>
      <p:sp>
        <p:nvSpPr>
          <p:cNvPr id="13" name="Rectangle 12">
            <a:extLst>
              <a:ext uri="{FF2B5EF4-FFF2-40B4-BE49-F238E27FC236}">
                <a16:creationId xmlns:a16="http://schemas.microsoft.com/office/drawing/2014/main" id="{956E9A75-4DC8-46BF-A46A-4A9F8C6AFC86}"/>
              </a:ext>
            </a:extLst>
          </p:cNvPr>
          <p:cNvSpPr/>
          <p:nvPr/>
        </p:nvSpPr>
        <p:spPr>
          <a:xfrm>
            <a:off x="1085668" y="5012568"/>
            <a:ext cx="1344708" cy="47337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2000" b="1" dirty="0">
                <a:solidFill>
                  <a:schemeClr val="bg1"/>
                </a:solidFill>
              </a:rPr>
              <a:t>opponent</a:t>
            </a:r>
          </a:p>
        </p:txBody>
      </p:sp>
      <p:sp>
        <p:nvSpPr>
          <p:cNvPr id="14" name="Rectangle 13">
            <a:extLst>
              <a:ext uri="{FF2B5EF4-FFF2-40B4-BE49-F238E27FC236}">
                <a16:creationId xmlns:a16="http://schemas.microsoft.com/office/drawing/2014/main" id="{424C50CA-CC6E-4D58-BEFF-F907FA35C994}"/>
              </a:ext>
            </a:extLst>
          </p:cNvPr>
          <p:cNvSpPr/>
          <p:nvPr/>
        </p:nvSpPr>
        <p:spPr>
          <a:xfrm>
            <a:off x="8827611" y="3034831"/>
            <a:ext cx="1344708" cy="47337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2000" b="1" dirty="0">
                <a:solidFill>
                  <a:schemeClr val="bg1"/>
                </a:solidFill>
              </a:rPr>
              <a:t>opponent</a:t>
            </a:r>
          </a:p>
        </p:txBody>
      </p:sp>
      <p:sp>
        <p:nvSpPr>
          <p:cNvPr id="15" name="Rectangle 14">
            <a:extLst>
              <a:ext uri="{FF2B5EF4-FFF2-40B4-BE49-F238E27FC236}">
                <a16:creationId xmlns:a16="http://schemas.microsoft.com/office/drawing/2014/main" id="{F0FBFA6F-EB7B-4968-941C-DAA77AF0D00E}"/>
              </a:ext>
            </a:extLst>
          </p:cNvPr>
          <p:cNvSpPr/>
          <p:nvPr/>
        </p:nvSpPr>
        <p:spPr>
          <a:xfrm>
            <a:off x="6579504" y="4363329"/>
            <a:ext cx="1344708" cy="47337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2000" b="1" dirty="0">
                <a:solidFill>
                  <a:schemeClr val="bg1"/>
                </a:solidFill>
              </a:rPr>
              <a:t>opponent</a:t>
            </a:r>
          </a:p>
        </p:txBody>
      </p:sp>
      <p:sp>
        <p:nvSpPr>
          <p:cNvPr id="16" name="Rectangle 15">
            <a:extLst>
              <a:ext uri="{FF2B5EF4-FFF2-40B4-BE49-F238E27FC236}">
                <a16:creationId xmlns:a16="http://schemas.microsoft.com/office/drawing/2014/main" id="{48FA807D-55F7-4820-9923-7637F269B6DD}"/>
              </a:ext>
            </a:extLst>
          </p:cNvPr>
          <p:cNvSpPr/>
          <p:nvPr/>
        </p:nvSpPr>
        <p:spPr>
          <a:xfrm>
            <a:off x="7679719" y="4329852"/>
            <a:ext cx="1344708" cy="47337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2000" b="1" dirty="0">
                <a:solidFill>
                  <a:schemeClr val="bg1"/>
                </a:solidFill>
              </a:rPr>
              <a:t>opponent</a:t>
            </a:r>
          </a:p>
        </p:txBody>
      </p:sp>
      <p:sp>
        <p:nvSpPr>
          <p:cNvPr id="17" name="Rectangle 16">
            <a:extLst>
              <a:ext uri="{FF2B5EF4-FFF2-40B4-BE49-F238E27FC236}">
                <a16:creationId xmlns:a16="http://schemas.microsoft.com/office/drawing/2014/main" id="{86C0AC88-01A9-465D-962B-A2539A77347B}"/>
              </a:ext>
            </a:extLst>
          </p:cNvPr>
          <p:cNvSpPr/>
          <p:nvPr/>
        </p:nvSpPr>
        <p:spPr>
          <a:xfrm>
            <a:off x="5969500" y="3445655"/>
            <a:ext cx="1993832" cy="57774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2000" b="1" dirty="0" err="1">
                <a:solidFill>
                  <a:schemeClr val="bg1"/>
                </a:solidFill>
              </a:rPr>
              <a:t>oo</a:t>
            </a:r>
            <a:r>
              <a:rPr lang="en-AU" sz="2000" b="1" dirty="0">
                <a:solidFill>
                  <a:schemeClr val="bg1"/>
                </a:solidFill>
              </a:rPr>
              <a:t>: or opponent</a:t>
            </a:r>
          </a:p>
        </p:txBody>
      </p:sp>
      <p:sp>
        <p:nvSpPr>
          <p:cNvPr id="19" name="Rectangle 18">
            <a:extLst>
              <a:ext uri="{FF2B5EF4-FFF2-40B4-BE49-F238E27FC236}">
                <a16:creationId xmlns:a16="http://schemas.microsoft.com/office/drawing/2014/main" id="{53D844EC-44BE-492E-9719-97D4CB5BDF0B}"/>
              </a:ext>
            </a:extLst>
          </p:cNvPr>
          <p:cNvSpPr/>
          <p:nvPr/>
        </p:nvSpPr>
        <p:spPr>
          <a:xfrm>
            <a:off x="8632835" y="3545838"/>
            <a:ext cx="2844870" cy="33116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2000" b="1" dirty="0">
                <a:solidFill>
                  <a:schemeClr val="bg1"/>
                </a:solidFill>
              </a:rPr>
              <a:t>co: counter opponent</a:t>
            </a:r>
          </a:p>
        </p:txBody>
      </p:sp>
      <p:sp>
        <p:nvSpPr>
          <p:cNvPr id="20" name="Rectangle 19">
            <a:extLst>
              <a:ext uri="{FF2B5EF4-FFF2-40B4-BE49-F238E27FC236}">
                <a16:creationId xmlns:a16="http://schemas.microsoft.com/office/drawing/2014/main" id="{D2DE551A-E061-4899-AAAD-2873CCF33873}"/>
              </a:ext>
            </a:extLst>
          </p:cNvPr>
          <p:cNvSpPr/>
          <p:nvPr/>
        </p:nvSpPr>
        <p:spPr>
          <a:xfrm>
            <a:off x="2415910" y="4580526"/>
            <a:ext cx="3227803" cy="43204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2000" b="1" dirty="0">
                <a:solidFill>
                  <a:schemeClr val="bg1"/>
                </a:solidFill>
              </a:rPr>
              <a:t>cp: counter proponent</a:t>
            </a:r>
          </a:p>
        </p:txBody>
      </p:sp>
      <p:sp>
        <p:nvSpPr>
          <p:cNvPr id="21" name="Rectangle 20">
            <a:extLst>
              <a:ext uri="{FF2B5EF4-FFF2-40B4-BE49-F238E27FC236}">
                <a16:creationId xmlns:a16="http://schemas.microsoft.com/office/drawing/2014/main" id="{A9E354F2-2411-4E11-83D9-2092B22E2963}"/>
              </a:ext>
            </a:extLst>
          </p:cNvPr>
          <p:cNvSpPr/>
          <p:nvPr/>
        </p:nvSpPr>
        <p:spPr>
          <a:xfrm>
            <a:off x="7219463" y="2318760"/>
            <a:ext cx="1059873" cy="43204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2000" b="1" dirty="0">
                <a:solidFill>
                  <a:schemeClr val="bg1"/>
                </a:solidFill>
              </a:rPr>
              <a:t>cp</a:t>
            </a:r>
          </a:p>
        </p:txBody>
      </p:sp>
    </p:spTree>
    <p:extLst>
      <p:ext uri="{BB962C8B-B14F-4D97-AF65-F5344CB8AC3E}">
        <p14:creationId xmlns:p14="http://schemas.microsoft.com/office/powerpoint/2010/main" val="1905110147"/>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BDBE1195-5E93-4B81-8F91-967BBDD5A510}"/>
              </a:ext>
            </a:extLst>
          </p:cNvPr>
          <p:cNvPicPr>
            <a:picLocks noChangeAspect="1"/>
          </p:cNvPicPr>
          <p:nvPr/>
        </p:nvPicPr>
        <p:blipFill>
          <a:blip r:embed="rId3"/>
          <a:stretch>
            <a:fillRect/>
          </a:stretch>
        </p:blipFill>
        <p:spPr>
          <a:xfrm>
            <a:off x="616137" y="1178545"/>
            <a:ext cx="4572549" cy="4767126"/>
          </a:xfrm>
          <a:prstGeom prst="rect">
            <a:avLst/>
          </a:prstGeom>
        </p:spPr>
      </p:pic>
      <p:pic>
        <p:nvPicPr>
          <p:cNvPr id="6" name="Picture 5">
            <a:extLst>
              <a:ext uri="{FF2B5EF4-FFF2-40B4-BE49-F238E27FC236}">
                <a16:creationId xmlns:a16="http://schemas.microsoft.com/office/drawing/2014/main" id="{571BB74B-6159-4832-A4C6-B465C0F3B72C}"/>
              </a:ext>
            </a:extLst>
          </p:cNvPr>
          <p:cNvPicPr>
            <a:picLocks noChangeAspect="1"/>
          </p:cNvPicPr>
          <p:nvPr/>
        </p:nvPicPr>
        <p:blipFill>
          <a:blip r:embed="rId4"/>
          <a:stretch>
            <a:fillRect/>
          </a:stretch>
        </p:blipFill>
        <p:spPr>
          <a:xfrm>
            <a:off x="5727909" y="1178545"/>
            <a:ext cx="5534515" cy="4767126"/>
          </a:xfrm>
          <a:prstGeom prst="rect">
            <a:avLst/>
          </a:prstGeom>
        </p:spPr>
      </p:pic>
    </p:spTree>
    <p:extLst>
      <p:ext uri="{BB962C8B-B14F-4D97-AF65-F5344CB8AC3E}">
        <p14:creationId xmlns:p14="http://schemas.microsoft.com/office/powerpoint/2010/main" val="1250854899"/>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83BDB571-C1B7-443B-8220-12A1846D4256}"/>
              </a:ext>
            </a:extLst>
          </p:cNvPr>
          <p:cNvPicPr>
            <a:picLocks noChangeAspect="1"/>
          </p:cNvPicPr>
          <p:nvPr/>
        </p:nvPicPr>
        <p:blipFill>
          <a:blip r:embed="rId3"/>
          <a:stretch>
            <a:fillRect/>
          </a:stretch>
        </p:blipFill>
        <p:spPr>
          <a:xfrm>
            <a:off x="7442790" y="1029690"/>
            <a:ext cx="3968160" cy="4285260"/>
          </a:xfrm>
          <a:prstGeom prst="rect">
            <a:avLst/>
          </a:prstGeom>
        </p:spPr>
      </p:pic>
      <p:pic>
        <p:nvPicPr>
          <p:cNvPr id="6" name="Picture 5">
            <a:extLst>
              <a:ext uri="{FF2B5EF4-FFF2-40B4-BE49-F238E27FC236}">
                <a16:creationId xmlns:a16="http://schemas.microsoft.com/office/drawing/2014/main" id="{FDB5E369-1471-4129-B32F-1D52FD2FD8BC}"/>
              </a:ext>
            </a:extLst>
          </p:cNvPr>
          <p:cNvPicPr>
            <a:picLocks noChangeAspect="1"/>
          </p:cNvPicPr>
          <p:nvPr/>
        </p:nvPicPr>
        <p:blipFill>
          <a:blip r:embed="rId4"/>
          <a:stretch>
            <a:fillRect/>
          </a:stretch>
        </p:blipFill>
        <p:spPr>
          <a:xfrm>
            <a:off x="585626" y="1029688"/>
            <a:ext cx="6583502" cy="4285261"/>
          </a:xfrm>
          <a:prstGeom prst="rect">
            <a:avLst/>
          </a:prstGeom>
        </p:spPr>
      </p:pic>
    </p:spTree>
    <p:extLst>
      <p:ext uri="{BB962C8B-B14F-4D97-AF65-F5344CB8AC3E}">
        <p14:creationId xmlns:p14="http://schemas.microsoft.com/office/powerpoint/2010/main" val="3646882416"/>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BE7172D3-75C5-4E6B-A506-FDC2791B1416}"/>
              </a:ext>
            </a:extLst>
          </p:cNvPr>
          <p:cNvPicPr>
            <a:picLocks noChangeAspect="1"/>
          </p:cNvPicPr>
          <p:nvPr/>
        </p:nvPicPr>
        <p:blipFill>
          <a:blip r:embed="rId3"/>
          <a:stretch>
            <a:fillRect/>
          </a:stretch>
        </p:blipFill>
        <p:spPr>
          <a:xfrm>
            <a:off x="275412" y="270164"/>
            <a:ext cx="11641175" cy="6359236"/>
          </a:xfrm>
          <a:prstGeom prst="rect">
            <a:avLst/>
          </a:prstGeom>
        </p:spPr>
      </p:pic>
    </p:spTree>
    <p:extLst>
      <p:ext uri="{BB962C8B-B14F-4D97-AF65-F5344CB8AC3E}">
        <p14:creationId xmlns:p14="http://schemas.microsoft.com/office/powerpoint/2010/main" val="3311270867"/>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3A7AE6-D4A2-4EC7-AB69-D10FDED6791E}"/>
              </a:ext>
            </a:extLst>
          </p:cNvPr>
          <p:cNvSpPr>
            <a:spLocks noGrp="1"/>
          </p:cNvSpPr>
          <p:nvPr>
            <p:ph type="title"/>
          </p:nvPr>
        </p:nvSpPr>
        <p:spPr>
          <a:xfrm>
            <a:off x="919119" y="0"/>
            <a:ext cx="10353762" cy="935421"/>
          </a:xfrm>
        </p:spPr>
        <p:txBody>
          <a:bodyPr/>
          <a:lstStyle/>
          <a:p>
            <a:r>
              <a:rPr lang="en-AU" dirty="0"/>
              <a:t>Exercise (tree translation)</a:t>
            </a:r>
          </a:p>
        </p:txBody>
      </p:sp>
      <p:pic>
        <p:nvPicPr>
          <p:cNvPr id="24" name="Picture 23">
            <a:extLst>
              <a:ext uri="{FF2B5EF4-FFF2-40B4-BE49-F238E27FC236}">
                <a16:creationId xmlns:a16="http://schemas.microsoft.com/office/drawing/2014/main" id="{7D770456-6F9F-4C9F-8A1D-53814B8F30E3}"/>
              </a:ext>
            </a:extLst>
          </p:cNvPr>
          <p:cNvPicPr>
            <a:picLocks noChangeAspect="1"/>
          </p:cNvPicPr>
          <p:nvPr/>
        </p:nvPicPr>
        <p:blipFill>
          <a:blip r:embed="rId3"/>
          <a:stretch>
            <a:fillRect/>
          </a:stretch>
        </p:blipFill>
        <p:spPr>
          <a:xfrm>
            <a:off x="1698171" y="1099812"/>
            <a:ext cx="8403772" cy="5407378"/>
          </a:xfrm>
          <a:prstGeom prst="rect">
            <a:avLst/>
          </a:prstGeom>
        </p:spPr>
      </p:pic>
    </p:spTree>
    <p:extLst>
      <p:ext uri="{BB962C8B-B14F-4D97-AF65-F5344CB8AC3E}">
        <p14:creationId xmlns:p14="http://schemas.microsoft.com/office/powerpoint/2010/main" val="3772440935"/>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3A7AE6-D4A2-4EC7-AB69-D10FDED6791E}"/>
              </a:ext>
            </a:extLst>
          </p:cNvPr>
          <p:cNvSpPr>
            <a:spLocks noGrp="1"/>
          </p:cNvSpPr>
          <p:nvPr>
            <p:ph type="title"/>
          </p:nvPr>
        </p:nvSpPr>
        <p:spPr>
          <a:xfrm>
            <a:off x="919119" y="0"/>
            <a:ext cx="10353762" cy="935421"/>
          </a:xfrm>
        </p:spPr>
        <p:txBody>
          <a:bodyPr/>
          <a:lstStyle/>
          <a:p>
            <a:r>
              <a:rPr lang="en-AU" dirty="0"/>
              <a:t>Exercise (tree translation)</a:t>
            </a:r>
          </a:p>
        </p:txBody>
      </p:sp>
      <p:pic>
        <p:nvPicPr>
          <p:cNvPr id="24" name="Picture 23">
            <a:extLst>
              <a:ext uri="{FF2B5EF4-FFF2-40B4-BE49-F238E27FC236}">
                <a16:creationId xmlns:a16="http://schemas.microsoft.com/office/drawing/2014/main" id="{7D770456-6F9F-4C9F-8A1D-53814B8F30E3}"/>
              </a:ext>
            </a:extLst>
          </p:cNvPr>
          <p:cNvPicPr>
            <a:picLocks noChangeAspect="1"/>
          </p:cNvPicPr>
          <p:nvPr/>
        </p:nvPicPr>
        <p:blipFill>
          <a:blip r:embed="rId3"/>
          <a:stretch>
            <a:fillRect/>
          </a:stretch>
        </p:blipFill>
        <p:spPr>
          <a:xfrm>
            <a:off x="346449" y="1708388"/>
            <a:ext cx="5748714" cy="3698990"/>
          </a:xfrm>
          <a:prstGeom prst="rect">
            <a:avLst/>
          </a:prstGeom>
        </p:spPr>
      </p:pic>
      <p:pic>
        <p:nvPicPr>
          <p:cNvPr id="4" name="Picture 3">
            <a:extLst>
              <a:ext uri="{FF2B5EF4-FFF2-40B4-BE49-F238E27FC236}">
                <a16:creationId xmlns:a16="http://schemas.microsoft.com/office/drawing/2014/main" id="{FCDA48D8-8047-4D13-B2E8-84CDC9487A22}"/>
              </a:ext>
            </a:extLst>
          </p:cNvPr>
          <p:cNvPicPr>
            <a:picLocks noChangeAspect="1"/>
          </p:cNvPicPr>
          <p:nvPr/>
        </p:nvPicPr>
        <p:blipFill>
          <a:blip r:embed="rId4"/>
          <a:stretch>
            <a:fillRect/>
          </a:stretch>
        </p:blipFill>
        <p:spPr>
          <a:xfrm>
            <a:off x="6274205" y="1708387"/>
            <a:ext cx="5571346" cy="3698989"/>
          </a:xfrm>
          <a:prstGeom prst="rect">
            <a:avLst/>
          </a:prstGeom>
        </p:spPr>
      </p:pic>
    </p:spTree>
    <p:extLst>
      <p:ext uri="{BB962C8B-B14F-4D97-AF65-F5344CB8AC3E}">
        <p14:creationId xmlns:p14="http://schemas.microsoft.com/office/powerpoint/2010/main" val="1827031149"/>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3A7AE6-D4A2-4EC7-AB69-D10FDED6791E}"/>
              </a:ext>
            </a:extLst>
          </p:cNvPr>
          <p:cNvSpPr>
            <a:spLocks noGrp="1"/>
          </p:cNvSpPr>
          <p:nvPr>
            <p:ph type="title"/>
          </p:nvPr>
        </p:nvSpPr>
        <p:spPr>
          <a:xfrm>
            <a:off x="919119" y="0"/>
            <a:ext cx="10353762" cy="935421"/>
          </a:xfrm>
        </p:spPr>
        <p:txBody>
          <a:bodyPr/>
          <a:lstStyle/>
          <a:p>
            <a:r>
              <a:rPr lang="en-AU" dirty="0"/>
              <a:t>Exercise (success probability for the nodes)</a:t>
            </a:r>
          </a:p>
        </p:txBody>
      </p:sp>
      <p:pic>
        <p:nvPicPr>
          <p:cNvPr id="5" name="Picture 4">
            <a:extLst>
              <a:ext uri="{FF2B5EF4-FFF2-40B4-BE49-F238E27FC236}">
                <a16:creationId xmlns:a16="http://schemas.microsoft.com/office/drawing/2014/main" id="{5E9D4FAE-9EA5-4927-8F70-E90C243EA17E}"/>
              </a:ext>
            </a:extLst>
          </p:cNvPr>
          <p:cNvPicPr>
            <a:picLocks noChangeAspect="1"/>
          </p:cNvPicPr>
          <p:nvPr/>
        </p:nvPicPr>
        <p:blipFill>
          <a:blip r:embed="rId3"/>
          <a:stretch>
            <a:fillRect/>
          </a:stretch>
        </p:blipFill>
        <p:spPr>
          <a:xfrm>
            <a:off x="919119" y="935421"/>
            <a:ext cx="9802958" cy="5288398"/>
          </a:xfrm>
          <a:prstGeom prst="rect">
            <a:avLst/>
          </a:prstGeom>
        </p:spPr>
      </p:pic>
      <p:pic>
        <p:nvPicPr>
          <p:cNvPr id="4" name="Picture 3">
            <a:extLst>
              <a:ext uri="{FF2B5EF4-FFF2-40B4-BE49-F238E27FC236}">
                <a16:creationId xmlns:a16="http://schemas.microsoft.com/office/drawing/2014/main" id="{07BA7B64-6AF9-4C08-AAEF-1353B9D28CB3}"/>
              </a:ext>
            </a:extLst>
          </p:cNvPr>
          <p:cNvPicPr>
            <a:picLocks noChangeAspect="1"/>
          </p:cNvPicPr>
          <p:nvPr/>
        </p:nvPicPr>
        <p:blipFill>
          <a:blip r:embed="rId4"/>
          <a:stretch>
            <a:fillRect/>
          </a:stretch>
        </p:blipFill>
        <p:spPr>
          <a:xfrm>
            <a:off x="8524568" y="935664"/>
            <a:ext cx="3220262" cy="1850065"/>
          </a:xfrm>
          <a:prstGeom prst="rect">
            <a:avLst/>
          </a:prstGeom>
        </p:spPr>
      </p:pic>
      <p:sp>
        <p:nvSpPr>
          <p:cNvPr id="6" name="Rectangle 5">
            <a:extLst>
              <a:ext uri="{FF2B5EF4-FFF2-40B4-BE49-F238E27FC236}">
                <a16:creationId xmlns:a16="http://schemas.microsoft.com/office/drawing/2014/main" id="{69F92E9A-2B5F-4177-93B9-09916C3328E6}"/>
              </a:ext>
            </a:extLst>
          </p:cNvPr>
          <p:cNvSpPr/>
          <p:nvPr/>
        </p:nvSpPr>
        <p:spPr>
          <a:xfrm>
            <a:off x="2537857" y="3237271"/>
            <a:ext cx="678426" cy="383458"/>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7" name="Rectangle 6">
            <a:extLst>
              <a:ext uri="{FF2B5EF4-FFF2-40B4-BE49-F238E27FC236}">
                <a16:creationId xmlns:a16="http://schemas.microsoft.com/office/drawing/2014/main" id="{BEB55EFD-BA53-450C-B6F4-2FD9BCBB61F7}"/>
              </a:ext>
            </a:extLst>
          </p:cNvPr>
          <p:cNvSpPr/>
          <p:nvPr/>
        </p:nvSpPr>
        <p:spPr>
          <a:xfrm>
            <a:off x="2690257" y="4172692"/>
            <a:ext cx="678426" cy="383458"/>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8" name="Rectangle 7">
            <a:extLst>
              <a:ext uri="{FF2B5EF4-FFF2-40B4-BE49-F238E27FC236}">
                <a16:creationId xmlns:a16="http://schemas.microsoft.com/office/drawing/2014/main" id="{5124B453-7009-4E27-A9F3-CF3B5E9C1FF0}"/>
              </a:ext>
            </a:extLst>
          </p:cNvPr>
          <p:cNvSpPr/>
          <p:nvPr/>
        </p:nvSpPr>
        <p:spPr>
          <a:xfrm>
            <a:off x="2989007" y="2194374"/>
            <a:ext cx="678426" cy="383458"/>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9" name="Rectangle 8">
            <a:extLst>
              <a:ext uri="{FF2B5EF4-FFF2-40B4-BE49-F238E27FC236}">
                <a16:creationId xmlns:a16="http://schemas.microsoft.com/office/drawing/2014/main" id="{2E47447F-9D1D-4119-9AC1-89A76461C26E}"/>
              </a:ext>
            </a:extLst>
          </p:cNvPr>
          <p:cNvSpPr/>
          <p:nvPr/>
        </p:nvSpPr>
        <p:spPr>
          <a:xfrm>
            <a:off x="5008022" y="1234194"/>
            <a:ext cx="678426" cy="383458"/>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0" name="Rectangle 9">
            <a:extLst>
              <a:ext uri="{FF2B5EF4-FFF2-40B4-BE49-F238E27FC236}">
                <a16:creationId xmlns:a16="http://schemas.microsoft.com/office/drawing/2014/main" id="{19F88072-7B73-4C39-85C6-1A390ED9D829}"/>
              </a:ext>
            </a:extLst>
          </p:cNvPr>
          <p:cNvSpPr/>
          <p:nvPr/>
        </p:nvSpPr>
        <p:spPr>
          <a:xfrm>
            <a:off x="5550685" y="3227662"/>
            <a:ext cx="678426" cy="383458"/>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2" name="Rectangle 11">
            <a:extLst>
              <a:ext uri="{FF2B5EF4-FFF2-40B4-BE49-F238E27FC236}">
                <a16:creationId xmlns:a16="http://schemas.microsoft.com/office/drawing/2014/main" id="{18FA6537-F0CE-44FE-A425-10E0BFC96171}"/>
              </a:ext>
            </a:extLst>
          </p:cNvPr>
          <p:cNvSpPr/>
          <p:nvPr/>
        </p:nvSpPr>
        <p:spPr>
          <a:xfrm>
            <a:off x="9438688" y="4348215"/>
            <a:ext cx="678426" cy="383458"/>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3" name="Rectangle 12">
            <a:extLst>
              <a:ext uri="{FF2B5EF4-FFF2-40B4-BE49-F238E27FC236}">
                <a16:creationId xmlns:a16="http://schemas.microsoft.com/office/drawing/2014/main" id="{84915FF7-F2B6-4F8F-987F-6E6AE8782CB9}"/>
              </a:ext>
            </a:extLst>
          </p:cNvPr>
          <p:cNvSpPr/>
          <p:nvPr/>
        </p:nvSpPr>
        <p:spPr>
          <a:xfrm>
            <a:off x="8194430" y="3290775"/>
            <a:ext cx="1244257" cy="383458"/>
          </a:xfrm>
          <a:prstGeom prst="rect">
            <a:avLst/>
          </a:prstGeom>
          <a:solidFill>
            <a:schemeClr val="tx1"/>
          </a:solidFill>
          <a:ln w="38100">
            <a:solidFill>
              <a:schemeClr val="accent6">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1400" dirty="0">
                <a:solidFill>
                  <a:schemeClr val="bg1"/>
                </a:solidFill>
                <a:latin typeface="Arial" panose="020B0604020202020204" pitchFamily="34" charset="0"/>
                <a:cs typeface="Arial" panose="020B0604020202020204" pitchFamily="34" charset="0"/>
              </a:rPr>
              <a:t>1.0</a:t>
            </a:r>
          </a:p>
        </p:txBody>
      </p:sp>
      <p:sp>
        <p:nvSpPr>
          <p:cNvPr id="15" name="Rectangle 14">
            <a:extLst>
              <a:ext uri="{FF2B5EF4-FFF2-40B4-BE49-F238E27FC236}">
                <a16:creationId xmlns:a16="http://schemas.microsoft.com/office/drawing/2014/main" id="{0ABB9AB2-8480-4BB4-9570-B265C933A8FD}"/>
              </a:ext>
            </a:extLst>
          </p:cNvPr>
          <p:cNvSpPr/>
          <p:nvPr/>
        </p:nvSpPr>
        <p:spPr>
          <a:xfrm>
            <a:off x="8477344" y="3290775"/>
            <a:ext cx="678426" cy="383458"/>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8" name="Rectangle 17">
            <a:extLst>
              <a:ext uri="{FF2B5EF4-FFF2-40B4-BE49-F238E27FC236}">
                <a16:creationId xmlns:a16="http://schemas.microsoft.com/office/drawing/2014/main" id="{AF641BBD-1AE1-4473-A3CD-89545BCB14F4}"/>
              </a:ext>
            </a:extLst>
          </p:cNvPr>
          <p:cNvSpPr/>
          <p:nvPr/>
        </p:nvSpPr>
        <p:spPr>
          <a:xfrm>
            <a:off x="8194429" y="2899539"/>
            <a:ext cx="1244257" cy="383458"/>
          </a:xfrm>
          <a:prstGeom prst="rect">
            <a:avLst/>
          </a:prstGeom>
          <a:solidFill>
            <a:schemeClr val="tx1"/>
          </a:solidFill>
          <a:ln w="38100">
            <a:solidFill>
              <a:schemeClr val="accent6">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1400" dirty="0">
                <a:solidFill>
                  <a:schemeClr val="bg1"/>
                </a:solidFill>
                <a:latin typeface="Cambria" panose="02040503050406030204" pitchFamily="18" charset="0"/>
                <a:ea typeface="Cambria" panose="02040503050406030204" pitchFamily="18" charset="0"/>
                <a:cs typeface="Arial" panose="020B0604020202020204" pitchFamily="34" charset="0"/>
              </a:rPr>
              <a:t>0.0</a:t>
            </a:r>
          </a:p>
        </p:txBody>
      </p:sp>
      <p:sp>
        <p:nvSpPr>
          <p:cNvPr id="14" name="Rectangle 13">
            <a:extLst>
              <a:ext uri="{FF2B5EF4-FFF2-40B4-BE49-F238E27FC236}">
                <a16:creationId xmlns:a16="http://schemas.microsoft.com/office/drawing/2014/main" id="{6893BAD6-018F-4A85-AE18-DB743550469F}"/>
              </a:ext>
            </a:extLst>
          </p:cNvPr>
          <p:cNvSpPr/>
          <p:nvPr/>
        </p:nvSpPr>
        <p:spPr>
          <a:xfrm>
            <a:off x="8477344" y="2883100"/>
            <a:ext cx="678426" cy="383458"/>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6" name="Oval 15">
            <a:extLst>
              <a:ext uri="{FF2B5EF4-FFF2-40B4-BE49-F238E27FC236}">
                <a16:creationId xmlns:a16="http://schemas.microsoft.com/office/drawing/2014/main" id="{4D8EB549-C67B-4E5F-AE5A-E138D56FAB02}"/>
              </a:ext>
            </a:extLst>
          </p:cNvPr>
          <p:cNvSpPr/>
          <p:nvPr/>
        </p:nvSpPr>
        <p:spPr>
          <a:xfrm>
            <a:off x="9910637" y="5503985"/>
            <a:ext cx="678426" cy="383458"/>
          </a:xfrm>
          <a:prstGeom prst="ellipse">
            <a:avLst/>
          </a:prstGeom>
          <a:solidFill>
            <a:srgbClr val="FFFF00"/>
          </a:solid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1050" dirty="0">
                <a:solidFill>
                  <a:schemeClr val="bg1"/>
                </a:solidFill>
                <a:latin typeface="Arial" panose="020B0604020202020204" pitchFamily="34" charset="0"/>
                <a:cs typeface="Arial" panose="020B0604020202020204" pitchFamily="34" charset="0"/>
              </a:rPr>
              <a:t>0.5</a:t>
            </a:r>
          </a:p>
        </p:txBody>
      </p:sp>
      <p:sp>
        <p:nvSpPr>
          <p:cNvPr id="17" name="Oval 16">
            <a:extLst>
              <a:ext uri="{FF2B5EF4-FFF2-40B4-BE49-F238E27FC236}">
                <a16:creationId xmlns:a16="http://schemas.microsoft.com/office/drawing/2014/main" id="{D8F6E3F1-1584-4907-914A-09F741A77C52}"/>
              </a:ext>
            </a:extLst>
          </p:cNvPr>
          <p:cNvSpPr/>
          <p:nvPr/>
        </p:nvSpPr>
        <p:spPr>
          <a:xfrm>
            <a:off x="6768755" y="2202024"/>
            <a:ext cx="963741" cy="410547"/>
          </a:xfrm>
          <a:prstGeom prst="ellipse">
            <a:avLst/>
          </a:prstGeom>
          <a:solidFill>
            <a:schemeClr val="tx1"/>
          </a:solid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1050" dirty="0">
                <a:solidFill>
                  <a:schemeClr val="bg1"/>
                </a:solidFill>
                <a:latin typeface="Arial" panose="020B0604020202020204" pitchFamily="34" charset="0"/>
                <a:cs typeface="Arial" panose="020B0604020202020204" pitchFamily="34" charset="0"/>
              </a:rPr>
              <a:t>1.0</a:t>
            </a:r>
          </a:p>
        </p:txBody>
      </p:sp>
      <p:sp>
        <p:nvSpPr>
          <p:cNvPr id="19" name="Oval 18">
            <a:extLst>
              <a:ext uri="{FF2B5EF4-FFF2-40B4-BE49-F238E27FC236}">
                <a16:creationId xmlns:a16="http://schemas.microsoft.com/office/drawing/2014/main" id="{566A02E2-2EBE-43BF-B9BB-09D39BA01D4C}"/>
              </a:ext>
            </a:extLst>
          </p:cNvPr>
          <p:cNvSpPr/>
          <p:nvPr/>
        </p:nvSpPr>
        <p:spPr>
          <a:xfrm>
            <a:off x="6750094" y="1793726"/>
            <a:ext cx="963741" cy="383458"/>
          </a:xfrm>
          <a:prstGeom prst="ellipse">
            <a:avLst/>
          </a:prstGeom>
          <a:solidFill>
            <a:schemeClr val="tx1"/>
          </a:solid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1050" dirty="0">
                <a:solidFill>
                  <a:schemeClr val="bg1"/>
                </a:solidFill>
                <a:latin typeface="Arial" panose="020B0604020202020204" pitchFamily="34" charset="0"/>
                <a:cs typeface="Arial" panose="020B0604020202020204" pitchFamily="34" charset="0"/>
              </a:rPr>
              <a:t>0.75</a:t>
            </a:r>
          </a:p>
        </p:txBody>
      </p:sp>
      <p:sp>
        <p:nvSpPr>
          <p:cNvPr id="20" name="Rectangle 19">
            <a:extLst>
              <a:ext uri="{FF2B5EF4-FFF2-40B4-BE49-F238E27FC236}">
                <a16:creationId xmlns:a16="http://schemas.microsoft.com/office/drawing/2014/main" id="{7DC8C79B-E10D-4AB0-A536-84D4932177A4}"/>
              </a:ext>
            </a:extLst>
          </p:cNvPr>
          <p:cNvSpPr/>
          <p:nvPr/>
        </p:nvSpPr>
        <p:spPr>
          <a:xfrm>
            <a:off x="6892751" y="1763072"/>
            <a:ext cx="678426" cy="383458"/>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21" name="Rectangle 20">
            <a:extLst>
              <a:ext uri="{FF2B5EF4-FFF2-40B4-BE49-F238E27FC236}">
                <a16:creationId xmlns:a16="http://schemas.microsoft.com/office/drawing/2014/main" id="{AD2BE259-8E32-49BB-8B6F-073A6E8E5732}"/>
              </a:ext>
            </a:extLst>
          </p:cNvPr>
          <p:cNvSpPr/>
          <p:nvPr/>
        </p:nvSpPr>
        <p:spPr>
          <a:xfrm>
            <a:off x="6892751" y="2202024"/>
            <a:ext cx="678426" cy="383458"/>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Tree>
    <p:extLst>
      <p:ext uri="{BB962C8B-B14F-4D97-AF65-F5344CB8AC3E}">
        <p14:creationId xmlns:p14="http://schemas.microsoft.com/office/powerpoint/2010/main" val="2649076992"/>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3A7AE6-D4A2-4EC7-AB69-D10FDED6791E}"/>
              </a:ext>
            </a:extLst>
          </p:cNvPr>
          <p:cNvSpPr>
            <a:spLocks noGrp="1"/>
          </p:cNvSpPr>
          <p:nvPr>
            <p:ph type="title"/>
          </p:nvPr>
        </p:nvSpPr>
        <p:spPr>
          <a:xfrm>
            <a:off x="919119" y="0"/>
            <a:ext cx="10353762" cy="935421"/>
          </a:xfrm>
        </p:spPr>
        <p:txBody>
          <a:bodyPr/>
          <a:lstStyle/>
          <a:p>
            <a:r>
              <a:rPr lang="en-AU" dirty="0"/>
              <a:t>Exercise (success probability for the nodes)</a:t>
            </a:r>
          </a:p>
        </p:txBody>
      </p:sp>
      <p:pic>
        <p:nvPicPr>
          <p:cNvPr id="5" name="Picture 4">
            <a:extLst>
              <a:ext uri="{FF2B5EF4-FFF2-40B4-BE49-F238E27FC236}">
                <a16:creationId xmlns:a16="http://schemas.microsoft.com/office/drawing/2014/main" id="{5E9D4FAE-9EA5-4927-8F70-E90C243EA17E}"/>
              </a:ext>
            </a:extLst>
          </p:cNvPr>
          <p:cNvPicPr>
            <a:picLocks noChangeAspect="1"/>
          </p:cNvPicPr>
          <p:nvPr/>
        </p:nvPicPr>
        <p:blipFill>
          <a:blip r:embed="rId3"/>
          <a:stretch>
            <a:fillRect/>
          </a:stretch>
        </p:blipFill>
        <p:spPr>
          <a:xfrm>
            <a:off x="919119" y="935421"/>
            <a:ext cx="9802958" cy="5288398"/>
          </a:xfrm>
          <a:prstGeom prst="rect">
            <a:avLst/>
          </a:prstGeom>
        </p:spPr>
      </p:pic>
      <p:pic>
        <p:nvPicPr>
          <p:cNvPr id="4" name="Picture 3">
            <a:extLst>
              <a:ext uri="{FF2B5EF4-FFF2-40B4-BE49-F238E27FC236}">
                <a16:creationId xmlns:a16="http://schemas.microsoft.com/office/drawing/2014/main" id="{07BA7B64-6AF9-4C08-AAEF-1353B9D28CB3}"/>
              </a:ext>
            </a:extLst>
          </p:cNvPr>
          <p:cNvPicPr>
            <a:picLocks noChangeAspect="1"/>
          </p:cNvPicPr>
          <p:nvPr/>
        </p:nvPicPr>
        <p:blipFill>
          <a:blip r:embed="rId4"/>
          <a:stretch>
            <a:fillRect/>
          </a:stretch>
        </p:blipFill>
        <p:spPr>
          <a:xfrm>
            <a:off x="8524568" y="935664"/>
            <a:ext cx="3220262" cy="1850065"/>
          </a:xfrm>
          <a:prstGeom prst="rect">
            <a:avLst/>
          </a:prstGeom>
        </p:spPr>
      </p:pic>
      <p:sp>
        <p:nvSpPr>
          <p:cNvPr id="6" name="Rectangle 5">
            <a:extLst>
              <a:ext uri="{FF2B5EF4-FFF2-40B4-BE49-F238E27FC236}">
                <a16:creationId xmlns:a16="http://schemas.microsoft.com/office/drawing/2014/main" id="{69F92E9A-2B5F-4177-93B9-09916C3328E6}"/>
              </a:ext>
            </a:extLst>
          </p:cNvPr>
          <p:cNvSpPr/>
          <p:nvPr/>
        </p:nvSpPr>
        <p:spPr>
          <a:xfrm>
            <a:off x="2537857" y="3237271"/>
            <a:ext cx="678426" cy="383458"/>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8" name="Rectangle 7">
            <a:extLst>
              <a:ext uri="{FF2B5EF4-FFF2-40B4-BE49-F238E27FC236}">
                <a16:creationId xmlns:a16="http://schemas.microsoft.com/office/drawing/2014/main" id="{5124B453-7009-4E27-A9F3-CF3B5E9C1FF0}"/>
              </a:ext>
            </a:extLst>
          </p:cNvPr>
          <p:cNvSpPr/>
          <p:nvPr/>
        </p:nvSpPr>
        <p:spPr>
          <a:xfrm>
            <a:off x="2989007" y="2194374"/>
            <a:ext cx="678426" cy="383458"/>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9" name="Rectangle 8">
            <a:extLst>
              <a:ext uri="{FF2B5EF4-FFF2-40B4-BE49-F238E27FC236}">
                <a16:creationId xmlns:a16="http://schemas.microsoft.com/office/drawing/2014/main" id="{2E47447F-9D1D-4119-9AC1-89A76461C26E}"/>
              </a:ext>
            </a:extLst>
          </p:cNvPr>
          <p:cNvSpPr/>
          <p:nvPr/>
        </p:nvSpPr>
        <p:spPr>
          <a:xfrm>
            <a:off x="5008022" y="1234194"/>
            <a:ext cx="678426" cy="383458"/>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0" name="Rectangle 9">
            <a:extLst>
              <a:ext uri="{FF2B5EF4-FFF2-40B4-BE49-F238E27FC236}">
                <a16:creationId xmlns:a16="http://schemas.microsoft.com/office/drawing/2014/main" id="{19F88072-7B73-4C39-85C6-1A390ED9D829}"/>
              </a:ext>
            </a:extLst>
          </p:cNvPr>
          <p:cNvSpPr/>
          <p:nvPr/>
        </p:nvSpPr>
        <p:spPr>
          <a:xfrm>
            <a:off x="5550685" y="3227662"/>
            <a:ext cx="678426" cy="383458"/>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2" name="Rectangle 11">
            <a:extLst>
              <a:ext uri="{FF2B5EF4-FFF2-40B4-BE49-F238E27FC236}">
                <a16:creationId xmlns:a16="http://schemas.microsoft.com/office/drawing/2014/main" id="{18FA6537-F0CE-44FE-A425-10E0BFC96171}"/>
              </a:ext>
            </a:extLst>
          </p:cNvPr>
          <p:cNvSpPr/>
          <p:nvPr/>
        </p:nvSpPr>
        <p:spPr>
          <a:xfrm>
            <a:off x="9438688" y="4348215"/>
            <a:ext cx="678426" cy="383458"/>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3" name="Rectangle 12">
            <a:extLst>
              <a:ext uri="{FF2B5EF4-FFF2-40B4-BE49-F238E27FC236}">
                <a16:creationId xmlns:a16="http://schemas.microsoft.com/office/drawing/2014/main" id="{84915FF7-F2B6-4F8F-987F-6E6AE8782CB9}"/>
              </a:ext>
            </a:extLst>
          </p:cNvPr>
          <p:cNvSpPr/>
          <p:nvPr/>
        </p:nvSpPr>
        <p:spPr>
          <a:xfrm>
            <a:off x="8194430" y="3290775"/>
            <a:ext cx="1244257" cy="383458"/>
          </a:xfrm>
          <a:prstGeom prst="rect">
            <a:avLst/>
          </a:prstGeom>
          <a:solidFill>
            <a:schemeClr val="tx1"/>
          </a:solidFill>
          <a:ln w="38100">
            <a:solidFill>
              <a:schemeClr val="accent6">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1400" dirty="0">
                <a:solidFill>
                  <a:schemeClr val="bg1"/>
                </a:solidFill>
                <a:latin typeface="Arial" panose="020B0604020202020204" pitchFamily="34" charset="0"/>
                <a:cs typeface="Arial" panose="020B0604020202020204" pitchFamily="34" charset="0"/>
              </a:rPr>
              <a:t>1.0</a:t>
            </a:r>
          </a:p>
        </p:txBody>
      </p:sp>
      <p:sp>
        <p:nvSpPr>
          <p:cNvPr id="15" name="Rectangle 14">
            <a:extLst>
              <a:ext uri="{FF2B5EF4-FFF2-40B4-BE49-F238E27FC236}">
                <a16:creationId xmlns:a16="http://schemas.microsoft.com/office/drawing/2014/main" id="{0ABB9AB2-8480-4BB4-9570-B265C933A8FD}"/>
              </a:ext>
            </a:extLst>
          </p:cNvPr>
          <p:cNvSpPr/>
          <p:nvPr/>
        </p:nvSpPr>
        <p:spPr>
          <a:xfrm>
            <a:off x="8477344" y="3290775"/>
            <a:ext cx="678426" cy="383458"/>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8" name="Rectangle 17">
            <a:extLst>
              <a:ext uri="{FF2B5EF4-FFF2-40B4-BE49-F238E27FC236}">
                <a16:creationId xmlns:a16="http://schemas.microsoft.com/office/drawing/2014/main" id="{AF641BBD-1AE1-4473-A3CD-89545BCB14F4}"/>
              </a:ext>
            </a:extLst>
          </p:cNvPr>
          <p:cNvSpPr/>
          <p:nvPr/>
        </p:nvSpPr>
        <p:spPr>
          <a:xfrm>
            <a:off x="8194429" y="2899539"/>
            <a:ext cx="1244257" cy="383458"/>
          </a:xfrm>
          <a:prstGeom prst="rect">
            <a:avLst/>
          </a:prstGeom>
          <a:solidFill>
            <a:schemeClr val="tx1"/>
          </a:solidFill>
          <a:ln w="38100">
            <a:solidFill>
              <a:schemeClr val="accent6">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1400" dirty="0">
                <a:solidFill>
                  <a:schemeClr val="bg1"/>
                </a:solidFill>
                <a:latin typeface="Cambria" panose="02040503050406030204" pitchFamily="18" charset="0"/>
                <a:ea typeface="Cambria" panose="02040503050406030204" pitchFamily="18" charset="0"/>
                <a:cs typeface="Arial" panose="020B0604020202020204" pitchFamily="34" charset="0"/>
              </a:rPr>
              <a:t>0.0</a:t>
            </a:r>
          </a:p>
        </p:txBody>
      </p:sp>
      <p:sp>
        <p:nvSpPr>
          <p:cNvPr id="14" name="Rectangle 13">
            <a:extLst>
              <a:ext uri="{FF2B5EF4-FFF2-40B4-BE49-F238E27FC236}">
                <a16:creationId xmlns:a16="http://schemas.microsoft.com/office/drawing/2014/main" id="{6893BAD6-018F-4A85-AE18-DB743550469F}"/>
              </a:ext>
            </a:extLst>
          </p:cNvPr>
          <p:cNvSpPr/>
          <p:nvPr/>
        </p:nvSpPr>
        <p:spPr>
          <a:xfrm>
            <a:off x="8477344" y="2883100"/>
            <a:ext cx="678426" cy="383458"/>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6" name="Oval 15">
            <a:extLst>
              <a:ext uri="{FF2B5EF4-FFF2-40B4-BE49-F238E27FC236}">
                <a16:creationId xmlns:a16="http://schemas.microsoft.com/office/drawing/2014/main" id="{DD2FDB0C-7B1D-46C1-909F-425A603CC8B7}"/>
              </a:ext>
            </a:extLst>
          </p:cNvPr>
          <p:cNvSpPr/>
          <p:nvPr/>
        </p:nvSpPr>
        <p:spPr>
          <a:xfrm>
            <a:off x="9910637" y="5503985"/>
            <a:ext cx="678426" cy="383458"/>
          </a:xfrm>
          <a:prstGeom prst="ellipse">
            <a:avLst/>
          </a:prstGeom>
          <a:solidFill>
            <a:srgbClr val="FFFF00"/>
          </a:solid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1050" dirty="0">
                <a:solidFill>
                  <a:schemeClr val="bg1"/>
                </a:solidFill>
                <a:latin typeface="Arial" panose="020B0604020202020204" pitchFamily="34" charset="0"/>
                <a:cs typeface="Arial" panose="020B0604020202020204" pitchFamily="34" charset="0"/>
              </a:rPr>
              <a:t>0.5</a:t>
            </a:r>
          </a:p>
        </p:txBody>
      </p:sp>
      <p:sp>
        <p:nvSpPr>
          <p:cNvPr id="17" name="Oval 16">
            <a:extLst>
              <a:ext uri="{FF2B5EF4-FFF2-40B4-BE49-F238E27FC236}">
                <a16:creationId xmlns:a16="http://schemas.microsoft.com/office/drawing/2014/main" id="{8D2D57B7-D8D1-48C3-8511-B80369C7D9A2}"/>
              </a:ext>
            </a:extLst>
          </p:cNvPr>
          <p:cNvSpPr/>
          <p:nvPr/>
        </p:nvSpPr>
        <p:spPr>
          <a:xfrm>
            <a:off x="6768755" y="2202024"/>
            <a:ext cx="963741" cy="410547"/>
          </a:xfrm>
          <a:prstGeom prst="ellipse">
            <a:avLst/>
          </a:prstGeom>
          <a:solidFill>
            <a:schemeClr val="tx1"/>
          </a:solid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1050" dirty="0">
                <a:solidFill>
                  <a:schemeClr val="bg1"/>
                </a:solidFill>
                <a:latin typeface="Arial" panose="020B0604020202020204" pitchFamily="34" charset="0"/>
                <a:cs typeface="Arial" panose="020B0604020202020204" pitchFamily="34" charset="0"/>
              </a:rPr>
              <a:t>1.0</a:t>
            </a:r>
          </a:p>
        </p:txBody>
      </p:sp>
      <p:sp>
        <p:nvSpPr>
          <p:cNvPr id="19" name="Oval 18">
            <a:extLst>
              <a:ext uri="{FF2B5EF4-FFF2-40B4-BE49-F238E27FC236}">
                <a16:creationId xmlns:a16="http://schemas.microsoft.com/office/drawing/2014/main" id="{9BCD16FF-AD72-4A34-931D-554DABC73BF5}"/>
              </a:ext>
            </a:extLst>
          </p:cNvPr>
          <p:cNvSpPr/>
          <p:nvPr/>
        </p:nvSpPr>
        <p:spPr>
          <a:xfrm>
            <a:off x="6750094" y="1793726"/>
            <a:ext cx="963741" cy="383458"/>
          </a:xfrm>
          <a:prstGeom prst="ellipse">
            <a:avLst/>
          </a:prstGeom>
          <a:solidFill>
            <a:schemeClr val="tx1"/>
          </a:solid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1050" dirty="0">
                <a:solidFill>
                  <a:schemeClr val="bg1"/>
                </a:solidFill>
                <a:latin typeface="Arial" panose="020B0604020202020204" pitchFamily="34" charset="0"/>
                <a:cs typeface="Arial" panose="020B0604020202020204" pitchFamily="34" charset="0"/>
              </a:rPr>
              <a:t>0.75</a:t>
            </a:r>
          </a:p>
        </p:txBody>
      </p:sp>
      <p:sp>
        <p:nvSpPr>
          <p:cNvPr id="20" name="Rectangle 19">
            <a:extLst>
              <a:ext uri="{FF2B5EF4-FFF2-40B4-BE49-F238E27FC236}">
                <a16:creationId xmlns:a16="http://schemas.microsoft.com/office/drawing/2014/main" id="{09FBBEE7-2D92-4F61-A41E-8BF08BF24589}"/>
              </a:ext>
            </a:extLst>
          </p:cNvPr>
          <p:cNvSpPr/>
          <p:nvPr/>
        </p:nvSpPr>
        <p:spPr>
          <a:xfrm>
            <a:off x="6892751" y="1763072"/>
            <a:ext cx="678426" cy="383458"/>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21" name="Rectangle 20">
            <a:extLst>
              <a:ext uri="{FF2B5EF4-FFF2-40B4-BE49-F238E27FC236}">
                <a16:creationId xmlns:a16="http://schemas.microsoft.com/office/drawing/2014/main" id="{0D174373-DFF6-4439-A8D1-FC6288E4B3AB}"/>
              </a:ext>
            </a:extLst>
          </p:cNvPr>
          <p:cNvSpPr/>
          <p:nvPr/>
        </p:nvSpPr>
        <p:spPr>
          <a:xfrm>
            <a:off x="6892751" y="2202024"/>
            <a:ext cx="678426" cy="383458"/>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Tree>
    <p:extLst>
      <p:ext uri="{BB962C8B-B14F-4D97-AF65-F5344CB8AC3E}">
        <p14:creationId xmlns:p14="http://schemas.microsoft.com/office/powerpoint/2010/main" val="89159477"/>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3A7AE6-D4A2-4EC7-AB69-D10FDED6791E}"/>
              </a:ext>
            </a:extLst>
          </p:cNvPr>
          <p:cNvSpPr>
            <a:spLocks noGrp="1"/>
          </p:cNvSpPr>
          <p:nvPr>
            <p:ph type="title"/>
          </p:nvPr>
        </p:nvSpPr>
        <p:spPr>
          <a:xfrm>
            <a:off x="919119" y="0"/>
            <a:ext cx="10353762" cy="935421"/>
          </a:xfrm>
        </p:spPr>
        <p:txBody>
          <a:bodyPr/>
          <a:lstStyle/>
          <a:p>
            <a:r>
              <a:rPr lang="en-AU" dirty="0"/>
              <a:t>Exercise (success probability for the nodes)</a:t>
            </a:r>
          </a:p>
        </p:txBody>
      </p:sp>
      <p:pic>
        <p:nvPicPr>
          <p:cNvPr id="5" name="Picture 4">
            <a:extLst>
              <a:ext uri="{FF2B5EF4-FFF2-40B4-BE49-F238E27FC236}">
                <a16:creationId xmlns:a16="http://schemas.microsoft.com/office/drawing/2014/main" id="{5E9D4FAE-9EA5-4927-8F70-E90C243EA17E}"/>
              </a:ext>
            </a:extLst>
          </p:cNvPr>
          <p:cNvPicPr>
            <a:picLocks noChangeAspect="1"/>
          </p:cNvPicPr>
          <p:nvPr/>
        </p:nvPicPr>
        <p:blipFill>
          <a:blip r:embed="rId3"/>
          <a:stretch>
            <a:fillRect/>
          </a:stretch>
        </p:blipFill>
        <p:spPr>
          <a:xfrm>
            <a:off x="919119" y="935421"/>
            <a:ext cx="9802958" cy="5288398"/>
          </a:xfrm>
          <a:prstGeom prst="rect">
            <a:avLst/>
          </a:prstGeom>
        </p:spPr>
      </p:pic>
      <p:pic>
        <p:nvPicPr>
          <p:cNvPr id="4" name="Picture 3">
            <a:extLst>
              <a:ext uri="{FF2B5EF4-FFF2-40B4-BE49-F238E27FC236}">
                <a16:creationId xmlns:a16="http://schemas.microsoft.com/office/drawing/2014/main" id="{07BA7B64-6AF9-4C08-AAEF-1353B9D28CB3}"/>
              </a:ext>
            </a:extLst>
          </p:cNvPr>
          <p:cNvPicPr>
            <a:picLocks noChangeAspect="1"/>
          </p:cNvPicPr>
          <p:nvPr/>
        </p:nvPicPr>
        <p:blipFill>
          <a:blip r:embed="rId4"/>
          <a:stretch>
            <a:fillRect/>
          </a:stretch>
        </p:blipFill>
        <p:spPr>
          <a:xfrm>
            <a:off x="8524568" y="935664"/>
            <a:ext cx="3220262" cy="1850065"/>
          </a:xfrm>
          <a:prstGeom prst="rect">
            <a:avLst/>
          </a:prstGeom>
        </p:spPr>
      </p:pic>
      <p:sp>
        <p:nvSpPr>
          <p:cNvPr id="6" name="Rectangle 5">
            <a:extLst>
              <a:ext uri="{FF2B5EF4-FFF2-40B4-BE49-F238E27FC236}">
                <a16:creationId xmlns:a16="http://schemas.microsoft.com/office/drawing/2014/main" id="{69F92E9A-2B5F-4177-93B9-09916C3328E6}"/>
              </a:ext>
            </a:extLst>
          </p:cNvPr>
          <p:cNvSpPr/>
          <p:nvPr/>
        </p:nvSpPr>
        <p:spPr>
          <a:xfrm>
            <a:off x="2537857" y="3237271"/>
            <a:ext cx="678426" cy="383458"/>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8" name="Rectangle 7">
            <a:extLst>
              <a:ext uri="{FF2B5EF4-FFF2-40B4-BE49-F238E27FC236}">
                <a16:creationId xmlns:a16="http://schemas.microsoft.com/office/drawing/2014/main" id="{5124B453-7009-4E27-A9F3-CF3B5E9C1FF0}"/>
              </a:ext>
            </a:extLst>
          </p:cNvPr>
          <p:cNvSpPr/>
          <p:nvPr/>
        </p:nvSpPr>
        <p:spPr>
          <a:xfrm>
            <a:off x="2989007" y="2194374"/>
            <a:ext cx="678426" cy="383458"/>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9" name="Rectangle 8">
            <a:extLst>
              <a:ext uri="{FF2B5EF4-FFF2-40B4-BE49-F238E27FC236}">
                <a16:creationId xmlns:a16="http://schemas.microsoft.com/office/drawing/2014/main" id="{2E47447F-9D1D-4119-9AC1-89A76461C26E}"/>
              </a:ext>
            </a:extLst>
          </p:cNvPr>
          <p:cNvSpPr/>
          <p:nvPr/>
        </p:nvSpPr>
        <p:spPr>
          <a:xfrm>
            <a:off x="5008022" y="1234194"/>
            <a:ext cx="678426" cy="383458"/>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0" name="Rectangle 9">
            <a:extLst>
              <a:ext uri="{FF2B5EF4-FFF2-40B4-BE49-F238E27FC236}">
                <a16:creationId xmlns:a16="http://schemas.microsoft.com/office/drawing/2014/main" id="{19F88072-7B73-4C39-85C6-1A390ED9D829}"/>
              </a:ext>
            </a:extLst>
          </p:cNvPr>
          <p:cNvSpPr/>
          <p:nvPr/>
        </p:nvSpPr>
        <p:spPr>
          <a:xfrm>
            <a:off x="5550685" y="3227662"/>
            <a:ext cx="678426" cy="383458"/>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2" name="Rectangle 11">
            <a:extLst>
              <a:ext uri="{FF2B5EF4-FFF2-40B4-BE49-F238E27FC236}">
                <a16:creationId xmlns:a16="http://schemas.microsoft.com/office/drawing/2014/main" id="{18FA6537-F0CE-44FE-A425-10E0BFC96171}"/>
              </a:ext>
            </a:extLst>
          </p:cNvPr>
          <p:cNvSpPr/>
          <p:nvPr/>
        </p:nvSpPr>
        <p:spPr>
          <a:xfrm>
            <a:off x="9438688" y="4348215"/>
            <a:ext cx="678426" cy="383458"/>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3" name="Rectangle 12">
            <a:extLst>
              <a:ext uri="{FF2B5EF4-FFF2-40B4-BE49-F238E27FC236}">
                <a16:creationId xmlns:a16="http://schemas.microsoft.com/office/drawing/2014/main" id="{84915FF7-F2B6-4F8F-987F-6E6AE8782CB9}"/>
              </a:ext>
            </a:extLst>
          </p:cNvPr>
          <p:cNvSpPr/>
          <p:nvPr/>
        </p:nvSpPr>
        <p:spPr>
          <a:xfrm>
            <a:off x="8194430" y="3290775"/>
            <a:ext cx="1244257" cy="383458"/>
          </a:xfrm>
          <a:prstGeom prst="rect">
            <a:avLst/>
          </a:prstGeom>
          <a:solidFill>
            <a:schemeClr val="tx1"/>
          </a:solidFill>
          <a:ln w="38100">
            <a:solidFill>
              <a:schemeClr val="accent6">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1400" dirty="0">
                <a:solidFill>
                  <a:schemeClr val="bg1"/>
                </a:solidFill>
                <a:latin typeface="Arial" panose="020B0604020202020204" pitchFamily="34" charset="0"/>
                <a:cs typeface="Arial" panose="020B0604020202020204" pitchFamily="34" charset="0"/>
              </a:rPr>
              <a:t>1.0</a:t>
            </a:r>
          </a:p>
        </p:txBody>
      </p:sp>
      <p:sp>
        <p:nvSpPr>
          <p:cNvPr id="15" name="Rectangle 14">
            <a:extLst>
              <a:ext uri="{FF2B5EF4-FFF2-40B4-BE49-F238E27FC236}">
                <a16:creationId xmlns:a16="http://schemas.microsoft.com/office/drawing/2014/main" id="{0ABB9AB2-8480-4BB4-9570-B265C933A8FD}"/>
              </a:ext>
            </a:extLst>
          </p:cNvPr>
          <p:cNvSpPr/>
          <p:nvPr/>
        </p:nvSpPr>
        <p:spPr>
          <a:xfrm>
            <a:off x="8477344" y="3290775"/>
            <a:ext cx="678426" cy="383458"/>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8" name="Rectangle 17">
            <a:extLst>
              <a:ext uri="{FF2B5EF4-FFF2-40B4-BE49-F238E27FC236}">
                <a16:creationId xmlns:a16="http://schemas.microsoft.com/office/drawing/2014/main" id="{AF641BBD-1AE1-4473-A3CD-89545BCB14F4}"/>
              </a:ext>
            </a:extLst>
          </p:cNvPr>
          <p:cNvSpPr/>
          <p:nvPr/>
        </p:nvSpPr>
        <p:spPr>
          <a:xfrm>
            <a:off x="8194429" y="2899539"/>
            <a:ext cx="1244257" cy="383458"/>
          </a:xfrm>
          <a:prstGeom prst="rect">
            <a:avLst/>
          </a:prstGeom>
          <a:solidFill>
            <a:schemeClr val="tx1"/>
          </a:solidFill>
          <a:ln w="38100">
            <a:solidFill>
              <a:schemeClr val="accent6">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1400" dirty="0">
                <a:solidFill>
                  <a:schemeClr val="bg1"/>
                </a:solidFill>
                <a:latin typeface="Cambria" panose="02040503050406030204" pitchFamily="18" charset="0"/>
                <a:ea typeface="Cambria" panose="02040503050406030204" pitchFamily="18" charset="0"/>
                <a:cs typeface="Arial" panose="020B0604020202020204" pitchFamily="34" charset="0"/>
              </a:rPr>
              <a:t>0.0</a:t>
            </a:r>
          </a:p>
        </p:txBody>
      </p:sp>
      <p:sp>
        <p:nvSpPr>
          <p:cNvPr id="14" name="Rectangle 13">
            <a:extLst>
              <a:ext uri="{FF2B5EF4-FFF2-40B4-BE49-F238E27FC236}">
                <a16:creationId xmlns:a16="http://schemas.microsoft.com/office/drawing/2014/main" id="{6893BAD6-018F-4A85-AE18-DB743550469F}"/>
              </a:ext>
            </a:extLst>
          </p:cNvPr>
          <p:cNvSpPr/>
          <p:nvPr/>
        </p:nvSpPr>
        <p:spPr>
          <a:xfrm>
            <a:off x="8477344" y="2883100"/>
            <a:ext cx="678426" cy="383458"/>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7" name="Oval 16">
            <a:extLst>
              <a:ext uri="{FF2B5EF4-FFF2-40B4-BE49-F238E27FC236}">
                <a16:creationId xmlns:a16="http://schemas.microsoft.com/office/drawing/2014/main" id="{897BD9AD-75D4-46B2-A033-F4F364E38560}"/>
              </a:ext>
            </a:extLst>
          </p:cNvPr>
          <p:cNvSpPr/>
          <p:nvPr/>
        </p:nvSpPr>
        <p:spPr>
          <a:xfrm>
            <a:off x="9910637" y="5503985"/>
            <a:ext cx="678426" cy="383458"/>
          </a:xfrm>
          <a:prstGeom prst="ellipse">
            <a:avLst/>
          </a:prstGeom>
          <a:solidFill>
            <a:srgbClr val="FFFF00"/>
          </a:solid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1050" dirty="0">
                <a:solidFill>
                  <a:schemeClr val="bg1"/>
                </a:solidFill>
                <a:latin typeface="Arial" panose="020B0604020202020204" pitchFamily="34" charset="0"/>
                <a:cs typeface="Arial" panose="020B0604020202020204" pitchFamily="34" charset="0"/>
              </a:rPr>
              <a:t>0.5</a:t>
            </a:r>
          </a:p>
        </p:txBody>
      </p:sp>
      <p:sp>
        <p:nvSpPr>
          <p:cNvPr id="19" name="Oval 18">
            <a:extLst>
              <a:ext uri="{FF2B5EF4-FFF2-40B4-BE49-F238E27FC236}">
                <a16:creationId xmlns:a16="http://schemas.microsoft.com/office/drawing/2014/main" id="{4F1B8BD0-13F4-4DBC-A79B-CD1BF29868FD}"/>
              </a:ext>
            </a:extLst>
          </p:cNvPr>
          <p:cNvSpPr/>
          <p:nvPr/>
        </p:nvSpPr>
        <p:spPr>
          <a:xfrm>
            <a:off x="6768755" y="2202024"/>
            <a:ext cx="963741" cy="410547"/>
          </a:xfrm>
          <a:prstGeom prst="ellipse">
            <a:avLst/>
          </a:prstGeom>
          <a:solidFill>
            <a:schemeClr val="tx1"/>
          </a:solid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1050" dirty="0">
                <a:solidFill>
                  <a:schemeClr val="bg1"/>
                </a:solidFill>
                <a:latin typeface="Arial" panose="020B0604020202020204" pitchFamily="34" charset="0"/>
                <a:cs typeface="Arial" panose="020B0604020202020204" pitchFamily="34" charset="0"/>
              </a:rPr>
              <a:t>1.0</a:t>
            </a:r>
          </a:p>
        </p:txBody>
      </p:sp>
      <p:sp>
        <p:nvSpPr>
          <p:cNvPr id="20" name="Oval 19">
            <a:extLst>
              <a:ext uri="{FF2B5EF4-FFF2-40B4-BE49-F238E27FC236}">
                <a16:creationId xmlns:a16="http://schemas.microsoft.com/office/drawing/2014/main" id="{A2474ADA-B97C-4396-B7E6-D973C39730B5}"/>
              </a:ext>
            </a:extLst>
          </p:cNvPr>
          <p:cNvSpPr/>
          <p:nvPr/>
        </p:nvSpPr>
        <p:spPr>
          <a:xfrm>
            <a:off x="6750094" y="1793726"/>
            <a:ext cx="963741" cy="383458"/>
          </a:xfrm>
          <a:prstGeom prst="ellipse">
            <a:avLst/>
          </a:prstGeom>
          <a:solidFill>
            <a:schemeClr val="tx1"/>
          </a:solid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1050" dirty="0">
                <a:solidFill>
                  <a:schemeClr val="bg1"/>
                </a:solidFill>
                <a:latin typeface="Arial" panose="020B0604020202020204" pitchFamily="34" charset="0"/>
                <a:cs typeface="Arial" panose="020B0604020202020204" pitchFamily="34" charset="0"/>
              </a:rPr>
              <a:t>0.75</a:t>
            </a:r>
          </a:p>
        </p:txBody>
      </p:sp>
      <p:sp>
        <p:nvSpPr>
          <p:cNvPr id="21" name="Rectangle 20">
            <a:extLst>
              <a:ext uri="{FF2B5EF4-FFF2-40B4-BE49-F238E27FC236}">
                <a16:creationId xmlns:a16="http://schemas.microsoft.com/office/drawing/2014/main" id="{B0628C94-0D57-4AD3-AFD7-673A78575865}"/>
              </a:ext>
            </a:extLst>
          </p:cNvPr>
          <p:cNvSpPr/>
          <p:nvPr/>
        </p:nvSpPr>
        <p:spPr>
          <a:xfrm>
            <a:off x="6892751" y="1763072"/>
            <a:ext cx="678426" cy="383458"/>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22" name="Rectangle 21">
            <a:extLst>
              <a:ext uri="{FF2B5EF4-FFF2-40B4-BE49-F238E27FC236}">
                <a16:creationId xmlns:a16="http://schemas.microsoft.com/office/drawing/2014/main" id="{F375B140-E38E-4F73-9192-F0D64CE8D82D}"/>
              </a:ext>
            </a:extLst>
          </p:cNvPr>
          <p:cNvSpPr/>
          <p:nvPr/>
        </p:nvSpPr>
        <p:spPr>
          <a:xfrm>
            <a:off x="6892751" y="2202024"/>
            <a:ext cx="678426" cy="383458"/>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Tree>
    <p:extLst>
      <p:ext uri="{BB962C8B-B14F-4D97-AF65-F5344CB8AC3E}">
        <p14:creationId xmlns:p14="http://schemas.microsoft.com/office/powerpoint/2010/main" val="4239119223"/>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3A7AE6-D4A2-4EC7-AB69-D10FDED6791E}"/>
              </a:ext>
            </a:extLst>
          </p:cNvPr>
          <p:cNvSpPr>
            <a:spLocks noGrp="1"/>
          </p:cNvSpPr>
          <p:nvPr>
            <p:ph type="title"/>
          </p:nvPr>
        </p:nvSpPr>
        <p:spPr>
          <a:xfrm>
            <a:off x="919119" y="0"/>
            <a:ext cx="10353762" cy="935421"/>
          </a:xfrm>
        </p:spPr>
        <p:txBody>
          <a:bodyPr/>
          <a:lstStyle/>
          <a:p>
            <a:r>
              <a:rPr lang="en-AU" dirty="0"/>
              <a:t>Exercise (success probability for the nodes)</a:t>
            </a:r>
          </a:p>
        </p:txBody>
      </p:sp>
      <p:pic>
        <p:nvPicPr>
          <p:cNvPr id="5" name="Picture 4">
            <a:extLst>
              <a:ext uri="{FF2B5EF4-FFF2-40B4-BE49-F238E27FC236}">
                <a16:creationId xmlns:a16="http://schemas.microsoft.com/office/drawing/2014/main" id="{5E9D4FAE-9EA5-4927-8F70-E90C243EA17E}"/>
              </a:ext>
            </a:extLst>
          </p:cNvPr>
          <p:cNvPicPr>
            <a:picLocks noChangeAspect="1"/>
          </p:cNvPicPr>
          <p:nvPr/>
        </p:nvPicPr>
        <p:blipFill>
          <a:blip r:embed="rId3"/>
          <a:stretch>
            <a:fillRect/>
          </a:stretch>
        </p:blipFill>
        <p:spPr>
          <a:xfrm>
            <a:off x="919119" y="935421"/>
            <a:ext cx="9802958" cy="5288398"/>
          </a:xfrm>
          <a:prstGeom prst="rect">
            <a:avLst/>
          </a:prstGeom>
        </p:spPr>
      </p:pic>
      <p:pic>
        <p:nvPicPr>
          <p:cNvPr id="4" name="Picture 3">
            <a:extLst>
              <a:ext uri="{FF2B5EF4-FFF2-40B4-BE49-F238E27FC236}">
                <a16:creationId xmlns:a16="http://schemas.microsoft.com/office/drawing/2014/main" id="{07BA7B64-6AF9-4C08-AAEF-1353B9D28CB3}"/>
              </a:ext>
            </a:extLst>
          </p:cNvPr>
          <p:cNvPicPr>
            <a:picLocks noChangeAspect="1"/>
          </p:cNvPicPr>
          <p:nvPr/>
        </p:nvPicPr>
        <p:blipFill>
          <a:blip r:embed="rId4"/>
          <a:stretch>
            <a:fillRect/>
          </a:stretch>
        </p:blipFill>
        <p:spPr>
          <a:xfrm>
            <a:off x="8524568" y="935664"/>
            <a:ext cx="3220262" cy="1850065"/>
          </a:xfrm>
          <a:prstGeom prst="rect">
            <a:avLst/>
          </a:prstGeom>
        </p:spPr>
      </p:pic>
      <p:sp>
        <p:nvSpPr>
          <p:cNvPr id="6" name="Rectangle 5">
            <a:extLst>
              <a:ext uri="{FF2B5EF4-FFF2-40B4-BE49-F238E27FC236}">
                <a16:creationId xmlns:a16="http://schemas.microsoft.com/office/drawing/2014/main" id="{69F92E9A-2B5F-4177-93B9-09916C3328E6}"/>
              </a:ext>
            </a:extLst>
          </p:cNvPr>
          <p:cNvSpPr/>
          <p:nvPr/>
        </p:nvSpPr>
        <p:spPr>
          <a:xfrm>
            <a:off x="2537857" y="3237271"/>
            <a:ext cx="678426" cy="383458"/>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8" name="Rectangle 7">
            <a:extLst>
              <a:ext uri="{FF2B5EF4-FFF2-40B4-BE49-F238E27FC236}">
                <a16:creationId xmlns:a16="http://schemas.microsoft.com/office/drawing/2014/main" id="{5124B453-7009-4E27-A9F3-CF3B5E9C1FF0}"/>
              </a:ext>
            </a:extLst>
          </p:cNvPr>
          <p:cNvSpPr/>
          <p:nvPr/>
        </p:nvSpPr>
        <p:spPr>
          <a:xfrm>
            <a:off x="2989007" y="2194374"/>
            <a:ext cx="678426" cy="383458"/>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9" name="Rectangle 8">
            <a:extLst>
              <a:ext uri="{FF2B5EF4-FFF2-40B4-BE49-F238E27FC236}">
                <a16:creationId xmlns:a16="http://schemas.microsoft.com/office/drawing/2014/main" id="{2E47447F-9D1D-4119-9AC1-89A76461C26E}"/>
              </a:ext>
            </a:extLst>
          </p:cNvPr>
          <p:cNvSpPr/>
          <p:nvPr/>
        </p:nvSpPr>
        <p:spPr>
          <a:xfrm>
            <a:off x="5008022" y="1234194"/>
            <a:ext cx="678426" cy="383458"/>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0" name="Rectangle 9">
            <a:extLst>
              <a:ext uri="{FF2B5EF4-FFF2-40B4-BE49-F238E27FC236}">
                <a16:creationId xmlns:a16="http://schemas.microsoft.com/office/drawing/2014/main" id="{19F88072-7B73-4C39-85C6-1A390ED9D829}"/>
              </a:ext>
            </a:extLst>
          </p:cNvPr>
          <p:cNvSpPr/>
          <p:nvPr/>
        </p:nvSpPr>
        <p:spPr>
          <a:xfrm>
            <a:off x="5550685" y="3227662"/>
            <a:ext cx="678426" cy="383458"/>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2" name="Rectangle 11">
            <a:extLst>
              <a:ext uri="{FF2B5EF4-FFF2-40B4-BE49-F238E27FC236}">
                <a16:creationId xmlns:a16="http://schemas.microsoft.com/office/drawing/2014/main" id="{18FA6537-F0CE-44FE-A425-10E0BFC96171}"/>
              </a:ext>
            </a:extLst>
          </p:cNvPr>
          <p:cNvSpPr/>
          <p:nvPr/>
        </p:nvSpPr>
        <p:spPr>
          <a:xfrm>
            <a:off x="9438688" y="4348215"/>
            <a:ext cx="678426" cy="383458"/>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3" name="Rectangle 12">
            <a:extLst>
              <a:ext uri="{FF2B5EF4-FFF2-40B4-BE49-F238E27FC236}">
                <a16:creationId xmlns:a16="http://schemas.microsoft.com/office/drawing/2014/main" id="{84915FF7-F2B6-4F8F-987F-6E6AE8782CB9}"/>
              </a:ext>
            </a:extLst>
          </p:cNvPr>
          <p:cNvSpPr/>
          <p:nvPr/>
        </p:nvSpPr>
        <p:spPr>
          <a:xfrm>
            <a:off x="8194430" y="3290775"/>
            <a:ext cx="1244257" cy="383458"/>
          </a:xfrm>
          <a:prstGeom prst="rect">
            <a:avLst/>
          </a:prstGeom>
          <a:solidFill>
            <a:schemeClr val="tx1"/>
          </a:solidFill>
          <a:ln w="38100">
            <a:solidFill>
              <a:schemeClr val="accent6">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1400" dirty="0">
                <a:solidFill>
                  <a:schemeClr val="bg1"/>
                </a:solidFill>
                <a:latin typeface="Arial" panose="020B0604020202020204" pitchFamily="34" charset="0"/>
                <a:cs typeface="Arial" panose="020B0604020202020204" pitchFamily="34" charset="0"/>
              </a:rPr>
              <a:t>1.0</a:t>
            </a:r>
          </a:p>
        </p:txBody>
      </p:sp>
      <p:sp>
        <p:nvSpPr>
          <p:cNvPr id="15" name="Rectangle 14">
            <a:extLst>
              <a:ext uri="{FF2B5EF4-FFF2-40B4-BE49-F238E27FC236}">
                <a16:creationId xmlns:a16="http://schemas.microsoft.com/office/drawing/2014/main" id="{0ABB9AB2-8480-4BB4-9570-B265C933A8FD}"/>
              </a:ext>
            </a:extLst>
          </p:cNvPr>
          <p:cNvSpPr/>
          <p:nvPr/>
        </p:nvSpPr>
        <p:spPr>
          <a:xfrm>
            <a:off x="8477344" y="3290775"/>
            <a:ext cx="678426" cy="383458"/>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8" name="Rectangle 17">
            <a:extLst>
              <a:ext uri="{FF2B5EF4-FFF2-40B4-BE49-F238E27FC236}">
                <a16:creationId xmlns:a16="http://schemas.microsoft.com/office/drawing/2014/main" id="{AF641BBD-1AE1-4473-A3CD-89545BCB14F4}"/>
              </a:ext>
            </a:extLst>
          </p:cNvPr>
          <p:cNvSpPr/>
          <p:nvPr/>
        </p:nvSpPr>
        <p:spPr>
          <a:xfrm>
            <a:off x="8194429" y="2899539"/>
            <a:ext cx="1244257" cy="383458"/>
          </a:xfrm>
          <a:prstGeom prst="rect">
            <a:avLst/>
          </a:prstGeom>
          <a:solidFill>
            <a:schemeClr val="tx1"/>
          </a:solidFill>
          <a:ln w="38100">
            <a:solidFill>
              <a:schemeClr val="accent6">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1400" dirty="0">
                <a:solidFill>
                  <a:schemeClr val="bg1"/>
                </a:solidFill>
                <a:latin typeface="Cambria" panose="02040503050406030204" pitchFamily="18" charset="0"/>
                <a:ea typeface="Cambria" panose="02040503050406030204" pitchFamily="18" charset="0"/>
                <a:cs typeface="Arial" panose="020B0604020202020204" pitchFamily="34" charset="0"/>
              </a:rPr>
              <a:t>0.0</a:t>
            </a:r>
          </a:p>
        </p:txBody>
      </p:sp>
      <p:sp>
        <p:nvSpPr>
          <p:cNvPr id="14" name="Rectangle 13">
            <a:extLst>
              <a:ext uri="{FF2B5EF4-FFF2-40B4-BE49-F238E27FC236}">
                <a16:creationId xmlns:a16="http://schemas.microsoft.com/office/drawing/2014/main" id="{6893BAD6-018F-4A85-AE18-DB743550469F}"/>
              </a:ext>
            </a:extLst>
          </p:cNvPr>
          <p:cNvSpPr/>
          <p:nvPr/>
        </p:nvSpPr>
        <p:spPr>
          <a:xfrm>
            <a:off x="8477344" y="2883100"/>
            <a:ext cx="678426" cy="383458"/>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7" name="Oval 16">
            <a:extLst>
              <a:ext uri="{FF2B5EF4-FFF2-40B4-BE49-F238E27FC236}">
                <a16:creationId xmlns:a16="http://schemas.microsoft.com/office/drawing/2014/main" id="{897BD9AD-75D4-46B2-A033-F4F364E38560}"/>
              </a:ext>
            </a:extLst>
          </p:cNvPr>
          <p:cNvSpPr/>
          <p:nvPr/>
        </p:nvSpPr>
        <p:spPr>
          <a:xfrm>
            <a:off x="9910637" y="5503985"/>
            <a:ext cx="678426" cy="383458"/>
          </a:xfrm>
          <a:prstGeom prst="ellipse">
            <a:avLst/>
          </a:prstGeom>
          <a:solidFill>
            <a:srgbClr val="FFFF00"/>
          </a:solid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1050" dirty="0">
                <a:solidFill>
                  <a:schemeClr val="bg1"/>
                </a:solidFill>
                <a:latin typeface="Arial" panose="020B0604020202020204" pitchFamily="34" charset="0"/>
                <a:cs typeface="Arial" panose="020B0604020202020204" pitchFamily="34" charset="0"/>
              </a:rPr>
              <a:t>0.5</a:t>
            </a:r>
          </a:p>
        </p:txBody>
      </p:sp>
      <p:sp>
        <p:nvSpPr>
          <p:cNvPr id="19" name="Oval 18">
            <a:extLst>
              <a:ext uri="{FF2B5EF4-FFF2-40B4-BE49-F238E27FC236}">
                <a16:creationId xmlns:a16="http://schemas.microsoft.com/office/drawing/2014/main" id="{4F1B8BD0-13F4-4DBC-A79B-CD1BF29868FD}"/>
              </a:ext>
            </a:extLst>
          </p:cNvPr>
          <p:cNvSpPr/>
          <p:nvPr/>
        </p:nvSpPr>
        <p:spPr>
          <a:xfrm>
            <a:off x="6768755" y="2202024"/>
            <a:ext cx="963741" cy="410547"/>
          </a:xfrm>
          <a:prstGeom prst="ellipse">
            <a:avLst/>
          </a:prstGeom>
          <a:solidFill>
            <a:schemeClr val="tx1"/>
          </a:solid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1050" dirty="0">
                <a:solidFill>
                  <a:schemeClr val="bg1"/>
                </a:solidFill>
                <a:latin typeface="Arial" panose="020B0604020202020204" pitchFamily="34" charset="0"/>
                <a:cs typeface="Arial" panose="020B0604020202020204" pitchFamily="34" charset="0"/>
              </a:rPr>
              <a:t>1.0</a:t>
            </a:r>
          </a:p>
        </p:txBody>
      </p:sp>
      <p:sp>
        <p:nvSpPr>
          <p:cNvPr id="20" name="Oval 19">
            <a:extLst>
              <a:ext uri="{FF2B5EF4-FFF2-40B4-BE49-F238E27FC236}">
                <a16:creationId xmlns:a16="http://schemas.microsoft.com/office/drawing/2014/main" id="{A2474ADA-B97C-4396-B7E6-D973C39730B5}"/>
              </a:ext>
            </a:extLst>
          </p:cNvPr>
          <p:cNvSpPr/>
          <p:nvPr/>
        </p:nvSpPr>
        <p:spPr>
          <a:xfrm>
            <a:off x="6750094" y="1793726"/>
            <a:ext cx="963741" cy="383458"/>
          </a:xfrm>
          <a:prstGeom prst="ellipse">
            <a:avLst/>
          </a:prstGeom>
          <a:solidFill>
            <a:schemeClr val="tx1"/>
          </a:solid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1050" dirty="0">
                <a:solidFill>
                  <a:schemeClr val="bg1"/>
                </a:solidFill>
                <a:latin typeface="Arial" panose="020B0604020202020204" pitchFamily="34" charset="0"/>
                <a:cs typeface="Arial" panose="020B0604020202020204" pitchFamily="34" charset="0"/>
              </a:rPr>
              <a:t>0.75</a:t>
            </a:r>
          </a:p>
        </p:txBody>
      </p:sp>
      <p:sp>
        <p:nvSpPr>
          <p:cNvPr id="21" name="Rectangle 20">
            <a:extLst>
              <a:ext uri="{FF2B5EF4-FFF2-40B4-BE49-F238E27FC236}">
                <a16:creationId xmlns:a16="http://schemas.microsoft.com/office/drawing/2014/main" id="{B0628C94-0D57-4AD3-AFD7-673A78575865}"/>
              </a:ext>
            </a:extLst>
          </p:cNvPr>
          <p:cNvSpPr/>
          <p:nvPr/>
        </p:nvSpPr>
        <p:spPr>
          <a:xfrm>
            <a:off x="6892751" y="1763072"/>
            <a:ext cx="678426" cy="383458"/>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22" name="Rectangle 21">
            <a:extLst>
              <a:ext uri="{FF2B5EF4-FFF2-40B4-BE49-F238E27FC236}">
                <a16:creationId xmlns:a16="http://schemas.microsoft.com/office/drawing/2014/main" id="{F375B140-E38E-4F73-9192-F0D64CE8D82D}"/>
              </a:ext>
            </a:extLst>
          </p:cNvPr>
          <p:cNvSpPr/>
          <p:nvPr/>
        </p:nvSpPr>
        <p:spPr>
          <a:xfrm>
            <a:off x="6892751" y="2202024"/>
            <a:ext cx="678426" cy="383458"/>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24" name="Oval 23">
            <a:extLst>
              <a:ext uri="{FF2B5EF4-FFF2-40B4-BE49-F238E27FC236}">
                <a16:creationId xmlns:a16="http://schemas.microsoft.com/office/drawing/2014/main" id="{38A06212-D0A0-469D-9A63-E1F992DA971B}"/>
              </a:ext>
            </a:extLst>
          </p:cNvPr>
          <p:cNvSpPr/>
          <p:nvPr/>
        </p:nvSpPr>
        <p:spPr>
          <a:xfrm>
            <a:off x="988052" y="4142941"/>
            <a:ext cx="2565045" cy="886259"/>
          </a:xfrm>
          <a:prstGeom prst="ellipse">
            <a:avLst/>
          </a:prstGeom>
          <a:solidFill>
            <a:srgbClr val="FFFF00"/>
          </a:solid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1050" dirty="0">
                <a:solidFill>
                  <a:schemeClr val="bg1"/>
                </a:solidFill>
                <a:latin typeface="Arial" panose="020B0604020202020204" pitchFamily="34" charset="0"/>
                <a:cs typeface="Arial" panose="020B0604020202020204" pitchFamily="34" charset="0"/>
              </a:rPr>
              <a:t>0.75</a:t>
            </a:r>
          </a:p>
        </p:txBody>
      </p:sp>
    </p:spTree>
    <p:extLst>
      <p:ext uri="{BB962C8B-B14F-4D97-AF65-F5344CB8AC3E}">
        <p14:creationId xmlns:p14="http://schemas.microsoft.com/office/powerpoint/2010/main" val="2970429579"/>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3A7AE6-D4A2-4EC7-AB69-D10FDED6791E}"/>
              </a:ext>
            </a:extLst>
          </p:cNvPr>
          <p:cNvSpPr>
            <a:spLocks noGrp="1"/>
          </p:cNvSpPr>
          <p:nvPr>
            <p:ph type="title"/>
          </p:nvPr>
        </p:nvSpPr>
        <p:spPr>
          <a:xfrm>
            <a:off x="919119" y="0"/>
            <a:ext cx="10353762" cy="935421"/>
          </a:xfrm>
        </p:spPr>
        <p:txBody>
          <a:bodyPr/>
          <a:lstStyle/>
          <a:p>
            <a:r>
              <a:rPr lang="en-AU" dirty="0"/>
              <a:t>Exercise (success probability for the nodes)</a:t>
            </a:r>
          </a:p>
        </p:txBody>
      </p:sp>
      <p:pic>
        <p:nvPicPr>
          <p:cNvPr id="5" name="Picture 4">
            <a:extLst>
              <a:ext uri="{FF2B5EF4-FFF2-40B4-BE49-F238E27FC236}">
                <a16:creationId xmlns:a16="http://schemas.microsoft.com/office/drawing/2014/main" id="{5E9D4FAE-9EA5-4927-8F70-E90C243EA17E}"/>
              </a:ext>
            </a:extLst>
          </p:cNvPr>
          <p:cNvPicPr>
            <a:picLocks noChangeAspect="1"/>
          </p:cNvPicPr>
          <p:nvPr/>
        </p:nvPicPr>
        <p:blipFill>
          <a:blip r:embed="rId3"/>
          <a:stretch>
            <a:fillRect/>
          </a:stretch>
        </p:blipFill>
        <p:spPr>
          <a:xfrm>
            <a:off x="742950" y="935421"/>
            <a:ext cx="9979127" cy="5288398"/>
          </a:xfrm>
          <a:prstGeom prst="rect">
            <a:avLst/>
          </a:prstGeom>
        </p:spPr>
      </p:pic>
      <p:pic>
        <p:nvPicPr>
          <p:cNvPr id="4" name="Picture 3">
            <a:extLst>
              <a:ext uri="{FF2B5EF4-FFF2-40B4-BE49-F238E27FC236}">
                <a16:creationId xmlns:a16="http://schemas.microsoft.com/office/drawing/2014/main" id="{07BA7B64-6AF9-4C08-AAEF-1353B9D28CB3}"/>
              </a:ext>
            </a:extLst>
          </p:cNvPr>
          <p:cNvPicPr>
            <a:picLocks noChangeAspect="1"/>
          </p:cNvPicPr>
          <p:nvPr/>
        </p:nvPicPr>
        <p:blipFill>
          <a:blip r:embed="rId4"/>
          <a:stretch>
            <a:fillRect/>
          </a:stretch>
        </p:blipFill>
        <p:spPr>
          <a:xfrm>
            <a:off x="8524568" y="935664"/>
            <a:ext cx="3220262" cy="1678803"/>
          </a:xfrm>
          <a:prstGeom prst="rect">
            <a:avLst/>
          </a:prstGeom>
        </p:spPr>
      </p:pic>
      <p:sp>
        <p:nvSpPr>
          <p:cNvPr id="8" name="Rectangle 7">
            <a:extLst>
              <a:ext uri="{FF2B5EF4-FFF2-40B4-BE49-F238E27FC236}">
                <a16:creationId xmlns:a16="http://schemas.microsoft.com/office/drawing/2014/main" id="{5124B453-7009-4E27-A9F3-CF3B5E9C1FF0}"/>
              </a:ext>
            </a:extLst>
          </p:cNvPr>
          <p:cNvSpPr/>
          <p:nvPr/>
        </p:nvSpPr>
        <p:spPr>
          <a:xfrm>
            <a:off x="2836607" y="2213424"/>
            <a:ext cx="678426" cy="383458"/>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9" name="Rectangle 8">
            <a:extLst>
              <a:ext uri="{FF2B5EF4-FFF2-40B4-BE49-F238E27FC236}">
                <a16:creationId xmlns:a16="http://schemas.microsoft.com/office/drawing/2014/main" id="{2E47447F-9D1D-4119-9AC1-89A76461C26E}"/>
              </a:ext>
            </a:extLst>
          </p:cNvPr>
          <p:cNvSpPr/>
          <p:nvPr/>
        </p:nvSpPr>
        <p:spPr>
          <a:xfrm>
            <a:off x="4912772" y="1234194"/>
            <a:ext cx="678426" cy="383458"/>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0" name="Rectangle 9">
            <a:extLst>
              <a:ext uri="{FF2B5EF4-FFF2-40B4-BE49-F238E27FC236}">
                <a16:creationId xmlns:a16="http://schemas.microsoft.com/office/drawing/2014/main" id="{19F88072-7B73-4C39-85C6-1A390ED9D829}"/>
              </a:ext>
            </a:extLst>
          </p:cNvPr>
          <p:cNvSpPr/>
          <p:nvPr/>
        </p:nvSpPr>
        <p:spPr>
          <a:xfrm>
            <a:off x="5493535" y="3227662"/>
            <a:ext cx="678426" cy="383458"/>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2" name="Rectangle 11">
            <a:extLst>
              <a:ext uri="{FF2B5EF4-FFF2-40B4-BE49-F238E27FC236}">
                <a16:creationId xmlns:a16="http://schemas.microsoft.com/office/drawing/2014/main" id="{18FA6537-F0CE-44FE-A425-10E0BFC96171}"/>
              </a:ext>
            </a:extLst>
          </p:cNvPr>
          <p:cNvSpPr/>
          <p:nvPr/>
        </p:nvSpPr>
        <p:spPr>
          <a:xfrm>
            <a:off x="9438688" y="4367265"/>
            <a:ext cx="678426" cy="383458"/>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3" name="Rectangle 12">
            <a:extLst>
              <a:ext uri="{FF2B5EF4-FFF2-40B4-BE49-F238E27FC236}">
                <a16:creationId xmlns:a16="http://schemas.microsoft.com/office/drawing/2014/main" id="{84915FF7-F2B6-4F8F-987F-6E6AE8782CB9}"/>
              </a:ext>
            </a:extLst>
          </p:cNvPr>
          <p:cNvSpPr/>
          <p:nvPr/>
        </p:nvSpPr>
        <p:spPr>
          <a:xfrm>
            <a:off x="8194430" y="3290775"/>
            <a:ext cx="1244257" cy="383458"/>
          </a:xfrm>
          <a:prstGeom prst="rect">
            <a:avLst/>
          </a:prstGeom>
          <a:solidFill>
            <a:schemeClr val="tx1"/>
          </a:solidFill>
          <a:ln w="38100">
            <a:solidFill>
              <a:schemeClr val="accent6">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1400" dirty="0">
                <a:solidFill>
                  <a:schemeClr val="bg1"/>
                </a:solidFill>
                <a:latin typeface="Arial" panose="020B0604020202020204" pitchFamily="34" charset="0"/>
                <a:cs typeface="Arial" panose="020B0604020202020204" pitchFamily="34" charset="0"/>
              </a:rPr>
              <a:t>1.0</a:t>
            </a:r>
          </a:p>
        </p:txBody>
      </p:sp>
      <p:sp>
        <p:nvSpPr>
          <p:cNvPr id="15" name="Rectangle 14">
            <a:extLst>
              <a:ext uri="{FF2B5EF4-FFF2-40B4-BE49-F238E27FC236}">
                <a16:creationId xmlns:a16="http://schemas.microsoft.com/office/drawing/2014/main" id="{0ABB9AB2-8480-4BB4-9570-B265C933A8FD}"/>
              </a:ext>
            </a:extLst>
          </p:cNvPr>
          <p:cNvSpPr/>
          <p:nvPr/>
        </p:nvSpPr>
        <p:spPr>
          <a:xfrm>
            <a:off x="8477344" y="3290775"/>
            <a:ext cx="678426" cy="383458"/>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8" name="Rectangle 17">
            <a:extLst>
              <a:ext uri="{FF2B5EF4-FFF2-40B4-BE49-F238E27FC236}">
                <a16:creationId xmlns:a16="http://schemas.microsoft.com/office/drawing/2014/main" id="{AF641BBD-1AE1-4473-A3CD-89545BCB14F4}"/>
              </a:ext>
            </a:extLst>
          </p:cNvPr>
          <p:cNvSpPr/>
          <p:nvPr/>
        </p:nvSpPr>
        <p:spPr>
          <a:xfrm>
            <a:off x="8194429" y="2899539"/>
            <a:ext cx="1244257" cy="383458"/>
          </a:xfrm>
          <a:prstGeom prst="rect">
            <a:avLst/>
          </a:prstGeom>
          <a:solidFill>
            <a:schemeClr val="tx1"/>
          </a:solidFill>
          <a:ln w="38100">
            <a:solidFill>
              <a:schemeClr val="accent6">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1400" dirty="0">
                <a:solidFill>
                  <a:schemeClr val="bg1"/>
                </a:solidFill>
                <a:latin typeface="Cambria" panose="02040503050406030204" pitchFamily="18" charset="0"/>
                <a:ea typeface="Cambria" panose="02040503050406030204" pitchFamily="18" charset="0"/>
                <a:cs typeface="Arial" panose="020B0604020202020204" pitchFamily="34" charset="0"/>
              </a:rPr>
              <a:t>0.0</a:t>
            </a:r>
          </a:p>
        </p:txBody>
      </p:sp>
      <p:sp>
        <p:nvSpPr>
          <p:cNvPr id="14" name="Rectangle 13">
            <a:extLst>
              <a:ext uri="{FF2B5EF4-FFF2-40B4-BE49-F238E27FC236}">
                <a16:creationId xmlns:a16="http://schemas.microsoft.com/office/drawing/2014/main" id="{6893BAD6-018F-4A85-AE18-DB743550469F}"/>
              </a:ext>
            </a:extLst>
          </p:cNvPr>
          <p:cNvSpPr/>
          <p:nvPr/>
        </p:nvSpPr>
        <p:spPr>
          <a:xfrm>
            <a:off x="8477344" y="2883100"/>
            <a:ext cx="678426" cy="383458"/>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6" name="Rectangle 15">
            <a:extLst>
              <a:ext uri="{FF2B5EF4-FFF2-40B4-BE49-F238E27FC236}">
                <a16:creationId xmlns:a16="http://schemas.microsoft.com/office/drawing/2014/main" id="{C7B1E7C0-6898-41C6-93BD-D0CD26828926}"/>
              </a:ext>
            </a:extLst>
          </p:cNvPr>
          <p:cNvSpPr/>
          <p:nvPr/>
        </p:nvSpPr>
        <p:spPr>
          <a:xfrm>
            <a:off x="457200" y="3196161"/>
            <a:ext cx="2222466" cy="47807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1600" dirty="0">
                <a:solidFill>
                  <a:srgbClr val="FF0000"/>
                </a:solidFill>
              </a:rPr>
              <a:t>0.75+0.5-0.75*0.5</a:t>
            </a:r>
          </a:p>
        </p:txBody>
      </p:sp>
      <p:sp>
        <p:nvSpPr>
          <p:cNvPr id="17" name="Oval 16">
            <a:extLst>
              <a:ext uri="{FF2B5EF4-FFF2-40B4-BE49-F238E27FC236}">
                <a16:creationId xmlns:a16="http://schemas.microsoft.com/office/drawing/2014/main" id="{15F19A3E-18F6-4BEE-8B64-9F7D6F4CAB3F}"/>
              </a:ext>
            </a:extLst>
          </p:cNvPr>
          <p:cNvSpPr/>
          <p:nvPr/>
        </p:nvSpPr>
        <p:spPr>
          <a:xfrm>
            <a:off x="9910637" y="5503985"/>
            <a:ext cx="678426" cy="383458"/>
          </a:xfrm>
          <a:prstGeom prst="ellipse">
            <a:avLst/>
          </a:prstGeom>
          <a:solidFill>
            <a:srgbClr val="FFFF00"/>
          </a:solid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1050" dirty="0">
                <a:solidFill>
                  <a:schemeClr val="bg1"/>
                </a:solidFill>
                <a:latin typeface="Arial" panose="020B0604020202020204" pitchFamily="34" charset="0"/>
                <a:cs typeface="Arial" panose="020B0604020202020204" pitchFamily="34" charset="0"/>
              </a:rPr>
              <a:t>0.5</a:t>
            </a:r>
          </a:p>
        </p:txBody>
      </p:sp>
      <p:sp>
        <p:nvSpPr>
          <p:cNvPr id="19" name="Oval 18">
            <a:extLst>
              <a:ext uri="{FF2B5EF4-FFF2-40B4-BE49-F238E27FC236}">
                <a16:creationId xmlns:a16="http://schemas.microsoft.com/office/drawing/2014/main" id="{E131517D-AB02-40C2-B555-ADCB406FB642}"/>
              </a:ext>
            </a:extLst>
          </p:cNvPr>
          <p:cNvSpPr/>
          <p:nvPr/>
        </p:nvSpPr>
        <p:spPr>
          <a:xfrm>
            <a:off x="6768755" y="2202024"/>
            <a:ext cx="963741" cy="410547"/>
          </a:xfrm>
          <a:prstGeom prst="ellipse">
            <a:avLst/>
          </a:prstGeom>
          <a:solidFill>
            <a:schemeClr val="tx1"/>
          </a:solid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1050" dirty="0">
                <a:solidFill>
                  <a:schemeClr val="bg1"/>
                </a:solidFill>
                <a:latin typeface="Arial" panose="020B0604020202020204" pitchFamily="34" charset="0"/>
                <a:cs typeface="Arial" panose="020B0604020202020204" pitchFamily="34" charset="0"/>
              </a:rPr>
              <a:t>1.0</a:t>
            </a:r>
          </a:p>
        </p:txBody>
      </p:sp>
      <p:sp>
        <p:nvSpPr>
          <p:cNvPr id="20" name="Oval 19">
            <a:extLst>
              <a:ext uri="{FF2B5EF4-FFF2-40B4-BE49-F238E27FC236}">
                <a16:creationId xmlns:a16="http://schemas.microsoft.com/office/drawing/2014/main" id="{F662B5C3-E052-406D-8E6A-7773A6F5C9E5}"/>
              </a:ext>
            </a:extLst>
          </p:cNvPr>
          <p:cNvSpPr/>
          <p:nvPr/>
        </p:nvSpPr>
        <p:spPr>
          <a:xfrm>
            <a:off x="6750094" y="1793726"/>
            <a:ext cx="963741" cy="383458"/>
          </a:xfrm>
          <a:prstGeom prst="ellipse">
            <a:avLst/>
          </a:prstGeom>
          <a:solidFill>
            <a:schemeClr val="tx1"/>
          </a:solid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1050" dirty="0">
                <a:solidFill>
                  <a:schemeClr val="bg1"/>
                </a:solidFill>
                <a:latin typeface="Arial" panose="020B0604020202020204" pitchFamily="34" charset="0"/>
                <a:cs typeface="Arial" panose="020B0604020202020204" pitchFamily="34" charset="0"/>
              </a:rPr>
              <a:t>0.75</a:t>
            </a:r>
          </a:p>
        </p:txBody>
      </p:sp>
      <p:sp>
        <p:nvSpPr>
          <p:cNvPr id="21" name="Rectangle 20">
            <a:extLst>
              <a:ext uri="{FF2B5EF4-FFF2-40B4-BE49-F238E27FC236}">
                <a16:creationId xmlns:a16="http://schemas.microsoft.com/office/drawing/2014/main" id="{B81C8A8E-5E0D-4020-88F9-C88A893A3174}"/>
              </a:ext>
            </a:extLst>
          </p:cNvPr>
          <p:cNvSpPr/>
          <p:nvPr/>
        </p:nvSpPr>
        <p:spPr>
          <a:xfrm>
            <a:off x="6892751" y="1763072"/>
            <a:ext cx="678426" cy="383458"/>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22" name="Rectangle 21">
            <a:extLst>
              <a:ext uri="{FF2B5EF4-FFF2-40B4-BE49-F238E27FC236}">
                <a16:creationId xmlns:a16="http://schemas.microsoft.com/office/drawing/2014/main" id="{6BDD56C6-BEF1-47C3-B0DA-E57B0761DB20}"/>
              </a:ext>
            </a:extLst>
          </p:cNvPr>
          <p:cNvSpPr/>
          <p:nvPr/>
        </p:nvSpPr>
        <p:spPr>
          <a:xfrm>
            <a:off x="6892751" y="2202024"/>
            <a:ext cx="678426" cy="383458"/>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Tree>
    <p:extLst>
      <p:ext uri="{BB962C8B-B14F-4D97-AF65-F5344CB8AC3E}">
        <p14:creationId xmlns:p14="http://schemas.microsoft.com/office/powerpoint/2010/main" val="4048360995"/>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3A7AE6-D4A2-4EC7-AB69-D10FDED6791E}"/>
              </a:ext>
            </a:extLst>
          </p:cNvPr>
          <p:cNvSpPr>
            <a:spLocks noGrp="1"/>
          </p:cNvSpPr>
          <p:nvPr>
            <p:ph type="title"/>
          </p:nvPr>
        </p:nvSpPr>
        <p:spPr>
          <a:xfrm>
            <a:off x="919119" y="0"/>
            <a:ext cx="10353762" cy="935421"/>
          </a:xfrm>
        </p:spPr>
        <p:txBody>
          <a:bodyPr/>
          <a:lstStyle/>
          <a:p>
            <a:r>
              <a:rPr lang="en-AU" dirty="0"/>
              <a:t>Exercise (success probability for the nodes)</a:t>
            </a:r>
          </a:p>
        </p:txBody>
      </p:sp>
      <p:pic>
        <p:nvPicPr>
          <p:cNvPr id="5" name="Picture 4">
            <a:extLst>
              <a:ext uri="{FF2B5EF4-FFF2-40B4-BE49-F238E27FC236}">
                <a16:creationId xmlns:a16="http://schemas.microsoft.com/office/drawing/2014/main" id="{5E9D4FAE-9EA5-4927-8F70-E90C243EA17E}"/>
              </a:ext>
            </a:extLst>
          </p:cNvPr>
          <p:cNvPicPr>
            <a:picLocks noChangeAspect="1"/>
          </p:cNvPicPr>
          <p:nvPr/>
        </p:nvPicPr>
        <p:blipFill>
          <a:blip r:embed="rId3"/>
          <a:stretch>
            <a:fillRect/>
          </a:stretch>
        </p:blipFill>
        <p:spPr>
          <a:xfrm>
            <a:off x="742950" y="935421"/>
            <a:ext cx="9979127" cy="5288398"/>
          </a:xfrm>
          <a:prstGeom prst="rect">
            <a:avLst/>
          </a:prstGeom>
        </p:spPr>
      </p:pic>
      <p:pic>
        <p:nvPicPr>
          <p:cNvPr id="4" name="Picture 3">
            <a:extLst>
              <a:ext uri="{FF2B5EF4-FFF2-40B4-BE49-F238E27FC236}">
                <a16:creationId xmlns:a16="http://schemas.microsoft.com/office/drawing/2014/main" id="{07BA7B64-6AF9-4C08-AAEF-1353B9D28CB3}"/>
              </a:ext>
            </a:extLst>
          </p:cNvPr>
          <p:cNvPicPr>
            <a:picLocks noChangeAspect="1"/>
          </p:cNvPicPr>
          <p:nvPr/>
        </p:nvPicPr>
        <p:blipFill>
          <a:blip r:embed="rId4"/>
          <a:stretch>
            <a:fillRect/>
          </a:stretch>
        </p:blipFill>
        <p:spPr>
          <a:xfrm>
            <a:off x="8524568" y="935664"/>
            <a:ext cx="3220262" cy="1678803"/>
          </a:xfrm>
          <a:prstGeom prst="rect">
            <a:avLst/>
          </a:prstGeom>
        </p:spPr>
      </p:pic>
      <p:sp>
        <p:nvSpPr>
          <p:cNvPr id="9" name="Rectangle 8">
            <a:extLst>
              <a:ext uri="{FF2B5EF4-FFF2-40B4-BE49-F238E27FC236}">
                <a16:creationId xmlns:a16="http://schemas.microsoft.com/office/drawing/2014/main" id="{2E47447F-9D1D-4119-9AC1-89A76461C26E}"/>
              </a:ext>
            </a:extLst>
          </p:cNvPr>
          <p:cNvSpPr/>
          <p:nvPr/>
        </p:nvSpPr>
        <p:spPr>
          <a:xfrm>
            <a:off x="4912772" y="1234194"/>
            <a:ext cx="678426" cy="383458"/>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0" name="Rectangle 9">
            <a:extLst>
              <a:ext uri="{FF2B5EF4-FFF2-40B4-BE49-F238E27FC236}">
                <a16:creationId xmlns:a16="http://schemas.microsoft.com/office/drawing/2014/main" id="{19F88072-7B73-4C39-85C6-1A390ED9D829}"/>
              </a:ext>
            </a:extLst>
          </p:cNvPr>
          <p:cNvSpPr/>
          <p:nvPr/>
        </p:nvSpPr>
        <p:spPr>
          <a:xfrm>
            <a:off x="5493535" y="3227662"/>
            <a:ext cx="678426" cy="383458"/>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2" name="Rectangle 11">
            <a:extLst>
              <a:ext uri="{FF2B5EF4-FFF2-40B4-BE49-F238E27FC236}">
                <a16:creationId xmlns:a16="http://schemas.microsoft.com/office/drawing/2014/main" id="{18FA6537-F0CE-44FE-A425-10E0BFC96171}"/>
              </a:ext>
            </a:extLst>
          </p:cNvPr>
          <p:cNvSpPr/>
          <p:nvPr/>
        </p:nvSpPr>
        <p:spPr>
          <a:xfrm>
            <a:off x="9438688" y="4367265"/>
            <a:ext cx="678426" cy="383458"/>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3" name="Rectangle 12">
            <a:extLst>
              <a:ext uri="{FF2B5EF4-FFF2-40B4-BE49-F238E27FC236}">
                <a16:creationId xmlns:a16="http://schemas.microsoft.com/office/drawing/2014/main" id="{84915FF7-F2B6-4F8F-987F-6E6AE8782CB9}"/>
              </a:ext>
            </a:extLst>
          </p:cNvPr>
          <p:cNvSpPr/>
          <p:nvPr/>
        </p:nvSpPr>
        <p:spPr>
          <a:xfrm>
            <a:off x="8194430" y="3290775"/>
            <a:ext cx="1244257" cy="383458"/>
          </a:xfrm>
          <a:prstGeom prst="rect">
            <a:avLst/>
          </a:prstGeom>
          <a:solidFill>
            <a:schemeClr val="tx1"/>
          </a:solidFill>
          <a:ln w="38100">
            <a:solidFill>
              <a:schemeClr val="accent6">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1400" dirty="0">
                <a:solidFill>
                  <a:schemeClr val="bg1"/>
                </a:solidFill>
                <a:latin typeface="Arial" panose="020B0604020202020204" pitchFamily="34" charset="0"/>
                <a:cs typeface="Arial" panose="020B0604020202020204" pitchFamily="34" charset="0"/>
              </a:rPr>
              <a:t>1.0</a:t>
            </a:r>
          </a:p>
        </p:txBody>
      </p:sp>
      <p:sp>
        <p:nvSpPr>
          <p:cNvPr id="15" name="Rectangle 14">
            <a:extLst>
              <a:ext uri="{FF2B5EF4-FFF2-40B4-BE49-F238E27FC236}">
                <a16:creationId xmlns:a16="http://schemas.microsoft.com/office/drawing/2014/main" id="{0ABB9AB2-8480-4BB4-9570-B265C933A8FD}"/>
              </a:ext>
            </a:extLst>
          </p:cNvPr>
          <p:cNvSpPr/>
          <p:nvPr/>
        </p:nvSpPr>
        <p:spPr>
          <a:xfrm>
            <a:off x="8477344" y="3290775"/>
            <a:ext cx="678426" cy="383458"/>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8" name="Rectangle 17">
            <a:extLst>
              <a:ext uri="{FF2B5EF4-FFF2-40B4-BE49-F238E27FC236}">
                <a16:creationId xmlns:a16="http://schemas.microsoft.com/office/drawing/2014/main" id="{AF641BBD-1AE1-4473-A3CD-89545BCB14F4}"/>
              </a:ext>
            </a:extLst>
          </p:cNvPr>
          <p:cNvSpPr/>
          <p:nvPr/>
        </p:nvSpPr>
        <p:spPr>
          <a:xfrm>
            <a:off x="8194429" y="2899539"/>
            <a:ext cx="1244257" cy="383458"/>
          </a:xfrm>
          <a:prstGeom prst="rect">
            <a:avLst/>
          </a:prstGeom>
          <a:solidFill>
            <a:schemeClr val="tx1"/>
          </a:solidFill>
          <a:ln w="38100">
            <a:solidFill>
              <a:schemeClr val="accent6">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1400" dirty="0">
                <a:solidFill>
                  <a:schemeClr val="bg1"/>
                </a:solidFill>
                <a:latin typeface="Cambria" panose="02040503050406030204" pitchFamily="18" charset="0"/>
                <a:ea typeface="Cambria" panose="02040503050406030204" pitchFamily="18" charset="0"/>
                <a:cs typeface="Arial" panose="020B0604020202020204" pitchFamily="34" charset="0"/>
              </a:rPr>
              <a:t>0.0</a:t>
            </a:r>
          </a:p>
        </p:txBody>
      </p:sp>
      <p:sp>
        <p:nvSpPr>
          <p:cNvPr id="14" name="Rectangle 13">
            <a:extLst>
              <a:ext uri="{FF2B5EF4-FFF2-40B4-BE49-F238E27FC236}">
                <a16:creationId xmlns:a16="http://schemas.microsoft.com/office/drawing/2014/main" id="{6893BAD6-018F-4A85-AE18-DB743550469F}"/>
              </a:ext>
            </a:extLst>
          </p:cNvPr>
          <p:cNvSpPr/>
          <p:nvPr/>
        </p:nvSpPr>
        <p:spPr>
          <a:xfrm>
            <a:off x="8477344" y="2883100"/>
            <a:ext cx="678426" cy="383458"/>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6" name="Rectangle 15">
            <a:extLst>
              <a:ext uri="{FF2B5EF4-FFF2-40B4-BE49-F238E27FC236}">
                <a16:creationId xmlns:a16="http://schemas.microsoft.com/office/drawing/2014/main" id="{C7B1E7C0-6898-41C6-93BD-D0CD26828926}"/>
              </a:ext>
            </a:extLst>
          </p:cNvPr>
          <p:cNvSpPr/>
          <p:nvPr/>
        </p:nvSpPr>
        <p:spPr>
          <a:xfrm>
            <a:off x="457200" y="3196161"/>
            <a:ext cx="2222466" cy="47807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1600" dirty="0">
                <a:solidFill>
                  <a:srgbClr val="FF0000"/>
                </a:solidFill>
              </a:rPr>
              <a:t>0.75+0.5-0.75*0.5</a:t>
            </a:r>
          </a:p>
        </p:txBody>
      </p:sp>
      <p:sp>
        <p:nvSpPr>
          <p:cNvPr id="17" name="Oval 16">
            <a:extLst>
              <a:ext uri="{FF2B5EF4-FFF2-40B4-BE49-F238E27FC236}">
                <a16:creationId xmlns:a16="http://schemas.microsoft.com/office/drawing/2014/main" id="{784693B2-A349-4299-9632-88F7CFA18F08}"/>
              </a:ext>
            </a:extLst>
          </p:cNvPr>
          <p:cNvSpPr/>
          <p:nvPr/>
        </p:nvSpPr>
        <p:spPr>
          <a:xfrm>
            <a:off x="9910637" y="5503985"/>
            <a:ext cx="678426" cy="383458"/>
          </a:xfrm>
          <a:prstGeom prst="ellipse">
            <a:avLst/>
          </a:prstGeom>
          <a:solidFill>
            <a:srgbClr val="FFFF00"/>
          </a:solid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1050" dirty="0">
                <a:solidFill>
                  <a:schemeClr val="bg1"/>
                </a:solidFill>
                <a:latin typeface="Arial" panose="020B0604020202020204" pitchFamily="34" charset="0"/>
                <a:cs typeface="Arial" panose="020B0604020202020204" pitchFamily="34" charset="0"/>
              </a:rPr>
              <a:t>0.5</a:t>
            </a:r>
          </a:p>
        </p:txBody>
      </p:sp>
      <p:sp>
        <p:nvSpPr>
          <p:cNvPr id="19" name="Oval 18">
            <a:extLst>
              <a:ext uri="{FF2B5EF4-FFF2-40B4-BE49-F238E27FC236}">
                <a16:creationId xmlns:a16="http://schemas.microsoft.com/office/drawing/2014/main" id="{200E62A3-81ED-4367-BA43-A690540067FF}"/>
              </a:ext>
            </a:extLst>
          </p:cNvPr>
          <p:cNvSpPr/>
          <p:nvPr/>
        </p:nvSpPr>
        <p:spPr>
          <a:xfrm>
            <a:off x="6768755" y="2202024"/>
            <a:ext cx="963741" cy="410547"/>
          </a:xfrm>
          <a:prstGeom prst="ellipse">
            <a:avLst/>
          </a:prstGeom>
          <a:solidFill>
            <a:schemeClr val="tx1"/>
          </a:solid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1050" dirty="0">
                <a:solidFill>
                  <a:schemeClr val="bg1"/>
                </a:solidFill>
                <a:latin typeface="Arial" panose="020B0604020202020204" pitchFamily="34" charset="0"/>
                <a:cs typeface="Arial" panose="020B0604020202020204" pitchFamily="34" charset="0"/>
              </a:rPr>
              <a:t>1.0</a:t>
            </a:r>
          </a:p>
        </p:txBody>
      </p:sp>
      <p:sp>
        <p:nvSpPr>
          <p:cNvPr id="20" name="Oval 19">
            <a:extLst>
              <a:ext uri="{FF2B5EF4-FFF2-40B4-BE49-F238E27FC236}">
                <a16:creationId xmlns:a16="http://schemas.microsoft.com/office/drawing/2014/main" id="{A1A7090F-4A84-420A-89A1-FB5EAA22E34A}"/>
              </a:ext>
            </a:extLst>
          </p:cNvPr>
          <p:cNvSpPr/>
          <p:nvPr/>
        </p:nvSpPr>
        <p:spPr>
          <a:xfrm>
            <a:off x="6750094" y="1793726"/>
            <a:ext cx="963741" cy="383458"/>
          </a:xfrm>
          <a:prstGeom prst="ellipse">
            <a:avLst/>
          </a:prstGeom>
          <a:solidFill>
            <a:schemeClr val="tx1"/>
          </a:solid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1050" dirty="0">
                <a:solidFill>
                  <a:schemeClr val="bg1"/>
                </a:solidFill>
                <a:latin typeface="Arial" panose="020B0604020202020204" pitchFamily="34" charset="0"/>
                <a:cs typeface="Arial" panose="020B0604020202020204" pitchFamily="34" charset="0"/>
              </a:rPr>
              <a:t>0.75</a:t>
            </a:r>
          </a:p>
        </p:txBody>
      </p:sp>
      <p:sp>
        <p:nvSpPr>
          <p:cNvPr id="21" name="Rectangle 20">
            <a:extLst>
              <a:ext uri="{FF2B5EF4-FFF2-40B4-BE49-F238E27FC236}">
                <a16:creationId xmlns:a16="http://schemas.microsoft.com/office/drawing/2014/main" id="{F59A7427-3D0B-4B7A-BCF2-2984712EDF7D}"/>
              </a:ext>
            </a:extLst>
          </p:cNvPr>
          <p:cNvSpPr/>
          <p:nvPr/>
        </p:nvSpPr>
        <p:spPr>
          <a:xfrm>
            <a:off x="6892751" y="1763072"/>
            <a:ext cx="678426" cy="383458"/>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22" name="Rectangle 21">
            <a:extLst>
              <a:ext uri="{FF2B5EF4-FFF2-40B4-BE49-F238E27FC236}">
                <a16:creationId xmlns:a16="http://schemas.microsoft.com/office/drawing/2014/main" id="{B793E604-2507-4B45-8E27-9C0717B9B726}"/>
              </a:ext>
            </a:extLst>
          </p:cNvPr>
          <p:cNvSpPr/>
          <p:nvPr/>
        </p:nvSpPr>
        <p:spPr>
          <a:xfrm>
            <a:off x="6892751" y="2202024"/>
            <a:ext cx="678426" cy="383458"/>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Tree>
    <p:extLst>
      <p:ext uri="{BB962C8B-B14F-4D97-AF65-F5344CB8AC3E}">
        <p14:creationId xmlns:p14="http://schemas.microsoft.com/office/powerpoint/2010/main" val="177643505"/>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3A7AE6-D4A2-4EC7-AB69-D10FDED6791E}"/>
              </a:ext>
            </a:extLst>
          </p:cNvPr>
          <p:cNvSpPr>
            <a:spLocks noGrp="1"/>
          </p:cNvSpPr>
          <p:nvPr>
            <p:ph type="title"/>
          </p:nvPr>
        </p:nvSpPr>
        <p:spPr>
          <a:xfrm>
            <a:off x="919119" y="0"/>
            <a:ext cx="10353762" cy="935421"/>
          </a:xfrm>
        </p:spPr>
        <p:txBody>
          <a:bodyPr/>
          <a:lstStyle/>
          <a:p>
            <a:r>
              <a:rPr lang="en-AU" dirty="0"/>
              <a:t>Exercise (success probability for the nodes)</a:t>
            </a:r>
          </a:p>
        </p:txBody>
      </p:sp>
      <p:pic>
        <p:nvPicPr>
          <p:cNvPr id="5" name="Picture 4">
            <a:extLst>
              <a:ext uri="{FF2B5EF4-FFF2-40B4-BE49-F238E27FC236}">
                <a16:creationId xmlns:a16="http://schemas.microsoft.com/office/drawing/2014/main" id="{5E9D4FAE-9EA5-4927-8F70-E90C243EA17E}"/>
              </a:ext>
            </a:extLst>
          </p:cNvPr>
          <p:cNvPicPr>
            <a:picLocks noChangeAspect="1"/>
          </p:cNvPicPr>
          <p:nvPr/>
        </p:nvPicPr>
        <p:blipFill>
          <a:blip r:embed="rId3"/>
          <a:stretch>
            <a:fillRect/>
          </a:stretch>
        </p:blipFill>
        <p:spPr>
          <a:xfrm>
            <a:off x="742950" y="935421"/>
            <a:ext cx="9979127" cy="5288398"/>
          </a:xfrm>
          <a:prstGeom prst="rect">
            <a:avLst/>
          </a:prstGeom>
        </p:spPr>
      </p:pic>
      <p:pic>
        <p:nvPicPr>
          <p:cNvPr id="4" name="Picture 3">
            <a:extLst>
              <a:ext uri="{FF2B5EF4-FFF2-40B4-BE49-F238E27FC236}">
                <a16:creationId xmlns:a16="http://schemas.microsoft.com/office/drawing/2014/main" id="{07BA7B64-6AF9-4C08-AAEF-1353B9D28CB3}"/>
              </a:ext>
            </a:extLst>
          </p:cNvPr>
          <p:cNvPicPr>
            <a:picLocks noChangeAspect="1"/>
          </p:cNvPicPr>
          <p:nvPr/>
        </p:nvPicPr>
        <p:blipFill>
          <a:blip r:embed="rId4"/>
          <a:stretch>
            <a:fillRect/>
          </a:stretch>
        </p:blipFill>
        <p:spPr>
          <a:xfrm>
            <a:off x="8524568" y="935664"/>
            <a:ext cx="3220262" cy="1678803"/>
          </a:xfrm>
          <a:prstGeom prst="rect">
            <a:avLst/>
          </a:prstGeom>
        </p:spPr>
      </p:pic>
      <p:sp>
        <p:nvSpPr>
          <p:cNvPr id="9" name="Rectangle 8">
            <a:extLst>
              <a:ext uri="{FF2B5EF4-FFF2-40B4-BE49-F238E27FC236}">
                <a16:creationId xmlns:a16="http://schemas.microsoft.com/office/drawing/2014/main" id="{2E47447F-9D1D-4119-9AC1-89A76461C26E}"/>
              </a:ext>
            </a:extLst>
          </p:cNvPr>
          <p:cNvSpPr/>
          <p:nvPr/>
        </p:nvSpPr>
        <p:spPr>
          <a:xfrm>
            <a:off x="4912772" y="1234194"/>
            <a:ext cx="678426" cy="383458"/>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3" name="Rectangle 12">
            <a:extLst>
              <a:ext uri="{FF2B5EF4-FFF2-40B4-BE49-F238E27FC236}">
                <a16:creationId xmlns:a16="http://schemas.microsoft.com/office/drawing/2014/main" id="{84915FF7-F2B6-4F8F-987F-6E6AE8782CB9}"/>
              </a:ext>
            </a:extLst>
          </p:cNvPr>
          <p:cNvSpPr/>
          <p:nvPr/>
        </p:nvSpPr>
        <p:spPr>
          <a:xfrm>
            <a:off x="8194430" y="3290775"/>
            <a:ext cx="1244257" cy="383458"/>
          </a:xfrm>
          <a:prstGeom prst="rect">
            <a:avLst/>
          </a:prstGeom>
          <a:solidFill>
            <a:schemeClr val="tx1"/>
          </a:solidFill>
          <a:ln w="38100">
            <a:solidFill>
              <a:schemeClr val="accent6">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1400" dirty="0">
                <a:solidFill>
                  <a:schemeClr val="bg1"/>
                </a:solidFill>
                <a:latin typeface="Arial" panose="020B0604020202020204" pitchFamily="34" charset="0"/>
                <a:cs typeface="Arial" panose="020B0604020202020204" pitchFamily="34" charset="0"/>
              </a:rPr>
              <a:t>1.0</a:t>
            </a:r>
          </a:p>
        </p:txBody>
      </p:sp>
      <p:sp>
        <p:nvSpPr>
          <p:cNvPr id="18" name="Rectangle 17">
            <a:extLst>
              <a:ext uri="{FF2B5EF4-FFF2-40B4-BE49-F238E27FC236}">
                <a16:creationId xmlns:a16="http://schemas.microsoft.com/office/drawing/2014/main" id="{AF641BBD-1AE1-4473-A3CD-89545BCB14F4}"/>
              </a:ext>
            </a:extLst>
          </p:cNvPr>
          <p:cNvSpPr/>
          <p:nvPr/>
        </p:nvSpPr>
        <p:spPr>
          <a:xfrm>
            <a:off x="8194429" y="2899539"/>
            <a:ext cx="1244257" cy="383458"/>
          </a:xfrm>
          <a:prstGeom prst="rect">
            <a:avLst/>
          </a:prstGeom>
          <a:solidFill>
            <a:schemeClr val="tx1"/>
          </a:solidFill>
          <a:ln w="38100">
            <a:solidFill>
              <a:schemeClr val="accent6">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1400" dirty="0">
                <a:solidFill>
                  <a:schemeClr val="bg1"/>
                </a:solidFill>
                <a:latin typeface="Cambria" panose="02040503050406030204" pitchFamily="18" charset="0"/>
                <a:ea typeface="Cambria" panose="02040503050406030204" pitchFamily="18" charset="0"/>
                <a:cs typeface="Arial" panose="020B0604020202020204" pitchFamily="34" charset="0"/>
              </a:rPr>
              <a:t>0.25</a:t>
            </a:r>
          </a:p>
        </p:txBody>
      </p:sp>
      <p:sp>
        <p:nvSpPr>
          <p:cNvPr id="16" name="Rectangle 15">
            <a:extLst>
              <a:ext uri="{FF2B5EF4-FFF2-40B4-BE49-F238E27FC236}">
                <a16:creationId xmlns:a16="http://schemas.microsoft.com/office/drawing/2014/main" id="{C7B1E7C0-6898-41C6-93BD-D0CD26828926}"/>
              </a:ext>
            </a:extLst>
          </p:cNvPr>
          <p:cNvSpPr/>
          <p:nvPr/>
        </p:nvSpPr>
        <p:spPr>
          <a:xfrm>
            <a:off x="457200" y="3196161"/>
            <a:ext cx="2222466" cy="47807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1600" dirty="0">
                <a:solidFill>
                  <a:srgbClr val="FF0000"/>
                </a:solidFill>
              </a:rPr>
              <a:t>0.75+0.5-0.75*0.5</a:t>
            </a:r>
          </a:p>
        </p:txBody>
      </p:sp>
      <p:sp>
        <p:nvSpPr>
          <p:cNvPr id="17" name="Oval 16">
            <a:extLst>
              <a:ext uri="{FF2B5EF4-FFF2-40B4-BE49-F238E27FC236}">
                <a16:creationId xmlns:a16="http://schemas.microsoft.com/office/drawing/2014/main" id="{30F37AC0-EA5F-40A5-8844-30E44327EB0E}"/>
              </a:ext>
            </a:extLst>
          </p:cNvPr>
          <p:cNvSpPr/>
          <p:nvPr/>
        </p:nvSpPr>
        <p:spPr>
          <a:xfrm>
            <a:off x="9910637" y="5503985"/>
            <a:ext cx="678426" cy="383458"/>
          </a:xfrm>
          <a:prstGeom prst="ellipse">
            <a:avLst/>
          </a:prstGeom>
          <a:solidFill>
            <a:srgbClr val="FFFF00"/>
          </a:solid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1050" dirty="0">
                <a:solidFill>
                  <a:schemeClr val="bg1"/>
                </a:solidFill>
                <a:latin typeface="Arial" panose="020B0604020202020204" pitchFamily="34" charset="0"/>
                <a:cs typeface="Arial" panose="020B0604020202020204" pitchFamily="34" charset="0"/>
              </a:rPr>
              <a:t>0.5</a:t>
            </a:r>
          </a:p>
        </p:txBody>
      </p:sp>
      <p:sp>
        <p:nvSpPr>
          <p:cNvPr id="19" name="Oval 18">
            <a:extLst>
              <a:ext uri="{FF2B5EF4-FFF2-40B4-BE49-F238E27FC236}">
                <a16:creationId xmlns:a16="http://schemas.microsoft.com/office/drawing/2014/main" id="{345BDBEB-6449-4433-A41D-777046892DF3}"/>
              </a:ext>
            </a:extLst>
          </p:cNvPr>
          <p:cNvSpPr/>
          <p:nvPr/>
        </p:nvSpPr>
        <p:spPr>
          <a:xfrm>
            <a:off x="9305673" y="4386856"/>
            <a:ext cx="963741" cy="383458"/>
          </a:xfrm>
          <a:prstGeom prst="ellipse">
            <a:avLst/>
          </a:prstGeom>
          <a:solidFill>
            <a:schemeClr val="tx1"/>
          </a:solid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1050" dirty="0">
                <a:solidFill>
                  <a:schemeClr val="bg1"/>
                </a:solidFill>
                <a:latin typeface="Arial" panose="020B0604020202020204" pitchFamily="34" charset="0"/>
                <a:cs typeface="Arial" panose="020B0604020202020204" pitchFamily="34" charset="0"/>
              </a:rPr>
              <a:t>0.75</a:t>
            </a:r>
          </a:p>
        </p:txBody>
      </p:sp>
      <p:sp>
        <p:nvSpPr>
          <p:cNvPr id="14" name="Oval 13">
            <a:extLst>
              <a:ext uri="{FF2B5EF4-FFF2-40B4-BE49-F238E27FC236}">
                <a16:creationId xmlns:a16="http://schemas.microsoft.com/office/drawing/2014/main" id="{419E044B-5C0D-457A-81E2-ACE4895B0D50}"/>
              </a:ext>
            </a:extLst>
          </p:cNvPr>
          <p:cNvSpPr/>
          <p:nvPr/>
        </p:nvSpPr>
        <p:spPr>
          <a:xfrm>
            <a:off x="6768755" y="2202024"/>
            <a:ext cx="963741" cy="410547"/>
          </a:xfrm>
          <a:prstGeom prst="ellipse">
            <a:avLst/>
          </a:prstGeom>
          <a:solidFill>
            <a:schemeClr val="tx1"/>
          </a:solid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1050" dirty="0">
                <a:solidFill>
                  <a:schemeClr val="bg1"/>
                </a:solidFill>
                <a:latin typeface="Arial" panose="020B0604020202020204" pitchFamily="34" charset="0"/>
                <a:cs typeface="Arial" panose="020B0604020202020204" pitchFamily="34" charset="0"/>
              </a:rPr>
              <a:t>1.0</a:t>
            </a:r>
          </a:p>
        </p:txBody>
      </p:sp>
      <p:sp>
        <p:nvSpPr>
          <p:cNvPr id="15" name="Oval 14">
            <a:extLst>
              <a:ext uri="{FF2B5EF4-FFF2-40B4-BE49-F238E27FC236}">
                <a16:creationId xmlns:a16="http://schemas.microsoft.com/office/drawing/2014/main" id="{5613EA20-61FB-40BA-8B9D-7EB56137484C}"/>
              </a:ext>
            </a:extLst>
          </p:cNvPr>
          <p:cNvSpPr/>
          <p:nvPr/>
        </p:nvSpPr>
        <p:spPr>
          <a:xfrm>
            <a:off x="6750094" y="1793726"/>
            <a:ext cx="963741" cy="383458"/>
          </a:xfrm>
          <a:prstGeom prst="ellipse">
            <a:avLst/>
          </a:prstGeom>
          <a:solidFill>
            <a:schemeClr val="tx1"/>
          </a:solid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1050" dirty="0">
                <a:solidFill>
                  <a:schemeClr val="bg1"/>
                </a:solidFill>
                <a:latin typeface="Arial" panose="020B0604020202020204" pitchFamily="34" charset="0"/>
                <a:cs typeface="Arial" panose="020B0604020202020204" pitchFamily="34" charset="0"/>
              </a:rPr>
              <a:t>0.75</a:t>
            </a:r>
          </a:p>
        </p:txBody>
      </p:sp>
      <p:sp>
        <p:nvSpPr>
          <p:cNvPr id="20" name="Rectangle 19">
            <a:extLst>
              <a:ext uri="{FF2B5EF4-FFF2-40B4-BE49-F238E27FC236}">
                <a16:creationId xmlns:a16="http://schemas.microsoft.com/office/drawing/2014/main" id="{C67B9D29-AF69-4643-93B4-206777B2F132}"/>
              </a:ext>
            </a:extLst>
          </p:cNvPr>
          <p:cNvSpPr/>
          <p:nvPr/>
        </p:nvSpPr>
        <p:spPr>
          <a:xfrm>
            <a:off x="6892751" y="1763072"/>
            <a:ext cx="678426" cy="383458"/>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21" name="Rectangle 20">
            <a:extLst>
              <a:ext uri="{FF2B5EF4-FFF2-40B4-BE49-F238E27FC236}">
                <a16:creationId xmlns:a16="http://schemas.microsoft.com/office/drawing/2014/main" id="{437D2E1C-B80A-4B1B-A225-45F956642749}"/>
              </a:ext>
            </a:extLst>
          </p:cNvPr>
          <p:cNvSpPr/>
          <p:nvPr/>
        </p:nvSpPr>
        <p:spPr>
          <a:xfrm>
            <a:off x="6892751" y="2202024"/>
            <a:ext cx="678426" cy="383458"/>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22" name="Rectangle 21">
            <a:extLst>
              <a:ext uri="{FF2B5EF4-FFF2-40B4-BE49-F238E27FC236}">
                <a16:creationId xmlns:a16="http://schemas.microsoft.com/office/drawing/2014/main" id="{0E14C2B8-CF8D-46C8-AB05-0C503CA5D6EA}"/>
              </a:ext>
            </a:extLst>
          </p:cNvPr>
          <p:cNvSpPr/>
          <p:nvPr/>
        </p:nvSpPr>
        <p:spPr>
          <a:xfrm>
            <a:off x="8477344" y="2883100"/>
            <a:ext cx="678426" cy="383458"/>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23" name="Rectangle 22">
            <a:extLst>
              <a:ext uri="{FF2B5EF4-FFF2-40B4-BE49-F238E27FC236}">
                <a16:creationId xmlns:a16="http://schemas.microsoft.com/office/drawing/2014/main" id="{9E639C36-FE16-4523-B5A5-744366E583DC}"/>
              </a:ext>
            </a:extLst>
          </p:cNvPr>
          <p:cNvSpPr/>
          <p:nvPr/>
        </p:nvSpPr>
        <p:spPr>
          <a:xfrm>
            <a:off x="8477344" y="3290775"/>
            <a:ext cx="678426" cy="383458"/>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24" name="Rectangle 23">
            <a:extLst>
              <a:ext uri="{FF2B5EF4-FFF2-40B4-BE49-F238E27FC236}">
                <a16:creationId xmlns:a16="http://schemas.microsoft.com/office/drawing/2014/main" id="{6F842309-F095-40D0-B353-2089D27529D1}"/>
              </a:ext>
            </a:extLst>
          </p:cNvPr>
          <p:cNvSpPr/>
          <p:nvPr/>
        </p:nvSpPr>
        <p:spPr>
          <a:xfrm>
            <a:off x="9438688" y="4367265"/>
            <a:ext cx="678426" cy="383458"/>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Tree>
    <p:extLst>
      <p:ext uri="{BB962C8B-B14F-4D97-AF65-F5344CB8AC3E}">
        <p14:creationId xmlns:p14="http://schemas.microsoft.com/office/powerpoint/2010/main" val="2538421741"/>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3A7AE6-D4A2-4EC7-AB69-D10FDED6791E}"/>
              </a:ext>
            </a:extLst>
          </p:cNvPr>
          <p:cNvSpPr>
            <a:spLocks noGrp="1"/>
          </p:cNvSpPr>
          <p:nvPr>
            <p:ph type="title"/>
          </p:nvPr>
        </p:nvSpPr>
        <p:spPr>
          <a:xfrm>
            <a:off x="919119" y="0"/>
            <a:ext cx="10353762" cy="935421"/>
          </a:xfrm>
        </p:spPr>
        <p:txBody>
          <a:bodyPr/>
          <a:lstStyle/>
          <a:p>
            <a:r>
              <a:rPr lang="en-AU" dirty="0"/>
              <a:t>Exercise (success probability for the nodes)</a:t>
            </a:r>
          </a:p>
        </p:txBody>
      </p:sp>
      <p:pic>
        <p:nvPicPr>
          <p:cNvPr id="5" name="Picture 4">
            <a:extLst>
              <a:ext uri="{FF2B5EF4-FFF2-40B4-BE49-F238E27FC236}">
                <a16:creationId xmlns:a16="http://schemas.microsoft.com/office/drawing/2014/main" id="{5E9D4FAE-9EA5-4927-8F70-E90C243EA17E}"/>
              </a:ext>
            </a:extLst>
          </p:cNvPr>
          <p:cNvPicPr>
            <a:picLocks noChangeAspect="1"/>
          </p:cNvPicPr>
          <p:nvPr/>
        </p:nvPicPr>
        <p:blipFill>
          <a:blip r:embed="rId3"/>
          <a:stretch>
            <a:fillRect/>
          </a:stretch>
        </p:blipFill>
        <p:spPr>
          <a:xfrm>
            <a:off x="742950" y="935421"/>
            <a:ext cx="9979127" cy="5288398"/>
          </a:xfrm>
          <a:prstGeom prst="rect">
            <a:avLst/>
          </a:prstGeom>
        </p:spPr>
      </p:pic>
      <p:pic>
        <p:nvPicPr>
          <p:cNvPr id="4" name="Picture 3">
            <a:extLst>
              <a:ext uri="{FF2B5EF4-FFF2-40B4-BE49-F238E27FC236}">
                <a16:creationId xmlns:a16="http://schemas.microsoft.com/office/drawing/2014/main" id="{07BA7B64-6AF9-4C08-AAEF-1353B9D28CB3}"/>
              </a:ext>
            </a:extLst>
          </p:cNvPr>
          <p:cNvPicPr>
            <a:picLocks noChangeAspect="1"/>
          </p:cNvPicPr>
          <p:nvPr/>
        </p:nvPicPr>
        <p:blipFill>
          <a:blip r:embed="rId4"/>
          <a:stretch>
            <a:fillRect/>
          </a:stretch>
        </p:blipFill>
        <p:spPr>
          <a:xfrm>
            <a:off x="8524568" y="935664"/>
            <a:ext cx="3220262" cy="1678803"/>
          </a:xfrm>
          <a:prstGeom prst="rect">
            <a:avLst/>
          </a:prstGeom>
        </p:spPr>
      </p:pic>
      <p:sp>
        <p:nvSpPr>
          <p:cNvPr id="9" name="Rectangle 8">
            <a:extLst>
              <a:ext uri="{FF2B5EF4-FFF2-40B4-BE49-F238E27FC236}">
                <a16:creationId xmlns:a16="http://schemas.microsoft.com/office/drawing/2014/main" id="{2E47447F-9D1D-4119-9AC1-89A76461C26E}"/>
              </a:ext>
            </a:extLst>
          </p:cNvPr>
          <p:cNvSpPr/>
          <p:nvPr/>
        </p:nvSpPr>
        <p:spPr>
          <a:xfrm>
            <a:off x="4912772" y="1234194"/>
            <a:ext cx="678426" cy="383458"/>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3" name="Rectangle 12">
            <a:extLst>
              <a:ext uri="{FF2B5EF4-FFF2-40B4-BE49-F238E27FC236}">
                <a16:creationId xmlns:a16="http://schemas.microsoft.com/office/drawing/2014/main" id="{84915FF7-F2B6-4F8F-987F-6E6AE8782CB9}"/>
              </a:ext>
            </a:extLst>
          </p:cNvPr>
          <p:cNvSpPr/>
          <p:nvPr/>
        </p:nvSpPr>
        <p:spPr>
          <a:xfrm>
            <a:off x="8194430" y="3290775"/>
            <a:ext cx="1244257" cy="383458"/>
          </a:xfrm>
          <a:prstGeom prst="rect">
            <a:avLst/>
          </a:prstGeom>
          <a:solidFill>
            <a:schemeClr val="tx1"/>
          </a:solidFill>
          <a:ln w="38100">
            <a:solidFill>
              <a:schemeClr val="accent6">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1400" dirty="0">
                <a:solidFill>
                  <a:schemeClr val="bg1"/>
                </a:solidFill>
                <a:latin typeface="Arial" panose="020B0604020202020204" pitchFamily="34" charset="0"/>
                <a:cs typeface="Arial" panose="020B0604020202020204" pitchFamily="34" charset="0"/>
              </a:rPr>
              <a:t>1.0</a:t>
            </a:r>
          </a:p>
        </p:txBody>
      </p:sp>
      <p:sp>
        <p:nvSpPr>
          <p:cNvPr id="15" name="Rectangle 14">
            <a:extLst>
              <a:ext uri="{FF2B5EF4-FFF2-40B4-BE49-F238E27FC236}">
                <a16:creationId xmlns:a16="http://schemas.microsoft.com/office/drawing/2014/main" id="{0ABB9AB2-8480-4BB4-9570-B265C933A8FD}"/>
              </a:ext>
            </a:extLst>
          </p:cNvPr>
          <p:cNvSpPr/>
          <p:nvPr/>
        </p:nvSpPr>
        <p:spPr>
          <a:xfrm>
            <a:off x="8477344" y="3290775"/>
            <a:ext cx="678426" cy="383458"/>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8" name="Rectangle 17">
            <a:extLst>
              <a:ext uri="{FF2B5EF4-FFF2-40B4-BE49-F238E27FC236}">
                <a16:creationId xmlns:a16="http://schemas.microsoft.com/office/drawing/2014/main" id="{AF641BBD-1AE1-4473-A3CD-89545BCB14F4}"/>
              </a:ext>
            </a:extLst>
          </p:cNvPr>
          <p:cNvSpPr/>
          <p:nvPr/>
        </p:nvSpPr>
        <p:spPr>
          <a:xfrm>
            <a:off x="8194429" y="2899539"/>
            <a:ext cx="1244257" cy="383458"/>
          </a:xfrm>
          <a:prstGeom prst="rect">
            <a:avLst/>
          </a:prstGeom>
          <a:solidFill>
            <a:schemeClr val="tx1"/>
          </a:solidFill>
          <a:ln w="38100">
            <a:solidFill>
              <a:schemeClr val="accent6">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1400" dirty="0">
                <a:solidFill>
                  <a:schemeClr val="bg1"/>
                </a:solidFill>
                <a:latin typeface="Cambria" panose="02040503050406030204" pitchFamily="18" charset="0"/>
                <a:ea typeface="Cambria" panose="02040503050406030204" pitchFamily="18" charset="0"/>
                <a:cs typeface="Arial" panose="020B0604020202020204" pitchFamily="34" charset="0"/>
              </a:rPr>
              <a:t>0.0</a:t>
            </a:r>
          </a:p>
        </p:txBody>
      </p:sp>
      <p:sp>
        <p:nvSpPr>
          <p:cNvPr id="14" name="Rectangle 13">
            <a:extLst>
              <a:ext uri="{FF2B5EF4-FFF2-40B4-BE49-F238E27FC236}">
                <a16:creationId xmlns:a16="http://schemas.microsoft.com/office/drawing/2014/main" id="{6893BAD6-018F-4A85-AE18-DB743550469F}"/>
              </a:ext>
            </a:extLst>
          </p:cNvPr>
          <p:cNvSpPr/>
          <p:nvPr/>
        </p:nvSpPr>
        <p:spPr>
          <a:xfrm>
            <a:off x="8477344" y="2883100"/>
            <a:ext cx="678426" cy="383458"/>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6" name="Rectangle 15">
            <a:extLst>
              <a:ext uri="{FF2B5EF4-FFF2-40B4-BE49-F238E27FC236}">
                <a16:creationId xmlns:a16="http://schemas.microsoft.com/office/drawing/2014/main" id="{C7B1E7C0-6898-41C6-93BD-D0CD26828926}"/>
              </a:ext>
            </a:extLst>
          </p:cNvPr>
          <p:cNvSpPr/>
          <p:nvPr/>
        </p:nvSpPr>
        <p:spPr>
          <a:xfrm>
            <a:off x="457200" y="3196161"/>
            <a:ext cx="2222466" cy="47807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1600" dirty="0">
                <a:solidFill>
                  <a:srgbClr val="FF0000"/>
                </a:solidFill>
              </a:rPr>
              <a:t>0.75+0.5-0.75*0.5</a:t>
            </a:r>
          </a:p>
        </p:txBody>
      </p:sp>
      <p:sp>
        <p:nvSpPr>
          <p:cNvPr id="17" name="Oval 16">
            <a:extLst>
              <a:ext uri="{FF2B5EF4-FFF2-40B4-BE49-F238E27FC236}">
                <a16:creationId xmlns:a16="http://schemas.microsoft.com/office/drawing/2014/main" id="{50839073-3DB5-420C-9D5C-F0F2A4074E84}"/>
              </a:ext>
            </a:extLst>
          </p:cNvPr>
          <p:cNvSpPr/>
          <p:nvPr/>
        </p:nvSpPr>
        <p:spPr>
          <a:xfrm>
            <a:off x="9910637" y="5503985"/>
            <a:ext cx="678426" cy="383458"/>
          </a:xfrm>
          <a:prstGeom prst="ellipse">
            <a:avLst/>
          </a:prstGeom>
          <a:solidFill>
            <a:srgbClr val="FFFF00"/>
          </a:solid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1050" dirty="0">
                <a:solidFill>
                  <a:schemeClr val="bg1"/>
                </a:solidFill>
                <a:latin typeface="Arial" panose="020B0604020202020204" pitchFamily="34" charset="0"/>
                <a:cs typeface="Arial" panose="020B0604020202020204" pitchFamily="34" charset="0"/>
              </a:rPr>
              <a:t>0.5</a:t>
            </a:r>
          </a:p>
        </p:txBody>
      </p:sp>
      <p:sp>
        <p:nvSpPr>
          <p:cNvPr id="19" name="Oval 18">
            <a:extLst>
              <a:ext uri="{FF2B5EF4-FFF2-40B4-BE49-F238E27FC236}">
                <a16:creationId xmlns:a16="http://schemas.microsoft.com/office/drawing/2014/main" id="{11CDA12A-AF01-4DD7-A0D4-B6C8068D898C}"/>
              </a:ext>
            </a:extLst>
          </p:cNvPr>
          <p:cNvSpPr/>
          <p:nvPr/>
        </p:nvSpPr>
        <p:spPr>
          <a:xfrm>
            <a:off x="9305673" y="4386856"/>
            <a:ext cx="963741" cy="383458"/>
          </a:xfrm>
          <a:prstGeom prst="ellipse">
            <a:avLst/>
          </a:prstGeom>
          <a:solidFill>
            <a:schemeClr val="tx1"/>
          </a:solid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1050" dirty="0">
                <a:solidFill>
                  <a:schemeClr val="bg1"/>
                </a:solidFill>
                <a:latin typeface="Arial" panose="020B0604020202020204" pitchFamily="34" charset="0"/>
                <a:cs typeface="Arial" panose="020B0604020202020204" pitchFamily="34" charset="0"/>
              </a:rPr>
              <a:t>0.75</a:t>
            </a:r>
          </a:p>
        </p:txBody>
      </p:sp>
      <p:sp>
        <p:nvSpPr>
          <p:cNvPr id="20" name="Oval 19">
            <a:extLst>
              <a:ext uri="{FF2B5EF4-FFF2-40B4-BE49-F238E27FC236}">
                <a16:creationId xmlns:a16="http://schemas.microsoft.com/office/drawing/2014/main" id="{86066EDF-5937-499A-AB59-C414A13D27E9}"/>
              </a:ext>
            </a:extLst>
          </p:cNvPr>
          <p:cNvSpPr/>
          <p:nvPr/>
        </p:nvSpPr>
        <p:spPr>
          <a:xfrm>
            <a:off x="6768755" y="2202024"/>
            <a:ext cx="963741" cy="410547"/>
          </a:xfrm>
          <a:prstGeom prst="ellipse">
            <a:avLst/>
          </a:prstGeom>
          <a:solidFill>
            <a:schemeClr val="tx1"/>
          </a:solid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1050" dirty="0">
                <a:solidFill>
                  <a:schemeClr val="bg1"/>
                </a:solidFill>
                <a:latin typeface="Arial" panose="020B0604020202020204" pitchFamily="34" charset="0"/>
                <a:cs typeface="Arial" panose="020B0604020202020204" pitchFamily="34" charset="0"/>
              </a:rPr>
              <a:t>1.0</a:t>
            </a:r>
          </a:p>
        </p:txBody>
      </p:sp>
      <p:sp>
        <p:nvSpPr>
          <p:cNvPr id="21" name="Oval 20">
            <a:extLst>
              <a:ext uri="{FF2B5EF4-FFF2-40B4-BE49-F238E27FC236}">
                <a16:creationId xmlns:a16="http://schemas.microsoft.com/office/drawing/2014/main" id="{45B53C61-D030-4979-AB7C-A5BDF463CB77}"/>
              </a:ext>
            </a:extLst>
          </p:cNvPr>
          <p:cNvSpPr/>
          <p:nvPr/>
        </p:nvSpPr>
        <p:spPr>
          <a:xfrm>
            <a:off x="6750094" y="1793726"/>
            <a:ext cx="963741" cy="383458"/>
          </a:xfrm>
          <a:prstGeom prst="ellipse">
            <a:avLst/>
          </a:prstGeom>
          <a:solidFill>
            <a:schemeClr val="tx1"/>
          </a:solid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1050" dirty="0">
                <a:solidFill>
                  <a:schemeClr val="bg1"/>
                </a:solidFill>
                <a:latin typeface="Arial" panose="020B0604020202020204" pitchFamily="34" charset="0"/>
                <a:cs typeface="Arial" panose="020B0604020202020204" pitchFamily="34" charset="0"/>
              </a:rPr>
              <a:t>0.75</a:t>
            </a:r>
          </a:p>
        </p:txBody>
      </p:sp>
      <p:sp>
        <p:nvSpPr>
          <p:cNvPr id="22" name="Rectangle 21">
            <a:extLst>
              <a:ext uri="{FF2B5EF4-FFF2-40B4-BE49-F238E27FC236}">
                <a16:creationId xmlns:a16="http://schemas.microsoft.com/office/drawing/2014/main" id="{33A52424-3568-4B9D-AAB9-F7B2D633869C}"/>
              </a:ext>
            </a:extLst>
          </p:cNvPr>
          <p:cNvSpPr/>
          <p:nvPr/>
        </p:nvSpPr>
        <p:spPr>
          <a:xfrm>
            <a:off x="6892751" y="1763072"/>
            <a:ext cx="678426" cy="383458"/>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23" name="Rectangle 22">
            <a:extLst>
              <a:ext uri="{FF2B5EF4-FFF2-40B4-BE49-F238E27FC236}">
                <a16:creationId xmlns:a16="http://schemas.microsoft.com/office/drawing/2014/main" id="{C0579140-947B-434E-96FF-BA347F0C4208}"/>
              </a:ext>
            </a:extLst>
          </p:cNvPr>
          <p:cNvSpPr/>
          <p:nvPr/>
        </p:nvSpPr>
        <p:spPr>
          <a:xfrm>
            <a:off x="6892751" y="2202024"/>
            <a:ext cx="678426" cy="383458"/>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Tree>
    <p:extLst>
      <p:ext uri="{BB962C8B-B14F-4D97-AF65-F5344CB8AC3E}">
        <p14:creationId xmlns:p14="http://schemas.microsoft.com/office/powerpoint/2010/main" val="3538240858"/>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3A7AE6-D4A2-4EC7-AB69-D10FDED6791E}"/>
              </a:ext>
            </a:extLst>
          </p:cNvPr>
          <p:cNvSpPr>
            <a:spLocks noGrp="1"/>
          </p:cNvSpPr>
          <p:nvPr>
            <p:ph type="title"/>
          </p:nvPr>
        </p:nvSpPr>
        <p:spPr>
          <a:xfrm>
            <a:off x="919119" y="0"/>
            <a:ext cx="10353762" cy="935421"/>
          </a:xfrm>
        </p:spPr>
        <p:txBody>
          <a:bodyPr/>
          <a:lstStyle/>
          <a:p>
            <a:r>
              <a:rPr lang="en-AU" dirty="0"/>
              <a:t>Exercise (success probability for the nodes)</a:t>
            </a:r>
          </a:p>
        </p:txBody>
      </p:sp>
      <p:pic>
        <p:nvPicPr>
          <p:cNvPr id="5" name="Picture 4">
            <a:extLst>
              <a:ext uri="{FF2B5EF4-FFF2-40B4-BE49-F238E27FC236}">
                <a16:creationId xmlns:a16="http://schemas.microsoft.com/office/drawing/2014/main" id="{5E9D4FAE-9EA5-4927-8F70-E90C243EA17E}"/>
              </a:ext>
            </a:extLst>
          </p:cNvPr>
          <p:cNvPicPr>
            <a:picLocks noChangeAspect="1"/>
          </p:cNvPicPr>
          <p:nvPr/>
        </p:nvPicPr>
        <p:blipFill>
          <a:blip r:embed="rId3"/>
          <a:stretch>
            <a:fillRect/>
          </a:stretch>
        </p:blipFill>
        <p:spPr>
          <a:xfrm>
            <a:off x="742950" y="935421"/>
            <a:ext cx="9979127" cy="5288398"/>
          </a:xfrm>
          <a:prstGeom prst="rect">
            <a:avLst/>
          </a:prstGeom>
        </p:spPr>
      </p:pic>
      <p:pic>
        <p:nvPicPr>
          <p:cNvPr id="4" name="Picture 3">
            <a:extLst>
              <a:ext uri="{FF2B5EF4-FFF2-40B4-BE49-F238E27FC236}">
                <a16:creationId xmlns:a16="http://schemas.microsoft.com/office/drawing/2014/main" id="{07BA7B64-6AF9-4C08-AAEF-1353B9D28CB3}"/>
              </a:ext>
            </a:extLst>
          </p:cNvPr>
          <p:cNvPicPr>
            <a:picLocks noChangeAspect="1"/>
          </p:cNvPicPr>
          <p:nvPr/>
        </p:nvPicPr>
        <p:blipFill>
          <a:blip r:embed="rId4"/>
          <a:stretch>
            <a:fillRect/>
          </a:stretch>
        </p:blipFill>
        <p:spPr>
          <a:xfrm>
            <a:off x="8524568" y="935664"/>
            <a:ext cx="3220262" cy="1678803"/>
          </a:xfrm>
          <a:prstGeom prst="rect">
            <a:avLst/>
          </a:prstGeom>
        </p:spPr>
      </p:pic>
      <p:sp>
        <p:nvSpPr>
          <p:cNvPr id="9" name="Rectangle 8">
            <a:extLst>
              <a:ext uri="{FF2B5EF4-FFF2-40B4-BE49-F238E27FC236}">
                <a16:creationId xmlns:a16="http://schemas.microsoft.com/office/drawing/2014/main" id="{2E47447F-9D1D-4119-9AC1-89A76461C26E}"/>
              </a:ext>
            </a:extLst>
          </p:cNvPr>
          <p:cNvSpPr/>
          <p:nvPr/>
        </p:nvSpPr>
        <p:spPr>
          <a:xfrm>
            <a:off x="4912772" y="1234194"/>
            <a:ext cx="678426" cy="383458"/>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3" name="Rectangle 12">
            <a:extLst>
              <a:ext uri="{FF2B5EF4-FFF2-40B4-BE49-F238E27FC236}">
                <a16:creationId xmlns:a16="http://schemas.microsoft.com/office/drawing/2014/main" id="{84915FF7-F2B6-4F8F-987F-6E6AE8782CB9}"/>
              </a:ext>
            </a:extLst>
          </p:cNvPr>
          <p:cNvSpPr/>
          <p:nvPr/>
        </p:nvSpPr>
        <p:spPr>
          <a:xfrm>
            <a:off x="8194430" y="3290775"/>
            <a:ext cx="1244257" cy="383458"/>
          </a:xfrm>
          <a:prstGeom prst="rect">
            <a:avLst/>
          </a:prstGeom>
          <a:solidFill>
            <a:schemeClr val="tx1"/>
          </a:solidFill>
          <a:ln w="38100">
            <a:solidFill>
              <a:schemeClr val="accent6">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1400" dirty="0">
                <a:solidFill>
                  <a:schemeClr val="bg1"/>
                </a:solidFill>
                <a:latin typeface="Arial" panose="020B0604020202020204" pitchFamily="34" charset="0"/>
                <a:cs typeface="Arial" panose="020B0604020202020204" pitchFamily="34" charset="0"/>
              </a:rPr>
              <a:t>1.0</a:t>
            </a:r>
          </a:p>
        </p:txBody>
      </p:sp>
      <p:sp>
        <p:nvSpPr>
          <p:cNvPr id="18" name="Rectangle 17">
            <a:extLst>
              <a:ext uri="{FF2B5EF4-FFF2-40B4-BE49-F238E27FC236}">
                <a16:creationId xmlns:a16="http://schemas.microsoft.com/office/drawing/2014/main" id="{AF641BBD-1AE1-4473-A3CD-89545BCB14F4}"/>
              </a:ext>
            </a:extLst>
          </p:cNvPr>
          <p:cNvSpPr/>
          <p:nvPr/>
        </p:nvSpPr>
        <p:spPr>
          <a:xfrm>
            <a:off x="8194429" y="2899539"/>
            <a:ext cx="1244257" cy="383458"/>
          </a:xfrm>
          <a:prstGeom prst="rect">
            <a:avLst/>
          </a:prstGeom>
          <a:solidFill>
            <a:schemeClr val="tx1"/>
          </a:solidFill>
          <a:ln w="38100">
            <a:solidFill>
              <a:schemeClr val="accent6">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1400" dirty="0">
                <a:solidFill>
                  <a:schemeClr val="bg1"/>
                </a:solidFill>
                <a:latin typeface="Cambria" panose="02040503050406030204" pitchFamily="18" charset="0"/>
                <a:ea typeface="Cambria" panose="02040503050406030204" pitchFamily="18" charset="0"/>
                <a:cs typeface="Arial" panose="020B0604020202020204" pitchFamily="34" charset="0"/>
              </a:rPr>
              <a:t>0.0</a:t>
            </a:r>
          </a:p>
        </p:txBody>
      </p:sp>
      <p:sp>
        <p:nvSpPr>
          <p:cNvPr id="14" name="Rectangle 13">
            <a:extLst>
              <a:ext uri="{FF2B5EF4-FFF2-40B4-BE49-F238E27FC236}">
                <a16:creationId xmlns:a16="http://schemas.microsoft.com/office/drawing/2014/main" id="{6893BAD6-018F-4A85-AE18-DB743550469F}"/>
              </a:ext>
            </a:extLst>
          </p:cNvPr>
          <p:cNvSpPr/>
          <p:nvPr/>
        </p:nvSpPr>
        <p:spPr>
          <a:xfrm>
            <a:off x="8477344" y="2883100"/>
            <a:ext cx="678426" cy="383458"/>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6" name="Rectangle 15">
            <a:extLst>
              <a:ext uri="{FF2B5EF4-FFF2-40B4-BE49-F238E27FC236}">
                <a16:creationId xmlns:a16="http://schemas.microsoft.com/office/drawing/2014/main" id="{C7B1E7C0-6898-41C6-93BD-D0CD26828926}"/>
              </a:ext>
            </a:extLst>
          </p:cNvPr>
          <p:cNvSpPr/>
          <p:nvPr/>
        </p:nvSpPr>
        <p:spPr>
          <a:xfrm>
            <a:off x="457200" y="3196161"/>
            <a:ext cx="2222466" cy="47807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1600" dirty="0">
                <a:solidFill>
                  <a:srgbClr val="FF0000"/>
                </a:solidFill>
              </a:rPr>
              <a:t>0.75+0.5-0.75*0.5</a:t>
            </a:r>
          </a:p>
        </p:txBody>
      </p:sp>
      <p:sp>
        <p:nvSpPr>
          <p:cNvPr id="17" name="Oval 16">
            <a:extLst>
              <a:ext uri="{FF2B5EF4-FFF2-40B4-BE49-F238E27FC236}">
                <a16:creationId xmlns:a16="http://schemas.microsoft.com/office/drawing/2014/main" id="{30F37AC0-EA5F-40A5-8844-30E44327EB0E}"/>
              </a:ext>
            </a:extLst>
          </p:cNvPr>
          <p:cNvSpPr/>
          <p:nvPr/>
        </p:nvSpPr>
        <p:spPr>
          <a:xfrm>
            <a:off x="9910637" y="5503985"/>
            <a:ext cx="678426" cy="383458"/>
          </a:xfrm>
          <a:prstGeom prst="ellipse">
            <a:avLst/>
          </a:prstGeom>
          <a:solidFill>
            <a:srgbClr val="FFFF00"/>
          </a:solid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1050" dirty="0">
                <a:solidFill>
                  <a:schemeClr val="bg1"/>
                </a:solidFill>
                <a:latin typeface="Arial" panose="020B0604020202020204" pitchFamily="34" charset="0"/>
                <a:cs typeface="Arial" panose="020B0604020202020204" pitchFamily="34" charset="0"/>
              </a:rPr>
              <a:t>0.5</a:t>
            </a:r>
          </a:p>
        </p:txBody>
      </p:sp>
      <p:sp>
        <p:nvSpPr>
          <p:cNvPr id="19" name="Oval 18">
            <a:extLst>
              <a:ext uri="{FF2B5EF4-FFF2-40B4-BE49-F238E27FC236}">
                <a16:creationId xmlns:a16="http://schemas.microsoft.com/office/drawing/2014/main" id="{345BDBEB-6449-4433-A41D-777046892DF3}"/>
              </a:ext>
            </a:extLst>
          </p:cNvPr>
          <p:cNvSpPr/>
          <p:nvPr/>
        </p:nvSpPr>
        <p:spPr>
          <a:xfrm>
            <a:off x="9305673" y="4386856"/>
            <a:ext cx="963741" cy="383458"/>
          </a:xfrm>
          <a:prstGeom prst="ellipse">
            <a:avLst/>
          </a:prstGeom>
          <a:solidFill>
            <a:schemeClr val="tx1"/>
          </a:solid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1050" dirty="0">
                <a:solidFill>
                  <a:schemeClr val="bg1"/>
                </a:solidFill>
                <a:latin typeface="Arial" panose="020B0604020202020204" pitchFamily="34" charset="0"/>
                <a:cs typeface="Arial" panose="020B0604020202020204" pitchFamily="34" charset="0"/>
              </a:rPr>
              <a:t>0.75</a:t>
            </a:r>
          </a:p>
        </p:txBody>
      </p:sp>
      <p:sp>
        <p:nvSpPr>
          <p:cNvPr id="20" name="Oval 19">
            <a:extLst>
              <a:ext uri="{FF2B5EF4-FFF2-40B4-BE49-F238E27FC236}">
                <a16:creationId xmlns:a16="http://schemas.microsoft.com/office/drawing/2014/main" id="{40796E84-B652-4D07-85B1-2278921A54BA}"/>
              </a:ext>
            </a:extLst>
          </p:cNvPr>
          <p:cNvSpPr/>
          <p:nvPr/>
        </p:nvSpPr>
        <p:spPr>
          <a:xfrm>
            <a:off x="6768755" y="2202024"/>
            <a:ext cx="963741" cy="410547"/>
          </a:xfrm>
          <a:prstGeom prst="ellipse">
            <a:avLst/>
          </a:prstGeom>
          <a:solidFill>
            <a:schemeClr val="tx1"/>
          </a:solid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1050" dirty="0">
                <a:solidFill>
                  <a:schemeClr val="bg1"/>
                </a:solidFill>
                <a:latin typeface="Arial" panose="020B0604020202020204" pitchFamily="34" charset="0"/>
                <a:cs typeface="Arial" panose="020B0604020202020204" pitchFamily="34" charset="0"/>
              </a:rPr>
              <a:t>1.0</a:t>
            </a:r>
          </a:p>
        </p:txBody>
      </p:sp>
      <p:sp>
        <p:nvSpPr>
          <p:cNvPr id="21" name="Oval 20">
            <a:extLst>
              <a:ext uri="{FF2B5EF4-FFF2-40B4-BE49-F238E27FC236}">
                <a16:creationId xmlns:a16="http://schemas.microsoft.com/office/drawing/2014/main" id="{5025FB51-CE9B-48DC-BD03-199E141F4F6E}"/>
              </a:ext>
            </a:extLst>
          </p:cNvPr>
          <p:cNvSpPr/>
          <p:nvPr/>
        </p:nvSpPr>
        <p:spPr>
          <a:xfrm>
            <a:off x="6750094" y="1793726"/>
            <a:ext cx="963741" cy="383458"/>
          </a:xfrm>
          <a:prstGeom prst="ellipse">
            <a:avLst/>
          </a:prstGeom>
          <a:solidFill>
            <a:schemeClr val="tx1"/>
          </a:solid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1050" dirty="0">
                <a:solidFill>
                  <a:schemeClr val="bg1"/>
                </a:solidFill>
                <a:latin typeface="Arial" panose="020B0604020202020204" pitchFamily="34" charset="0"/>
                <a:cs typeface="Arial" panose="020B0604020202020204" pitchFamily="34" charset="0"/>
              </a:rPr>
              <a:t>0.75</a:t>
            </a:r>
          </a:p>
        </p:txBody>
      </p:sp>
      <p:sp>
        <p:nvSpPr>
          <p:cNvPr id="22" name="Rectangle 21">
            <a:extLst>
              <a:ext uri="{FF2B5EF4-FFF2-40B4-BE49-F238E27FC236}">
                <a16:creationId xmlns:a16="http://schemas.microsoft.com/office/drawing/2014/main" id="{B30FB8F3-FAD0-4EF4-84F3-6075CEBC8A03}"/>
              </a:ext>
            </a:extLst>
          </p:cNvPr>
          <p:cNvSpPr/>
          <p:nvPr/>
        </p:nvSpPr>
        <p:spPr>
          <a:xfrm>
            <a:off x="6892751" y="1763072"/>
            <a:ext cx="678426" cy="383458"/>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23" name="Rectangle 22">
            <a:extLst>
              <a:ext uri="{FF2B5EF4-FFF2-40B4-BE49-F238E27FC236}">
                <a16:creationId xmlns:a16="http://schemas.microsoft.com/office/drawing/2014/main" id="{7A4BB221-FAF4-441B-8541-82365B585141}"/>
              </a:ext>
            </a:extLst>
          </p:cNvPr>
          <p:cNvSpPr/>
          <p:nvPr/>
        </p:nvSpPr>
        <p:spPr>
          <a:xfrm>
            <a:off x="6892751" y="2202024"/>
            <a:ext cx="678426" cy="383458"/>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Tree>
    <p:extLst>
      <p:ext uri="{BB962C8B-B14F-4D97-AF65-F5344CB8AC3E}">
        <p14:creationId xmlns:p14="http://schemas.microsoft.com/office/powerpoint/2010/main" val="2593117152"/>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3A7AE6-D4A2-4EC7-AB69-D10FDED6791E}"/>
              </a:ext>
            </a:extLst>
          </p:cNvPr>
          <p:cNvSpPr>
            <a:spLocks noGrp="1"/>
          </p:cNvSpPr>
          <p:nvPr>
            <p:ph type="title"/>
          </p:nvPr>
        </p:nvSpPr>
        <p:spPr>
          <a:xfrm>
            <a:off x="919119" y="0"/>
            <a:ext cx="10353762" cy="935421"/>
          </a:xfrm>
        </p:spPr>
        <p:txBody>
          <a:bodyPr/>
          <a:lstStyle/>
          <a:p>
            <a:r>
              <a:rPr lang="en-AU" dirty="0"/>
              <a:t>Exercise (success probability for the nodes)</a:t>
            </a:r>
          </a:p>
        </p:txBody>
      </p:sp>
      <p:pic>
        <p:nvPicPr>
          <p:cNvPr id="5" name="Picture 4">
            <a:extLst>
              <a:ext uri="{FF2B5EF4-FFF2-40B4-BE49-F238E27FC236}">
                <a16:creationId xmlns:a16="http://schemas.microsoft.com/office/drawing/2014/main" id="{5E9D4FAE-9EA5-4927-8F70-E90C243EA17E}"/>
              </a:ext>
            </a:extLst>
          </p:cNvPr>
          <p:cNvPicPr>
            <a:picLocks noChangeAspect="1"/>
          </p:cNvPicPr>
          <p:nvPr/>
        </p:nvPicPr>
        <p:blipFill>
          <a:blip r:embed="rId3"/>
          <a:stretch>
            <a:fillRect/>
          </a:stretch>
        </p:blipFill>
        <p:spPr>
          <a:xfrm>
            <a:off x="742950" y="935421"/>
            <a:ext cx="9979127" cy="5288398"/>
          </a:xfrm>
          <a:prstGeom prst="rect">
            <a:avLst/>
          </a:prstGeom>
        </p:spPr>
      </p:pic>
      <p:pic>
        <p:nvPicPr>
          <p:cNvPr id="4" name="Picture 3">
            <a:extLst>
              <a:ext uri="{FF2B5EF4-FFF2-40B4-BE49-F238E27FC236}">
                <a16:creationId xmlns:a16="http://schemas.microsoft.com/office/drawing/2014/main" id="{07BA7B64-6AF9-4C08-AAEF-1353B9D28CB3}"/>
              </a:ext>
            </a:extLst>
          </p:cNvPr>
          <p:cNvPicPr>
            <a:picLocks noChangeAspect="1"/>
          </p:cNvPicPr>
          <p:nvPr/>
        </p:nvPicPr>
        <p:blipFill>
          <a:blip r:embed="rId4"/>
          <a:stretch>
            <a:fillRect/>
          </a:stretch>
        </p:blipFill>
        <p:spPr>
          <a:xfrm>
            <a:off x="8524568" y="935664"/>
            <a:ext cx="3220262" cy="1678803"/>
          </a:xfrm>
          <a:prstGeom prst="rect">
            <a:avLst/>
          </a:prstGeom>
        </p:spPr>
      </p:pic>
      <p:sp>
        <p:nvSpPr>
          <p:cNvPr id="9" name="Rectangle 8">
            <a:extLst>
              <a:ext uri="{FF2B5EF4-FFF2-40B4-BE49-F238E27FC236}">
                <a16:creationId xmlns:a16="http://schemas.microsoft.com/office/drawing/2014/main" id="{2E47447F-9D1D-4119-9AC1-89A76461C26E}"/>
              </a:ext>
            </a:extLst>
          </p:cNvPr>
          <p:cNvSpPr/>
          <p:nvPr/>
        </p:nvSpPr>
        <p:spPr>
          <a:xfrm>
            <a:off x="4912772" y="1234194"/>
            <a:ext cx="678426" cy="383458"/>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3" name="Rectangle 12">
            <a:extLst>
              <a:ext uri="{FF2B5EF4-FFF2-40B4-BE49-F238E27FC236}">
                <a16:creationId xmlns:a16="http://schemas.microsoft.com/office/drawing/2014/main" id="{84915FF7-F2B6-4F8F-987F-6E6AE8782CB9}"/>
              </a:ext>
            </a:extLst>
          </p:cNvPr>
          <p:cNvSpPr/>
          <p:nvPr/>
        </p:nvSpPr>
        <p:spPr>
          <a:xfrm>
            <a:off x="8194430" y="3290775"/>
            <a:ext cx="1244257" cy="383458"/>
          </a:xfrm>
          <a:prstGeom prst="rect">
            <a:avLst/>
          </a:prstGeom>
          <a:solidFill>
            <a:schemeClr val="tx1"/>
          </a:solidFill>
          <a:ln w="38100">
            <a:solidFill>
              <a:schemeClr val="accent6">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1400" dirty="0">
                <a:solidFill>
                  <a:schemeClr val="bg1"/>
                </a:solidFill>
                <a:latin typeface="Arial" panose="020B0604020202020204" pitchFamily="34" charset="0"/>
                <a:cs typeface="Arial" panose="020B0604020202020204" pitchFamily="34" charset="0"/>
              </a:rPr>
              <a:t>1.0</a:t>
            </a:r>
          </a:p>
        </p:txBody>
      </p:sp>
      <p:sp>
        <p:nvSpPr>
          <p:cNvPr id="18" name="Rectangle 17">
            <a:extLst>
              <a:ext uri="{FF2B5EF4-FFF2-40B4-BE49-F238E27FC236}">
                <a16:creationId xmlns:a16="http://schemas.microsoft.com/office/drawing/2014/main" id="{AF641BBD-1AE1-4473-A3CD-89545BCB14F4}"/>
              </a:ext>
            </a:extLst>
          </p:cNvPr>
          <p:cNvSpPr/>
          <p:nvPr/>
        </p:nvSpPr>
        <p:spPr>
          <a:xfrm>
            <a:off x="8194429" y="2899539"/>
            <a:ext cx="1244257" cy="383458"/>
          </a:xfrm>
          <a:prstGeom prst="rect">
            <a:avLst/>
          </a:prstGeom>
          <a:solidFill>
            <a:schemeClr val="tx1"/>
          </a:solidFill>
          <a:ln w="38100">
            <a:solidFill>
              <a:schemeClr val="accent6">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1400" dirty="0">
                <a:solidFill>
                  <a:schemeClr val="bg1"/>
                </a:solidFill>
                <a:latin typeface="Cambria" panose="02040503050406030204" pitchFamily="18" charset="0"/>
                <a:ea typeface="Cambria" panose="02040503050406030204" pitchFamily="18" charset="0"/>
                <a:cs typeface="Arial" panose="020B0604020202020204" pitchFamily="34" charset="0"/>
              </a:rPr>
              <a:t>0.25</a:t>
            </a:r>
          </a:p>
        </p:txBody>
      </p:sp>
      <p:sp>
        <p:nvSpPr>
          <p:cNvPr id="16" name="Rectangle 15">
            <a:extLst>
              <a:ext uri="{FF2B5EF4-FFF2-40B4-BE49-F238E27FC236}">
                <a16:creationId xmlns:a16="http://schemas.microsoft.com/office/drawing/2014/main" id="{C7B1E7C0-6898-41C6-93BD-D0CD26828926}"/>
              </a:ext>
            </a:extLst>
          </p:cNvPr>
          <p:cNvSpPr/>
          <p:nvPr/>
        </p:nvSpPr>
        <p:spPr>
          <a:xfrm>
            <a:off x="457200" y="3196161"/>
            <a:ext cx="2222466" cy="47807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1600" dirty="0">
                <a:solidFill>
                  <a:srgbClr val="FF0000"/>
                </a:solidFill>
              </a:rPr>
              <a:t>0.75+0.5-0.75*0.5</a:t>
            </a:r>
          </a:p>
        </p:txBody>
      </p:sp>
      <p:sp>
        <p:nvSpPr>
          <p:cNvPr id="17" name="Oval 16">
            <a:extLst>
              <a:ext uri="{FF2B5EF4-FFF2-40B4-BE49-F238E27FC236}">
                <a16:creationId xmlns:a16="http://schemas.microsoft.com/office/drawing/2014/main" id="{30F37AC0-EA5F-40A5-8844-30E44327EB0E}"/>
              </a:ext>
            </a:extLst>
          </p:cNvPr>
          <p:cNvSpPr/>
          <p:nvPr/>
        </p:nvSpPr>
        <p:spPr>
          <a:xfrm>
            <a:off x="9910637" y="5503985"/>
            <a:ext cx="678426" cy="383458"/>
          </a:xfrm>
          <a:prstGeom prst="ellipse">
            <a:avLst/>
          </a:prstGeom>
          <a:solidFill>
            <a:srgbClr val="FFFF00"/>
          </a:solid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1050" dirty="0">
                <a:solidFill>
                  <a:schemeClr val="bg1"/>
                </a:solidFill>
                <a:latin typeface="Arial" panose="020B0604020202020204" pitchFamily="34" charset="0"/>
                <a:cs typeface="Arial" panose="020B0604020202020204" pitchFamily="34" charset="0"/>
              </a:rPr>
              <a:t>0.5</a:t>
            </a:r>
          </a:p>
        </p:txBody>
      </p:sp>
      <p:sp>
        <p:nvSpPr>
          <p:cNvPr id="19" name="Oval 18">
            <a:extLst>
              <a:ext uri="{FF2B5EF4-FFF2-40B4-BE49-F238E27FC236}">
                <a16:creationId xmlns:a16="http://schemas.microsoft.com/office/drawing/2014/main" id="{345BDBEB-6449-4433-A41D-777046892DF3}"/>
              </a:ext>
            </a:extLst>
          </p:cNvPr>
          <p:cNvSpPr/>
          <p:nvPr/>
        </p:nvSpPr>
        <p:spPr>
          <a:xfrm>
            <a:off x="9305673" y="4386856"/>
            <a:ext cx="963741" cy="383458"/>
          </a:xfrm>
          <a:prstGeom prst="ellipse">
            <a:avLst/>
          </a:prstGeom>
          <a:solidFill>
            <a:schemeClr val="tx1"/>
          </a:solid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1050" dirty="0">
                <a:solidFill>
                  <a:schemeClr val="bg1"/>
                </a:solidFill>
                <a:latin typeface="Arial" panose="020B0604020202020204" pitchFamily="34" charset="0"/>
                <a:cs typeface="Arial" panose="020B0604020202020204" pitchFamily="34" charset="0"/>
              </a:rPr>
              <a:t>0.75</a:t>
            </a:r>
          </a:p>
        </p:txBody>
      </p:sp>
      <p:sp>
        <p:nvSpPr>
          <p:cNvPr id="15" name="Oval 14">
            <a:extLst>
              <a:ext uri="{FF2B5EF4-FFF2-40B4-BE49-F238E27FC236}">
                <a16:creationId xmlns:a16="http://schemas.microsoft.com/office/drawing/2014/main" id="{F9C3A2D8-9950-4253-89F8-378DF90914A5}"/>
              </a:ext>
            </a:extLst>
          </p:cNvPr>
          <p:cNvSpPr/>
          <p:nvPr/>
        </p:nvSpPr>
        <p:spPr>
          <a:xfrm>
            <a:off x="6768755" y="2202024"/>
            <a:ext cx="963741" cy="410547"/>
          </a:xfrm>
          <a:prstGeom prst="ellipse">
            <a:avLst/>
          </a:prstGeom>
          <a:solidFill>
            <a:schemeClr val="tx1"/>
          </a:solid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1050" dirty="0">
                <a:solidFill>
                  <a:schemeClr val="bg1"/>
                </a:solidFill>
                <a:latin typeface="Arial" panose="020B0604020202020204" pitchFamily="34" charset="0"/>
                <a:cs typeface="Arial" panose="020B0604020202020204" pitchFamily="34" charset="0"/>
              </a:rPr>
              <a:t>1.0</a:t>
            </a:r>
          </a:p>
        </p:txBody>
      </p:sp>
      <p:sp>
        <p:nvSpPr>
          <p:cNvPr id="20" name="Oval 19">
            <a:extLst>
              <a:ext uri="{FF2B5EF4-FFF2-40B4-BE49-F238E27FC236}">
                <a16:creationId xmlns:a16="http://schemas.microsoft.com/office/drawing/2014/main" id="{766A7DD3-B3E4-48A9-9F0B-66F3D10B97FD}"/>
              </a:ext>
            </a:extLst>
          </p:cNvPr>
          <p:cNvSpPr/>
          <p:nvPr/>
        </p:nvSpPr>
        <p:spPr>
          <a:xfrm>
            <a:off x="6750094" y="1793726"/>
            <a:ext cx="963741" cy="383458"/>
          </a:xfrm>
          <a:prstGeom prst="ellipse">
            <a:avLst/>
          </a:prstGeom>
          <a:solidFill>
            <a:schemeClr val="tx1"/>
          </a:solid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1050" dirty="0">
                <a:solidFill>
                  <a:schemeClr val="bg1"/>
                </a:solidFill>
                <a:latin typeface="Arial" panose="020B0604020202020204" pitchFamily="34" charset="0"/>
                <a:cs typeface="Arial" panose="020B0604020202020204" pitchFamily="34" charset="0"/>
              </a:rPr>
              <a:t>0.75</a:t>
            </a:r>
          </a:p>
        </p:txBody>
      </p:sp>
      <p:sp>
        <p:nvSpPr>
          <p:cNvPr id="21" name="Rectangle 20">
            <a:extLst>
              <a:ext uri="{FF2B5EF4-FFF2-40B4-BE49-F238E27FC236}">
                <a16:creationId xmlns:a16="http://schemas.microsoft.com/office/drawing/2014/main" id="{B74B1D83-CC43-47E6-BCD8-FEF52BAAB2B9}"/>
              </a:ext>
            </a:extLst>
          </p:cNvPr>
          <p:cNvSpPr/>
          <p:nvPr/>
        </p:nvSpPr>
        <p:spPr>
          <a:xfrm>
            <a:off x="6892751" y="1763072"/>
            <a:ext cx="678426" cy="383458"/>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22" name="Rectangle 21">
            <a:extLst>
              <a:ext uri="{FF2B5EF4-FFF2-40B4-BE49-F238E27FC236}">
                <a16:creationId xmlns:a16="http://schemas.microsoft.com/office/drawing/2014/main" id="{A58B5752-9682-4A29-919A-0B612BAD7AE2}"/>
              </a:ext>
            </a:extLst>
          </p:cNvPr>
          <p:cNvSpPr/>
          <p:nvPr/>
        </p:nvSpPr>
        <p:spPr>
          <a:xfrm>
            <a:off x="6892751" y="2202024"/>
            <a:ext cx="678426" cy="383458"/>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Tree>
    <p:extLst>
      <p:ext uri="{BB962C8B-B14F-4D97-AF65-F5344CB8AC3E}">
        <p14:creationId xmlns:p14="http://schemas.microsoft.com/office/powerpoint/2010/main" val="2849986112"/>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3A7AE6-D4A2-4EC7-AB69-D10FDED6791E}"/>
              </a:ext>
            </a:extLst>
          </p:cNvPr>
          <p:cNvSpPr>
            <a:spLocks noGrp="1"/>
          </p:cNvSpPr>
          <p:nvPr>
            <p:ph type="title"/>
          </p:nvPr>
        </p:nvSpPr>
        <p:spPr>
          <a:xfrm>
            <a:off x="919119" y="0"/>
            <a:ext cx="10353762" cy="935421"/>
          </a:xfrm>
        </p:spPr>
        <p:txBody>
          <a:bodyPr/>
          <a:lstStyle/>
          <a:p>
            <a:r>
              <a:rPr lang="en-AU" dirty="0"/>
              <a:t>Exercise (success probability for the nodes)</a:t>
            </a:r>
          </a:p>
        </p:txBody>
      </p:sp>
      <p:pic>
        <p:nvPicPr>
          <p:cNvPr id="5" name="Picture 4">
            <a:extLst>
              <a:ext uri="{FF2B5EF4-FFF2-40B4-BE49-F238E27FC236}">
                <a16:creationId xmlns:a16="http://schemas.microsoft.com/office/drawing/2014/main" id="{5E9D4FAE-9EA5-4927-8F70-E90C243EA17E}"/>
              </a:ext>
            </a:extLst>
          </p:cNvPr>
          <p:cNvPicPr>
            <a:picLocks noChangeAspect="1"/>
          </p:cNvPicPr>
          <p:nvPr/>
        </p:nvPicPr>
        <p:blipFill>
          <a:blip r:embed="rId3"/>
          <a:stretch>
            <a:fillRect/>
          </a:stretch>
        </p:blipFill>
        <p:spPr>
          <a:xfrm>
            <a:off x="742950" y="935421"/>
            <a:ext cx="9979127" cy="5288398"/>
          </a:xfrm>
          <a:prstGeom prst="rect">
            <a:avLst/>
          </a:prstGeom>
        </p:spPr>
      </p:pic>
      <p:pic>
        <p:nvPicPr>
          <p:cNvPr id="4" name="Picture 3">
            <a:extLst>
              <a:ext uri="{FF2B5EF4-FFF2-40B4-BE49-F238E27FC236}">
                <a16:creationId xmlns:a16="http://schemas.microsoft.com/office/drawing/2014/main" id="{07BA7B64-6AF9-4C08-AAEF-1353B9D28CB3}"/>
              </a:ext>
            </a:extLst>
          </p:cNvPr>
          <p:cNvPicPr>
            <a:picLocks noChangeAspect="1"/>
          </p:cNvPicPr>
          <p:nvPr/>
        </p:nvPicPr>
        <p:blipFill>
          <a:blip r:embed="rId4"/>
          <a:stretch>
            <a:fillRect/>
          </a:stretch>
        </p:blipFill>
        <p:spPr>
          <a:xfrm>
            <a:off x="8524568" y="935664"/>
            <a:ext cx="3220262" cy="1678803"/>
          </a:xfrm>
          <a:prstGeom prst="rect">
            <a:avLst/>
          </a:prstGeom>
        </p:spPr>
      </p:pic>
      <p:sp>
        <p:nvSpPr>
          <p:cNvPr id="9" name="Rectangle 8">
            <a:extLst>
              <a:ext uri="{FF2B5EF4-FFF2-40B4-BE49-F238E27FC236}">
                <a16:creationId xmlns:a16="http://schemas.microsoft.com/office/drawing/2014/main" id="{2E47447F-9D1D-4119-9AC1-89A76461C26E}"/>
              </a:ext>
            </a:extLst>
          </p:cNvPr>
          <p:cNvSpPr/>
          <p:nvPr/>
        </p:nvSpPr>
        <p:spPr>
          <a:xfrm>
            <a:off x="4912772" y="1234194"/>
            <a:ext cx="678426" cy="383458"/>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3" name="Rectangle 12">
            <a:extLst>
              <a:ext uri="{FF2B5EF4-FFF2-40B4-BE49-F238E27FC236}">
                <a16:creationId xmlns:a16="http://schemas.microsoft.com/office/drawing/2014/main" id="{84915FF7-F2B6-4F8F-987F-6E6AE8782CB9}"/>
              </a:ext>
            </a:extLst>
          </p:cNvPr>
          <p:cNvSpPr/>
          <p:nvPr/>
        </p:nvSpPr>
        <p:spPr>
          <a:xfrm>
            <a:off x="8194430" y="3290775"/>
            <a:ext cx="1244257" cy="383458"/>
          </a:xfrm>
          <a:prstGeom prst="rect">
            <a:avLst/>
          </a:prstGeom>
          <a:solidFill>
            <a:schemeClr val="tx1"/>
          </a:solidFill>
          <a:ln w="38100">
            <a:solidFill>
              <a:schemeClr val="accent6">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1400" dirty="0">
                <a:solidFill>
                  <a:schemeClr val="bg1"/>
                </a:solidFill>
                <a:latin typeface="Arial" panose="020B0604020202020204" pitchFamily="34" charset="0"/>
                <a:cs typeface="Arial" panose="020B0604020202020204" pitchFamily="34" charset="0"/>
              </a:rPr>
              <a:t>1.0</a:t>
            </a:r>
          </a:p>
        </p:txBody>
      </p:sp>
      <p:sp>
        <p:nvSpPr>
          <p:cNvPr id="18" name="Rectangle 17">
            <a:extLst>
              <a:ext uri="{FF2B5EF4-FFF2-40B4-BE49-F238E27FC236}">
                <a16:creationId xmlns:a16="http://schemas.microsoft.com/office/drawing/2014/main" id="{AF641BBD-1AE1-4473-A3CD-89545BCB14F4}"/>
              </a:ext>
            </a:extLst>
          </p:cNvPr>
          <p:cNvSpPr/>
          <p:nvPr/>
        </p:nvSpPr>
        <p:spPr>
          <a:xfrm>
            <a:off x="8194429" y="2899539"/>
            <a:ext cx="1244257" cy="383458"/>
          </a:xfrm>
          <a:prstGeom prst="rect">
            <a:avLst/>
          </a:prstGeom>
          <a:solidFill>
            <a:schemeClr val="tx1"/>
          </a:solidFill>
          <a:ln w="38100">
            <a:solidFill>
              <a:schemeClr val="accent6">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1400" dirty="0">
                <a:solidFill>
                  <a:schemeClr val="bg1"/>
                </a:solidFill>
                <a:latin typeface="Cambria" panose="02040503050406030204" pitchFamily="18" charset="0"/>
                <a:ea typeface="Cambria" panose="02040503050406030204" pitchFamily="18" charset="0"/>
                <a:cs typeface="Arial" panose="020B0604020202020204" pitchFamily="34" charset="0"/>
              </a:rPr>
              <a:t>0.25</a:t>
            </a:r>
          </a:p>
        </p:txBody>
      </p:sp>
      <p:sp>
        <p:nvSpPr>
          <p:cNvPr id="16" name="Rectangle 15">
            <a:extLst>
              <a:ext uri="{FF2B5EF4-FFF2-40B4-BE49-F238E27FC236}">
                <a16:creationId xmlns:a16="http://schemas.microsoft.com/office/drawing/2014/main" id="{C7B1E7C0-6898-41C6-93BD-D0CD26828926}"/>
              </a:ext>
            </a:extLst>
          </p:cNvPr>
          <p:cNvSpPr/>
          <p:nvPr/>
        </p:nvSpPr>
        <p:spPr>
          <a:xfrm>
            <a:off x="457200" y="3196161"/>
            <a:ext cx="2222466" cy="47807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1600" dirty="0">
                <a:solidFill>
                  <a:srgbClr val="FF0000"/>
                </a:solidFill>
              </a:rPr>
              <a:t>0.75+0.5-0.75*0.5</a:t>
            </a:r>
          </a:p>
        </p:txBody>
      </p:sp>
      <p:sp>
        <p:nvSpPr>
          <p:cNvPr id="17" name="Oval 16">
            <a:extLst>
              <a:ext uri="{FF2B5EF4-FFF2-40B4-BE49-F238E27FC236}">
                <a16:creationId xmlns:a16="http://schemas.microsoft.com/office/drawing/2014/main" id="{30F37AC0-EA5F-40A5-8844-30E44327EB0E}"/>
              </a:ext>
            </a:extLst>
          </p:cNvPr>
          <p:cNvSpPr/>
          <p:nvPr/>
        </p:nvSpPr>
        <p:spPr>
          <a:xfrm>
            <a:off x="9910637" y="5503985"/>
            <a:ext cx="678426" cy="383458"/>
          </a:xfrm>
          <a:prstGeom prst="ellipse">
            <a:avLst/>
          </a:prstGeom>
          <a:solidFill>
            <a:srgbClr val="FFFF00"/>
          </a:solid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1050" dirty="0">
                <a:solidFill>
                  <a:schemeClr val="bg1"/>
                </a:solidFill>
                <a:latin typeface="Arial" panose="020B0604020202020204" pitchFamily="34" charset="0"/>
                <a:cs typeface="Arial" panose="020B0604020202020204" pitchFamily="34" charset="0"/>
              </a:rPr>
              <a:t>0.5</a:t>
            </a:r>
          </a:p>
        </p:txBody>
      </p:sp>
      <p:sp>
        <p:nvSpPr>
          <p:cNvPr id="19" name="Oval 18">
            <a:extLst>
              <a:ext uri="{FF2B5EF4-FFF2-40B4-BE49-F238E27FC236}">
                <a16:creationId xmlns:a16="http://schemas.microsoft.com/office/drawing/2014/main" id="{345BDBEB-6449-4433-A41D-777046892DF3}"/>
              </a:ext>
            </a:extLst>
          </p:cNvPr>
          <p:cNvSpPr/>
          <p:nvPr/>
        </p:nvSpPr>
        <p:spPr>
          <a:xfrm>
            <a:off x="9305673" y="4386856"/>
            <a:ext cx="963741" cy="383458"/>
          </a:xfrm>
          <a:prstGeom prst="ellipse">
            <a:avLst/>
          </a:prstGeom>
          <a:solidFill>
            <a:schemeClr val="tx1"/>
          </a:solid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1050" dirty="0">
                <a:solidFill>
                  <a:schemeClr val="bg1"/>
                </a:solidFill>
                <a:latin typeface="Arial" panose="020B0604020202020204" pitchFamily="34" charset="0"/>
                <a:cs typeface="Arial" panose="020B0604020202020204" pitchFamily="34" charset="0"/>
              </a:rPr>
              <a:t>0.75</a:t>
            </a:r>
          </a:p>
        </p:txBody>
      </p:sp>
      <p:sp>
        <p:nvSpPr>
          <p:cNvPr id="14" name="Oval 13">
            <a:extLst>
              <a:ext uri="{FF2B5EF4-FFF2-40B4-BE49-F238E27FC236}">
                <a16:creationId xmlns:a16="http://schemas.microsoft.com/office/drawing/2014/main" id="{75C9A2A3-E372-4D76-9829-2A6254CD66E2}"/>
              </a:ext>
            </a:extLst>
          </p:cNvPr>
          <p:cNvSpPr/>
          <p:nvPr/>
        </p:nvSpPr>
        <p:spPr>
          <a:xfrm>
            <a:off x="6768755" y="2202024"/>
            <a:ext cx="963741" cy="410547"/>
          </a:xfrm>
          <a:prstGeom prst="ellipse">
            <a:avLst/>
          </a:prstGeom>
          <a:solidFill>
            <a:schemeClr val="tx1"/>
          </a:solid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1050" dirty="0">
                <a:solidFill>
                  <a:schemeClr val="bg1"/>
                </a:solidFill>
                <a:latin typeface="Arial" panose="020B0604020202020204" pitchFamily="34" charset="0"/>
                <a:cs typeface="Arial" panose="020B0604020202020204" pitchFamily="34" charset="0"/>
              </a:rPr>
              <a:t>1.0</a:t>
            </a:r>
          </a:p>
        </p:txBody>
      </p:sp>
      <p:sp>
        <p:nvSpPr>
          <p:cNvPr id="15" name="Oval 14">
            <a:extLst>
              <a:ext uri="{FF2B5EF4-FFF2-40B4-BE49-F238E27FC236}">
                <a16:creationId xmlns:a16="http://schemas.microsoft.com/office/drawing/2014/main" id="{37C9DC75-95F7-48A2-AC98-B1098E75A10F}"/>
              </a:ext>
            </a:extLst>
          </p:cNvPr>
          <p:cNvSpPr/>
          <p:nvPr/>
        </p:nvSpPr>
        <p:spPr>
          <a:xfrm>
            <a:off x="6750094" y="1793726"/>
            <a:ext cx="963741" cy="383458"/>
          </a:xfrm>
          <a:prstGeom prst="ellipse">
            <a:avLst/>
          </a:prstGeom>
          <a:solidFill>
            <a:schemeClr val="tx1"/>
          </a:solid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1050" dirty="0">
                <a:solidFill>
                  <a:schemeClr val="bg1"/>
                </a:solidFill>
                <a:latin typeface="Arial" panose="020B0604020202020204" pitchFamily="34" charset="0"/>
                <a:cs typeface="Arial" panose="020B0604020202020204" pitchFamily="34" charset="0"/>
              </a:rPr>
              <a:t>0.75</a:t>
            </a:r>
          </a:p>
        </p:txBody>
      </p:sp>
      <p:sp>
        <p:nvSpPr>
          <p:cNvPr id="20" name="Rectangle 19">
            <a:extLst>
              <a:ext uri="{FF2B5EF4-FFF2-40B4-BE49-F238E27FC236}">
                <a16:creationId xmlns:a16="http://schemas.microsoft.com/office/drawing/2014/main" id="{36DD8AA7-C59E-4F8D-9F61-B3601350612B}"/>
              </a:ext>
            </a:extLst>
          </p:cNvPr>
          <p:cNvSpPr/>
          <p:nvPr/>
        </p:nvSpPr>
        <p:spPr>
          <a:xfrm>
            <a:off x="6892751" y="1763072"/>
            <a:ext cx="678426" cy="383458"/>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Tree>
    <p:extLst>
      <p:ext uri="{BB962C8B-B14F-4D97-AF65-F5344CB8AC3E}">
        <p14:creationId xmlns:p14="http://schemas.microsoft.com/office/powerpoint/2010/main" val="2482545346"/>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3A7AE6-D4A2-4EC7-AB69-D10FDED6791E}"/>
              </a:ext>
            </a:extLst>
          </p:cNvPr>
          <p:cNvSpPr>
            <a:spLocks noGrp="1"/>
          </p:cNvSpPr>
          <p:nvPr>
            <p:ph type="title"/>
          </p:nvPr>
        </p:nvSpPr>
        <p:spPr>
          <a:xfrm>
            <a:off x="919119" y="0"/>
            <a:ext cx="10353762" cy="935421"/>
          </a:xfrm>
        </p:spPr>
        <p:txBody>
          <a:bodyPr/>
          <a:lstStyle/>
          <a:p>
            <a:r>
              <a:rPr lang="en-AU" dirty="0"/>
              <a:t>Exercise (success probability for the nodes)</a:t>
            </a:r>
          </a:p>
        </p:txBody>
      </p:sp>
      <p:pic>
        <p:nvPicPr>
          <p:cNvPr id="5" name="Picture 4">
            <a:extLst>
              <a:ext uri="{FF2B5EF4-FFF2-40B4-BE49-F238E27FC236}">
                <a16:creationId xmlns:a16="http://schemas.microsoft.com/office/drawing/2014/main" id="{5E9D4FAE-9EA5-4927-8F70-E90C243EA17E}"/>
              </a:ext>
            </a:extLst>
          </p:cNvPr>
          <p:cNvPicPr>
            <a:picLocks noChangeAspect="1"/>
          </p:cNvPicPr>
          <p:nvPr/>
        </p:nvPicPr>
        <p:blipFill>
          <a:blip r:embed="rId3"/>
          <a:stretch>
            <a:fillRect/>
          </a:stretch>
        </p:blipFill>
        <p:spPr>
          <a:xfrm>
            <a:off x="742950" y="935421"/>
            <a:ext cx="9979127" cy="5288398"/>
          </a:xfrm>
          <a:prstGeom prst="rect">
            <a:avLst/>
          </a:prstGeom>
        </p:spPr>
      </p:pic>
      <p:pic>
        <p:nvPicPr>
          <p:cNvPr id="4" name="Picture 3">
            <a:extLst>
              <a:ext uri="{FF2B5EF4-FFF2-40B4-BE49-F238E27FC236}">
                <a16:creationId xmlns:a16="http://schemas.microsoft.com/office/drawing/2014/main" id="{07BA7B64-6AF9-4C08-AAEF-1353B9D28CB3}"/>
              </a:ext>
            </a:extLst>
          </p:cNvPr>
          <p:cNvPicPr>
            <a:picLocks noChangeAspect="1"/>
          </p:cNvPicPr>
          <p:nvPr/>
        </p:nvPicPr>
        <p:blipFill>
          <a:blip r:embed="rId4"/>
          <a:stretch>
            <a:fillRect/>
          </a:stretch>
        </p:blipFill>
        <p:spPr>
          <a:xfrm>
            <a:off x="8524568" y="935664"/>
            <a:ext cx="3220262" cy="1678803"/>
          </a:xfrm>
          <a:prstGeom prst="rect">
            <a:avLst/>
          </a:prstGeom>
        </p:spPr>
      </p:pic>
      <p:sp>
        <p:nvSpPr>
          <p:cNvPr id="9" name="Rectangle 8">
            <a:extLst>
              <a:ext uri="{FF2B5EF4-FFF2-40B4-BE49-F238E27FC236}">
                <a16:creationId xmlns:a16="http://schemas.microsoft.com/office/drawing/2014/main" id="{2E47447F-9D1D-4119-9AC1-89A76461C26E}"/>
              </a:ext>
            </a:extLst>
          </p:cNvPr>
          <p:cNvSpPr/>
          <p:nvPr/>
        </p:nvSpPr>
        <p:spPr>
          <a:xfrm>
            <a:off x="4912772" y="1234194"/>
            <a:ext cx="678426" cy="383458"/>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3" name="Rectangle 12">
            <a:extLst>
              <a:ext uri="{FF2B5EF4-FFF2-40B4-BE49-F238E27FC236}">
                <a16:creationId xmlns:a16="http://schemas.microsoft.com/office/drawing/2014/main" id="{84915FF7-F2B6-4F8F-987F-6E6AE8782CB9}"/>
              </a:ext>
            </a:extLst>
          </p:cNvPr>
          <p:cNvSpPr/>
          <p:nvPr/>
        </p:nvSpPr>
        <p:spPr>
          <a:xfrm>
            <a:off x="8194430" y="3290775"/>
            <a:ext cx="1244257" cy="383458"/>
          </a:xfrm>
          <a:prstGeom prst="rect">
            <a:avLst/>
          </a:prstGeom>
          <a:solidFill>
            <a:schemeClr val="tx1"/>
          </a:solidFill>
          <a:ln w="38100">
            <a:solidFill>
              <a:schemeClr val="accent6">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1400" dirty="0">
                <a:solidFill>
                  <a:schemeClr val="bg1"/>
                </a:solidFill>
                <a:latin typeface="Arial" panose="020B0604020202020204" pitchFamily="34" charset="0"/>
                <a:cs typeface="Arial" panose="020B0604020202020204" pitchFamily="34" charset="0"/>
              </a:rPr>
              <a:t>1.0</a:t>
            </a:r>
          </a:p>
        </p:txBody>
      </p:sp>
      <p:sp>
        <p:nvSpPr>
          <p:cNvPr id="18" name="Rectangle 17">
            <a:extLst>
              <a:ext uri="{FF2B5EF4-FFF2-40B4-BE49-F238E27FC236}">
                <a16:creationId xmlns:a16="http://schemas.microsoft.com/office/drawing/2014/main" id="{AF641BBD-1AE1-4473-A3CD-89545BCB14F4}"/>
              </a:ext>
            </a:extLst>
          </p:cNvPr>
          <p:cNvSpPr/>
          <p:nvPr/>
        </p:nvSpPr>
        <p:spPr>
          <a:xfrm>
            <a:off x="8194429" y="2899539"/>
            <a:ext cx="1244257" cy="383458"/>
          </a:xfrm>
          <a:prstGeom prst="rect">
            <a:avLst/>
          </a:prstGeom>
          <a:solidFill>
            <a:schemeClr val="tx1"/>
          </a:solidFill>
          <a:ln w="38100">
            <a:solidFill>
              <a:schemeClr val="accent6">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1400" dirty="0">
                <a:solidFill>
                  <a:schemeClr val="bg1"/>
                </a:solidFill>
                <a:latin typeface="Cambria" panose="02040503050406030204" pitchFamily="18" charset="0"/>
                <a:ea typeface="Cambria" panose="02040503050406030204" pitchFamily="18" charset="0"/>
                <a:cs typeface="Arial" panose="020B0604020202020204" pitchFamily="34" charset="0"/>
              </a:rPr>
              <a:t>0.25</a:t>
            </a:r>
          </a:p>
        </p:txBody>
      </p:sp>
      <p:sp>
        <p:nvSpPr>
          <p:cNvPr id="16" name="Rectangle 15">
            <a:extLst>
              <a:ext uri="{FF2B5EF4-FFF2-40B4-BE49-F238E27FC236}">
                <a16:creationId xmlns:a16="http://schemas.microsoft.com/office/drawing/2014/main" id="{C7B1E7C0-6898-41C6-93BD-D0CD26828926}"/>
              </a:ext>
            </a:extLst>
          </p:cNvPr>
          <p:cNvSpPr/>
          <p:nvPr/>
        </p:nvSpPr>
        <p:spPr>
          <a:xfrm>
            <a:off x="457200" y="3196161"/>
            <a:ext cx="2222466" cy="47807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1600" dirty="0">
                <a:solidFill>
                  <a:srgbClr val="FF0000"/>
                </a:solidFill>
              </a:rPr>
              <a:t>0.75+0.5-0.75*0.5</a:t>
            </a:r>
          </a:p>
        </p:txBody>
      </p:sp>
      <p:sp>
        <p:nvSpPr>
          <p:cNvPr id="17" name="Oval 16">
            <a:extLst>
              <a:ext uri="{FF2B5EF4-FFF2-40B4-BE49-F238E27FC236}">
                <a16:creationId xmlns:a16="http://schemas.microsoft.com/office/drawing/2014/main" id="{30F37AC0-EA5F-40A5-8844-30E44327EB0E}"/>
              </a:ext>
            </a:extLst>
          </p:cNvPr>
          <p:cNvSpPr/>
          <p:nvPr/>
        </p:nvSpPr>
        <p:spPr>
          <a:xfrm>
            <a:off x="9910637" y="5503985"/>
            <a:ext cx="678426" cy="383458"/>
          </a:xfrm>
          <a:prstGeom prst="ellipse">
            <a:avLst/>
          </a:prstGeom>
          <a:solidFill>
            <a:srgbClr val="FFFF00"/>
          </a:solid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1050" dirty="0">
                <a:solidFill>
                  <a:schemeClr val="bg1"/>
                </a:solidFill>
                <a:latin typeface="Arial" panose="020B0604020202020204" pitchFamily="34" charset="0"/>
                <a:cs typeface="Arial" panose="020B0604020202020204" pitchFamily="34" charset="0"/>
              </a:rPr>
              <a:t>0.5</a:t>
            </a:r>
          </a:p>
        </p:txBody>
      </p:sp>
      <p:sp>
        <p:nvSpPr>
          <p:cNvPr id="19" name="Oval 18">
            <a:extLst>
              <a:ext uri="{FF2B5EF4-FFF2-40B4-BE49-F238E27FC236}">
                <a16:creationId xmlns:a16="http://schemas.microsoft.com/office/drawing/2014/main" id="{345BDBEB-6449-4433-A41D-777046892DF3}"/>
              </a:ext>
            </a:extLst>
          </p:cNvPr>
          <p:cNvSpPr/>
          <p:nvPr/>
        </p:nvSpPr>
        <p:spPr>
          <a:xfrm>
            <a:off x="9305673" y="4386856"/>
            <a:ext cx="963741" cy="383458"/>
          </a:xfrm>
          <a:prstGeom prst="ellipse">
            <a:avLst/>
          </a:prstGeom>
          <a:solidFill>
            <a:schemeClr val="tx1"/>
          </a:solid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1050" dirty="0">
                <a:solidFill>
                  <a:schemeClr val="bg1"/>
                </a:solidFill>
                <a:latin typeface="Arial" panose="020B0604020202020204" pitchFamily="34" charset="0"/>
                <a:cs typeface="Arial" panose="020B0604020202020204" pitchFamily="34" charset="0"/>
              </a:rPr>
              <a:t>0.75</a:t>
            </a:r>
          </a:p>
        </p:txBody>
      </p:sp>
      <p:sp>
        <p:nvSpPr>
          <p:cNvPr id="14" name="Oval 13">
            <a:extLst>
              <a:ext uri="{FF2B5EF4-FFF2-40B4-BE49-F238E27FC236}">
                <a16:creationId xmlns:a16="http://schemas.microsoft.com/office/drawing/2014/main" id="{75C9A2A3-E372-4D76-9829-2A6254CD66E2}"/>
              </a:ext>
            </a:extLst>
          </p:cNvPr>
          <p:cNvSpPr/>
          <p:nvPr/>
        </p:nvSpPr>
        <p:spPr>
          <a:xfrm>
            <a:off x="6768755" y="2202024"/>
            <a:ext cx="963741" cy="410547"/>
          </a:xfrm>
          <a:prstGeom prst="ellipse">
            <a:avLst/>
          </a:prstGeom>
          <a:solidFill>
            <a:schemeClr val="tx1"/>
          </a:solid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1050" dirty="0">
                <a:solidFill>
                  <a:schemeClr val="bg1"/>
                </a:solidFill>
                <a:latin typeface="Arial" panose="020B0604020202020204" pitchFamily="34" charset="0"/>
                <a:cs typeface="Arial" panose="020B0604020202020204" pitchFamily="34" charset="0"/>
              </a:rPr>
              <a:t>1.0</a:t>
            </a:r>
          </a:p>
        </p:txBody>
      </p:sp>
      <p:sp>
        <p:nvSpPr>
          <p:cNvPr id="15" name="Oval 14">
            <a:extLst>
              <a:ext uri="{FF2B5EF4-FFF2-40B4-BE49-F238E27FC236}">
                <a16:creationId xmlns:a16="http://schemas.microsoft.com/office/drawing/2014/main" id="{37C9DC75-95F7-48A2-AC98-B1098E75A10F}"/>
              </a:ext>
            </a:extLst>
          </p:cNvPr>
          <p:cNvSpPr/>
          <p:nvPr/>
        </p:nvSpPr>
        <p:spPr>
          <a:xfrm>
            <a:off x="6750094" y="1793726"/>
            <a:ext cx="963741" cy="383458"/>
          </a:xfrm>
          <a:prstGeom prst="ellipse">
            <a:avLst/>
          </a:prstGeom>
          <a:solidFill>
            <a:schemeClr val="tx1"/>
          </a:solid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1050" dirty="0">
                <a:solidFill>
                  <a:schemeClr val="bg1"/>
                </a:solidFill>
                <a:latin typeface="Arial" panose="020B0604020202020204" pitchFamily="34" charset="0"/>
                <a:cs typeface="Arial" panose="020B0604020202020204" pitchFamily="34" charset="0"/>
              </a:rPr>
              <a:t>0.75</a:t>
            </a:r>
          </a:p>
        </p:txBody>
      </p:sp>
    </p:spTree>
    <p:extLst>
      <p:ext uri="{BB962C8B-B14F-4D97-AF65-F5344CB8AC3E}">
        <p14:creationId xmlns:p14="http://schemas.microsoft.com/office/powerpoint/2010/main" val="3699453606"/>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3A7AE6-D4A2-4EC7-AB69-D10FDED6791E}"/>
              </a:ext>
            </a:extLst>
          </p:cNvPr>
          <p:cNvSpPr>
            <a:spLocks noGrp="1"/>
          </p:cNvSpPr>
          <p:nvPr>
            <p:ph type="title"/>
          </p:nvPr>
        </p:nvSpPr>
        <p:spPr>
          <a:xfrm>
            <a:off x="919119" y="0"/>
            <a:ext cx="10353762" cy="935421"/>
          </a:xfrm>
        </p:spPr>
        <p:txBody>
          <a:bodyPr/>
          <a:lstStyle/>
          <a:p>
            <a:r>
              <a:rPr lang="en-AU" dirty="0"/>
              <a:t>Exercise (success probability for the nodes)</a:t>
            </a:r>
          </a:p>
        </p:txBody>
      </p:sp>
      <p:pic>
        <p:nvPicPr>
          <p:cNvPr id="5" name="Picture 4">
            <a:extLst>
              <a:ext uri="{FF2B5EF4-FFF2-40B4-BE49-F238E27FC236}">
                <a16:creationId xmlns:a16="http://schemas.microsoft.com/office/drawing/2014/main" id="{5E9D4FAE-9EA5-4927-8F70-E90C243EA17E}"/>
              </a:ext>
            </a:extLst>
          </p:cNvPr>
          <p:cNvPicPr>
            <a:picLocks noChangeAspect="1"/>
          </p:cNvPicPr>
          <p:nvPr/>
        </p:nvPicPr>
        <p:blipFill>
          <a:blip r:embed="rId3"/>
          <a:stretch>
            <a:fillRect/>
          </a:stretch>
        </p:blipFill>
        <p:spPr>
          <a:xfrm>
            <a:off x="742950" y="935421"/>
            <a:ext cx="9979127" cy="5288398"/>
          </a:xfrm>
          <a:prstGeom prst="rect">
            <a:avLst/>
          </a:prstGeom>
        </p:spPr>
      </p:pic>
      <p:pic>
        <p:nvPicPr>
          <p:cNvPr id="4" name="Picture 3">
            <a:extLst>
              <a:ext uri="{FF2B5EF4-FFF2-40B4-BE49-F238E27FC236}">
                <a16:creationId xmlns:a16="http://schemas.microsoft.com/office/drawing/2014/main" id="{07BA7B64-6AF9-4C08-AAEF-1353B9D28CB3}"/>
              </a:ext>
            </a:extLst>
          </p:cNvPr>
          <p:cNvPicPr>
            <a:picLocks noChangeAspect="1"/>
          </p:cNvPicPr>
          <p:nvPr/>
        </p:nvPicPr>
        <p:blipFill>
          <a:blip r:embed="rId4"/>
          <a:stretch>
            <a:fillRect/>
          </a:stretch>
        </p:blipFill>
        <p:spPr>
          <a:xfrm>
            <a:off x="8524568" y="935664"/>
            <a:ext cx="3220262" cy="1678803"/>
          </a:xfrm>
          <a:prstGeom prst="rect">
            <a:avLst/>
          </a:prstGeom>
        </p:spPr>
      </p:pic>
      <p:sp>
        <p:nvSpPr>
          <p:cNvPr id="13" name="Rectangle 12">
            <a:extLst>
              <a:ext uri="{FF2B5EF4-FFF2-40B4-BE49-F238E27FC236}">
                <a16:creationId xmlns:a16="http://schemas.microsoft.com/office/drawing/2014/main" id="{84915FF7-F2B6-4F8F-987F-6E6AE8782CB9}"/>
              </a:ext>
            </a:extLst>
          </p:cNvPr>
          <p:cNvSpPr/>
          <p:nvPr/>
        </p:nvSpPr>
        <p:spPr>
          <a:xfrm>
            <a:off x="8194430" y="3290775"/>
            <a:ext cx="1244257" cy="383458"/>
          </a:xfrm>
          <a:prstGeom prst="rect">
            <a:avLst/>
          </a:prstGeom>
          <a:solidFill>
            <a:schemeClr val="tx1"/>
          </a:solidFill>
          <a:ln w="38100">
            <a:solidFill>
              <a:schemeClr val="accent6">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1400" dirty="0">
                <a:solidFill>
                  <a:schemeClr val="bg1"/>
                </a:solidFill>
                <a:latin typeface="Arial" panose="020B0604020202020204" pitchFamily="34" charset="0"/>
                <a:cs typeface="Arial" panose="020B0604020202020204" pitchFamily="34" charset="0"/>
              </a:rPr>
              <a:t>1.0</a:t>
            </a:r>
          </a:p>
        </p:txBody>
      </p:sp>
      <p:sp>
        <p:nvSpPr>
          <p:cNvPr id="18" name="Rectangle 17">
            <a:extLst>
              <a:ext uri="{FF2B5EF4-FFF2-40B4-BE49-F238E27FC236}">
                <a16:creationId xmlns:a16="http://schemas.microsoft.com/office/drawing/2014/main" id="{AF641BBD-1AE1-4473-A3CD-89545BCB14F4}"/>
              </a:ext>
            </a:extLst>
          </p:cNvPr>
          <p:cNvSpPr/>
          <p:nvPr/>
        </p:nvSpPr>
        <p:spPr>
          <a:xfrm>
            <a:off x="8194429" y="2899539"/>
            <a:ext cx="1244257" cy="383458"/>
          </a:xfrm>
          <a:prstGeom prst="rect">
            <a:avLst/>
          </a:prstGeom>
          <a:solidFill>
            <a:schemeClr val="tx1"/>
          </a:solidFill>
          <a:ln w="38100">
            <a:solidFill>
              <a:schemeClr val="accent6">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1400" dirty="0">
                <a:solidFill>
                  <a:schemeClr val="bg1"/>
                </a:solidFill>
                <a:latin typeface="Cambria" panose="02040503050406030204" pitchFamily="18" charset="0"/>
                <a:ea typeface="Cambria" panose="02040503050406030204" pitchFamily="18" charset="0"/>
                <a:cs typeface="Arial" panose="020B0604020202020204" pitchFamily="34" charset="0"/>
              </a:rPr>
              <a:t>0.25</a:t>
            </a:r>
          </a:p>
        </p:txBody>
      </p:sp>
      <p:sp>
        <p:nvSpPr>
          <p:cNvPr id="16" name="Rectangle 15">
            <a:extLst>
              <a:ext uri="{FF2B5EF4-FFF2-40B4-BE49-F238E27FC236}">
                <a16:creationId xmlns:a16="http://schemas.microsoft.com/office/drawing/2014/main" id="{C7B1E7C0-6898-41C6-93BD-D0CD26828926}"/>
              </a:ext>
            </a:extLst>
          </p:cNvPr>
          <p:cNvSpPr/>
          <p:nvPr/>
        </p:nvSpPr>
        <p:spPr>
          <a:xfrm>
            <a:off x="457200" y="3196161"/>
            <a:ext cx="2222466" cy="47807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1600" dirty="0">
                <a:solidFill>
                  <a:srgbClr val="FF0000"/>
                </a:solidFill>
              </a:rPr>
              <a:t>0.75+0.5-0.75*0.5</a:t>
            </a:r>
          </a:p>
        </p:txBody>
      </p:sp>
      <p:sp>
        <p:nvSpPr>
          <p:cNvPr id="17" name="Oval 16">
            <a:extLst>
              <a:ext uri="{FF2B5EF4-FFF2-40B4-BE49-F238E27FC236}">
                <a16:creationId xmlns:a16="http://schemas.microsoft.com/office/drawing/2014/main" id="{30F37AC0-EA5F-40A5-8844-30E44327EB0E}"/>
              </a:ext>
            </a:extLst>
          </p:cNvPr>
          <p:cNvSpPr/>
          <p:nvPr/>
        </p:nvSpPr>
        <p:spPr>
          <a:xfrm>
            <a:off x="9910637" y="5503985"/>
            <a:ext cx="678426" cy="383458"/>
          </a:xfrm>
          <a:prstGeom prst="ellipse">
            <a:avLst/>
          </a:prstGeom>
          <a:solidFill>
            <a:srgbClr val="FFFF00"/>
          </a:solid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1050" dirty="0">
                <a:solidFill>
                  <a:schemeClr val="bg1"/>
                </a:solidFill>
                <a:latin typeface="Arial" panose="020B0604020202020204" pitchFamily="34" charset="0"/>
                <a:cs typeface="Arial" panose="020B0604020202020204" pitchFamily="34" charset="0"/>
              </a:rPr>
              <a:t>0.5</a:t>
            </a:r>
          </a:p>
        </p:txBody>
      </p:sp>
      <p:sp>
        <p:nvSpPr>
          <p:cNvPr id="19" name="Oval 18">
            <a:extLst>
              <a:ext uri="{FF2B5EF4-FFF2-40B4-BE49-F238E27FC236}">
                <a16:creationId xmlns:a16="http://schemas.microsoft.com/office/drawing/2014/main" id="{345BDBEB-6449-4433-A41D-777046892DF3}"/>
              </a:ext>
            </a:extLst>
          </p:cNvPr>
          <p:cNvSpPr/>
          <p:nvPr/>
        </p:nvSpPr>
        <p:spPr>
          <a:xfrm>
            <a:off x="9305673" y="4386856"/>
            <a:ext cx="963741" cy="383458"/>
          </a:xfrm>
          <a:prstGeom prst="ellipse">
            <a:avLst/>
          </a:prstGeom>
          <a:solidFill>
            <a:schemeClr val="tx1"/>
          </a:solid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1050" dirty="0">
                <a:solidFill>
                  <a:schemeClr val="bg1"/>
                </a:solidFill>
                <a:latin typeface="Arial" panose="020B0604020202020204" pitchFamily="34" charset="0"/>
                <a:cs typeface="Arial" panose="020B0604020202020204" pitchFamily="34" charset="0"/>
              </a:rPr>
              <a:t>0.75</a:t>
            </a:r>
          </a:p>
        </p:txBody>
      </p:sp>
      <p:sp>
        <p:nvSpPr>
          <p:cNvPr id="14" name="Oval 13">
            <a:extLst>
              <a:ext uri="{FF2B5EF4-FFF2-40B4-BE49-F238E27FC236}">
                <a16:creationId xmlns:a16="http://schemas.microsoft.com/office/drawing/2014/main" id="{75C9A2A3-E372-4D76-9829-2A6254CD66E2}"/>
              </a:ext>
            </a:extLst>
          </p:cNvPr>
          <p:cNvSpPr/>
          <p:nvPr/>
        </p:nvSpPr>
        <p:spPr>
          <a:xfrm>
            <a:off x="6768755" y="2202024"/>
            <a:ext cx="963741" cy="410547"/>
          </a:xfrm>
          <a:prstGeom prst="ellipse">
            <a:avLst/>
          </a:prstGeom>
          <a:solidFill>
            <a:schemeClr val="tx1"/>
          </a:solid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1050" dirty="0">
                <a:solidFill>
                  <a:schemeClr val="bg1"/>
                </a:solidFill>
                <a:latin typeface="Arial" panose="020B0604020202020204" pitchFamily="34" charset="0"/>
                <a:cs typeface="Arial" panose="020B0604020202020204" pitchFamily="34" charset="0"/>
              </a:rPr>
              <a:t>1.0</a:t>
            </a:r>
          </a:p>
        </p:txBody>
      </p:sp>
      <p:sp>
        <p:nvSpPr>
          <p:cNvPr id="15" name="Oval 14">
            <a:extLst>
              <a:ext uri="{FF2B5EF4-FFF2-40B4-BE49-F238E27FC236}">
                <a16:creationId xmlns:a16="http://schemas.microsoft.com/office/drawing/2014/main" id="{37C9DC75-95F7-48A2-AC98-B1098E75A10F}"/>
              </a:ext>
            </a:extLst>
          </p:cNvPr>
          <p:cNvSpPr/>
          <p:nvPr/>
        </p:nvSpPr>
        <p:spPr>
          <a:xfrm>
            <a:off x="6750094" y="1793726"/>
            <a:ext cx="963741" cy="383458"/>
          </a:xfrm>
          <a:prstGeom prst="ellipse">
            <a:avLst/>
          </a:prstGeom>
          <a:solidFill>
            <a:schemeClr val="tx1"/>
          </a:solid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1050" dirty="0">
                <a:solidFill>
                  <a:schemeClr val="bg1"/>
                </a:solidFill>
                <a:latin typeface="Arial" panose="020B0604020202020204" pitchFamily="34" charset="0"/>
                <a:cs typeface="Arial" panose="020B0604020202020204" pitchFamily="34" charset="0"/>
              </a:rPr>
              <a:t>0.75</a:t>
            </a:r>
          </a:p>
        </p:txBody>
      </p:sp>
      <p:sp>
        <p:nvSpPr>
          <p:cNvPr id="20" name="Rectangle 19">
            <a:extLst>
              <a:ext uri="{FF2B5EF4-FFF2-40B4-BE49-F238E27FC236}">
                <a16:creationId xmlns:a16="http://schemas.microsoft.com/office/drawing/2014/main" id="{E9BB5AEB-54E6-4662-B376-8754A8798629}"/>
              </a:ext>
            </a:extLst>
          </p:cNvPr>
          <p:cNvSpPr/>
          <p:nvPr/>
        </p:nvSpPr>
        <p:spPr>
          <a:xfrm>
            <a:off x="1959429" y="1208575"/>
            <a:ext cx="2730313" cy="47807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1600" dirty="0">
                <a:solidFill>
                  <a:srgbClr val="FF0000"/>
                </a:solidFill>
              </a:rPr>
              <a:t>0.875+0.75-0.875*0.75</a:t>
            </a:r>
          </a:p>
        </p:txBody>
      </p:sp>
      <p:sp>
        <p:nvSpPr>
          <p:cNvPr id="21" name="Oval 20">
            <a:extLst>
              <a:ext uri="{FF2B5EF4-FFF2-40B4-BE49-F238E27FC236}">
                <a16:creationId xmlns:a16="http://schemas.microsoft.com/office/drawing/2014/main" id="{6CCCE2B6-0906-465B-AD17-CD5CED8EE730}"/>
              </a:ext>
            </a:extLst>
          </p:cNvPr>
          <p:cNvSpPr/>
          <p:nvPr/>
        </p:nvSpPr>
        <p:spPr>
          <a:xfrm>
            <a:off x="4483274" y="1208575"/>
            <a:ext cx="1861542" cy="478070"/>
          </a:xfrm>
          <a:prstGeom prst="ellipse">
            <a:avLst/>
          </a:prstGeom>
          <a:solidFill>
            <a:schemeClr val="tx1"/>
          </a:solid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1050" dirty="0">
                <a:solidFill>
                  <a:schemeClr val="bg1"/>
                </a:solidFill>
                <a:latin typeface="Arial" panose="020B0604020202020204" pitchFamily="34" charset="0"/>
                <a:cs typeface="Arial" panose="020B0604020202020204" pitchFamily="34" charset="0"/>
              </a:rPr>
              <a:t>0.96875</a:t>
            </a:r>
          </a:p>
        </p:txBody>
      </p:sp>
    </p:spTree>
    <p:extLst>
      <p:ext uri="{BB962C8B-B14F-4D97-AF65-F5344CB8AC3E}">
        <p14:creationId xmlns:p14="http://schemas.microsoft.com/office/powerpoint/2010/main" val="147295076"/>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SlateVTI">
  <a:themeElements>
    <a:clrScheme name="AnalogousFromDarkSeedLeftStep">
      <a:dk1>
        <a:srgbClr val="000000"/>
      </a:dk1>
      <a:lt1>
        <a:srgbClr val="FFFFFF"/>
      </a:lt1>
      <a:dk2>
        <a:srgbClr val="243541"/>
      </a:dk2>
      <a:lt2>
        <a:srgbClr val="E4E8E2"/>
      </a:lt2>
      <a:accent1>
        <a:srgbClr val="A629E7"/>
      </a:accent1>
      <a:accent2>
        <a:srgbClr val="6640DC"/>
      </a:accent2>
      <a:accent3>
        <a:srgbClr val="2F4FE7"/>
      </a:accent3>
      <a:accent4>
        <a:srgbClr val="1787D5"/>
      </a:accent4>
      <a:accent5>
        <a:srgbClr val="20B6B5"/>
      </a:accent5>
      <a:accent6>
        <a:srgbClr val="14B973"/>
      </a:accent6>
      <a:hlink>
        <a:srgbClr val="358E9F"/>
      </a:hlink>
      <a:folHlink>
        <a:srgbClr val="7F7F7F"/>
      </a:folHlink>
    </a:clrScheme>
    <a:fontScheme name="Slate">
      <a:majorFont>
        <a:latin typeface="Georgia Pro Cond Light" panose="02040603050505030304"/>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Speak Pro" panose="02040603050505030304"/>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Slate">
      <a:fillStyleLst>
        <a:solidFill>
          <a:schemeClr val="phClr"/>
        </a:solidFill>
        <a:gradFill rotWithShape="1">
          <a:gsLst>
            <a:gs pos="0">
              <a:schemeClr val="phClr">
                <a:tint val="60000"/>
                <a:lumMod val="110000"/>
              </a:schemeClr>
            </a:gs>
            <a:gs pos="100000">
              <a:schemeClr val="phClr">
                <a:tint val="88000"/>
              </a:schemeClr>
            </a:gs>
          </a:gsLst>
          <a:lin ang="5400000" scaled="0"/>
        </a:gradFill>
        <a:gradFill rotWithShape="1">
          <a:gsLst>
            <a:gs pos="0">
              <a:schemeClr val="phClr">
                <a:tint val="96000"/>
                <a:lumMod val="104000"/>
              </a:schemeClr>
            </a:gs>
            <a:gs pos="100000">
              <a:schemeClr val="phClr">
                <a:shade val="90000"/>
                <a:lumMod val="90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63500" dist="25400" dir="5400000" rotWithShape="0">
              <a:srgbClr val="000000">
                <a:alpha val="60000"/>
              </a:srgbClr>
            </a:outerShdw>
          </a:effectLst>
        </a:effectStyle>
        <a:effectStyle>
          <a:effectLst>
            <a:outerShdw blurRad="76200" dist="38100" dir="5400000" rotWithShape="0">
              <a:srgbClr val="000000">
                <a:alpha val="75000"/>
              </a:srgbClr>
            </a:outerShdw>
          </a:effectLst>
          <a:scene3d>
            <a:camera prst="orthographicFront">
              <a:rot lat="0" lon="0" rev="0"/>
            </a:camera>
            <a:lightRig rig="threePt" dir="t">
              <a:rot lat="0" lon="0" rev="1200000"/>
            </a:lightRig>
          </a:scene3d>
          <a:sp3d>
            <a:bevelT w="63500" h="25400" prst="hardEdge"/>
          </a:sp3d>
        </a:effectStyle>
      </a:effectStyleLst>
      <a:bgFillStyleLst>
        <a:solidFill>
          <a:schemeClr val="phClr"/>
        </a:solidFill>
        <a:solidFill>
          <a:schemeClr val="phClr"/>
        </a:solidFill>
        <a:blipFill rotWithShape="1">
          <a:blip xmlns:r="http://schemas.openxmlformats.org/officeDocument/2006/relationships" r:embed="rId1">
            <a:duotone>
              <a:schemeClr val="phClr">
                <a:shade val="80000"/>
                <a:lumMod val="80000"/>
              </a:schemeClr>
              <a:schemeClr val="phClr">
                <a:tint val="98000"/>
              </a:schemeClr>
            </a:duotone>
          </a:blip>
          <a:stretch/>
        </a:blipFill>
      </a:bgFillStyleLst>
    </a:fmtScheme>
  </a:themeElements>
  <a:objectDefaults/>
  <a:extraClrSchemeLst/>
  <a:extLst>
    <a:ext uri="{05A4C25C-085E-4340-85A3-A5531E510DB2}">
      <thm15:themeFamily xmlns:thm15="http://schemas.microsoft.com/office/thememl/2012/main" name="SlateVTI" id="{35C4A07C-0176-4A32-9BCB-B016516853F0}" vid="{9B70D35C-BCA8-4715-BB49-8BE54A7FC07C}"/>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NoStarch</Template>
  <TotalTime>0</TotalTime>
  <Words>3018</Words>
  <Application>Microsoft Office PowerPoint</Application>
  <PresentationFormat>Widescreen</PresentationFormat>
  <Paragraphs>731</Paragraphs>
  <Slides>66</Slides>
  <Notes>66</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66</vt:i4>
      </vt:variant>
    </vt:vector>
  </HeadingPairs>
  <TitlesOfParts>
    <vt:vector size="73" baseType="lpstr">
      <vt:lpstr>Arial</vt:lpstr>
      <vt:lpstr>Calibri</vt:lpstr>
      <vt:lpstr>Cambria</vt:lpstr>
      <vt:lpstr>Georgia Pro Cond Light</vt:lpstr>
      <vt:lpstr>Speak Pro</vt:lpstr>
      <vt:lpstr>Wingdings 2</vt:lpstr>
      <vt:lpstr>SlateVTI</vt:lpstr>
      <vt:lpstr>CITS1003 Introduction to Cybersecurity [7] Security Assessment  exercises</vt:lpstr>
      <vt:lpstr>PowerPoint Presentation</vt:lpstr>
      <vt:lpstr>PowerPoint Presentation</vt:lpstr>
      <vt:lpstr>PowerPoint Presentation</vt:lpstr>
      <vt:lpstr>Attack Tree</vt:lpstr>
      <vt:lpstr>Attack Tree</vt:lpstr>
      <vt:lpstr>Attack Tree</vt:lpstr>
      <vt:lpstr>Attack Tree</vt:lpstr>
      <vt:lpstr>Attack Tree</vt:lpstr>
      <vt:lpstr>Attack Tree</vt:lpstr>
      <vt:lpstr>Attack Tree</vt:lpstr>
      <vt:lpstr>Attack Tree</vt:lpstr>
      <vt:lpstr>Exercise</vt:lpstr>
      <vt:lpstr>Exercise</vt:lpstr>
      <vt:lpstr>PowerPoint Presentation</vt:lpstr>
      <vt:lpstr>Exercise</vt:lpstr>
      <vt:lpstr>Exercise</vt:lpstr>
      <vt:lpstr>PowerPoint Presentation</vt:lpstr>
      <vt:lpstr>Exercise</vt:lpstr>
      <vt:lpstr>Exercise</vt:lpstr>
      <vt:lpstr>PowerPoint Presentation</vt:lpstr>
      <vt:lpstr>root node</vt:lpstr>
      <vt:lpstr>root node</vt:lpstr>
      <vt:lpstr>Attack Tree</vt:lpstr>
      <vt:lpstr>Possible or Impossible?</vt:lpstr>
      <vt:lpstr>Possible or Impossible?</vt:lpstr>
      <vt:lpstr>Possible or Impossible?</vt:lpstr>
      <vt:lpstr>Possible or Impossible?</vt:lpstr>
      <vt:lpstr>Possible or Impossible?</vt:lpstr>
      <vt:lpstr>Possible or Impossible?</vt:lpstr>
      <vt:lpstr>Calculate attack cost?</vt:lpstr>
      <vt:lpstr>Calculate attack cost?</vt:lpstr>
      <vt:lpstr>Calculate attack cost?</vt:lpstr>
      <vt:lpstr>Calculate attack cost?</vt:lpstr>
      <vt:lpstr>Calculate attack cost?</vt:lpstr>
      <vt:lpstr>Calculate attack cost?</vt:lpstr>
      <vt:lpstr>Attack-Defense Tree</vt:lpstr>
      <vt:lpstr>ADTool</vt:lpstr>
      <vt:lpstr>ADTool</vt:lpstr>
      <vt:lpstr>ADTool</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Exercise (tree translation)</vt:lpstr>
      <vt:lpstr>Exercise (tree translation)</vt:lpstr>
      <vt:lpstr>Exercise (success probability for the nodes)</vt:lpstr>
      <vt:lpstr>Exercise (success probability for the nodes)</vt:lpstr>
      <vt:lpstr>Exercise (success probability for the nodes)</vt:lpstr>
      <vt:lpstr>Exercise (success probability for the nodes)</vt:lpstr>
      <vt:lpstr>Exercise (success probability for the nodes)</vt:lpstr>
      <vt:lpstr>Exercise (success probability for the nodes)</vt:lpstr>
      <vt:lpstr>Exercise (success probability for the nodes)</vt:lpstr>
      <vt:lpstr>Exercise (success probability for the nodes)</vt:lpstr>
      <vt:lpstr>Exercise (success probability for the nodes)</vt:lpstr>
      <vt:lpstr>Exercise (success probability for the nodes)</vt:lpstr>
      <vt:lpstr>Exercise (success probability for the nodes)</vt:lpstr>
      <vt:lpstr>Exercise (success probability for the nodes)</vt:lpstr>
      <vt:lpstr>Exercise (success probability for the nodes)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1</cp:revision>
  <dcterms:created xsi:type="dcterms:W3CDTF">2026-04-13T03:47:41Z</dcterms:created>
  <dcterms:modified xsi:type="dcterms:W3CDTF">2026-04-13T03:47:57Z</dcterms:modified>
</cp:coreProperties>
</file>