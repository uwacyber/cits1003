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notesMasterIdLst>
    <p:notesMasterId r:id="rId68"/>
  </p:notesMasterIdLst>
  <p:sldIdLst>
    <p:sldId id="256" r:id="rId2"/>
    <p:sldId id="582" r:id="rId3"/>
    <p:sldId id="463" r:id="rId4"/>
    <p:sldId id="585" r:id="rId5"/>
    <p:sldId id="257" r:id="rId6"/>
    <p:sldId id="466" r:id="rId7"/>
    <p:sldId id="468" r:id="rId8"/>
    <p:sldId id="583" r:id="rId9"/>
    <p:sldId id="469" r:id="rId10"/>
    <p:sldId id="449" r:id="rId11"/>
    <p:sldId id="525" r:id="rId12"/>
    <p:sldId id="526" r:id="rId13"/>
    <p:sldId id="527" r:id="rId14"/>
    <p:sldId id="530" r:id="rId15"/>
    <p:sldId id="533" r:id="rId16"/>
    <p:sldId id="534" r:id="rId17"/>
    <p:sldId id="524" r:id="rId18"/>
    <p:sldId id="464" r:id="rId19"/>
    <p:sldId id="465" r:id="rId20"/>
    <p:sldId id="450" r:id="rId21"/>
    <p:sldId id="535" r:id="rId22"/>
    <p:sldId id="586" r:id="rId23"/>
    <p:sldId id="536" r:id="rId24"/>
    <p:sldId id="579" r:id="rId25"/>
    <p:sldId id="537" r:id="rId26"/>
    <p:sldId id="451" r:id="rId27"/>
    <p:sldId id="542" r:id="rId28"/>
    <p:sldId id="458" r:id="rId29"/>
    <p:sldId id="540" r:id="rId30"/>
    <p:sldId id="541" r:id="rId31"/>
    <p:sldId id="539" r:id="rId32"/>
    <p:sldId id="460" r:id="rId33"/>
    <p:sldId id="556" r:id="rId34"/>
    <p:sldId id="580" r:id="rId35"/>
    <p:sldId id="557" r:id="rId36"/>
    <p:sldId id="562" r:id="rId37"/>
    <p:sldId id="581" r:id="rId38"/>
    <p:sldId id="407" r:id="rId39"/>
    <p:sldId id="545" r:id="rId40"/>
    <p:sldId id="546" r:id="rId41"/>
    <p:sldId id="548" r:id="rId42"/>
    <p:sldId id="549" r:id="rId43"/>
    <p:sldId id="550" r:id="rId44"/>
    <p:sldId id="455" r:id="rId45"/>
    <p:sldId id="551" r:id="rId46"/>
    <p:sldId id="553" r:id="rId47"/>
    <p:sldId id="563" r:id="rId48"/>
    <p:sldId id="552" r:id="rId49"/>
    <p:sldId id="554" r:id="rId50"/>
    <p:sldId id="566" r:id="rId51"/>
    <p:sldId id="567" r:id="rId52"/>
    <p:sldId id="568" r:id="rId53"/>
    <p:sldId id="565" r:id="rId54"/>
    <p:sldId id="571" r:id="rId55"/>
    <p:sldId id="569" r:id="rId56"/>
    <p:sldId id="572" r:id="rId57"/>
    <p:sldId id="574" r:id="rId58"/>
    <p:sldId id="577" r:id="rId59"/>
    <p:sldId id="578" r:id="rId60"/>
    <p:sldId id="573" r:id="rId61"/>
    <p:sldId id="576" r:id="rId62"/>
    <p:sldId id="575" r:id="rId63"/>
    <p:sldId id="558" r:id="rId64"/>
    <p:sldId id="560" r:id="rId65"/>
    <p:sldId id="559" r:id="rId66"/>
    <p:sldId id="584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Glance" initials="DG" lastIdx="1" clrIdx="0">
    <p:extLst>
      <p:ext uri="{19B8F6BF-5375-455C-9EA6-DF929625EA0E}">
        <p15:presenceInfo xmlns:p15="http://schemas.microsoft.com/office/powerpoint/2012/main" userId="S::00048920@uwa.edu.au::78f19221-0802-4a87-b561-ec50043bdac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0D48"/>
    <a:srgbClr val="958D49"/>
    <a:srgbClr val="950D49"/>
    <a:srgbClr val="FF0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103" autoAdjust="0"/>
    <p:restoredTop sz="93194" autoAdjust="0"/>
  </p:normalViewPr>
  <p:slideViewPr>
    <p:cSldViewPr snapToGrid="0" snapToObjects="1">
      <p:cViewPr varScale="1">
        <p:scale>
          <a:sx n="96" d="100"/>
          <a:sy n="96" d="100"/>
        </p:scale>
        <p:origin x="11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张 智" userId="36bdf691fd3510be" providerId="LiveId" clId="{F580A333-038E-4482-82B9-27319D144034}"/>
    <pc:docChg chg="undo redo custSel addSld delSld modSld sldOrd">
      <pc:chgData name="张 智" userId="36bdf691fd3510be" providerId="LiveId" clId="{F580A333-038E-4482-82B9-27319D144034}" dt="2024-04-22T06:31:23.840" v="6701" actId="20577"/>
      <pc:docMkLst>
        <pc:docMk/>
      </pc:docMkLst>
      <pc:sldChg chg="modNotesTx">
        <pc:chgData name="张 智" userId="36bdf691fd3510be" providerId="LiveId" clId="{F580A333-038E-4482-82B9-27319D144034}" dt="2024-04-22T05:25:25.432" v="4959"/>
        <pc:sldMkLst>
          <pc:docMk/>
          <pc:sldMk cId="1077586671" sldId="256"/>
        </pc:sldMkLst>
      </pc:sldChg>
      <pc:sldChg chg="modSp mod modNotesTx">
        <pc:chgData name="张 智" userId="36bdf691fd3510be" providerId="LiveId" clId="{F580A333-038E-4482-82B9-27319D144034}" dt="2024-04-22T05:30:38.889" v="5060" actId="20577"/>
        <pc:sldMkLst>
          <pc:docMk/>
          <pc:sldMk cId="2638384059" sldId="257"/>
        </pc:sldMkLst>
        <pc:spChg chg="mod">
          <ac:chgData name="张 智" userId="36bdf691fd3510be" providerId="LiveId" clId="{F580A333-038E-4482-82B9-27319D144034}" dt="2024-04-22T05:30:38.889" v="5060" actId="20577"/>
          <ac:spMkLst>
            <pc:docMk/>
            <pc:sldMk cId="2638384059" sldId="257"/>
            <ac:spMk id="3" creationId="{DA6FDE42-6C64-4484-BC4E-72F1B6CCFA53}"/>
          </ac:spMkLst>
        </pc:spChg>
      </pc:sldChg>
      <pc:sldChg chg="modNotesTx">
        <pc:chgData name="张 智" userId="36bdf691fd3510be" providerId="LiveId" clId="{F580A333-038E-4482-82B9-27319D144034}" dt="2024-04-22T02:31:43.484" v="2776" actId="20577"/>
        <pc:sldMkLst>
          <pc:docMk/>
          <pc:sldMk cId="539231291" sldId="407"/>
        </pc:sldMkLst>
      </pc:sldChg>
      <pc:sldChg chg="modNotesTx">
        <pc:chgData name="张 智" userId="36bdf691fd3510be" providerId="LiveId" clId="{F580A333-038E-4482-82B9-27319D144034}" dt="2024-04-22T05:38:55.162" v="5133" actId="20577"/>
        <pc:sldMkLst>
          <pc:docMk/>
          <pc:sldMk cId="2218595747" sldId="449"/>
        </pc:sldMkLst>
      </pc:sldChg>
      <pc:sldChg chg="modNotesTx">
        <pc:chgData name="张 智" userId="36bdf691fd3510be" providerId="LiveId" clId="{F580A333-038E-4482-82B9-27319D144034}" dt="2024-04-22T05:48:23.940" v="5565" actId="20577"/>
        <pc:sldMkLst>
          <pc:docMk/>
          <pc:sldMk cId="4244548265" sldId="450"/>
        </pc:sldMkLst>
      </pc:sldChg>
      <pc:sldChg chg="modNotesTx">
        <pc:chgData name="张 智" userId="36bdf691fd3510be" providerId="LiveId" clId="{F580A333-038E-4482-82B9-27319D144034}" dt="2024-04-22T05:55:45.143" v="5716" actId="20577"/>
        <pc:sldMkLst>
          <pc:docMk/>
          <pc:sldMk cId="4123201270" sldId="451"/>
        </pc:sldMkLst>
      </pc:sldChg>
      <pc:sldChg chg="modSp mod">
        <pc:chgData name="张 智" userId="36bdf691fd3510be" providerId="LiveId" clId="{F580A333-038E-4482-82B9-27319D144034}" dt="2024-04-22T06:11:57.518" v="6218" actId="20577"/>
        <pc:sldMkLst>
          <pc:docMk/>
          <pc:sldMk cId="1467978216" sldId="460"/>
        </pc:sldMkLst>
        <pc:spChg chg="mod">
          <ac:chgData name="张 智" userId="36bdf691fd3510be" providerId="LiveId" clId="{F580A333-038E-4482-82B9-27319D144034}" dt="2024-04-22T06:11:57.518" v="6218" actId="20577"/>
          <ac:spMkLst>
            <pc:docMk/>
            <pc:sldMk cId="1467978216" sldId="460"/>
            <ac:spMk id="3" creationId="{A31F018A-FD8B-4DBD-91A8-B6A88766EDA8}"/>
          </ac:spMkLst>
        </pc:spChg>
      </pc:sldChg>
      <pc:sldChg chg="modSp mod modNotesTx">
        <pc:chgData name="张 智" userId="36bdf691fd3510be" providerId="LiveId" clId="{F580A333-038E-4482-82B9-27319D144034}" dt="2024-04-22T05:29:05.810" v="5058" actId="20577"/>
        <pc:sldMkLst>
          <pc:docMk/>
          <pc:sldMk cId="1446250226" sldId="463"/>
        </pc:sldMkLst>
        <pc:spChg chg="mod">
          <ac:chgData name="张 智" userId="36bdf691fd3510be" providerId="LiveId" clId="{F580A333-038E-4482-82B9-27319D144034}" dt="2024-04-22T01:05:52.849" v="716" actId="20577"/>
          <ac:spMkLst>
            <pc:docMk/>
            <pc:sldMk cId="1446250226" sldId="463"/>
            <ac:spMk id="3" creationId="{DA6FDE42-6C64-4484-BC4E-72F1B6CCFA53}"/>
          </ac:spMkLst>
        </pc:spChg>
      </pc:sldChg>
      <pc:sldChg chg="modNotesTx">
        <pc:chgData name="张 智" userId="36bdf691fd3510be" providerId="LiveId" clId="{F580A333-038E-4482-82B9-27319D144034}" dt="2024-04-22T05:45:58.378" v="5437" actId="20577"/>
        <pc:sldMkLst>
          <pc:docMk/>
          <pc:sldMk cId="3284060420" sldId="464"/>
        </pc:sldMkLst>
      </pc:sldChg>
      <pc:sldChg chg="modNotesTx">
        <pc:chgData name="张 智" userId="36bdf691fd3510be" providerId="LiveId" clId="{F580A333-038E-4482-82B9-27319D144034}" dt="2024-04-22T05:47:16.051" v="5550" actId="20577"/>
        <pc:sldMkLst>
          <pc:docMk/>
          <pc:sldMk cId="3032720557" sldId="465"/>
        </pc:sldMkLst>
      </pc:sldChg>
      <pc:sldChg chg="modNotesTx">
        <pc:chgData name="张 智" userId="36bdf691fd3510be" providerId="LiveId" clId="{F580A333-038E-4482-82B9-27319D144034}" dt="2024-04-22T05:31:54.449" v="5063" actId="20577"/>
        <pc:sldMkLst>
          <pc:docMk/>
          <pc:sldMk cId="1928337419" sldId="466"/>
        </pc:sldMkLst>
      </pc:sldChg>
      <pc:sldChg chg="modSp mod modNotesTx">
        <pc:chgData name="张 智" userId="36bdf691fd3510be" providerId="LiveId" clId="{F580A333-038E-4482-82B9-27319D144034}" dt="2024-04-22T05:26:11.152" v="5001" actId="20577"/>
        <pc:sldMkLst>
          <pc:docMk/>
          <pc:sldMk cId="2454769900" sldId="467"/>
        </pc:sldMkLst>
        <pc:spChg chg="mod">
          <ac:chgData name="张 智" userId="36bdf691fd3510be" providerId="LiveId" clId="{F580A333-038E-4482-82B9-27319D144034}" dt="2024-04-22T01:05:28.301" v="714" actId="20577"/>
          <ac:spMkLst>
            <pc:docMk/>
            <pc:sldMk cId="2454769900" sldId="467"/>
            <ac:spMk id="3" creationId="{DA6FDE42-6C64-4484-BC4E-72F1B6CCFA53}"/>
          </ac:spMkLst>
        </pc:spChg>
      </pc:sldChg>
      <pc:sldChg chg="modSp mod modNotesTx">
        <pc:chgData name="张 智" userId="36bdf691fd3510be" providerId="LiveId" clId="{F580A333-038E-4482-82B9-27319D144034}" dt="2024-04-22T05:34:21.858" v="5082" actId="20577"/>
        <pc:sldMkLst>
          <pc:docMk/>
          <pc:sldMk cId="3869060358" sldId="468"/>
        </pc:sldMkLst>
        <pc:spChg chg="mod">
          <ac:chgData name="张 智" userId="36bdf691fd3510be" providerId="LiveId" clId="{F580A333-038E-4482-82B9-27319D144034}" dt="2024-04-22T05:34:21.858" v="5082" actId="20577"/>
          <ac:spMkLst>
            <pc:docMk/>
            <pc:sldMk cId="3869060358" sldId="468"/>
            <ac:spMk id="3" creationId="{A31F018A-FD8B-4DBD-91A8-B6A88766EDA8}"/>
          </ac:spMkLst>
        </pc:spChg>
      </pc:sldChg>
      <pc:sldChg chg="modNotesTx">
        <pc:chgData name="张 智" userId="36bdf691fd3510be" providerId="LiveId" clId="{F580A333-038E-4482-82B9-27319D144034}" dt="2024-04-22T01:22:00.185" v="1389" actId="20577"/>
        <pc:sldMkLst>
          <pc:docMk/>
          <pc:sldMk cId="3927357100" sldId="469"/>
        </pc:sldMkLst>
      </pc:sldChg>
      <pc:sldChg chg="modSp mod modNotesTx">
        <pc:chgData name="张 智" userId="36bdf691fd3510be" providerId="LiveId" clId="{F580A333-038E-4482-82B9-27319D144034}" dt="2024-04-22T05:44:30.723" v="5274" actId="20577"/>
        <pc:sldMkLst>
          <pc:docMk/>
          <pc:sldMk cId="2013019022" sldId="524"/>
        </pc:sldMkLst>
        <pc:spChg chg="mod">
          <ac:chgData name="张 智" userId="36bdf691fd3510be" providerId="LiveId" clId="{F580A333-038E-4482-82B9-27319D144034}" dt="2024-04-22T02:10:34.098" v="2020" actId="207"/>
          <ac:spMkLst>
            <pc:docMk/>
            <pc:sldMk cId="2013019022" sldId="524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F580A333-038E-4482-82B9-27319D144034}" dt="2024-04-22T05:40:40.624" v="5186" actId="20577"/>
        <pc:sldMkLst>
          <pc:docMk/>
          <pc:sldMk cId="1998355033" sldId="525"/>
        </pc:sldMkLst>
        <pc:spChg chg="mod">
          <ac:chgData name="张 智" userId="36bdf691fd3510be" providerId="LiveId" clId="{F580A333-038E-4482-82B9-27319D144034}" dt="2024-04-22T02:10:18.810" v="2019" actId="207"/>
          <ac:spMkLst>
            <pc:docMk/>
            <pc:sldMk cId="1998355033" sldId="525"/>
            <ac:spMk id="2" creationId="{00000000-0000-0000-0000-000000000000}"/>
          </ac:spMkLst>
        </pc:spChg>
      </pc:sldChg>
      <pc:sldChg chg="ord modNotesTx">
        <pc:chgData name="张 智" userId="36bdf691fd3510be" providerId="LiveId" clId="{F580A333-038E-4482-82B9-27319D144034}" dt="2024-04-22T05:40:33.504" v="5184" actId="20578"/>
        <pc:sldMkLst>
          <pc:docMk/>
          <pc:sldMk cId="176200234" sldId="527"/>
        </pc:sldMkLst>
      </pc:sldChg>
      <pc:sldChg chg="modSp mod">
        <pc:chgData name="张 智" userId="36bdf691fd3510be" providerId="LiveId" clId="{F580A333-038E-4482-82B9-27319D144034}" dt="2024-04-22T02:10:07.114" v="2018" actId="207"/>
        <pc:sldMkLst>
          <pc:docMk/>
          <pc:sldMk cId="2435641322" sldId="530"/>
        </pc:sldMkLst>
        <pc:spChg chg="mod">
          <ac:chgData name="张 智" userId="36bdf691fd3510be" providerId="LiveId" clId="{F580A333-038E-4482-82B9-27319D144034}" dt="2024-04-22T02:10:07.114" v="2018" actId="207"/>
          <ac:spMkLst>
            <pc:docMk/>
            <pc:sldMk cId="2435641322" sldId="530"/>
            <ac:spMk id="2" creationId="{00000000-0000-0000-0000-000000000000}"/>
          </ac:spMkLst>
        </pc:spChg>
      </pc:sldChg>
      <pc:sldChg chg="modNotesTx">
        <pc:chgData name="张 智" userId="36bdf691fd3510be" providerId="LiveId" clId="{F580A333-038E-4482-82B9-27319D144034}" dt="2024-04-22T01:26:12.595" v="1534" actId="20577"/>
        <pc:sldMkLst>
          <pc:docMk/>
          <pc:sldMk cId="2065049507" sldId="533"/>
        </pc:sldMkLst>
      </pc:sldChg>
      <pc:sldChg chg="modNotesTx">
        <pc:chgData name="张 智" userId="36bdf691fd3510be" providerId="LiveId" clId="{F580A333-038E-4482-82B9-27319D144034}" dt="2024-04-22T05:42:41.443" v="5205" actId="20577"/>
        <pc:sldMkLst>
          <pc:docMk/>
          <pc:sldMk cId="3912822616" sldId="534"/>
        </pc:sldMkLst>
      </pc:sldChg>
      <pc:sldChg chg="modNotesTx">
        <pc:chgData name="张 智" userId="36bdf691fd3510be" providerId="LiveId" clId="{F580A333-038E-4482-82B9-27319D144034}" dt="2024-04-22T05:49:57.663" v="5570" actId="20577"/>
        <pc:sldMkLst>
          <pc:docMk/>
          <pc:sldMk cId="445949708" sldId="535"/>
        </pc:sldMkLst>
      </pc:sldChg>
      <pc:sldChg chg="modSp mod modNotesTx">
        <pc:chgData name="张 智" userId="36bdf691fd3510be" providerId="LiveId" clId="{F580A333-038E-4482-82B9-27319D144034}" dt="2024-04-22T05:52:14.444" v="5664" actId="20577"/>
        <pc:sldMkLst>
          <pc:docMk/>
          <pc:sldMk cId="3652404451" sldId="536"/>
        </pc:sldMkLst>
        <pc:spChg chg="mod">
          <ac:chgData name="张 智" userId="36bdf691fd3510be" providerId="LiveId" clId="{F580A333-038E-4482-82B9-27319D144034}" dt="2024-04-22T05:51:49.128" v="5655" actId="20577"/>
          <ac:spMkLst>
            <pc:docMk/>
            <pc:sldMk cId="3652404451" sldId="536"/>
            <ac:spMk id="4" creationId="{00000000-0000-0000-0000-000000000000}"/>
          </ac:spMkLst>
        </pc:spChg>
      </pc:sldChg>
      <pc:sldChg chg="modNotesTx">
        <pc:chgData name="张 智" userId="36bdf691fd3510be" providerId="LiveId" clId="{F580A333-038E-4482-82B9-27319D144034}" dt="2024-04-22T06:31:23.840" v="6701" actId="20577"/>
        <pc:sldMkLst>
          <pc:docMk/>
          <pc:sldMk cId="385581007" sldId="539"/>
        </pc:sldMkLst>
      </pc:sldChg>
      <pc:sldChg chg="modNotesTx">
        <pc:chgData name="张 智" userId="36bdf691fd3510be" providerId="LiveId" clId="{F580A333-038E-4482-82B9-27319D144034}" dt="2024-04-22T02:11:30.745" v="2021" actId="20577"/>
        <pc:sldMkLst>
          <pc:docMk/>
          <pc:sldMk cId="334932478" sldId="540"/>
        </pc:sldMkLst>
      </pc:sldChg>
      <pc:sldChg chg="ord modNotesTx">
        <pc:chgData name="张 智" userId="36bdf691fd3510be" providerId="LiveId" clId="{F580A333-038E-4482-82B9-27319D144034}" dt="2024-04-22T05:59:57.314" v="5906" actId="20577"/>
        <pc:sldMkLst>
          <pc:docMk/>
          <pc:sldMk cId="3333934068" sldId="541"/>
        </pc:sldMkLst>
      </pc:sldChg>
      <pc:sldChg chg="modSp mod">
        <pc:chgData name="张 智" userId="36bdf691fd3510be" providerId="LiveId" clId="{F580A333-038E-4482-82B9-27319D144034}" dt="2024-04-22T05:55:25.916" v="5674" actId="20577"/>
        <pc:sldMkLst>
          <pc:docMk/>
          <pc:sldMk cId="948502511" sldId="542"/>
        </pc:sldMkLst>
        <pc:spChg chg="mod">
          <ac:chgData name="张 智" userId="36bdf691fd3510be" providerId="LiveId" clId="{F580A333-038E-4482-82B9-27319D144034}" dt="2024-04-22T05:55:25.916" v="5674" actId="20577"/>
          <ac:spMkLst>
            <pc:docMk/>
            <pc:sldMk cId="948502511" sldId="542"/>
            <ac:spMk id="2" creationId="{00000000-0000-0000-0000-000000000000}"/>
          </ac:spMkLst>
        </pc:spChg>
      </pc:sldChg>
      <pc:sldChg chg="modNotesTx">
        <pc:chgData name="张 智" userId="36bdf691fd3510be" providerId="LiveId" clId="{F580A333-038E-4482-82B9-27319D144034}" dt="2024-04-22T06:24:57.832" v="6577" actId="20577"/>
        <pc:sldMkLst>
          <pc:docMk/>
          <pc:sldMk cId="4128095559" sldId="545"/>
        </pc:sldMkLst>
      </pc:sldChg>
      <pc:sldChg chg="modSp mod modNotesTx">
        <pc:chgData name="张 智" userId="36bdf691fd3510be" providerId="LiveId" clId="{F580A333-038E-4482-82B9-27319D144034}" dt="2024-04-22T02:37:34.721" v="2930" actId="207"/>
        <pc:sldMkLst>
          <pc:docMk/>
          <pc:sldMk cId="1843014536" sldId="546"/>
        </pc:sldMkLst>
        <pc:spChg chg="mod">
          <ac:chgData name="张 智" userId="36bdf691fd3510be" providerId="LiveId" clId="{F580A333-038E-4482-82B9-27319D144034}" dt="2024-04-22T02:37:34.721" v="2930" actId="207"/>
          <ac:spMkLst>
            <pc:docMk/>
            <pc:sldMk cId="1843014536" sldId="546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F580A333-038E-4482-82B9-27319D144034}" dt="2024-04-22T03:03:00.298" v="3275" actId="20577"/>
        <pc:sldMkLst>
          <pc:docMk/>
          <pc:sldMk cId="2714717116" sldId="548"/>
        </pc:sldMkLst>
        <pc:spChg chg="mod">
          <ac:chgData name="张 智" userId="36bdf691fd3510be" providerId="LiveId" clId="{F580A333-038E-4482-82B9-27319D144034}" dt="2024-04-22T03:03:00.298" v="3275" actId="20577"/>
          <ac:spMkLst>
            <pc:docMk/>
            <pc:sldMk cId="2714717116" sldId="548"/>
            <ac:spMk id="2" creationId="{00000000-0000-0000-0000-000000000000}"/>
          </ac:spMkLst>
        </pc:spChg>
      </pc:sldChg>
      <pc:sldChg chg="modSp mod">
        <pc:chgData name="张 智" userId="36bdf691fd3510be" providerId="LiveId" clId="{F580A333-038E-4482-82B9-27319D144034}" dt="2024-04-22T02:41:28.072" v="3073" actId="207"/>
        <pc:sldMkLst>
          <pc:docMk/>
          <pc:sldMk cId="2094672538" sldId="549"/>
        </pc:sldMkLst>
        <pc:spChg chg="mod">
          <ac:chgData name="张 智" userId="36bdf691fd3510be" providerId="LiveId" clId="{F580A333-038E-4482-82B9-27319D144034}" dt="2024-04-22T02:41:28.072" v="3073" actId="207"/>
          <ac:spMkLst>
            <pc:docMk/>
            <pc:sldMk cId="2094672538" sldId="549"/>
            <ac:spMk id="2" creationId="{00000000-0000-0000-0000-000000000000}"/>
          </ac:spMkLst>
        </pc:spChg>
      </pc:sldChg>
      <pc:sldChg chg="modNotesTx">
        <pc:chgData name="张 智" userId="36bdf691fd3510be" providerId="LiveId" clId="{F580A333-038E-4482-82B9-27319D144034}" dt="2024-04-22T02:41:59.799" v="3075" actId="20577"/>
        <pc:sldMkLst>
          <pc:docMk/>
          <pc:sldMk cId="2496945193" sldId="550"/>
        </pc:sldMkLst>
      </pc:sldChg>
      <pc:sldChg chg="modNotesTx">
        <pc:chgData name="张 智" userId="36bdf691fd3510be" providerId="LiveId" clId="{F580A333-038E-4482-82B9-27319D144034}" dt="2024-04-22T03:05:31.373" v="3293" actId="20577"/>
        <pc:sldMkLst>
          <pc:docMk/>
          <pc:sldMk cId="2577393791" sldId="551"/>
        </pc:sldMkLst>
      </pc:sldChg>
      <pc:sldChg chg="modSp mod modNotesTx">
        <pc:chgData name="张 智" userId="36bdf691fd3510be" providerId="LiveId" clId="{F580A333-038E-4482-82B9-27319D144034}" dt="2024-04-22T03:11:46.113" v="3462" actId="207"/>
        <pc:sldMkLst>
          <pc:docMk/>
          <pc:sldMk cId="2309440319" sldId="552"/>
        </pc:sldMkLst>
        <pc:spChg chg="mod">
          <ac:chgData name="张 智" userId="36bdf691fd3510be" providerId="LiveId" clId="{F580A333-038E-4482-82B9-27319D144034}" dt="2024-04-22T03:11:46.113" v="3462" actId="207"/>
          <ac:spMkLst>
            <pc:docMk/>
            <pc:sldMk cId="2309440319" sldId="552"/>
            <ac:spMk id="2" creationId="{00000000-0000-0000-0000-000000000000}"/>
          </ac:spMkLst>
        </pc:spChg>
      </pc:sldChg>
      <pc:sldChg chg="modNotesTx">
        <pc:chgData name="张 智" userId="36bdf691fd3510be" providerId="LiveId" clId="{F580A333-038E-4482-82B9-27319D144034}" dt="2024-04-22T03:09:14.721" v="3440" actId="20577"/>
        <pc:sldMkLst>
          <pc:docMk/>
          <pc:sldMk cId="1187028463" sldId="553"/>
        </pc:sldMkLst>
      </pc:sldChg>
      <pc:sldChg chg="modSp mod modNotesTx">
        <pc:chgData name="张 智" userId="36bdf691fd3510be" providerId="LiveId" clId="{F580A333-038E-4482-82B9-27319D144034}" dt="2024-04-22T03:16:15.366" v="3530" actId="20577"/>
        <pc:sldMkLst>
          <pc:docMk/>
          <pc:sldMk cId="2832715137" sldId="554"/>
        </pc:sldMkLst>
        <pc:spChg chg="mod">
          <ac:chgData name="张 智" userId="36bdf691fd3510be" providerId="LiveId" clId="{F580A333-038E-4482-82B9-27319D144034}" dt="2024-04-22T03:14:29.649" v="3522" actId="27636"/>
          <ac:spMkLst>
            <pc:docMk/>
            <pc:sldMk cId="2832715137" sldId="554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F580A333-038E-4482-82B9-27319D144034}" dt="2024-04-22T06:06:06.209" v="6006" actId="20577"/>
        <pc:sldMkLst>
          <pc:docMk/>
          <pc:sldMk cId="2473262017" sldId="556"/>
        </pc:sldMkLst>
        <pc:spChg chg="mod">
          <ac:chgData name="张 智" userId="36bdf691fd3510be" providerId="LiveId" clId="{F580A333-038E-4482-82B9-27319D144034}" dt="2024-04-21T10:01:20.321" v="445" actId="20577"/>
          <ac:spMkLst>
            <pc:docMk/>
            <pc:sldMk cId="2473262017" sldId="556"/>
            <ac:spMk id="3" creationId="{A31F018A-FD8B-4DBD-91A8-B6A88766EDA8}"/>
          </ac:spMkLst>
        </pc:spChg>
      </pc:sldChg>
      <pc:sldChg chg="modSp mod modNotesTx">
        <pc:chgData name="张 智" userId="36bdf691fd3510be" providerId="LiveId" clId="{F580A333-038E-4482-82B9-27319D144034}" dt="2024-04-22T06:20:42.768" v="6559" actId="20577"/>
        <pc:sldMkLst>
          <pc:docMk/>
          <pc:sldMk cId="1030321779" sldId="557"/>
        </pc:sldMkLst>
        <pc:spChg chg="mod">
          <ac:chgData name="张 智" userId="36bdf691fd3510be" providerId="LiveId" clId="{F580A333-038E-4482-82B9-27319D144034}" dt="2024-04-22T06:11:47.984" v="6201" actId="20577"/>
          <ac:spMkLst>
            <pc:docMk/>
            <pc:sldMk cId="1030321779" sldId="557"/>
            <ac:spMk id="3" creationId="{A31F018A-FD8B-4DBD-91A8-B6A88766EDA8}"/>
          </ac:spMkLst>
        </pc:spChg>
      </pc:sldChg>
      <pc:sldChg chg="modSp mod modNotesTx">
        <pc:chgData name="张 智" userId="36bdf691fd3510be" providerId="LiveId" clId="{F580A333-038E-4482-82B9-27319D144034}" dt="2024-04-21T14:44:30.503" v="574" actId="20577"/>
        <pc:sldMkLst>
          <pc:docMk/>
          <pc:sldMk cId="3093555560" sldId="561"/>
        </pc:sldMkLst>
        <pc:spChg chg="mod">
          <ac:chgData name="张 智" userId="36bdf691fd3510be" providerId="LiveId" clId="{F580A333-038E-4482-82B9-27319D144034}" dt="2024-04-21T14:44:22.298" v="571" actId="20577"/>
          <ac:spMkLst>
            <pc:docMk/>
            <pc:sldMk cId="3093555560" sldId="561"/>
            <ac:spMk id="3" creationId="{4F798BBB-DCDF-406A-8C96-973EF97757D7}"/>
          </ac:spMkLst>
        </pc:spChg>
      </pc:sldChg>
      <pc:sldChg chg="modSp mod modNotesTx">
        <pc:chgData name="张 智" userId="36bdf691fd3510be" providerId="LiveId" clId="{F580A333-038E-4482-82B9-27319D144034}" dt="2024-04-22T06:22:19.567" v="6569" actId="20577"/>
        <pc:sldMkLst>
          <pc:docMk/>
          <pc:sldMk cId="704012001" sldId="562"/>
        </pc:sldMkLst>
        <pc:spChg chg="mod">
          <ac:chgData name="张 智" userId="36bdf691fd3510be" providerId="LiveId" clId="{F580A333-038E-4482-82B9-27319D144034}" dt="2024-04-22T06:21:05.776" v="6564" actId="20577"/>
          <ac:spMkLst>
            <pc:docMk/>
            <pc:sldMk cId="704012001" sldId="562"/>
            <ac:spMk id="3" creationId="{A31F018A-FD8B-4DBD-91A8-B6A88766EDA8}"/>
          </ac:spMkLst>
        </pc:spChg>
      </pc:sldChg>
      <pc:sldChg chg="modNotesTx">
        <pc:chgData name="张 智" userId="36bdf691fd3510be" providerId="LiveId" clId="{F580A333-038E-4482-82B9-27319D144034}" dt="2024-04-21T14:57:46.824" v="712" actId="20577"/>
        <pc:sldMkLst>
          <pc:docMk/>
          <pc:sldMk cId="2426947679" sldId="563"/>
        </pc:sldMkLst>
      </pc:sldChg>
      <pc:sldChg chg="modNotesTx">
        <pc:chgData name="张 智" userId="36bdf691fd3510be" providerId="LiveId" clId="{F580A333-038E-4482-82B9-27319D144034}" dt="2024-04-22T03:25:45.401" v="3954" actId="20577"/>
        <pc:sldMkLst>
          <pc:docMk/>
          <pc:sldMk cId="3760885931" sldId="565"/>
        </pc:sldMkLst>
      </pc:sldChg>
      <pc:sldChg chg="modNotesTx">
        <pc:chgData name="张 智" userId="36bdf691fd3510be" providerId="LiveId" clId="{F580A333-038E-4482-82B9-27319D144034}" dt="2024-04-22T03:18:47.271" v="3722" actId="20577"/>
        <pc:sldMkLst>
          <pc:docMk/>
          <pc:sldMk cId="2078233757" sldId="566"/>
        </pc:sldMkLst>
      </pc:sldChg>
      <pc:sldChg chg="modNotesTx">
        <pc:chgData name="张 智" userId="36bdf691fd3510be" providerId="LiveId" clId="{F580A333-038E-4482-82B9-27319D144034}" dt="2024-04-22T03:20:32.562" v="3802" actId="20577"/>
        <pc:sldMkLst>
          <pc:docMk/>
          <pc:sldMk cId="3513519866" sldId="567"/>
        </pc:sldMkLst>
      </pc:sldChg>
      <pc:sldChg chg="modNotesTx">
        <pc:chgData name="张 智" userId="36bdf691fd3510be" providerId="LiveId" clId="{F580A333-038E-4482-82B9-27319D144034}" dt="2024-04-22T03:21:36.601" v="3804" actId="20577"/>
        <pc:sldMkLst>
          <pc:docMk/>
          <pc:sldMk cId="185619113" sldId="568"/>
        </pc:sldMkLst>
      </pc:sldChg>
      <pc:sldChg chg="modSp mod modNotesTx">
        <pc:chgData name="张 智" userId="36bdf691fd3510be" providerId="LiveId" clId="{F580A333-038E-4482-82B9-27319D144034}" dt="2024-04-22T03:30:51.576" v="4108" actId="20577"/>
        <pc:sldMkLst>
          <pc:docMk/>
          <pc:sldMk cId="3079898576" sldId="569"/>
        </pc:sldMkLst>
        <pc:spChg chg="mod">
          <ac:chgData name="张 智" userId="36bdf691fd3510be" providerId="LiveId" clId="{F580A333-038E-4482-82B9-27319D144034}" dt="2024-04-21T14:56:08.751" v="703" actId="20577"/>
          <ac:spMkLst>
            <pc:docMk/>
            <pc:sldMk cId="3079898576" sldId="569"/>
            <ac:spMk id="11" creationId="{0423B8FA-1143-4F4C-9A29-C231E0390991}"/>
          </ac:spMkLst>
        </pc:spChg>
      </pc:sldChg>
      <pc:sldChg chg="modSp modNotesTx">
        <pc:chgData name="张 智" userId="36bdf691fd3510be" providerId="LiveId" clId="{F580A333-038E-4482-82B9-27319D144034}" dt="2024-04-22T03:34:38.745" v="4196"/>
        <pc:sldMkLst>
          <pc:docMk/>
          <pc:sldMk cId="726949649" sldId="572"/>
        </pc:sldMkLst>
        <pc:spChg chg="mod">
          <ac:chgData name="张 智" userId="36bdf691fd3510be" providerId="LiveId" clId="{F580A333-038E-4482-82B9-27319D144034}" dt="2024-04-21T14:56:29.190" v="704" actId="20577"/>
          <ac:spMkLst>
            <pc:docMk/>
            <pc:sldMk cId="726949649" sldId="572"/>
            <ac:spMk id="11" creationId="{0423B8FA-1143-4F4C-9A29-C231E0390991}"/>
          </ac:spMkLst>
        </pc:spChg>
      </pc:sldChg>
      <pc:sldChg chg="modNotesTx">
        <pc:chgData name="张 智" userId="36bdf691fd3510be" providerId="LiveId" clId="{F580A333-038E-4482-82B9-27319D144034}" dt="2024-04-22T03:45:53.365" v="4596" actId="20577"/>
        <pc:sldMkLst>
          <pc:docMk/>
          <pc:sldMk cId="3107140780" sldId="573"/>
        </pc:sldMkLst>
      </pc:sldChg>
      <pc:sldChg chg="modNotesTx">
        <pc:chgData name="张 智" userId="36bdf691fd3510be" providerId="LiveId" clId="{F580A333-038E-4482-82B9-27319D144034}" dt="2024-04-22T03:53:27.941" v="4873" actId="20577"/>
        <pc:sldMkLst>
          <pc:docMk/>
          <pc:sldMk cId="2036498066" sldId="575"/>
        </pc:sldMkLst>
      </pc:sldChg>
      <pc:sldChg chg="modNotesTx">
        <pc:chgData name="张 智" userId="36bdf691fd3510be" providerId="LiveId" clId="{F580A333-038E-4482-82B9-27319D144034}" dt="2024-04-22T03:51:46.430" v="4848" actId="20577"/>
        <pc:sldMkLst>
          <pc:docMk/>
          <pc:sldMk cId="526450029" sldId="576"/>
        </pc:sldMkLst>
      </pc:sldChg>
      <pc:sldChg chg="addSp modSp mod modNotesTx">
        <pc:chgData name="张 智" userId="36bdf691fd3510be" providerId="LiveId" clId="{F580A333-038E-4482-82B9-27319D144034}" dt="2024-04-22T03:44:48.253" v="4515" actId="20577"/>
        <pc:sldMkLst>
          <pc:docMk/>
          <pc:sldMk cId="4011043076" sldId="577"/>
        </pc:sldMkLst>
        <pc:spChg chg="mod">
          <ac:chgData name="张 智" userId="36bdf691fd3510be" providerId="LiveId" clId="{F580A333-038E-4482-82B9-27319D144034}" dt="2024-04-22T03:38:03.200" v="4290" actId="20577"/>
          <ac:spMkLst>
            <pc:docMk/>
            <pc:sldMk cId="4011043076" sldId="577"/>
            <ac:spMk id="11" creationId="{4B74B8EA-4DA4-433E-90CD-B2865A69B2F2}"/>
          </ac:spMkLst>
        </pc:spChg>
        <pc:spChg chg="add mod">
          <ac:chgData name="张 智" userId="36bdf691fd3510be" providerId="LiveId" clId="{F580A333-038E-4482-82B9-27319D144034}" dt="2024-04-22T03:39:03.290" v="4291"/>
          <ac:spMkLst>
            <pc:docMk/>
            <pc:sldMk cId="4011043076" sldId="577"/>
            <ac:spMk id="12" creationId="{BFF4C609-5EAD-4244-B2BB-CFF8174F7BD8}"/>
          </ac:spMkLst>
        </pc:spChg>
        <pc:spChg chg="add mod">
          <ac:chgData name="张 智" userId="36bdf691fd3510be" providerId="LiveId" clId="{F580A333-038E-4482-82B9-27319D144034}" dt="2024-04-22T03:39:11.769" v="4293" actId="1076"/>
          <ac:spMkLst>
            <pc:docMk/>
            <pc:sldMk cId="4011043076" sldId="577"/>
            <ac:spMk id="15" creationId="{B35CE382-DF82-4654-88F9-B6362BDECFA6}"/>
          </ac:spMkLst>
        </pc:spChg>
      </pc:sldChg>
      <pc:sldChg chg="modNotesTx">
        <pc:chgData name="张 智" userId="36bdf691fd3510be" providerId="LiveId" clId="{F580A333-038E-4482-82B9-27319D144034}" dt="2024-04-22T02:05:37.955" v="1894" actId="20577"/>
        <pc:sldMkLst>
          <pc:docMk/>
          <pc:sldMk cId="3601367120" sldId="579"/>
        </pc:sldMkLst>
      </pc:sldChg>
      <pc:sldChg chg="add modNotesTx">
        <pc:chgData name="张 智" userId="36bdf691fd3510be" providerId="LiveId" clId="{F580A333-038E-4482-82B9-27319D144034}" dt="2024-04-22T06:07:09.757" v="6007"/>
        <pc:sldMkLst>
          <pc:docMk/>
          <pc:sldMk cId="554390789" sldId="580"/>
        </pc:sldMkLst>
      </pc:sldChg>
      <pc:sldChg chg="modSp add mod modNotesTx">
        <pc:chgData name="张 智" userId="36bdf691fd3510be" providerId="LiveId" clId="{F580A333-038E-4482-82B9-27319D144034}" dt="2024-04-22T06:21:27.286" v="6568" actId="20577"/>
        <pc:sldMkLst>
          <pc:docMk/>
          <pc:sldMk cId="1955152145" sldId="581"/>
        </pc:sldMkLst>
        <pc:spChg chg="mod">
          <ac:chgData name="张 智" userId="36bdf691fd3510be" providerId="LiveId" clId="{F580A333-038E-4482-82B9-27319D144034}" dt="2024-04-22T06:15:46.422" v="6466" actId="20577"/>
          <ac:spMkLst>
            <pc:docMk/>
            <pc:sldMk cId="1955152145" sldId="581"/>
            <ac:spMk id="3" creationId="{A31F018A-FD8B-4DBD-91A8-B6A88766EDA8}"/>
          </ac:spMkLst>
        </pc:spChg>
      </pc:sldChg>
      <pc:sldChg chg="add del">
        <pc:chgData name="张 智" userId="36bdf691fd3510be" providerId="LiveId" clId="{F580A333-038E-4482-82B9-27319D144034}" dt="2024-04-22T06:08:18.979" v="6009"/>
        <pc:sldMkLst>
          <pc:docMk/>
          <pc:sldMk cId="3046246067" sldId="581"/>
        </pc:sldMkLst>
      </pc:sldChg>
    </pc:docChg>
  </pc:docChgLst>
  <pc:docChgLst>
    <pc:chgData name="张 智" userId="36bdf691fd3510be" providerId="LiveId" clId="{114D072E-903C-4B9A-9D0E-2F155C32D5CE}"/>
    <pc:docChg chg="undo custSel addSld delSld modSld sldOrd">
      <pc:chgData name="张 智" userId="36bdf691fd3510be" providerId="LiveId" clId="{114D072E-903C-4B9A-9D0E-2F155C32D5CE}" dt="2023-04-19T08:42:35.434" v="1927" actId="1076"/>
      <pc:docMkLst>
        <pc:docMk/>
      </pc:docMkLst>
      <pc:sldChg chg="modSp mod">
        <pc:chgData name="张 智" userId="36bdf691fd3510be" providerId="LiveId" clId="{114D072E-903C-4B9A-9D0E-2F155C32D5CE}" dt="2023-04-19T07:12:58.933" v="16" actId="20577"/>
        <pc:sldMkLst>
          <pc:docMk/>
          <pc:sldMk cId="1077586671" sldId="256"/>
        </pc:sldMkLst>
        <pc:spChg chg="mod">
          <ac:chgData name="张 智" userId="36bdf691fd3510be" providerId="LiveId" clId="{114D072E-903C-4B9A-9D0E-2F155C32D5CE}" dt="2023-04-19T07:12:58.933" v="16" actId="20577"/>
          <ac:spMkLst>
            <pc:docMk/>
            <pc:sldMk cId="1077586671" sldId="256"/>
            <ac:spMk id="3" creationId="{1804B053-88E2-6F47-B5CB-F0B21DD687A8}"/>
          </ac:spMkLst>
        </pc:spChg>
      </pc:sldChg>
      <pc:sldChg chg="delSp modSp mod modNotesTx">
        <pc:chgData name="张 智" userId="36bdf691fd3510be" providerId="LiveId" clId="{114D072E-903C-4B9A-9D0E-2F155C32D5CE}" dt="2023-04-19T08:25:35.205" v="1681"/>
        <pc:sldMkLst>
          <pc:docMk/>
          <pc:sldMk cId="2638384059" sldId="257"/>
        </pc:sldMkLst>
        <pc:spChg chg="del">
          <ac:chgData name="张 智" userId="36bdf691fd3510be" providerId="LiveId" clId="{114D072E-903C-4B9A-9D0E-2F155C32D5CE}" dt="2023-04-19T07:13:06.224" v="17" actId="478"/>
          <ac:spMkLst>
            <pc:docMk/>
            <pc:sldMk cId="2638384059" sldId="257"/>
            <ac:spMk id="2" creationId="{7B58337B-A149-4857-AADA-08AD4C61A7C7}"/>
          </ac:spMkLst>
        </pc:spChg>
        <pc:spChg chg="mod">
          <ac:chgData name="张 智" userId="36bdf691fd3510be" providerId="LiveId" clId="{114D072E-903C-4B9A-9D0E-2F155C32D5CE}" dt="2023-04-19T08:25:35.205" v="1681"/>
          <ac:spMkLst>
            <pc:docMk/>
            <pc:sldMk cId="2638384059" sldId="257"/>
            <ac:spMk id="3" creationId="{DA6FDE42-6C64-4484-BC4E-72F1B6CCFA53}"/>
          </ac:spMkLst>
        </pc:spChg>
      </pc:sldChg>
      <pc:sldChg chg="add">
        <pc:chgData name="张 智" userId="36bdf691fd3510be" providerId="LiveId" clId="{114D072E-903C-4B9A-9D0E-2F155C32D5CE}" dt="2023-04-19T08:28:35.739" v="1693"/>
        <pc:sldMkLst>
          <pc:docMk/>
          <pc:sldMk cId="539231291" sldId="407"/>
        </pc:sldMkLst>
      </pc:sldChg>
      <pc:sldChg chg="delSp modSp del mod delAnim modNotesTx">
        <pc:chgData name="张 智" userId="36bdf691fd3510be" providerId="LiveId" clId="{114D072E-903C-4B9A-9D0E-2F155C32D5CE}" dt="2023-04-19T08:28:21.356" v="1692" actId="2696"/>
        <pc:sldMkLst>
          <pc:docMk/>
          <pc:sldMk cId="4173314924" sldId="407"/>
        </pc:sldMkLst>
        <pc:spChg chg="mod">
          <ac:chgData name="张 智" userId="36bdf691fd3510be" providerId="LiveId" clId="{114D072E-903C-4B9A-9D0E-2F155C32D5CE}" dt="2023-04-19T08:14:42.528" v="1496" actId="20577"/>
          <ac:spMkLst>
            <pc:docMk/>
            <pc:sldMk cId="4173314924" sldId="407"/>
            <ac:spMk id="4" creationId="{00000000-0000-0000-0000-000000000000}"/>
          </ac:spMkLst>
        </pc:spChg>
        <pc:spChg chg="del">
          <ac:chgData name="张 智" userId="36bdf691fd3510be" providerId="LiveId" clId="{114D072E-903C-4B9A-9D0E-2F155C32D5CE}" dt="2023-04-19T07:26:24.100" v="23" actId="478"/>
          <ac:spMkLst>
            <pc:docMk/>
            <pc:sldMk cId="4173314924" sldId="407"/>
            <ac:spMk id="7" creationId="{00000000-0000-0000-0000-000000000000}"/>
          </ac:spMkLst>
        </pc:spChg>
        <pc:picChg chg="mod">
          <ac:chgData name="张 智" userId="36bdf691fd3510be" providerId="LiveId" clId="{114D072E-903C-4B9A-9D0E-2F155C32D5CE}" dt="2023-04-19T08:11:55.725" v="1478" actId="1076"/>
          <ac:picMkLst>
            <pc:docMk/>
            <pc:sldMk cId="4173314924" sldId="407"/>
            <ac:picMk id="5" creationId="{00000000-0000-0000-0000-000000000000}"/>
          </ac:picMkLst>
        </pc:picChg>
        <pc:picChg chg="mod">
          <ac:chgData name="张 智" userId="36bdf691fd3510be" providerId="LiveId" clId="{114D072E-903C-4B9A-9D0E-2F155C32D5CE}" dt="2023-04-19T08:11:49.363" v="1477" actId="1076"/>
          <ac:picMkLst>
            <pc:docMk/>
            <pc:sldMk cId="4173314924" sldId="407"/>
            <ac:picMk id="6" creationId="{00000000-0000-0000-0000-000000000000}"/>
          </ac:picMkLst>
        </pc:picChg>
      </pc:sldChg>
      <pc:sldChg chg="delSp modSp del mod modAnim">
        <pc:chgData name="张 智" userId="36bdf691fd3510be" providerId="LiveId" clId="{114D072E-903C-4B9A-9D0E-2F155C32D5CE}" dt="2023-04-19T08:14:28.934" v="1486" actId="2696"/>
        <pc:sldMkLst>
          <pc:docMk/>
          <pc:sldMk cId="1340549584" sldId="447"/>
        </pc:sldMkLst>
        <pc:spChg chg="mod">
          <ac:chgData name="张 智" userId="36bdf691fd3510be" providerId="LiveId" clId="{114D072E-903C-4B9A-9D0E-2F155C32D5CE}" dt="2023-04-19T08:13:28.835" v="1485" actId="255"/>
          <ac:spMkLst>
            <pc:docMk/>
            <pc:sldMk cId="1340549584" sldId="447"/>
            <ac:spMk id="2" creationId="{00000000-0000-0000-0000-000000000000}"/>
          </ac:spMkLst>
        </pc:spChg>
        <pc:spChg chg="mod">
          <ac:chgData name="张 智" userId="36bdf691fd3510be" providerId="LiveId" clId="{114D072E-903C-4B9A-9D0E-2F155C32D5CE}" dt="2023-04-19T08:12:57.270" v="1479" actId="1076"/>
          <ac:spMkLst>
            <pc:docMk/>
            <pc:sldMk cId="1340549584" sldId="447"/>
            <ac:spMk id="4" creationId="{00000000-0000-0000-0000-000000000000}"/>
          </ac:spMkLst>
        </pc:spChg>
        <pc:spChg chg="del">
          <ac:chgData name="张 智" userId="36bdf691fd3510be" providerId="LiveId" clId="{114D072E-903C-4B9A-9D0E-2F155C32D5CE}" dt="2023-04-19T08:13:18.311" v="1483" actId="478"/>
          <ac:spMkLst>
            <pc:docMk/>
            <pc:sldMk cId="1340549584" sldId="447"/>
            <ac:spMk id="6" creationId="{00000000-0000-0000-0000-000000000000}"/>
          </ac:spMkLst>
        </pc:spChg>
        <pc:spChg chg="del">
          <ac:chgData name="张 智" userId="36bdf691fd3510be" providerId="LiveId" clId="{114D072E-903C-4B9A-9D0E-2F155C32D5CE}" dt="2023-04-19T08:13:21.142" v="1484" actId="478"/>
          <ac:spMkLst>
            <pc:docMk/>
            <pc:sldMk cId="1340549584" sldId="447"/>
            <ac:spMk id="7" creationId="{00000000-0000-0000-0000-000000000000}"/>
          </ac:spMkLst>
        </pc:spChg>
      </pc:sldChg>
      <pc:sldChg chg="modSp mod">
        <pc:chgData name="张 智" userId="36bdf691fd3510be" providerId="LiveId" clId="{114D072E-903C-4B9A-9D0E-2F155C32D5CE}" dt="2023-04-19T08:16:13.229" v="1525" actId="1076"/>
        <pc:sldMkLst>
          <pc:docMk/>
          <pc:sldMk cId="406427542" sldId="448"/>
        </pc:sldMkLst>
        <pc:spChg chg="mod">
          <ac:chgData name="张 智" userId="36bdf691fd3510be" providerId="LiveId" clId="{114D072E-903C-4B9A-9D0E-2F155C32D5CE}" dt="2023-04-19T08:16:13.229" v="1525" actId="1076"/>
          <ac:spMkLst>
            <pc:docMk/>
            <pc:sldMk cId="406427542" sldId="448"/>
            <ac:spMk id="4" creationId="{00000000-0000-0000-0000-000000000000}"/>
          </ac:spMkLst>
        </pc:spChg>
      </pc:sldChg>
      <pc:sldChg chg="modAnim">
        <pc:chgData name="张 智" userId="36bdf691fd3510be" providerId="LiveId" clId="{114D072E-903C-4B9A-9D0E-2F155C32D5CE}" dt="2023-04-19T08:16:27.706" v="1527"/>
        <pc:sldMkLst>
          <pc:docMk/>
          <pc:sldMk cId="3351766688" sldId="450"/>
        </pc:sldMkLst>
      </pc:sldChg>
      <pc:sldChg chg="delSp modSp mod">
        <pc:chgData name="张 智" userId="36bdf691fd3510be" providerId="LiveId" clId="{114D072E-903C-4B9A-9D0E-2F155C32D5CE}" dt="2023-04-19T08:29:47.875" v="1739" actId="14100"/>
        <pc:sldMkLst>
          <pc:docMk/>
          <pc:sldMk cId="2423959257" sldId="451"/>
        </pc:sldMkLst>
        <pc:spChg chg="del">
          <ac:chgData name="张 智" userId="36bdf691fd3510be" providerId="LiveId" clId="{114D072E-903C-4B9A-9D0E-2F155C32D5CE}" dt="2023-04-19T08:29:14.060" v="1700" actId="478"/>
          <ac:spMkLst>
            <pc:docMk/>
            <pc:sldMk cId="2423959257" sldId="451"/>
            <ac:spMk id="2" creationId="{00000000-0000-0000-0000-000000000000}"/>
          </ac:spMkLst>
        </pc:spChg>
        <pc:spChg chg="mod">
          <ac:chgData name="张 智" userId="36bdf691fd3510be" providerId="LiveId" clId="{114D072E-903C-4B9A-9D0E-2F155C32D5CE}" dt="2023-04-19T08:29:47.875" v="1739" actId="14100"/>
          <ac:spMkLst>
            <pc:docMk/>
            <pc:sldMk cId="2423959257" sldId="451"/>
            <ac:spMk id="4" creationId="{00000000-0000-0000-0000-000000000000}"/>
          </ac:spMkLst>
        </pc:spChg>
        <pc:spChg chg="mod">
          <ac:chgData name="张 智" userId="36bdf691fd3510be" providerId="LiveId" clId="{114D072E-903C-4B9A-9D0E-2F155C32D5CE}" dt="2023-04-19T08:29:40.127" v="1731" actId="1036"/>
          <ac:spMkLst>
            <pc:docMk/>
            <pc:sldMk cId="2423959257" sldId="451"/>
            <ac:spMk id="6" creationId="{00000000-0000-0000-0000-000000000000}"/>
          </ac:spMkLst>
        </pc:spChg>
        <pc:spChg chg="mod">
          <ac:chgData name="张 智" userId="36bdf691fd3510be" providerId="LiveId" clId="{114D072E-903C-4B9A-9D0E-2F155C32D5CE}" dt="2023-04-19T08:29:40.127" v="1731" actId="1036"/>
          <ac:spMkLst>
            <pc:docMk/>
            <pc:sldMk cId="2423959257" sldId="451"/>
            <ac:spMk id="7" creationId="{00000000-0000-0000-0000-000000000000}"/>
          </ac:spMkLst>
        </pc:spChg>
        <pc:picChg chg="mod">
          <ac:chgData name="张 智" userId="36bdf691fd3510be" providerId="LiveId" clId="{114D072E-903C-4B9A-9D0E-2F155C32D5CE}" dt="2023-04-19T08:29:40.127" v="1731" actId="1036"/>
          <ac:picMkLst>
            <pc:docMk/>
            <pc:sldMk cId="2423959257" sldId="451"/>
            <ac:picMk id="5" creationId="{00000000-0000-0000-0000-000000000000}"/>
          </ac:picMkLst>
        </pc:picChg>
        <pc:cxnChg chg="mod">
          <ac:chgData name="张 智" userId="36bdf691fd3510be" providerId="LiveId" clId="{114D072E-903C-4B9A-9D0E-2F155C32D5CE}" dt="2023-04-19T08:29:40.127" v="1731" actId="1036"/>
          <ac:cxnSpMkLst>
            <pc:docMk/>
            <pc:sldMk cId="2423959257" sldId="451"/>
            <ac:cxnSpMk id="9" creationId="{00000000-0000-0000-0000-000000000000}"/>
          </ac:cxnSpMkLst>
        </pc:cxnChg>
      </pc:sldChg>
      <pc:sldChg chg="modSp mod">
        <pc:chgData name="张 智" userId="36bdf691fd3510be" providerId="LiveId" clId="{114D072E-903C-4B9A-9D0E-2F155C32D5CE}" dt="2023-04-19T08:28:52.802" v="1698" actId="1076"/>
        <pc:sldMkLst>
          <pc:docMk/>
          <pc:sldMk cId="1831438977" sldId="453"/>
        </pc:sldMkLst>
        <pc:spChg chg="mod">
          <ac:chgData name="张 智" userId="36bdf691fd3510be" providerId="LiveId" clId="{114D072E-903C-4B9A-9D0E-2F155C32D5CE}" dt="2023-04-19T08:28:52.802" v="1698" actId="1076"/>
          <ac:spMkLst>
            <pc:docMk/>
            <pc:sldMk cId="1831438977" sldId="453"/>
            <ac:spMk id="2" creationId="{00000000-0000-0000-0000-000000000000}"/>
          </ac:spMkLst>
        </pc:spChg>
        <pc:spChg chg="mod">
          <ac:chgData name="张 智" userId="36bdf691fd3510be" providerId="LiveId" clId="{114D072E-903C-4B9A-9D0E-2F155C32D5CE}" dt="2023-04-19T08:28:42.019" v="1694" actId="1076"/>
          <ac:spMkLst>
            <pc:docMk/>
            <pc:sldMk cId="1831438977" sldId="453"/>
            <ac:spMk id="4" creationId="{00000000-0000-0000-0000-000000000000}"/>
          </ac:spMkLst>
        </pc:spChg>
      </pc:sldChg>
      <pc:sldChg chg="modSp mod">
        <pc:chgData name="张 智" userId="36bdf691fd3510be" providerId="LiveId" clId="{114D072E-903C-4B9A-9D0E-2F155C32D5CE}" dt="2023-04-19T08:28:58.620" v="1699" actId="1076"/>
        <pc:sldMkLst>
          <pc:docMk/>
          <pc:sldMk cId="535635021" sldId="455"/>
        </pc:sldMkLst>
        <pc:spChg chg="mod">
          <ac:chgData name="张 智" userId="36bdf691fd3510be" providerId="LiveId" clId="{114D072E-903C-4B9A-9D0E-2F155C32D5CE}" dt="2023-04-19T08:28:58.620" v="1699" actId="1076"/>
          <ac:spMkLst>
            <pc:docMk/>
            <pc:sldMk cId="535635021" sldId="455"/>
            <ac:spMk id="4" creationId="{00000000-0000-0000-0000-000000000000}"/>
          </ac:spMkLst>
        </pc:spChg>
      </pc:sldChg>
      <pc:sldChg chg="modSp add del mod modAnim modNotesTx">
        <pc:chgData name="张 智" userId="36bdf691fd3510be" providerId="LiveId" clId="{114D072E-903C-4B9A-9D0E-2F155C32D5CE}" dt="2023-04-19T08:09:00.862" v="1304" actId="2696"/>
        <pc:sldMkLst>
          <pc:docMk/>
          <pc:sldMk cId="3327315743" sldId="462"/>
        </pc:sldMkLst>
        <pc:spChg chg="mod">
          <ac:chgData name="张 智" userId="36bdf691fd3510be" providerId="LiveId" clId="{114D072E-903C-4B9A-9D0E-2F155C32D5CE}" dt="2023-04-19T07:54:11.694" v="309" actId="20577"/>
          <ac:spMkLst>
            <pc:docMk/>
            <pc:sldMk cId="3327315743" sldId="462"/>
            <ac:spMk id="7" creationId="{00000000-0000-0000-0000-000000000000}"/>
          </ac:spMkLst>
        </pc:spChg>
      </pc:sldChg>
      <pc:sldChg chg="modSp add mod ord modNotesTx">
        <pc:chgData name="张 智" userId="36bdf691fd3510be" providerId="LiveId" clId="{114D072E-903C-4B9A-9D0E-2F155C32D5CE}" dt="2023-04-19T08:28:05.593" v="1691" actId="20577"/>
        <pc:sldMkLst>
          <pc:docMk/>
          <pc:sldMk cId="1446250226" sldId="463"/>
        </pc:sldMkLst>
        <pc:spChg chg="mod">
          <ac:chgData name="张 智" userId="36bdf691fd3510be" providerId="LiveId" clId="{114D072E-903C-4B9A-9D0E-2F155C32D5CE}" dt="2023-04-19T07:59:10.591" v="553" actId="20577"/>
          <ac:spMkLst>
            <pc:docMk/>
            <pc:sldMk cId="1446250226" sldId="463"/>
            <ac:spMk id="3" creationId="{DA6FDE42-6C64-4484-BC4E-72F1B6CCFA53}"/>
          </ac:spMkLst>
        </pc:spChg>
      </pc:sldChg>
      <pc:sldChg chg="addSp delSp modSp add mod">
        <pc:chgData name="张 智" userId="36bdf691fd3510be" providerId="LiveId" clId="{114D072E-903C-4B9A-9D0E-2F155C32D5CE}" dt="2023-04-19T08:14:56.381" v="1504" actId="478"/>
        <pc:sldMkLst>
          <pc:docMk/>
          <pc:sldMk cId="2179319888" sldId="464"/>
        </pc:sldMkLst>
        <pc:spChg chg="del">
          <ac:chgData name="张 智" userId="36bdf691fd3510be" providerId="LiveId" clId="{114D072E-903C-4B9A-9D0E-2F155C32D5CE}" dt="2023-04-19T08:14:31.528" v="1487" actId="478"/>
          <ac:spMkLst>
            <pc:docMk/>
            <pc:sldMk cId="2179319888" sldId="464"/>
            <ac:spMk id="2" creationId="{00000000-0000-0000-0000-000000000000}"/>
          </ac:spMkLst>
        </pc:spChg>
        <pc:spChg chg="mod">
          <ac:chgData name="张 智" userId="36bdf691fd3510be" providerId="LiveId" clId="{114D072E-903C-4B9A-9D0E-2F155C32D5CE}" dt="2023-04-19T08:14:46.535" v="1501" actId="20577"/>
          <ac:spMkLst>
            <pc:docMk/>
            <pc:sldMk cId="2179319888" sldId="464"/>
            <ac:spMk id="4" creationId="{00000000-0000-0000-0000-000000000000}"/>
          </ac:spMkLst>
        </pc:spChg>
        <pc:spChg chg="mod">
          <ac:chgData name="张 智" userId="36bdf691fd3510be" providerId="LiveId" clId="{114D072E-903C-4B9A-9D0E-2F155C32D5CE}" dt="2023-04-19T08:14:35.658" v="1489" actId="1076"/>
          <ac:spMkLst>
            <pc:docMk/>
            <pc:sldMk cId="2179319888" sldId="464"/>
            <ac:spMk id="6" creationId="{00000000-0000-0000-0000-000000000000}"/>
          </ac:spMkLst>
        </pc:spChg>
        <pc:spChg chg="del mod">
          <ac:chgData name="张 智" userId="36bdf691fd3510be" providerId="LiveId" clId="{114D072E-903C-4B9A-9D0E-2F155C32D5CE}" dt="2023-04-19T08:14:56.381" v="1504" actId="478"/>
          <ac:spMkLst>
            <pc:docMk/>
            <pc:sldMk cId="2179319888" sldId="464"/>
            <ac:spMk id="7" creationId="{00000000-0000-0000-0000-000000000000}"/>
          </ac:spMkLst>
        </pc:spChg>
        <pc:spChg chg="add del mod">
          <ac:chgData name="张 智" userId="36bdf691fd3510be" providerId="LiveId" clId="{114D072E-903C-4B9A-9D0E-2F155C32D5CE}" dt="2023-04-19T08:14:32.926" v="1488" actId="478"/>
          <ac:spMkLst>
            <pc:docMk/>
            <pc:sldMk cId="2179319888" sldId="464"/>
            <ac:spMk id="8" creationId="{3C037581-83D6-4DA7-9CBC-8813FFF67F3A}"/>
          </ac:spMkLst>
        </pc:spChg>
      </pc:sldChg>
      <pc:sldChg chg="modSp add mod">
        <pc:chgData name="张 智" userId="36bdf691fd3510be" providerId="LiveId" clId="{114D072E-903C-4B9A-9D0E-2F155C32D5CE}" dt="2023-04-19T08:16:00.175" v="1524" actId="1038"/>
        <pc:sldMkLst>
          <pc:docMk/>
          <pc:sldMk cId="2040422541" sldId="465"/>
        </pc:sldMkLst>
        <pc:spChg chg="mod">
          <ac:chgData name="张 智" userId="36bdf691fd3510be" providerId="LiveId" clId="{114D072E-903C-4B9A-9D0E-2F155C32D5CE}" dt="2023-04-19T08:15:19.710" v="1512" actId="14100"/>
          <ac:spMkLst>
            <pc:docMk/>
            <pc:sldMk cId="2040422541" sldId="465"/>
            <ac:spMk id="6" creationId="{00000000-0000-0000-0000-000000000000}"/>
          </ac:spMkLst>
        </pc:spChg>
        <pc:spChg chg="mod">
          <ac:chgData name="张 智" userId="36bdf691fd3510be" providerId="LiveId" clId="{114D072E-903C-4B9A-9D0E-2F155C32D5CE}" dt="2023-04-19T08:16:00.175" v="1524" actId="1038"/>
          <ac:spMkLst>
            <pc:docMk/>
            <pc:sldMk cId="2040422541" sldId="465"/>
            <ac:spMk id="7" creationId="{00000000-0000-0000-0000-000000000000}"/>
          </ac:spMkLst>
        </pc:spChg>
      </pc:sldChg>
      <pc:sldChg chg="add del">
        <pc:chgData name="张 智" userId="36bdf691fd3510be" providerId="LiveId" clId="{114D072E-903C-4B9A-9D0E-2F155C32D5CE}" dt="2023-04-19T08:18:46.540" v="1529"/>
        <pc:sldMkLst>
          <pc:docMk/>
          <pc:sldMk cId="1668725787" sldId="466"/>
        </pc:sldMkLst>
      </pc:sldChg>
      <pc:sldChg chg="addSp delSp modSp add mod">
        <pc:chgData name="张 智" userId="36bdf691fd3510be" providerId="LiveId" clId="{114D072E-903C-4B9A-9D0E-2F155C32D5CE}" dt="2023-04-19T08:42:35.434" v="1927" actId="1076"/>
        <pc:sldMkLst>
          <pc:docMk/>
          <pc:sldMk cId="1928337419" sldId="466"/>
        </pc:sldMkLst>
        <pc:spChg chg="mod">
          <ac:chgData name="张 智" userId="36bdf691fd3510be" providerId="LiveId" clId="{114D072E-903C-4B9A-9D0E-2F155C32D5CE}" dt="2023-04-19T08:35:43.092" v="1802"/>
          <ac:spMkLst>
            <pc:docMk/>
            <pc:sldMk cId="1928337419" sldId="466"/>
            <ac:spMk id="2" creationId="{5B374C25-2D5A-48BC-9315-DB95C4804247}"/>
          </ac:spMkLst>
        </pc:spChg>
        <pc:spChg chg="mod">
          <ac:chgData name="张 智" userId="36bdf691fd3510be" providerId="LiveId" clId="{114D072E-903C-4B9A-9D0E-2F155C32D5CE}" dt="2023-04-19T08:32:29.797" v="1770" actId="14100"/>
          <ac:spMkLst>
            <pc:docMk/>
            <pc:sldMk cId="1928337419" sldId="466"/>
            <ac:spMk id="3" creationId="{A31F018A-FD8B-4DBD-91A8-B6A88766EDA8}"/>
          </ac:spMkLst>
        </pc:spChg>
        <pc:spChg chg="add mod">
          <ac:chgData name="张 智" userId="36bdf691fd3510be" providerId="LiveId" clId="{114D072E-903C-4B9A-9D0E-2F155C32D5CE}" dt="2023-04-19T08:41:57.523" v="1914" actId="207"/>
          <ac:spMkLst>
            <pc:docMk/>
            <pc:sldMk cId="1928337419" sldId="466"/>
            <ac:spMk id="4" creationId="{CF7AEFFD-A6C2-4CDD-88A3-CD092B09E23C}"/>
          </ac:spMkLst>
        </pc:spChg>
        <pc:spChg chg="add mod">
          <ac:chgData name="张 智" userId="36bdf691fd3510be" providerId="LiveId" clId="{114D072E-903C-4B9A-9D0E-2F155C32D5CE}" dt="2023-04-19T08:36:13.805" v="1807" actId="1076"/>
          <ac:spMkLst>
            <pc:docMk/>
            <pc:sldMk cId="1928337419" sldId="466"/>
            <ac:spMk id="5" creationId="{549DE84A-7FE6-4555-A3F1-0571A3A18D13}"/>
          </ac:spMkLst>
        </pc:spChg>
        <pc:spChg chg="add mod">
          <ac:chgData name="张 智" userId="36bdf691fd3510be" providerId="LiveId" clId="{114D072E-903C-4B9A-9D0E-2F155C32D5CE}" dt="2023-04-19T08:39:45.336" v="1892" actId="20577"/>
          <ac:spMkLst>
            <pc:docMk/>
            <pc:sldMk cId="1928337419" sldId="466"/>
            <ac:spMk id="6" creationId="{BC8C7906-4266-47E9-8B47-54F923F4BDB6}"/>
          </ac:spMkLst>
        </pc:spChg>
        <pc:spChg chg="add mod">
          <ac:chgData name="张 智" userId="36bdf691fd3510be" providerId="LiveId" clId="{114D072E-903C-4B9A-9D0E-2F155C32D5CE}" dt="2023-04-19T08:38:25.229" v="1853" actId="1076"/>
          <ac:spMkLst>
            <pc:docMk/>
            <pc:sldMk cId="1928337419" sldId="466"/>
            <ac:spMk id="18" creationId="{F4350407-8837-4843-A1C6-27B8FBFDAF2A}"/>
          </ac:spMkLst>
        </pc:spChg>
        <pc:spChg chg="add mod">
          <ac:chgData name="张 智" userId="36bdf691fd3510be" providerId="LiveId" clId="{114D072E-903C-4B9A-9D0E-2F155C32D5CE}" dt="2023-04-19T08:39:29.730" v="1887" actId="1076"/>
          <ac:spMkLst>
            <pc:docMk/>
            <pc:sldMk cId="1928337419" sldId="466"/>
            <ac:spMk id="21" creationId="{63909151-70A5-4314-BFF8-7955312E8D7E}"/>
          </ac:spMkLst>
        </pc:spChg>
        <pc:spChg chg="add mod">
          <ac:chgData name="张 智" userId="36bdf691fd3510be" providerId="LiveId" clId="{114D072E-903C-4B9A-9D0E-2F155C32D5CE}" dt="2023-04-19T08:39:51.962" v="1895" actId="20577"/>
          <ac:spMkLst>
            <pc:docMk/>
            <pc:sldMk cId="1928337419" sldId="466"/>
            <ac:spMk id="35" creationId="{882DB82E-79CB-40F9-9B8D-3AF542BF4DD5}"/>
          </ac:spMkLst>
        </pc:spChg>
        <pc:spChg chg="add mod">
          <ac:chgData name="张 智" userId="36bdf691fd3510be" providerId="LiveId" clId="{114D072E-903C-4B9A-9D0E-2F155C32D5CE}" dt="2023-04-19T08:41:35.713" v="1911" actId="1076"/>
          <ac:spMkLst>
            <pc:docMk/>
            <pc:sldMk cId="1928337419" sldId="466"/>
            <ac:spMk id="43" creationId="{367335C7-8A19-4788-B3EE-6EB67F557A48}"/>
          </ac:spMkLst>
        </pc:spChg>
        <pc:spChg chg="add mod">
          <ac:chgData name="张 智" userId="36bdf691fd3510be" providerId="LiveId" clId="{114D072E-903C-4B9A-9D0E-2F155C32D5CE}" dt="2023-04-19T08:42:00.271" v="1915" actId="207"/>
          <ac:spMkLst>
            <pc:docMk/>
            <pc:sldMk cId="1928337419" sldId="466"/>
            <ac:spMk id="44" creationId="{833D6E82-1F6D-4851-AF4D-628B08019CDF}"/>
          </ac:spMkLst>
        </pc:spChg>
        <pc:spChg chg="add mod">
          <ac:chgData name="张 智" userId="36bdf691fd3510be" providerId="LiveId" clId="{114D072E-903C-4B9A-9D0E-2F155C32D5CE}" dt="2023-04-19T08:41:42.631" v="1913" actId="1076"/>
          <ac:spMkLst>
            <pc:docMk/>
            <pc:sldMk cId="1928337419" sldId="466"/>
            <ac:spMk id="45" creationId="{A2F7DD92-BF14-4630-A591-771FF2936424}"/>
          </ac:spMkLst>
        </pc:spChg>
        <pc:spChg chg="add mod">
          <ac:chgData name="张 智" userId="36bdf691fd3510be" providerId="LiveId" clId="{114D072E-903C-4B9A-9D0E-2F155C32D5CE}" dt="2023-04-19T08:42:35.434" v="1927" actId="1076"/>
          <ac:spMkLst>
            <pc:docMk/>
            <pc:sldMk cId="1928337419" sldId="466"/>
            <ac:spMk id="55" creationId="{4C271DF2-FD6F-4CD8-B46E-5BCC5553E3A2}"/>
          </ac:spMkLst>
        </pc:spChg>
        <pc:cxnChg chg="add mod">
          <ac:chgData name="张 智" userId="36bdf691fd3510be" providerId="LiveId" clId="{114D072E-903C-4B9A-9D0E-2F155C32D5CE}" dt="2023-04-19T08:36:42.215" v="1811" actId="14100"/>
          <ac:cxnSpMkLst>
            <pc:docMk/>
            <pc:sldMk cId="1928337419" sldId="466"/>
            <ac:cxnSpMk id="7" creationId="{E8079BFB-A387-4AC8-B724-0FAAA49723F7}"/>
          </ac:cxnSpMkLst>
        </pc:cxnChg>
        <pc:cxnChg chg="add mod">
          <ac:chgData name="张 智" userId="36bdf691fd3510be" providerId="LiveId" clId="{114D072E-903C-4B9A-9D0E-2F155C32D5CE}" dt="2023-04-19T08:36:42.215" v="1811" actId="14100"/>
          <ac:cxnSpMkLst>
            <pc:docMk/>
            <pc:sldMk cId="1928337419" sldId="466"/>
            <ac:cxnSpMk id="10" creationId="{3FBF023C-E45C-48BC-AE1B-23B5FE743DA0}"/>
          </ac:cxnSpMkLst>
        </pc:cxnChg>
        <pc:cxnChg chg="add mod">
          <ac:chgData name="张 智" userId="36bdf691fd3510be" providerId="LiveId" clId="{114D072E-903C-4B9A-9D0E-2F155C32D5CE}" dt="2023-04-19T08:36:54.270" v="1815" actId="14100"/>
          <ac:cxnSpMkLst>
            <pc:docMk/>
            <pc:sldMk cId="1928337419" sldId="466"/>
            <ac:cxnSpMk id="15" creationId="{B1CE3ED1-0602-4DDA-A88B-43533F4C75A1}"/>
          </ac:cxnSpMkLst>
        </pc:cxnChg>
        <pc:cxnChg chg="add mod">
          <ac:chgData name="张 智" userId="36bdf691fd3510be" providerId="LiveId" clId="{114D072E-903C-4B9A-9D0E-2F155C32D5CE}" dt="2023-04-19T08:39:29.730" v="1887" actId="1076"/>
          <ac:cxnSpMkLst>
            <pc:docMk/>
            <pc:sldMk cId="1928337419" sldId="466"/>
            <ac:cxnSpMk id="19" creationId="{349974B8-DB3F-474C-AB75-0B73F003E95E}"/>
          </ac:cxnSpMkLst>
        </pc:cxnChg>
        <pc:cxnChg chg="add mod">
          <ac:chgData name="张 智" userId="36bdf691fd3510be" providerId="LiveId" clId="{114D072E-903C-4B9A-9D0E-2F155C32D5CE}" dt="2023-04-19T08:39:31.685" v="1888" actId="14100"/>
          <ac:cxnSpMkLst>
            <pc:docMk/>
            <pc:sldMk cId="1928337419" sldId="466"/>
            <ac:cxnSpMk id="27" creationId="{2CD4D911-01AB-441F-9B4C-275691A5F907}"/>
          </ac:cxnSpMkLst>
        </pc:cxnChg>
        <pc:cxnChg chg="add del mod">
          <ac:chgData name="张 智" userId="36bdf691fd3510be" providerId="LiveId" clId="{114D072E-903C-4B9A-9D0E-2F155C32D5CE}" dt="2023-04-19T08:40:35.875" v="1902" actId="478"/>
          <ac:cxnSpMkLst>
            <pc:docMk/>
            <pc:sldMk cId="1928337419" sldId="466"/>
            <ac:cxnSpMk id="36" creationId="{B9AC77F6-4135-42DC-B67E-419D10CB724D}"/>
          </ac:cxnSpMkLst>
        </pc:cxnChg>
        <pc:cxnChg chg="add mod">
          <ac:chgData name="张 智" userId="36bdf691fd3510be" providerId="LiveId" clId="{114D072E-903C-4B9A-9D0E-2F155C32D5CE}" dt="2023-04-19T08:40:40.896" v="1904" actId="14100"/>
          <ac:cxnSpMkLst>
            <pc:docMk/>
            <pc:sldMk cId="1928337419" sldId="466"/>
            <ac:cxnSpMk id="40" creationId="{C3E3EE10-FA53-4ADA-8BBA-771A16CF70D2}"/>
          </ac:cxnSpMkLst>
        </pc:cxnChg>
        <pc:cxnChg chg="add mod">
          <ac:chgData name="张 智" userId="36bdf691fd3510be" providerId="LiveId" clId="{114D072E-903C-4B9A-9D0E-2F155C32D5CE}" dt="2023-04-19T08:42:20.496" v="1925" actId="14100"/>
          <ac:cxnSpMkLst>
            <pc:docMk/>
            <pc:sldMk cId="1928337419" sldId="466"/>
            <ac:cxnSpMk id="46" creationId="{BFF53155-16A4-4E4E-B047-47BF7A6269D5}"/>
          </ac:cxnSpMkLst>
        </pc:cxnChg>
        <pc:cxnChg chg="add mod">
          <ac:chgData name="张 智" userId="36bdf691fd3510be" providerId="LiveId" clId="{114D072E-903C-4B9A-9D0E-2F155C32D5CE}" dt="2023-04-19T08:42:18.672" v="1924" actId="14100"/>
          <ac:cxnSpMkLst>
            <pc:docMk/>
            <pc:sldMk cId="1928337419" sldId="466"/>
            <ac:cxnSpMk id="49" creationId="{B1F6F9FD-B0D0-4990-B433-B1F472311182}"/>
          </ac:cxnSpMkLst>
        </pc:cxnChg>
      </pc:sldChg>
      <pc:sldChg chg="modSp add mod ord">
        <pc:chgData name="张 智" userId="36bdf691fd3510be" providerId="LiveId" clId="{114D072E-903C-4B9A-9D0E-2F155C32D5CE}" dt="2023-04-19T08:27:50.834" v="1687"/>
        <pc:sldMkLst>
          <pc:docMk/>
          <pc:sldMk cId="2454769900" sldId="467"/>
        </pc:sldMkLst>
        <pc:spChg chg="mod">
          <ac:chgData name="张 智" userId="36bdf691fd3510be" providerId="LiveId" clId="{114D072E-903C-4B9A-9D0E-2F155C32D5CE}" dt="2023-04-19T08:27:44.553" v="1685" actId="20577"/>
          <ac:spMkLst>
            <pc:docMk/>
            <pc:sldMk cId="2454769900" sldId="467"/>
            <ac:spMk id="3" creationId="{DA6FDE42-6C64-4484-BC4E-72F1B6CCFA53}"/>
          </ac:spMkLst>
        </pc:spChg>
      </pc:sldChg>
      <pc:sldChg chg="add">
        <pc:chgData name="张 智" userId="36bdf691fd3510be" providerId="LiveId" clId="{114D072E-903C-4B9A-9D0E-2F155C32D5CE}" dt="2023-04-19T08:32:07.636" v="1740"/>
        <pc:sldMkLst>
          <pc:docMk/>
          <pc:sldMk cId="3869060358" sldId="4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D7260-B7E4-B548-BD1F-84ED14536037}" type="datetimeFigureOut">
              <a:rPr lang="en-AU" smtClean="0"/>
              <a:t>15/09/2025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30C05-EF6C-9847-8923-580D7687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340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5457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5B835-E3C2-2F9A-09EE-84865D8A5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EC17F-E8E1-490D-AEA7-666C290AF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B34C29-1B45-E369-FB14-CFC498AD9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29CD1-145A-D5DE-AA8C-E715CE62F1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0229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2576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ECE5C-A48F-D8F1-0CD3-3056F89E3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F4C28-5AA7-CE75-EAE3-BDF8E9E36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6CCFC8-C41C-FD5F-9949-091CCE844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E6480-D42E-00E8-D1A9-5D946935B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1891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3719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6186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81071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A98A7-CE37-BDCD-9CCA-5354B595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A0E62-5EE2-DC83-577D-A24D09218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2152A-830E-FE66-38D3-6A81D312A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620F6-86C0-8A36-6CAE-8F145D5FC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3715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71602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58122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22331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65733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77291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0545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93479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48012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3048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35322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12303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74597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11368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2CDC6-CD96-9B59-3280-B0CF0373C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8D4B6D-E46D-4E91-7EFE-7BE49F91A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34E003-9E10-AFD5-9F90-8A5B37D49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C7F8E-507D-9DC8-40E2-7D9E3D796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06383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53555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79643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5638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92707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41909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88652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15721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42099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023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64865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94465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9481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34896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54156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998973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944628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00528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33127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786008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397649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3088D-F300-4D15-B8E0-972016C40E3C}" type="slidenum">
              <a:rPr lang="en-AU" smtClean="0"/>
              <a:t>44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907987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3088D-F300-4D15-B8E0-972016C40E3C}" type="slidenum">
              <a:rPr lang="en-AU" smtClean="0"/>
              <a:t>45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33651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3088D-F300-4D15-B8E0-972016C40E3C}" type="slidenum">
              <a:rPr lang="en-AU" smtClean="0"/>
              <a:t>46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3888345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61195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220830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702213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780657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526515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53479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40038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706617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5400" dirty="0"/>
                  <a:t>The difference </a:t>
                </a:r>
                <a:r>
                  <a:rPr lang="en-US" sz="5400" dirty="0" err="1"/>
                  <a:t>dj</a:t>
                </a:r>
                <a:r>
                  <a:rPr lang="en-US" sz="5400" dirty="0"/>
                  <a:t> of this pixel pair equals to gj+1 – </a:t>
                </a:r>
                <a:r>
                  <a:rPr lang="en-US" sz="5400" dirty="0" err="1"/>
                  <a:t>gj</a:t>
                </a:r>
                <a:r>
                  <a:rPr lang="en-US" sz="5400" dirty="0"/>
                  <a:t>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54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5400" dirty="0"/>
                  <a:t>Cause gj+1 can be 255 and </a:t>
                </a:r>
                <a:r>
                  <a:rPr lang="en-US" sz="5400" dirty="0" err="1"/>
                  <a:t>gj</a:t>
                </a:r>
                <a:r>
                  <a:rPr lang="en-US" sz="5400" dirty="0"/>
                  <a:t> can be 0, so the maximum </a:t>
                </a:r>
                <a:r>
                  <a:rPr lang="en-US" sz="5400" dirty="0" err="1"/>
                  <a:t>dj</a:t>
                </a:r>
                <a:r>
                  <a:rPr lang="en-US" sz="5400" dirty="0"/>
                  <a:t> is positive 255. when gj+1 is as small as 0, and </a:t>
                </a:r>
                <a:r>
                  <a:rPr lang="en-US" sz="5400" dirty="0" err="1"/>
                  <a:t>gj</a:t>
                </a:r>
                <a:r>
                  <a:rPr lang="en-US" sz="5400" dirty="0"/>
                  <a:t> is 255, the minimal </a:t>
                </a:r>
                <a:r>
                  <a:rPr lang="en-US" sz="5400" dirty="0" err="1"/>
                  <a:t>dj</a:t>
                </a:r>
                <a:r>
                  <a:rPr lang="en-US" sz="5400" dirty="0"/>
                  <a:t> is -255. so </a:t>
                </a:r>
                <a:r>
                  <a:rPr lang="en-US" sz="5400" dirty="0" err="1"/>
                  <a:t>dj</a:t>
                </a:r>
                <a:r>
                  <a:rPr lang="en-US" sz="5400" dirty="0"/>
                  <a:t> is ranging from -255 to +255. </a:t>
                </a:r>
                <a:r>
                  <a:rPr lang="en-US" sz="4000" dirty="0"/>
                  <a:t>The absolute value of the difference </a:t>
                </a:r>
                <a:r>
                  <a:rPr lang="en-US" sz="4000" dirty="0" err="1"/>
                  <a:t>dj</a:t>
                </a:r>
                <a:r>
                  <a:rPr lang="en-US" sz="4000" dirty="0"/>
                  <a:t> falls in the range from 0 to 255.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40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AU" sz="4000" dirty="0"/>
                  <a:t>More specifically, </a:t>
                </a:r>
                <a:r>
                  <a:rPr lang="en-AU" sz="4000" i="0">
                    <a:effectLst/>
                    <a:latin typeface="Cambria Math" panose="02040503050406030204" pitchFamily="18" charset="0"/>
                  </a:rPr>
                  <a:t>〖|</a:t>
                </a:r>
                <a:r>
                  <a:rPr lang="en-AU" sz="4000" i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𝑑〗_𝑗 |</a:t>
                </a:r>
                <a:r>
                  <a:rPr lang="en-AU" sz="4000" dirty="0"/>
                  <a:t> will fall into a sub-range of this big</a:t>
                </a:r>
                <a:r>
                  <a:rPr lang="en-AU" sz="4000" baseline="0" dirty="0"/>
                  <a:t> range. We can use</a:t>
                </a:r>
                <a:r>
                  <a:rPr lang="en-AU" sz="4000" dirty="0"/>
                  <a:t> </a:t>
                </a:r>
                <a:r>
                  <a:rPr lang="en-AU" sz="4000" i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𝑟_𝑖</a:t>
                </a:r>
                <a:r>
                  <a:rPr lang="en-AU" sz="4000" dirty="0"/>
                  <a:t> </a:t>
                </a:r>
                <a:r>
                  <a:rPr lang="en-US" sz="4000" baseline="0" dirty="0"/>
                  <a:t> to denote this sub range, and</a:t>
                </a:r>
                <a:r>
                  <a:rPr lang="en-US" sz="4000" dirty="0"/>
                  <a:t> we have this formula</a:t>
                </a:r>
                <a:endParaRPr lang="en-US" sz="2800" dirty="0">
                  <a:effectLst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79105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87824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59666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641175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837458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466795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604090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800" dirty="0">
                    <a:effectLst/>
                  </a:rPr>
                  <a:t>To extract the secret bits, we also need to rely on this formula.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800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800" dirty="0">
                    <a:effectLst/>
                  </a:rPr>
                  <a:t>Remember that </a:t>
                </a:r>
                <a:r>
                  <a:rPr lang="en-AU" sz="2800" i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𝑔_𝑗^′</a:t>
                </a:r>
                <a:r>
                  <a:rPr lang="en-AU" sz="2800" b="0" i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en-AU" sz="2800" dirty="0">
                    <a:effectLst/>
                  </a:rPr>
                  <a:t>is 48 and </a:t>
                </a:r>
                <a:r>
                  <a:rPr lang="en-AU" sz="2800" i="0">
                    <a:effectLst/>
                    <a:latin typeface="Cambria Math" panose="02040503050406030204" pitchFamily="18" charset="0"/>
                  </a:rPr>
                  <a:t>𝑔_(𝑗+1)^′</a:t>
                </a:r>
                <a:r>
                  <a:rPr lang="en-AU" sz="2800" dirty="0">
                    <a:effectLst/>
                  </a:rPr>
                  <a:t> is 66. so </a:t>
                </a:r>
                <a:r>
                  <a:rPr lang="en-AU" sz="2800" dirty="0" err="1">
                    <a:effectLst/>
                  </a:rPr>
                  <a:t>dj</a:t>
                </a:r>
                <a:r>
                  <a:rPr lang="en-AU" sz="2800" dirty="0">
                    <a:effectLst/>
                  </a:rPr>
                  <a:t>’ equals</a:t>
                </a:r>
                <a:r>
                  <a:rPr lang="en-AU" sz="2800" baseline="0" dirty="0">
                    <a:effectLst/>
                  </a:rPr>
                  <a:t> to 18. because </a:t>
                </a:r>
                <a:r>
                  <a:rPr lang="en-AU" sz="2800" baseline="0" dirty="0" err="1">
                    <a:effectLst/>
                  </a:rPr>
                  <a:t>dj</a:t>
                </a:r>
                <a:r>
                  <a:rPr lang="en-AU" sz="2800" baseline="0" dirty="0">
                    <a:effectLst/>
                  </a:rPr>
                  <a:t>’ also falls within the range of 8 to 23. li equals to 8.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AU" sz="2800" baseline="0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AU" sz="2800" baseline="0" dirty="0">
                    <a:effectLst/>
                  </a:rPr>
                  <a:t>so based on this formula, which should we use to calculate bk.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AU" sz="2800" baseline="0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AU" sz="2800" baseline="0" dirty="0">
                    <a:effectLst/>
                  </a:rPr>
                  <a:t>Because bk is a positive value, if we use the bottom one, bk will be negative 26. this is not right. So we need to use the top one. So bk’s value is 10. </a:t>
                </a:r>
                <a:endParaRPr lang="en-AU" sz="2800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800" dirty="0">
                    <a:effectLst/>
                  </a:rPr>
                  <a:t> 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163864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612389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810402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918212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8EA7A-8FDB-71DC-1F19-EAB8FCD35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613DB5-32DD-C75E-7707-DD43FB57F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0608A-C866-A6C0-1A8B-37DD860F9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EC7FF-EA37-8723-C79A-5A64D506AA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3868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090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11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89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98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55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9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98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79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17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7229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464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530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71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9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99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3989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9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7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reek_languag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ienceonblog.wordpress.com/2020/04/02/invisible-ink-with-lemon-juice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300.png"/><Relationship Id="rId4" Type="http://schemas.openxmlformats.org/officeDocument/2006/relationships/image" Target="../media/image2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5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8E16CA-BF32-4E68-AAAF-189A3408C6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986" b="174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4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271651" y="1762886"/>
            <a:ext cx="7656919" cy="3332229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2B5DE-6445-CC49-9F8E-7C9072991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733" y="2074339"/>
            <a:ext cx="7219954" cy="1828801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CITS1003 Introduction to Cybersecurity</a:t>
            </a:r>
            <a:br>
              <a:rPr lang="en-US" sz="4800" dirty="0"/>
            </a:br>
            <a:r>
              <a:rPr lang="en-US" sz="4800" dirty="0"/>
              <a:t>[8] Digital Forensics exercises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4B053-88E2-6F47-B5CB-F0B21DD68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0733" y="3903138"/>
            <a:ext cx="7219954" cy="10498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0D1FF"/>
                </a:solidFill>
              </a:rPr>
              <a:t>Dr Garrison Gao</a:t>
            </a:r>
          </a:p>
        </p:txBody>
      </p:sp>
    </p:spTree>
    <p:extLst>
      <p:ext uri="{BB962C8B-B14F-4D97-AF65-F5344CB8AC3E}">
        <p14:creationId xmlns:p14="http://schemas.microsoft.com/office/powerpoint/2010/main" val="107758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AD2A7-30C0-AC7E-126F-4DFA48718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70BE1-BC6B-B14B-4F72-571EE2D53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406" y="1181044"/>
            <a:ext cx="11573374" cy="3714749"/>
          </a:xfrm>
        </p:spPr>
        <p:txBody>
          <a:bodyPr>
            <a:normAutofit/>
          </a:bodyPr>
          <a:lstStyle/>
          <a:p>
            <a:r>
              <a:rPr lang="en-AU" sz="2800" dirty="0"/>
              <a:t>Steganography</a:t>
            </a:r>
          </a:p>
          <a:p>
            <a:pPr lvl="1"/>
            <a:endParaRPr lang="en-AU" sz="2600" dirty="0"/>
          </a:p>
        </p:txBody>
      </p:sp>
    </p:spTree>
    <p:extLst>
      <p:ext uri="{BB962C8B-B14F-4D97-AF65-F5344CB8AC3E}">
        <p14:creationId xmlns:p14="http://schemas.microsoft.com/office/powerpoint/2010/main" val="3329814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FDE42-6C64-4484-BC4E-72F1B6CCF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406" y="1181044"/>
            <a:ext cx="11573374" cy="3714749"/>
          </a:xfrm>
        </p:spPr>
        <p:txBody>
          <a:bodyPr>
            <a:normAutofit/>
          </a:bodyPr>
          <a:lstStyle/>
          <a:p>
            <a:r>
              <a:rPr lang="en-AU" sz="2800" dirty="0"/>
              <a:t>Steganography</a:t>
            </a:r>
          </a:p>
          <a:p>
            <a:pPr lvl="1"/>
            <a:r>
              <a:rPr lang="en-US" sz="2600" dirty="0"/>
              <a:t>It </a:t>
            </a:r>
            <a:r>
              <a:rPr lang="en-AU" altLang="zh-CN" sz="2600" dirty="0"/>
              <a:t>is the practice of representing information within another message or physical object, in such a manner that the presence of the concealed information would not be evident to an unsuspecting person's examination (Wikipedia).</a:t>
            </a:r>
          </a:p>
          <a:p>
            <a:pPr lvl="1"/>
            <a:r>
              <a:rPr lang="en-AU" altLang="zh-CN" sz="2400" dirty="0"/>
              <a:t>Steganography comes from </a:t>
            </a:r>
            <a:r>
              <a:rPr lang="en-AU" altLang="zh-CN" sz="2400" dirty="0">
                <a:hlinkClick r:id="rId3" tooltip="Greek langu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Greek</a:t>
            </a:r>
            <a:r>
              <a:rPr lang="en-AU" altLang="zh-CN" sz="2400" dirty="0"/>
              <a:t> </a:t>
            </a:r>
            <a:r>
              <a:rPr lang="en-AU" altLang="zh-CN" sz="2400" dirty="0" err="1"/>
              <a:t>steganographia</a:t>
            </a:r>
            <a:r>
              <a:rPr lang="en-AU" altLang="zh-CN" sz="2400" dirty="0"/>
              <a:t>, which combines the words </a:t>
            </a:r>
            <a:r>
              <a:rPr lang="en-AU" altLang="zh-CN" sz="2400" dirty="0" err="1"/>
              <a:t>steganós</a:t>
            </a:r>
            <a:r>
              <a:rPr lang="en-AU" altLang="zh-CN" sz="2400" dirty="0"/>
              <a:t>, meaning "covered or concealed", and </a:t>
            </a:r>
            <a:r>
              <a:rPr lang="en-AU" altLang="zh-CN" sz="2400" dirty="0" err="1"/>
              <a:t>graphia</a:t>
            </a:r>
            <a:r>
              <a:rPr lang="en-AU" altLang="zh-CN" sz="2400" dirty="0"/>
              <a:t> meaning "writing"</a:t>
            </a:r>
            <a:endParaRPr lang="en-AU" altLang="zh-CN" sz="2600" dirty="0"/>
          </a:p>
          <a:p>
            <a:pPr lvl="1"/>
            <a:endParaRPr lang="en-AU" sz="2600" dirty="0"/>
          </a:p>
        </p:txBody>
      </p:sp>
    </p:spTree>
    <p:extLst>
      <p:ext uri="{BB962C8B-B14F-4D97-AF65-F5344CB8AC3E}">
        <p14:creationId xmlns:p14="http://schemas.microsoft.com/office/powerpoint/2010/main" val="1446250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4BC45-7C08-D7AF-867B-298FE259A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7456A-24EA-CA81-7B13-6ECB8900C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406" y="1181044"/>
            <a:ext cx="11573374" cy="3714749"/>
          </a:xfrm>
        </p:spPr>
        <p:txBody>
          <a:bodyPr>
            <a:normAutofit/>
          </a:bodyPr>
          <a:lstStyle/>
          <a:p>
            <a:r>
              <a:rPr lang="en-AU" sz="2800" dirty="0"/>
              <a:t>Steganography</a:t>
            </a:r>
          </a:p>
          <a:p>
            <a:pPr lvl="1"/>
            <a:endParaRPr lang="en-AU" sz="2600" dirty="0"/>
          </a:p>
        </p:txBody>
      </p:sp>
      <p:pic>
        <p:nvPicPr>
          <p:cNvPr id="1026" name="Picture 2" descr="lemon juice gif">
            <a:extLst>
              <a:ext uri="{FF2B5EF4-FFF2-40B4-BE49-F238E27FC236}">
                <a16:creationId xmlns:a16="http://schemas.microsoft.com/office/drawing/2014/main" id="{D67EDF79-F8CB-6054-D37D-6083376B9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852" y="2057399"/>
            <a:ext cx="6121676" cy="3526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533D5B-14B0-E57D-4D34-4F767082D1A9}"/>
              </a:ext>
            </a:extLst>
          </p:cNvPr>
          <p:cNvSpPr txBox="1"/>
          <p:nvPr/>
        </p:nvSpPr>
        <p:spPr>
          <a:xfrm>
            <a:off x="1170332" y="5676956"/>
            <a:ext cx="8480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4"/>
              </a:rPr>
              <a:t>https://scienceonblog.wordpress.com/2020/04/02/invisible-ink-with-lemon-juice/</a:t>
            </a:r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0104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FDE42-6C64-4484-BC4E-72F1B6CCF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716963"/>
            <a:ext cx="10353762" cy="4981216"/>
          </a:xfrm>
        </p:spPr>
        <p:txBody>
          <a:bodyPr>
            <a:normAutofit/>
          </a:bodyPr>
          <a:lstStyle/>
          <a:p>
            <a:r>
              <a:rPr lang="en-AU" sz="2800" dirty="0"/>
              <a:t>Steganography</a:t>
            </a:r>
          </a:p>
          <a:p>
            <a:pPr lvl="1"/>
            <a:r>
              <a:rPr lang="en-AU" sz="2800" dirty="0"/>
              <a:t>various mediums</a:t>
            </a:r>
          </a:p>
          <a:p>
            <a:pPr lvl="2"/>
            <a:r>
              <a:rPr lang="en-AU" sz="2600" dirty="0"/>
              <a:t>e.g., text, image, video, audio, network</a:t>
            </a:r>
            <a:endParaRPr lang="en-AU" sz="2800" dirty="0"/>
          </a:p>
          <a:p>
            <a:pPr lvl="1"/>
            <a:r>
              <a:rPr lang="en-AU" sz="2800" dirty="0"/>
              <a:t>text steganography</a:t>
            </a:r>
          </a:p>
          <a:p>
            <a:pPr lvl="1"/>
            <a:r>
              <a:rPr lang="en-AU" sz="2800" dirty="0"/>
              <a:t>image steganography</a:t>
            </a:r>
          </a:p>
        </p:txBody>
      </p:sp>
    </p:spTree>
    <p:extLst>
      <p:ext uri="{BB962C8B-B14F-4D97-AF65-F5344CB8AC3E}">
        <p14:creationId xmlns:p14="http://schemas.microsoft.com/office/powerpoint/2010/main" val="2638384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39756"/>
            <a:ext cx="10353762" cy="1015448"/>
          </a:xfrm>
        </p:spPr>
        <p:txBody>
          <a:bodyPr/>
          <a:lstStyle/>
          <a:p>
            <a:r>
              <a:rPr lang="en-AU" sz="4000" dirty="0" err="1"/>
              <a:t>Stegosystem</a:t>
            </a:r>
            <a:endParaRPr lang="en-AU" dirty="0"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CF7AEFFD-A6C2-4CDD-88A3-CD092B09E23C}"/>
              </a:ext>
            </a:extLst>
          </p:cNvPr>
          <p:cNvSpPr/>
          <p:nvPr/>
        </p:nvSpPr>
        <p:spPr>
          <a:xfrm>
            <a:off x="1780969" y="1532643"/>
            <a:ext cx="2400267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FF0000"/>
                </a:solidFill>
              </a:rPr>
              <a:t>Secret Message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549DE84A-7FE6-4555-A3F1-0571A3A18D13}"/>
              </a:ext>
            </a:extLst>
          </p:cNvPr>
          <p:cNvSpPr/>
          <p:nvPr/>
        </p:nvSpPr>
        <p:spPr>
          <a:xfrm>
            <a:off x="1780969" y="2388636"/>
            <a:ext cx="2400267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Cover Medium</a:t>
            </a:r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BC8C7906-4266-47E9-8B47-54F923F4BDB6}"/>
              </a:ext>
            </a:extLst>
          </p:cNvPr>
          <p:cNvSpPr/>
          <p:nvPr/>
        </p:nvSpPr>
        <p:spPr>
          <a:xfrm>
            <a:off x="5152634" y="1849092"/>
            <a:ext cx="2656105" cy="964399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err="1"/>
              <a:t>Stego</a:t>
            </a:r>
            <a:r>
              <a:rPr lang="en-AU" sz="2400" dirty="0"/>
              <a:t> Encoder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079BFB-A387-4AC8-B724-0FAAA49723F7}"/>
              </a:ext>
            </a:extLst>
          </p:cNvPr>
          <p:cNvCxnSpPr>
            <a:cxnSpLocks/>
            <a:stCxn id="6" idx="1"/>
            <a:endCxn id="4" idx="3"/>
          </p:cNvCxnSpPr>
          <p:nvPr/>
        </p:nvCxnSpPr>
        <p:spPr>
          <a:xfrm flipH="1" flipV="1">
            <a:off x="4181236" y="1877677"/>
            <a:ext cx="971398" cy="453615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BF023C-E45C-48BC-AE1B-23B5FE743DA0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flipH="1">
            <a:off x="4181236" y="2331292"/>
            <a:ext cx="971398" cy="402378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CE3ED1-0602-4DDA-A88B-43533F4C75A1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7808739" y="2331292"/>
            <a:ext cx="802714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F4350407-8837-4843-A1C6-27B8FBFDAF2A}"/>
              </a:ext>
            </a:extLst>
          </p:cNvPr>
          <p:cNvSpPr/>
          <p:nvPr/>
        </p:nvSpPr>
        <p:spPr>
          <a:xfrm>
            <a:off x="8611452" y="1831293"/>
            <a:ext cx="2656105" cy="964399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err="1"/>
              <a:t>Stego</a:t>
            </a:r>
            <a:r>
              <a:rPr lang="en-AU" sz="2400" dirty="0"/>
              <a:t> Medium</a:t>
            </a:r>
          </a:p>
        </p:txBody>
      </p:sp>
      <p:sp>
        <p:nvSpPr>
          <p:cNvPr id="35" name="Rounded Rectangle 8">
            <a:extLst>
              <a:ext uri="{FF2B5EF4-FFF2-40B4-BE49-F238E27FC236}">
                <a16:creationId xmlns:a16="http://schemas.microsoft.com/office/drawing/2014/main" id="{882DB82E-79CB-40F9-9B8D-3AF542BF4DD5}"/>
              </a:ext>
            </a:extLst>
          </p:cNvPr>
          <p:cNvSpPr/>
          <p:nvPr/>
        </p:nvSpPr>
        <p:spPr>
          <a:xfrm>
            <a:off x="5152634" y="4905700"/>
            <a:ext cx="2656103" cy="964399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err="1"/>
              <a:t>Stego</a:t>
            </a:r>
            <a:r>
              <a:rPr lang="en-AU" sz="2400" dirty="0"/>
              <a:t> Decoder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C3E3EE10-FA53-4ADA-8BBA-771A16CF70D2}"/>
              </a:ext>
            </a:extLst>
          </p:cNvPr>
          <p:cNvCxnSpPr>
            <a:cxnSpLocks/>
            <a:stCxn id="18" idx="2"/>
            <a:endCxn id="35" idx="3"/>
          </p:cNvCxnSpPr>
          <p:nvPr/>
        </p:nvCxnSpPr>
        <p:spPr>
          <a:xfrm rot="5400000">
            <a:off x="7578017" y="3026412"/>
            <a:ext cx="2592208" cy="21307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">
            <a:extLst>
              <a:ext uri="{FF2B5EF4-FFF2-40B4-BE49-F238E27FC236}">
                <a16:creationId xmlns:a16="http://schemas.microsoft.com/office/drawing/2014/main" id="{833D6E82-1F6D-4851-AF4D-628B08019CDF}"/>
              </a:ext>
            </a:extLst>
          </p:cNvPr>
          <p:cNvSpPr/>
          <p:nvPr/>
        </p:nvSpPr>
        <p:spPr>
          <a:xfrm>
            <a:off x="1780969" y="4454972"/>
            <a:ext cx="2400267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FF0000"/>
                </a:solidFill>
              </a:rPr>
              <a:t>Secret Message</a:t>
            </a:r>
          </a:p>
        </p:txBody>
      </p:sp>
      <p:sp>
        <p:nvSpPr>
          <p:cNvPr id="45" name="Rounded Rectangle 7">
            <a:extLst>
              <a:ext uri="{FF2B5EF4-FFF2-40B4-BE49-F238E27FC236}">
                <a16:creationId xmlns:a16="http://schemas.microsoft.com/office/drawing/2014/main" id="{A2F7DD92-BF14-4630-A591-771FF2936424}"/>
              </a:ext>
            </a:extLst>
          </p:cNvPr>
          <p:cNvSpPr/>
          <p:nvPr/>
        </p:nvSpPr>
        <p:spPr>
          <a:xfrm>
            <a:off x="1780969" y="5310965"/>
            <a:ext cx="2400267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Cover Medium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FF53155-16A4-4E4E-B047-47BF7A6269D5}"/>
              </a:ext>
            </a:extLst>
          </p:cNvPr>
          <p:cNvCxnSpPr>
            <a:cxnSpLocks/>
            <a:stCxn id="44" idx="3"/>
            <a:endCxn id="35" idx="1"/>
          </p:cNvCxnSpPr>
          <p:nvPr/>
        </p:nvCxnSpPr>
        <p:spPr>
          <a:xfrm>
            <a:off x="4181236" y="4800006"/>
            <a:ext cx="971398" cy="587894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1F6F9FD-B0D0-4990-B433-B1F472311182}"/>
              </a:ext>
            </a:extLst>
          </p:cNvPr>
          <p:cNvCxnSpPr>
            <a:cxnSpLocks/>
            <a:stCxn id="45" idx="3"/>
            <a:endCxn id="35" idx="1"/>
          </p:cNvCxnSpPr>
          <p:nvPr/>
        </p:nvCxnSpPr>
        <p:spPr>
          <a:xfrm flipV="1">
            <a:off x="4181236" y="5387900"/>
            <a:ext cx="971398" cy="268099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8">
            <a:extLst>
              <a:ext uri="{FF2B5EF4-FFF2-40B4-BE49-F238E27FC236}">
                <a16:creationId xmlns:a16="http://schemas.microsoft.com/office/drawing/2014/main" id="{CE3C4974-756D-4521-AB3C-CA59048B05D5}"/>
              </a:ext>
            </a:extLst>
          </p:cNvPr>
          <p:cNvSpPr/>
          <p:nvPr/>
        </p:nvSpPr>
        <p:spPr>
          <a:xfrm>
            <a:off x="209910" y="1848089"/>
            <a:ext cx="1429066" cy="72776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Sender</a:t>
            </a:r>
          </a:p>
        </p:txBody>
      </p:sp>
      <p:sp>
        <p:nvSpPr>
          <p:cNvPr id="38" name="Rounded Rectangle 8">
            <a:extLst>
              <a:ext uri="{FF2B5EF4-FFF2-40B4-BE49-F238E27FC236}">
                <a16:creationId xmlns:a16="http://schemas.microsoft.com/office/drawing/2014/main" id="{CF10E06A-CBA9-4378-8DF7-DAE1B3690CE9}"/>
              </a:ext>
            </a:extLst>
          </p:cNvPr>
          <p:cNvSpPr/>
          <p:nvPr/>
        </p:nvSpPr>
        <p:spPr>
          <a:xfrm>
            <a:off x="240658" y="4781157"/>
            <a:ext cx="1429066" cy="72776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Receiver</a:t>
            </a:r>
          </a:p>
        </p:txBody>
      </p:sp>
    </p:spTree>
    <p:extLst>
      <p:ext uri="{BB962C8B-B14F-4D97-AF65-F5344CB8AC3E}">
        <p14:creationId xmlns:p14="http://schemas.microsoft.com/office/powerpoint/2010/main" val="1928337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8100"/>
            <a:ext cx="10353762" cy="1257300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71625"/>
            <a:ext cx="10353762" cy="3714749"/>
          </a:xfrm>
        </p:spPr>
        <p:txBody>
          <a:bodyPr/>
          <a:lstStyle/>
          <a:p>
            <a:r>
              <a:rPr lang="en-AU" sz="2800" dirty="0"/>
              <a:t>a </a:t>
            </a:r>
            <a:r>
              <a:rPr lang="en-AU" sz="2800" dirty="0" err="1"/>
              <a:t>stegosystem</a:t>
            </a:r>
            <a:r>
              <a:rPr lang="en-AU" sz="2800" dirty="0"/>
              <a:t> and a crypto system are different:</a:t>
            </a:r>
          </a:p>
          <a:p>
            <a:pPr lvl="1"/>
            <a:r>
              <a:rPr lang="en-AU" sz="2600" dirty="0"/>
              <a:t>Goal</a:t>
            </a:r>
          </a:p>
          <a:p>
            <a:pPr lvl="1"/>
            <a:r>
              <a:rPr lang="en-AU" sz="2600" dirty="0"/>
              <a:t>Approach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69060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1877E-5BC4-336D-C9C9-105F74E2C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16B1A-0300-D068-4D7F-9A3648CF0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8100"/>
            <a:ext cx="10353762" cy="1257300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CFECD-1551-0910-C54C-D6EB1A361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71625"/>
            <a:ext cx="10353762" cy="3714749"/>
          </a:xfrm>
        </p:spPr>
        <p:txBody>
          <a:bodyPr>
            <a:normAutofit fontScale="77500" lnSpcReduction="20000"/>
          </a:bodyPr>
          <a:lstStyle/>
          <a:p>
            <a:r>
              <a:rPr lang="en-AU" sz="2800" dirty="0"/>
              <a:t>a </a:t>
            </a:r>
            <a:r>
              <a:rPr lang="en-AU" sz="2800" dirty="0" err="1"/>
              <a:t>stegosystem</a:t>
            </a:r>
            <a:r>
              <a:rPr lang="en-AU" sz="2800" dirty="0"/>
              <a:t> and a crypto system are different:</a:t>
            </a:r>
          </a:p>
          <a:p>
            <a:pPr lvl="1"/>
            <a:r>
              <a:rPr lang="en-AU" sz="2600" dirty="0"/>
              <a:t>Goal</a:t>
            </a:r>
          </a:p>
          <a:p>
            <a:pPr lvl="2"/>
            <a:r>
              <a:rPr lang="en-AU" altLang="zh-CN" sz="2400" dirty="0"/>
              <a:t>Crypto: To </a:t>
            </a:r>
            <a:r>
              <a:rPr lang="en-AU" altLang="zh-CN" sz="2400" b="1" dirty="0"/>
              <a:t>protect the content</a:t>
            </a:r>
            <a:r>
              <a:rPr lang="en-AU" altLang="zh-CN" sz="2400" dirty="0"/>
              <a:t> of a message from unauthorized access by transforming it into an </a:t>
            </a:r>
            <a:r>
              <a:rPr lang="en-AU" altLang="zh-CN" sz="2400" dirty="0">
                <a:solidFill>
                  <a:srgbClr val="FF0000"/>
                </a:solidFill>
              </a:rPr>
              <a:t>unreadable</a:t>
            </a:r>
            <a:r>
              <a:rPr lang="en-AU" altLang="zh-CN" sz="2400" dirty="0"/>
              <a:t> format (ciphertext).</a:t>
            </a:r>
          </a:p>
          <a:p>
            <a:pPr lvl="2"/>
            <a:r>
              <a:rPr lang="en-AU" altLang="zh-CN" sz="2400" dirty="0" err="1"/>
              <a:t>Stego</a:t>
            </a:r>
            <a:r>
              <a:rPr lang="en-AU" altLang="zh-CN" sz="2400" dirty="0"/>
              <a:t>: To </a:t>
            </a:r>
            <a:r>
              <a:rPr lang="en-AU" altLang="zh-CN" sz="2400" b="1" dirty="0"/>
              <a:t>hide the existence</a:t>
            </a:r>
            <a:r>
              <a:rPr lang="en-AU" altLang="zh-CN" sz="2400" dirty="0"/>
              <a:t> of a message within another seemingly </a:t>
            </a:r>
            <a:r>
              <a:rPr lang="en-AU" altLang="zh-CN" sz="2400" dirty="0">
                <a:solidFill>
                  <a:srgbClr val="FF0000"/>
                </a:solidFill>
              </a:rPr>
              <a:t>innocent</a:t>
            </a:r>
            <a:r>
              <a:rPr lang="en-AU" altLang="zh-CN" sz="2400" dirty="0"/>
              <a:t> medium (e.g., image, audio, video).</a:t>
            </a:r>
            <a:endParaRPr lang="en-AU" sz="2400" dirty="0"/>
          </a:p>
          <a:p>
            <a:pPr lvl="1"/>
            <a:r>
              <a:rPr lang="en-AU" sz="2600" dirty="0"/>
              <a:t>Approach</a:t>
            </a:r>
          </a:p>
          <a:p>
            <a:pPr lvl="2"/>
            <a:r>
              <a:rPr lang="en-AU" altLang="zh-CN" sz="2400" dirty="0"/>
              <a:t>Uses mathematical algorithms to </a:t>
            </a:r>
            <a:r>
              <a:rPr lang="en-AU" altLang="zh-CN" sz="2400" b="1" dirty="0"/>
              <a:t>encrypt</a:t>
            </a:r>
            <a:r>
              <a:rPr lang="en-AU" altLang="zh-CN" sz="2400" dirty="0"/>
              <a:t> (scramble) and </a:t>
            </a:r>
            <a:r>
              <a:rPr lang="en-AU" altLang="zh-CN" sz="2400" b="1" dirty="0"/>
              <a:t>decrypt</a:t>
            </a:r>
            <a:r>
              <a:rPr lang="en-AU" altLang="zh-CN" sz="2400" dirty="0"/>
              <a:t> (unscramble) messages.</a:t>
            </a:r>
            <a:endParaRPr lang="en-AU" sz="2400" dirty="0"/>
          </a:p>
          <a:p>
            <a:pPr lvl="2"/>
            <a:r>
              <a:rPr lang="en-AU" altLang="zh-CN" sz="2400" dirty="0"/>
              <a:t>Conceals a message </a:t>
            </a:r>
            <a:r>
              <a:rPr lang="en-AU" altLang="zh-CN" sz="2400" b="1" dirty="0"/>
              <a:t>within</a:t>
            </a:r>
            <a:r>
              <a:rPr lang="en-AU" altLang="zh-CN" sz="2400" dirty="0"/>
              <a:t> another file so that it’s not even apparent that a secret exists.</a:t>
            </a:r>
            <a:endParaRPr lang="en-AU" sz="24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29877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39756"/>
            <a:ext cx="10353762" cy="1015448"/>
          </a:xfrm>
        </p:spPr>
        <p:txBody>
          <a:bodyPr/>
          <a:lstStyle/>
          <a:p>
            <a:r>
              <a:rPr lang="en-AU" sz="4000" dirty="0" err="1"/>
              <a:t>Stegosystem</a:t>
            </a:r>
            <a:r>
              <a:rPr lang="en-AU" sz="4000" dirty="0"/>
              <a:t> with Cryptography</a:t>
            </a:r>
            <a:endParaRPr lang="en-AU" dirty="0"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CF7AEFFD-A6C2-4CDD-88A3-CD092B09E23C}"/>
              </a:ext>
            </a:extLst>
          </p:cNvPr>
          <p:cNvSpPr/>
          <p:nvPr/>
        </p:nvSpPr>
        <p:spPr>
          <a:xfrm>
            <a:off x="4417617" y="1395516"/>
            <a:ext cx="2642756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Cover Medium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549DE84A-7FE6-4555-A3F1-0571A3A18D13}"/>
              </a:ext>
            </a:extLst>
          </p:cNvPr>
          <p:cNvSpPr/>
          <p:nvPr/>
        </p:nvSpPr>
        <p:spPr>
          <a:xfrm>
            <a:off x="646539" y="2261791"/>
            <a:ext cx="2731987" cy="690068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FF0000"/>
                </a:solidFill>
              </a:rPr>
              <a:t>Secret Message</a:t>
            </a:r>
            <a:endParaRPr lang="en-AU" sz="2400" dirty="0"/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BC8C7906-4266-47E9-8B47-54F923F4BDB6}"/>
              </a:ext>
            </a:extLst>
          </p:cNvPr>
          <p:cNvSpPr/>
          <p:nvPr/>
        </p:nvSpPr>
        <p:spPr>
          <a:xfrm>
            <a:off x="7808739" y="1779590"/>
            <a:ext cx="2656105" cy="964399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err="1"/>
              <a:t>Stego</a:t>
            </a:r>
            <a:r>
              <a:rPr lang="en-AU" sz="2400" dirty="0"/>
              <a:t> Encoder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079BFB-A387-4AC8-B724-0FAAA49723F7}"/>
              </a:ext>
            </a:extLst>
          </p:cNvPr>
          <p:cNvCxnSpPr>
            <a:cxnSpLocks/>
            <a:stCxn id="6" idx="1"/>
            <a:endCxn id="4" idx="3"/>
          </p:cNvCxnSpPr>
          <p:nvPr/>
        </p:nvCxnSpPr>
        <p:spPr>
          <a:xfrm flipH="1" flipV="1">
            <a:off x="7060373" y="1740550"/>
            <a:ext cx="748366" cy="52124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BF023C-E45C-48BC-AE1B-23B5FE743DA0}"/>
              </a:ext>
            </a:extLst>
          </p:cNvPr>
          <p:cNvCxnSpPr>
            <a:cxnSpLocks/>
            <a:stCxn id="53" idx="1"/>
            <a:endCxn id="5" idx="3"/>
          </p:cNvCxnSpPr>
          <p:nvPr/>
        </p:nvCxnSpPr>
        <p:spPr>
          <a:xfrm flipH="1">
            <a:off x="3378526" y="2606825"/>
            <a:ext cx="102574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F4350407-8837-4843-A1C6-27B8FBFDAF2A}"/>
              </a:ext>
            </a:extLst>
          </p:cNvPr>
          <p:cNvSpPr/>
          <p:nvPr/>
        </p:nvSpPr>
        <p:spPr>
          <a:xfrm>
            <a:off x="9429969" y="3324645"/>
            <a:ext cx="2373086" cy="642701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err="1"/>
              <a:t>Stego</a:t>
            </a:r>
            <a:r>
              <a:rPr lang="en-AU" sz="2400" dirty="0"/>
              <a:t> Medium</a:t>
            </a:r>
          </a:p>
        </p:txBody>
      </p:sp>
      <p:sp>
        <p:nvSpPr>
          <p:cNvPr id="35" name="Rounded Rectangle 8">
            <a:extLst>
              <a:ext uri="{FF2B5EF4-FFF2-40B4-BE49-F238E27FC236}">
                <a16:creationId xmlns:a16="http://schemas.microsoft.com/office/drawing/2014/main" id="{882DB82E-79CB-40F9-9B8D-3AF542BF4DD5}"/>
              </a:ext>
            </a:extLst>
          </p:cNvPr>
          <p:cNvSpPr/>
          <p:nvPr/>
        </p:nvSpPr>
        <p:spPr>
          <a:xfrm>
            <a:off x="7808739" y="4583717"/>
            <a:ext cx="2656103" cy="964399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err="1"/>
              <a:t>Stego</a:t>
            </a:r>
            <a:r>
              <a:rPr lang="en-AU" sz="2400" dirty="0"/>
              <a:t> Decoder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C3E3EE10-FA53-4ADA-8BBA-771A16CF70D2}"/>
              </a:ext>
            </a:extLst>
          </p:cNvPr>
          <p:cNvCxnSpPr>
            <a:cxnSpLocks/>
            <a:stCxn id="18" idx="2"/>
            <a:endCxn id="35" idx="3"/>
          </p:cNvCxnSpPr>
          <p:nvPr/>
        </p:nvCxnSpPr>
        <p:spPr>
          <a:xfrm rot="5400000">
            <a:off x="9991392" y="4440796"/>
            <a:ext cx="1098571" cy="15167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">
            <a:extLst>
              <a:ext uri="{FF2B5EF4-FFF2-40B4-BE49-F238E27FC236}">
                <a16:creationId xmlns:a16="http://schemas.microsoft.com/office/drawing/2014/main" id="{833D6E82-1F6D-4851-AF4D-628B08019CDF}"/>
              </a:ext>
            </a:extLst>
          </p:cNvPr>
          <p:cNvSpPr/>
          <p:nvPr/>
        </p:nvSpPr>
        <p:spPr>
          <a:xfrm>
            <a:off x="4443909" y="4202968"/>
            <a:ext cx="2616464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Cover Medium</a:t>
            </a:r>
            <a:endParaRPr lang="en-AU" sz="2400" dirty="0">
              <a:solidFill>
                <a:srgbClr val="FF0000"/>
              </a:solidFill>
            </a:endParaRPr>
          </a:p>
        </p:txBody>
      </p:sp>
      <p:sp>
        <p:nvSpPr>
          <p:cNvPr id="45" name="Rounded Rectangle 7">
            <a:extLst>
              <a:ext uri="{FF2B5EF4-FFF2-40B4-BE49-F238E27FC236}">
                <a16:creationId xmlns:a16="http://schemas.microsoft.com/office/drawing/2014/main" id="{A2F7DD92-BF14-4630-A591-771FF2936424}"/>
              </a:ext>
            </a:extLst>
          </p:cNvPr>
          <p:cNvSpPr/>
          <p:nvPr/>
        </p:nvSpPr>
        <p:spPr>
          <a:xfrm>
            <a:off x="4443909" y="5058961"/>
            <a:ext cx="2656101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FF0000"/>
                </a:solidFill>
              </a:rPr>
              <a:t>Encrypted Message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FF53155-16A4-4E4E-B047-47BF7A6269D5}"/>
              </a:ext>
            </a:extLst>
          </p:cNvPr>
          <p:cNvCxnSpPr>
            <a:cxnSpLocks/>
            <a:stCxn id="44" idx="3"/>
            <a:endCxn id="35" idx="1"/>
          </p:cNvCxnSpPr>
          <p:nvPr/>
        </p:nvCxnSpPr>
        <p:spPr>
          <a:xfrm>
            <a:off x="7060373" y="4548002"/>
            <a:ext cx="748366" cy="517915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1F6F9FD-B0D0-4990-B433-B1F472311182}"/>
              </a:ext>
            </a:extLst>
          </p:cNvPr>
          <p:cNvCxnSpPr>
            <a:cxnSpLocks/>
            <a:stCxn id="45" idx="3"/>
            <a:endCxn id="35" idx="1"/>
          </p:cNvCxnSpPr>
          <p:nvPr/>
        </p:nvCxnSpPr>
        <p:spPr>
          <a:xfrm flipV="1">
            <a:off x="7100010" y="5065917"/>
            <a:ext cx="708729" cy="338078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8">
            <a:extLst>
              <a:ext uri="{FF2B5EF4-FFF2-40B4-BE49-F238E27FC236}">
                <a16:creationId xmlns:a16="http://schemas.microsoft.com/office/drawing/2014/main" id="{CE3C4974-756D-4521-AB3C-CA59048B05D5}"/>
              </a:ext>
            </a:extLst>
          </p:cNvPr>
          <p:cNvSpPr/>
          <p:nvPr/>
        </p:nvSpPr>
        <p:spPr>
          <a:xfrm>
            <a:off x="1201093" y="1534027"/>
            <a:ext cx="1429066" cy="72776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Sender</a:t>
            </a:r>
          </a:p>
        </p:txBody>
      </p:sp>
      <p:sp>
        <p:nvSpPr>
          <p:cNvPr id="38" name="Rounded Rectangle 8">
            <a:extLst>
              <a:ext uri="{FF2B5EF4-FFF2-40B4-BE49-F238E27FC236}">
                <a16:creationId xmlns:a16="http://schemas.microsoft.com/office/drawing/2014/main" id="{CF10E06A-CBA9-4378-8DF7-DAE1B3690CE9}"/>
              </a:ext>
            </a:extLst>
          </p:cNvPr>
          <p:cNvSpPr/>
          <p:nvPr/>
        </p:nvSpPr>
        <p:spPr>
          <a:xfrm>
            <a:off x="1201093" y="4298891"/>
            <a:ext cx="1429066" cy="72776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Receiver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AA1DD7A-2ED0-4B9A-82F4-C677EF0F1E0B}"/>
              </a:ext>
            </a:extLst>
          </p:cNvPr>
          <p:cNvCxnSpPr>
            <a:cxnSpLocks/>
            <a:stCxn id="36" idx="3"/>
            <a:endCxn id="45" idx="1"/>
          </p:cNvCxnSpPr>
          <p:nvPr/>
        </p:nvCxnSpPr>
        <p:spPr>
          <a:xfrm flipV="1">
            <a:off x="3378526" y="5403995"/>
            <a:ext cx="1065383" cy="2428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BCA7CCA-76E8-49E6-8AF4-187EC97B1509}"/>
              </a:ext>
            </a:extLst>
          </p:cNvPr>
          <p:cNvCxnSpPr>
            <a:cxnSpLocks/>
            <a:endCxn id="89" idx="2"/>
          </p:cNvCxnSpPr>
          <p:nvPr/>
        </p:nvCxnSpPr>
        <p:spPr>
          <a:xfrm flipH="1" flipV="1">
            <a:off x="3911217" y="3897529"/>
            <a:ext cx="13346" cy="1506466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7">
            <a:extLst>
              <a:ext uri="{FF2B5EF4-FFF2-40B4-BE49-F238E27FC236}">
                <a16:creationId xmlns:a16="http://schemas.microsoft.com/office/drawing/2014/main" id="{B9B71D87-B97A-4600-A5F3-BCBC75A81048}"/>
              </a:ext>
            </a:extLst>
          </p:cNvPr>
          <p:cNvSpPr/>
          <p:nvPr/>
        </p:nvSpPr>
        <p:spPr>
          <a:xfrm>
            <a:off x="646540" y="5061389"/>
            <a:ext cx="2731986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FF0000"/>
                </a:solidFill>
              </a:rPr>
              <a:t>Decrypted Message</a:t>
            </a:r>
          </a:p>
        </p:txBody>
      </p:sp>
      <p:sp>
        <p:nvSpPr>
          <p:cNvPr id="53" name="Rounded Rectangle 7">
            <a:extLst>
              <a:ext uri="{FF2B5EF4-FFF2-40B4-BE49-F238E27FC236}">
                <a16:creationId xmlns:a16="http://schemas.microsoft.com/office/drawing/2014/main" id="{CC944BAA-8A5C-4322-B0E0-FFCA2B735B37}"/>
              </a:ext>
            </a:extLst>
          </p:cNvPr>
          <p:cNvSpPr/>
          <p:nvPr/>
        </p:nvSpPr>
        <p:spPr>
          <a:xfrm>
            <a:off x="4404271" y="2261791"/>
            <a:ext cx="2656101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FF0000"/>
                </a:solidFill>
              </a:rPr>
              <a:t>Encrypted Message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60E5B13-C7EC-4675-87F2-807FBA3EA800}"/>
              </a:ext>
            </a:extLst>
          </p:cNvPr>
          <p:cNvCxnSpPr>
            <a:cxnSpLocks/>
            <a:stCxn id="6" idx="1"/>
            <a:endCxn id="53" idx="3"/>
          </p:cNvCxnSpPr>
          <p:nvPr/>
        </p:nvCxnSpPr>
        <p:spPr>
          <a:xfrm flipH="1">
            <a:off x="7060372" y="2261790"/>
            <a:ext cx="748367" cy="345035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B0FE49FB-6649-4FCC-B3CF-E6CFE4DFC8A6}"/>
              </a:ext>
            </a:extLst>
          </p:cNvPr>
          <p:cNvCxnSpPr>
            <a:cxnSpLocks/>
            <a:stCxn id="6" idx="3"/>
            <a:endCxn id="18" idx="0"/>
          </p:cNvCxnSpPr>
          <p:nvPr/>
        </p:nvCxnSpPr>
        <p:spPr>
          <a:xfrm>
            <a:off x="10464844" y="2261790"/>
            <a:ext cx="151668" cy="10628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">
            <a:extLst>
              <a:ext uri="{FF2B5EF4-FFF2-40B4-BE49-F238E27FC236}">
                <a16:creationId xmlns:a16="http://schemas.microsoft.com/office/drawing/2014/main" id="{A625BB8E-1FE2-4883-8A94-B4D1FB515463}"/>
              </a:ext>
            </a:extLst>
          </p:cNvPr>
          <p:cNvSpPr/>
          <p:nvPr/>
        </p:nvSpPr>
        <p:spPr>
          <a:xfrm>
            <a:off x="2966952" y="3473008"/>
            <a:ext cx="1888530" cy="424521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Crypto Keys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10A5447-FD74-45D0-B58A-03A340095A2B}"/>
              </a:ext>
            </a:extLst>
          </p:cNvPr>
          <p:cNvCxnSpPr>
            <a:cxnSpLocks/>
            <a:endCxn id="89" idx="0"/>
          </p:cNvCxnSpPr>
          <p:nvPr/>
        </p:nvCxnSpPr>
        <p:spPr>
          <a:xfrm flipH="1">
            <a:off x="3911217" y="2608463"/>
            <a:ext cx="13346" cy="864545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357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0353762" cy="3714749"/>
          </a:xfrm>
        </p:spPr>
        <p:txBody>
          <a:bodyPr>
            <a:normAutofit/>
          </a:bodyPr>
          <a:lstStyle/>
          <a:p>
            <a:pPr lvl="1"/>
            <a:r>
              <a:rPr lang="en-AU" sz="2800" dirty="0"/>
              <a:t>Text Steganography</a:t>
            </a:r>
          </a:p>
          <a:p>
            <a:pPr lvl="2"/>
            <a:r>
              <a:rPr lang="en-AU" sz="2800" dirty="0"/>
              <a:t>e.g., alignment, font, position, white space</a:t>
            </a:r>
          </a:p>
          <a:p>
            <a:pPr marL="810000" lvl="2" indent="0">
              <a:buNone/>
            </a:pPr>
            <a:endParaRPr lang="en-AU" sz="2800" dirty="0"/>
          </a:p>
          <a:p>
            <a:pPr lvl="1"/>
            <a:r>
              <a:rPr lang="en-AU" sz="2800" dirty="0"/>
              <a:t>Demo</a:t>
            </a:r>
          </a:p>
          <a:p>
            <a:pPr lvl="2"/>
            <a:r>
              <a:rPr lang="en-AU" sz="2800" dirty="0"/>
              <a:t>white space</a:t>
            </a:r>
          </a:p>
          <a:p>
            <a:pPr marL="810000" lvl="2" indent="0">
              <a:buNone/>
            </a:pPr>
            <a:endParaRPr lang="en-AU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2218595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0353762" cy="3714749"/>
          </a:xfrm>
        </p:spPr>
        <p:txBody>
          <a:bodyPr>
            <a:normAutofit/>
          </a:bodyPr>
          <a:lstStyle/>
          <a:p>
            <a:pPr lvl="1"/>
            <a:r>
              <a:rPr lang="en-US" sz="2800" dirty="0">
                <a:solidFill>
                  <a:srgbClr val="FF0000"/>
                </a:solidFill>
              </a:rPr>
              <a:t>Alignment</a:t>
            </a:r>
            <a:r>
              <a:rPr lang="en-US" sz="2800" dirty="0"/>
              <a:t>: The alignment of certain letters or words within a text can be used to hide a secret message.</a:t>
            </a:r>
            <a:endParaRPr lang="en-AU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1998355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-147070"/>
            <a:ext cx="10353762" cy="1257300"/>
          </a:xfrm>
        </p:spPr>
        <p:txBody>
          <a:bodyPr/>
          <a:lstStyle/>
          <a:p>
            <a:r>
              <a:rPr lang="en-AU" dirty="0"/>
              <a:t>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9455" y="1431889"/>
            <a:ext cx="9107627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/>
              <a:t>“</a:t>
            </a:r>
            <a:r>
              <a:rPr lang="pt-BR" sz="3600" dirty="0"/>
              <a:t>I a e c t n a o h v a a a d d g</a:t>
            </a:r>
            <a:r>
              <a:rPr lang="en-AU" sz="36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7858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-147070"/>
            <a:ext cx="10353762" cy="1257300"/>
          </a:xfrm>
        </p:spPr>
        <p:txBody>
          <a:bodyPr/>
          <a:lstStyle/>
          <a:p>
            <a:r>
              <a:rPr lang="en-AU" dirty="0"/>
              <a:t>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989069" y="1431889"/>
            <a:ext cx="690421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“</a:t>
            </a:r>
            <a:r>
              <a:rPr lang="pt-BR" sz="2800" dirty="0"/>
              <a:t>I a e c t n a o</a:t>
            </a:r>
          </a:p>
          <a:p>
            <a:pPr algn="ctr"/>
            <a:r>
              <a:rPr lang="pt-BR" sz="2800" dirty="0"/>
              <a:t>  h v a a a d d g”</a:t>
            </a:r>
            <a:endParaRPr lang="en-AU" sz="2800" dirty="0"/>
          </a:p>
        </p:txBody>
      </p:sp>
      <p:sp>
        <p:nvSpPr>
          <p:cNvPr id="7" name="Rectangle 6"/>
          <p:cNvSpPr/>
          <p:nvPr/>
        </p:nvSpPr>
        <p:spPr>
          <a:xfrm>
            <a:off x="4377690" y="2786436"/>
            <a:ext cx="67874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dirty="0">
                <a:solidFill>
                  <a:srgbClr val="FF0000"/>
                </a:solidFill>
              </a:rPr>
              <a:t>I have a cat and a dog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06E69F-AA7C-47DC-9792-2F9DFAA113B4}"/>
              </a:ext>
            </a:extLst>
          </p:cNvPr>
          <p:cNvSpPr/>
          <p:nvPr/>
        </p:nvSpPr>
        <p:spPr>
          <a:xfrm>
            <a:off x="-309305" y="1670946"/>
            <a:ext cx="64929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“</a:t>
            </a:r>
            <a:r>
              <a:rPr lang="pt-BR" sz="2800" dirty="0"/>
              <a:t>I a e c t n a o h v a a a d d g</a:t>
            </a:r>
            <a:r>
              <a:rPr lang="en-AU" sz="2800" dirty="0"/>
              <a:t>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D8148F-1660-46F5-AEB6-4B33377CCBFF}"/>
              </a:ext>
            </a:extLst>
          </p:cNvPr>
          <p:cNvSpPr txBox="1"/>
          <p:nvPr/>
        </p:nvSpPr>
        <p:spPr>
          <a:xfrm>
            <a:off x="5514975" y="1686692"/>
            <a:ext cx="874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/>
              <a:t>-&gt; </a:t>
            </a:r>
          </a:p>
        </p:txBody>
      </p:sp>
    </p:spTree>
    <p:extLst>
      <p:ext uri="{BB962C8B-B14F-4D97-AF65-F5344CB8AC3E}">
        <p14:creationId xmlns:p14="http://schemas.microsoft.com/office/powerpoint/2010/main" val="176200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1196144" cy="4133850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Alignment: The alignment of certain letters or words within a text can be used to hide a secret message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</a:rPr>
              <a:t>Font</a:t>
            </a:r>
            <a:r>
              <a:rPr lang="en-US" sz="2800" dirty="0"/>
              <a:t>: The font itself can be used to hide a secret message.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2435641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1110230"/>
          </a:xfrm>
        </p:spPr>
        <p:txBody>
          <a:bodyPr/>
          <a:lstStyle/>
          <a:p>
            <a:r>
              <a:rPr lang="en-AU" dirty="0"/>
              <a:t>Font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9455" y="1431889"/>
            <a:ext cx="9107627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733" dirty="0"/>
              <a:t>“</a:t>
            </a:r>
            <a:r>
              <a:rPr lang="en-US" sz="3733" dirty="0">
                <a:latin typeface="Wingdings" panose="05000000000000000000" pitchFamily="2" charset="2"/>
              </a:rPr>
              <a:t>Hello, world</a:t>
            </a:r>
            <a:r>
              <a:rPr lang="en-AU" sz="3733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5049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1110230"/>
          </a:xfrm>
        </p:spPr>
        <p:txBody>
          <a:bodyPr/>
          <a:lstStyle/>
          <a:p>
            <a:r>
              <a:rPr lang="en-AU" dirty="0"/>
              <a:t>Font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9455" y="1431889"/>
            <a:ext cx="9107627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/>
              <a:t>“</a:t>
            </a:r>
            <a:r>
              <a:rPr lang="en-US" sz="3600" dirty="0">
                <a:latin typeface="Wingdings" panose="05000000000000000000" pitchFamily="2" charset="2"/>
              </a:rPr>
              <a:t>Hello, world</a:t>
            </a:r>
            <a:r>
              <a:rPr lang="en-AU" sz="3600" dirty="0"/>
              <a:t>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5406FA-1128-4DCA-9A9D-EB13582D001B}"/>
              </a:ext>
            </a:extLst>
          </p:cNvPr>
          <p:cNvSpPr/>
          <p:nvPr/>
        </p:nvSpPr>
        <p:spPr>
          <a:xfrm>
            <a:off x="1199454" y="2762214"/>
            <a:ext cx="9107627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733" dirty="0"/>
              <a:t>“</a:t>
            </a:r>
            <a:r>
              <a:rPr lang="en-US" sz="3733" dirty="0">
                <a:solidFill>
                  <a:srgbClr val="FF0000"/>
                </a:solidFill>
              </a:rPr>
              <a:t>Hello, world</a:t>
            </a:r>
            <a:r>
              <a:rPr lang="en-AU" sz="3733" dirty="0"/>
              <a:t>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8923F8-7E84-4486-ABC1-605C42FAFC40}"/>
              </a:ext>
            </a:extLst>
          </p:cNvPr>
          <p:cNvSpPr/>
          <p:nvPr/>
        </p:nvSpPr>
        <p:spPr>
          <a:xfrm>
            <a:off x="151705" y="1430266"/>
            <a:ext cx="2972496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/>
              <a:t>Wingdings:</a:t>
            </a:r>
          </a:p>
        </p:txBody>
      </p:sp>
    </p:spTree>
    <p:extLst>
      <p:ext uri="{BB962C8B-B14F-4D97-AF65-F5344CB8AC3E}">
        <p14:creationId xmlns:p14="http://schemas.microsoft.com/office/powerpoint/2010/main" val="3912822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0353762" cy="3714749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Alignment: The alignment of certain letters or words within a text can be used to hide a secret message.</a:t>
            </a:r>
          </a:p>
          <a:p>
            <a:pPr lvl="1"/>
            <a:r>
              <a:rPr lang="en-US" sz="2800" dirty="0"/>
              <a:t>Font: The font itself can be used to hide a secret message. </a:t>
            </a:r>
          </a:p>
          <a:p>
            <a:pPr lvl="1"/>
            <a:r>
              <a:rPr lang="en-AU" sz="2800" dirty="0">
                <a:solidFill>
                  <a:srgbClr val="FF0000"/>
                </a:solidFill>
              </a:rPr>
              <a:t>Position</a:t>
            </a:r>
            <a:r>
              <a:rPr lang="en-AU" sz="2800" dirty="0"/>
              <a:t>: </a:t>
            </a:r>
            <a:r>
              <a:rPr lang="en-US" sz="2800" dirty="0"/>
              <a:t>The position of letters or words within a text can be used to hide a secret message. </a:t>
            </a:r>
          </a:p>
          <a:p>
            <a:pPr marL="450000" lvl="1" indent="0">
              <a:buNone/>
            </a:pP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2013019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93389" y="91440"/>
            <a:ext cx="10353762" cy="1133090"/>
          </a:xfrm>
        </p:spPr>
        <p:txBody>
          <a:bodyPr/>
          <a:lstStyle/>
          <a:p>
            <a:r>
              <a:rPr lang="en-AU" dirty="0"/>
              <a:t>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9455" y="1431889"/>
            <a:ext cx="9107627" cy="1241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/>
              <a:t>“He encouraged leaving late on Wednesday only realising Laurie did!”</a:t>
            </a:r>
          </a:p>
        </p:txBody>
      </p:sp>
    </p:spTree>
    <p:extLst>
      <p:ext uri="{BB962C8B-B14F-4D97-AF65-F5344CB8AC3E}">
        <p14:creationId xmlns:p14="http://schemas.microsoft.com/office/powerpoint/2010/main" val="3284060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-147070"/>
            <a:ext cx="10353762" cy="1257300"/>
          </a:xfrm>
        </p:spPr>
        <p:txBody>
          <a:bodyPr/>
          <a:lstStyle/>
          <a:p>
            <a:r>
              <a:rPr lang="en-AU" dirty="0"/>
              <a:t>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2621" y="1431889"/>
            <a:ext cx="102106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“He encouraged leaving late on Wednesday only realising Laurie did!”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219" y="2364781"/>
            <a:ext cx="1080892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dirty="0">
                <a:solidFill>
                  <a:srgbClr val="FF0000"/>
                </a:solidFill>
              </a:rPr>
              <a:t>H</a:t>
            </a:r>
            <a:r>
              <a:rPr lang="en-AU" sz="2800" dirty="0"/>
              <a:t>e </a:t>
            </a:r>
            <a:r>
              <a:rPr lang="en-AU" sz="2800" b="1" dirty="0">
                <a:solidFill>
                  <a:srgbClr val="FF0000"/>
                </a:solidFill>
              </a:rPr>
              <a:t>e</a:t>
            </a:r>
            <a:r>
              <a:rPr lang="en-AU" sz="2800" dirty="0"/>
              <a:t>ncouraged </a:t>
            </a:r>
            <a:r>
              <a:rPr lang="en-AU" sz="2800" b="1" dirty="0">
                <a:solidFill>
                  <a:srgbClr val="FF0000"/>
                </a:solidFill>
              </a:rPr>
              <a:t>l</a:t>
            </a:r>
            <a:r>
              <a:rPr lang="en-AU" sz="2800" dirty="0"/>
              <a:t>eaving </a:t>
            </a:r>
            <a:r>
              <a:rPr lang="en-AU" sz="2800" b="1" dirty="0">
                <a:solidFill>
                  <a:srgbClr val="FF0000"/>
                </a:solidFill>
              </a:rPr>
              <a:t>l</a:t>
            </a:r>
            <a:r>
              <a:rPr lang="en-AU" sz="2800" dirty="0"/>
              <a:t>ate </a:t>
            </a:r>
            <a:r>
              <a:rPr lang="en-AU" sz="2800" b="1" dirty="0">
                <a:solidFill>
                  <a:srgbClr val="FF0000"/>
                </a:solidFill>
              </a:rPr>
              <a:t>o</a:t>
            </a:r>
            <a:r>
              <a:rPr lang="en-AU" sz="2800" dirty="0"/>
              <a:t>n </a:t>
            </a:r>
            <a:r>
              <a:rPr lang="en-AU" sz="2800" b="1" dirty="0">
                <a:solidFill>
                  <a:srgbClr val="FF0000"/>
                </a:solidFill>
              </a:rPr>
              <a:t>W</a:t>
            </a:r>
            <a:r>
              <a:rPr lang="en-AU" sz="2800" dirty="0"/>
              <a:t>ednesday </a:t>
            </a:r>
            <a:r>
              <a:rPr lang="en-AU" sz="2800" b="1" dirty="0">
                <a:solidFill>
                  <a:srgbClr val="FF0000"/>
                </a:solidFill>
              </a:rPr>
              <a:t>o</a:t>
            </a:r>
            <a:r>
              <a:rPr lang="en-AU" sz="2800" dirty="0"/>
              <a:t>nly </a:t>
            </a:r>
            <a:r>
              <a:rPr lang="en-AU" sz="2800" b="1" dirty="0">
                <a:solidFill>
                  <a:srgbClr val="FF0000"/>
                </a:solidFill>
              </a:rPr>
              <a:t>r</a:t>
            </a:r>
            <a:r>
              <a:rPr lang="en-AU" sz="2800" dirty="0"/>
              <a:t>ealising </a:t>
            </a:r>
            <a:r>
              <a:rPr lang="en-AU" sz="2800" b="1" dirty="0">
                <a:solidFill>
                  <a:srgbClr val="FF0000"/>
                </a:solidFill>
              </a:rPr>
              <a:t>L</a:t>
            </a:r>
            <a:r>
              <a:rPr lang="en-AU" sz="2800" dirty="0"/>
              <a:t>aurie </a:t>
            </a:r>
            <a:r>
              <a:rPr lang="en-AU" sz="2800" b="1" dirty="0">
                <a:solidFill>
                  <a:srgbClr val="FF0000"/>
                </a:solidFill>
              </a:rPr>
              <a:t>d</a:t>
            </a:r>
            <a:r>
              <a:rPr lang="en-AU" sz="2800" dirty="0"/>
              <a:t>id</a:t>
            </a:r>
            <a:r>
              <a:rPr lang="en-AU" sz="2800" b="1" dirty="0">
                <a:solidFill>
                  <a:srgbClr val="FF0000"/>
                </a:solidFill>
              </a:rPr>
              <a:t> </a:t>
            </a:r>
          </a:p>
          <a:p>
            <a:r>
              <a:rPr lang="en-AU" sz="2800" b="1" dirty="0">
                <a:solidFill>
                  <a:srgbClr val="FF0000"/>
                </a:solidFill>
              </a:rPr>
              <a:t>     -&gt; Hello World</a:t>
            </a:r>
          </a:p>
        </p:txBody>
      </p:sp>
    </p:spTree>
    <p:extLst>
      <p:ext uri="{BB962C8B-B14F-4D97-AF65-F5344CB8AC3E}">
        <p14:creationId xmlns:p14="http://schemas.microsoft.com/office/powerpoint/2010/main" val="3032720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7021" y="1111322"/>
            <a:ext cx="10353762" cy="3714749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AU" sz="3200" dirty="0">
                <a:effectLst/>
              </a:rPr>
              <a:t>“</a:t>
            </a:r>
            <a:r>
              <a:rPr lang="en-AU" sz="3200" dirty="0">
                <a:solidFill>
                  <a:schemeClr val="tx1"/>
                </a:solidFill>
              </a:rPr>
              <a:t>Apparently neutral's protest is thoroughly discounted And ignored. Isman hard hit. Blockade issue affects Pretext for embargo on by products, ejecting </a:t>
            </a:r>
            <a:r>
              <a:rPr lang="en-AU" sz="3200" dirty="0" err="1">
                <a:solidFill>
                  <a:schemeClr val="tx1"/>
                </a:solidFill>
              </a:rPr>
              <a:t>suets</a:t>
            </a:r>
            <a:r>
              <a:rPr lang="en-AU" sz="3200" dirty="0">
                <a:solidFill>
                  <a:schemeClr val="tx1"/>
                </a:solidFill>
              </a:rPr>
              <a:t> and Vegetable oils.”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85725"/>
            <a:ext cx="10353762" cy="828675"/>
          </a:xfrm>
        </p:spPr>
        <p:txBody>
          <a:bodyPr/>
          <a:lstStyle/>
          <a:p>
            <a:r>
              <a:rPr lang="en-AU" dirty="0"/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4244548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7021" y="1066801"/>
            <a:ext cx="10353762" cy="1712975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AU" sz="2800" dirty="0">
                <a:solidFill>
                  <a:schemeClr val="tx1"/>
                </a:solidFill>
              </a:rPr>
              <a:t>“Apparently neutral's protest is thoroughly discounted And ignored. </a:t>
            </a:r>
            <a:r>
              <a:rPr lang="en-AU" sz="2800" dirty="0" err="1">
                <a:solidFill>
                  <a:schemeClr val="tx1"/>
                </a:solidFill>
              </a:rPr>
              <a:t>Isman</a:t>
            </a:r>
            <a:r>
              <a:rPr lang="en-AU" sz="2800" dirty="0">
                <a:solidFill>
                  <a:schemeClr val="tx1"/>
                </a:solidFill>
              </a:rPr>
              <a:t> hard hit. Blockade issue affects Pretext for embargo on by products, ejecting </a:t>
            </a:r>
            <a:r>
              <a:rPr lang="en-AU" sz="2800" dirty="0" err="1">
                <a:solidFill>
                  <a:schemeClr val="tx1"/>
                </a:solidFill>
              </a:rPr>
              <a:t>suets</a:t>
            </a:r>
            <a:r>
              <a:rPr lang="en-AU" sz="2800" dirty="0">
                <a:solidFill>
                  <a:schemeClr val="tx1"/>
                </a:solidFill>
              </a:rPr>
              <a:t> and Vegetable oils.”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85725"/>
            <a:ext cx="10353762" cy="981076"/>
          </a:xfrm>
        </p:spPr>
        <p:txBody>
          <a:bodyPr/>
          <a:lstStyle/>
          <a:p>
            <a:r>
              <a:rPr lang="en-AU" dirty="0"/>
              <a:t>Position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C436E85A-C3E7-4E50-BDF9-5A8A6ADEAA83}"/>
              </a:ext>
            </a:extLst>
          </p:cNvPr>
          <p:cNvSpPr txBox="1">
            <a:spLocks/>
          </p:cNvSpPr>
          <p:nvPr/>
        </p:nvSpPr>
        <p:spPr>
          <a:xfrm>
            <a:off x="537021" y="3013095"/>
            <a:ext cx="10353762" cy="17129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AU" sz="2800" dirty="0">
                <a:effectLst/>
              </a:rPr>
              <a:t>“A</a:t>
            </a:r>
            <a:r>
              <a:rPr lang="en-AU" sz="2800" dirty="0">
                <a:solidFill>
                  <a:srgbClr val="FF0000"/>
                </a:solidFill>
                <a:effectLst/>
              </a:rPr>
              <a:t>p</a:t>
            </a:r>
            <a:r>
              <a:rPr lang="en-AU" sz="2800" dirty="0">
                <a:effectLst/>
              </a:rPr>
              <a:t>parently n</a:t>
            </a:r>
            <a:r>
              <a:rPr lang="en-AU" sz="2800" dirty="0">
                <a:solidFill>
                  <a:srgbClr val="FF0000"/>
                </a:solidFill>
                <a:effectLst/>
              </a:rPr>
              <a:t>e</a:t>
            </a:r>
            <a:r>
              <a:rPr lang="en-AU" sz="2800" dirty="0">
                <a:effectLst/>
              </a:rPr>
              <a:t>utral's p</a:t>
            </a:r>
            <a:r>
              <a:rPr lang="en-AU" sz="2800" dirty="0">
                <a:solidFill>
                  <a:srgbClr val="FF0000"/>
                </a:solidFill>
                <a:effectLst/>
              </a:rPr>
              <a:t>r</a:t>
            </a:r>
            <a:r>
              <a:rPr lang="en-AU" sz="2800" dirty="0">
                <a:effectLst/>
              </a:rPr>
              <a:t>otest i</a:t>
            </a:r>
            <a:r>
              <a:rPr lang="en-AU" sz="2800" dirty="0">
                <a:solidFill>
                  <a:srgbClr val="FF0000"/>
                </a:solidFill>
                <a:effectLst/>
              </a:rPr>
              <a:t>s</a:t>
            </a:r>
            <a:r>
              <a:rPr lang="en-AU" sz="2800" dirty="0">
                <a:effectLst/>
              </a:rPr>
              <a:t> t</a:t>
            </a:r>
            <a:r>
              <a:rPr lang="en-AU" sz="2800" dirty="0">
                <a:solidFill>
                  <a:srgbClr val="FF0000"/>
                </a:solidFill>
                <a:effectLst/>
              </a:rPr>
              <a:t>h</a:t>
            </a:r>
            <a:r>
              <a:rPr lang="en-AU" sz="2800" dirty="0">
                <a:effectLst/>
              </a:rPr>
              <a:t>oroughly d</a:t>
            </a:r>
            <a:r>
              <a:rPr lang="en-AU" sz="2800" dirty="0">
                <a:solidFill>
                  <a:srgbClr val="FF0000"/>
                </a:solidFill>
                <a:effectLst/>
              </a:rPr>
              <a:t>i</a:t>
            </a:r>
            <a:r>
              <a:rPr lang="en-AU" sz="2800" dirty="0">
                <a:effectLst/>
              </a:rPr>
              <a:t>scounted A</a:t>
            </a:r>
            <a:r>
              <a:rPr lang="en-AU" sz="2800" dirty="0">
                <a:solidFill>
                  <a:srgbClr val="FF0000"/>
                </a:solidFill>
                <a:effectLst/>
              </a:rPr>
              <a:t>n</a:t>
            </a:r>
            <a:r>
              <a:rPr lang="en-AU" sz="2800" dirty="0">
                <a:effectLst/>
              </a:rPr>
              <a:t>d i</a:t>
            </a:r>
            <a:r>
              <a:rPr lang="en-AU" sz="2800" dirty="0">
                <a:solidFill>
                  <a:srgbClr val="FF0000"/>
                </a:solidFill>
                <a:effectLst/>
              </a:rPr>
              <a:t>g</a:t>
            </a:r>
            <a:r>
              <a:rPr lang="en-AU" sz="2800" dirty="0">
                <a:effectLst/>
              </a:rPr>
              <a:t>nored. </a:t>
            </a:r>
            <a:r>
              <a:rPr lang="en-AU" sz="2800" dirty="0" err="1">
                <a:effectLst/>
              </a:rPr>
              <a:t>I</a:t>
            </a:r>
            <a:r>
              <a:rPr lang="en-AU" sz="2800" dirty="0" err="1">
                <a:solidFill>
                  <a:srgbClr val="FF0000"/>
                </a:solidFill>
                <a:effectLst/>
              </a:rPr>
              <a:t>s</a:t>
            </a:r>
            <a:r>
              <a:rPr lang="en-AU" sz="2800" dirty="0" err="1">
                <a:effectLst/>
              </a:rPr>
              <a:t>man</a:t>
            </a:r>
            <a:r>
              <a:rPr lang="en-AU" sz="2800" dirty="0">
                <a:effectLst/>
              </a:rPr>
              <a:t> h</a:t>
            </a:r>
            <a:r>
              <a:rPr lang="en-AU" sz="2800" dirty="0">
                <a:solidFill>
                  <a:srgbClr val="FF0000"/>
                </a:solidFill>
                <a:effectLst/>
              </a:rPr>
              <a:t>a</a:t>
            </a:r>
            <a:r>
              <a:rPr lang="en-AU" sz="2800" dirty="0">
                <a:effectLst/>
              </a:rPr>
              <a:t>rd h</a:t>
            </a:r>
            <a:r>
              <a:rPr lang="en-AU" sz="2800" dirty="0">
                <a:solidFill>
                  <a:srgbClr val="FF0000"/>
                </a:solidFill>
                <a:effectLst/>
              </a:rPr>
              <a:t>i</a:t>
            </a:r>
            <a:r>
              <a:rPr lang="en-AU" sz="2800" dirty="0">
                <a:effectLst/>
              </a:rPr>
              <a:t>t. B</a:t>
            </a:r>
            <a:r>
              <a:rPr lang="en-AU" sz="2800" dirty="0">
                <a:solidFill>
                  <a:srgbClr val="FF0000"/>
                </a:solidFill>
                <a:effectLst/>
              </a:rPr>
              <a:t>l</a:t>
            </a:r>
            <a:r>
              <a:rPr lang="en-AU" sz="2800" dirty="0">
                <a:effectLst/>
              </a:rPr>
              <a:t>ockade i</a:t>
            </a:r>
            <a:r>
              <a:rPr lang="en-AU" sz="2800" dirty="0">
                <a:solidFill>
                  <a:srgbClr val="FF0000"/>
                </a:solidFill>
                <a:effectLst/>
              </a:rPr>
              <a:t>s</a:t>
            </a:r>
            <a:r>
              <a:rPr lang="en-AU" sz="2800" dirty="0">
                <a:effectLst/>
              </a:rPr>
              <a:t>sue a</a:t>
            </a:r>
            <a:r>
              <a:rPr lang="en-AU" sz="2800" dirty="0">
                <a:solidFill>
                  <a:srgbClr val="FF0000"/>
                </a:solidFill>
                <a:effectLst/>
              </a:rPr>
              <a:t>f</a:t>
            </a:r>
            <a:r>
              <a:rPr lang="en-AU" sz="2800" dirty="0">
                <a:effectLst/>
              </a:rPr>
              <a:t>fects P</a:t>
            </a:r>
            <a:r>
              <a:rPr lang="en-AU" sz="2800" dirty="0">
                <a:solidFill>
                  <a:srgbClr val="FF0000"/>
                </a:solidFill>
                <a:effectLst/>
              </a:rPr>
              <a:t>r</a:t>
            </a:r>
            <a:r>
              <a:rPr lang="en-AU" sz="2800" dirty="0">
                <a:effectLst/>
              </a:rPr>
              <a:t>etext f</a:t>
            </a:r>
            <a:r>
              <a:rPr lang="en-AU" sz="2800" dirty="0">
                <a:solidFill>
                  <a:srgbClr val="FF0000"/>
                </a:solidFill>
                <a:effectLst/>
              </a:rPr>
              <a:t>o</a:t>
            </a:r>
            <a:r>
              <a:rPr lang="en-AU" sz="2800" dirty="0">
                <a:effectLst/>
              </a:rPr>
              <a:t>r e</a:t>
            </a:r>
            <a:r>
              <a:rPr lang="en-AU" sz="2800" dirty="0">
                <a:solidFill>
                  <a:srgbClr val="FF0000"/>
                </a:solidFill>
                <a:effectLst/>
              </a:rPr>
              <a:t>m</a:t>
            </a:r>
            <a:r>
              <a:rPr lang="en-AU" sz="2800" dirty="0">
                <a:effectLst/>
              </a:rPr>
              <a:t>bargo o</a:t>
            </a:r>
            <a:r>
              <a:rPr lang="en-AU" sz="2800" dirty="0">
                <a:solidFill>
                  <a:srgbClr val="FF0000"/>
                </a:solidFill>
                <a:effectLst/>
              </a:rPr>
              <a:t>n</a:t>
            </a:r>
            <a:r>
              <a:rPr lang="en-AU" sz="2800" dirty="0">
                <a:effectLst/>
              </a:rPr>
              <a:t> b</a:t>
            </a:r>
            <a:r>
              <a:rPr lang="en-AU" sz="2800" dirty="0">
                <a:solidFill>
                  <a:srgbClr val="FF0000"/>
                </a:solidFill>
                <a:effectLst/>
              </a:rPr>
              <a:t>y</a:t>
            </a:r>
            <a:r>
              <a:rPr lang="en-AU" sz="2800" dirty="0">
                <a:effectLst/>
              </a:rPr>
              <a:t> p</a:t>
            </a:r>
            <a:r>
              <a:rPr lang="en-AU" sz="2800" dirty="0">
                <a:solidFill>
                  <a:srgbClr val="FF0000"/>
                </a:solidFill>
                <a:effectLst/>
              </a:rPr>
              <a:t>r</a:t>
            </a:r>
            <a:r>
              <a:rPr lang="en-AU" sz="2800" dirty="0">
                <a:effectLst/>
              </a:rPr>
              <a:t>oducts, e</a:t>
            </a:r>
            <a:r>
              <a:rPr lang="en-AU" sz="2800" dirty="0">
                <a:solidFill>
                  <a:srgbClr val="FF0000"/>
                </a:solidFill>
                <a:effectLst/>
              </a:rPr>
              <a:t>j</a:t>
            </a:r>
            <a:r>
              <a:rPr lang="en-AU" sz="2800" dirty="0">
                <a:effectLst/>
              </a:rPr>
              <a:t>ecting </a:t>
            </a:r>
            <a:r>
              <a:rPr lang="en-AU" sz="2800" dirty="0" err="1">
                <a:effectLst/>
              </a:rPr>
              <a:t>s</a:t>
            </a:r>
            <a:r>
              <a:rPr lang="en-AU" sz="2800" dirty="0" err="1">
                <a:solidFill>
                  <a:srgbClr val="FF0000"/>
                </a:solidFill>
                <a:effectLst/>
              </a:rPr>
              <a:t>u</a:t>
            </a:r>
            <a:r>
              <a:rPr lang="en-AU" sz="2800" dirty="0" err="1">
                <a:effectLst/>
              </a:rPr>
              <a:t>ets</a:t>
            </a:r>
            <a:r>
              <a:rPr lang="en-AU" sz="2800" dirty="0">
                <a:effectLst/>
              </a:rPr>
              <a:t> a</a:t>
            </a:r>
            <a:r>
              <a:rPr lang="en-AU" sz="2800" dirty="0">
                <a:solidFill>
                  <a:srgbClr val="FF0000"/>
                </a:solidFill>
                <a:effectLst/>
              </a:rPr>
              <a:t>n</a:t>
            </a:r>
            <a:r>
              <a:rPr lang="en-AU" sz="2800" dirty="0">
                <a:effectLst/>
              </a:rPr>
              <a:t>d V</a:t>
            </a:r>
            <a:r>
              <a:rPr lang="en-AU" sz="2800" dirty="0">
                <a:solidFill>
                  <a:srgbClr val="FF0000"/>
                </a:solidFill>
                <a:effectLst/>
              </a:rPr>
              <a:t>e</a:t>
            </a:r>
            <a:r>
              <a:rPr lang="en-AU" sz="2800" dirty="0">
                <a:effectLst/>
              </a:rPr>
              <a:t>getable o</a:t>
            </a:r>
            <a:r>
              <a:rPr lang="en-AU" sz="2800" dirty="0">
                <a:solidFill>
                  <a:srgbClr val="FF0000"/>
                </a:solidFill>
                <a:effectLst/>
              </a:rPr>
              <a:t>i</a:t>
            </a:r>
            <a:r>
              <a:rPr lang="en-AU" sz="2800" dirty="0">
                <a:effectLst/>
              </a:rPr>
              <a:t>ls.”</a:t>
            </a:r>
          </a:p>
          <a:p>
            <a:pPr marL="36900" indent="0">
              <a:buFont typeface="Wingdings 2" charset="2"/>
              <a:buNone/>
            </a:pPr>
            <a:r>
              <a:rPr lang="en-AU" sz="2800" dirty="0">
                <a:effectLst/>
              </a:rPr>
              <a:t>-&gt;</a:t>
            </a:r>
            <a:r>
              <a:rPr lang="en-AU" sz="2800" b="1" dirty="0">
                <a:effectLst/>
              </a:rPr>
              <a:t> </a:t>
            </a:r>
            <a:r>
              <a:rPr lang="en-AU" sz="2800" b="1" dirty="0">
                <a:solidFill>
                  <a:srgbClr val="FF0000"/>
                </a:solidFill>
                <a:effectLst/>
              </a:rPr>
              <a:t>PERSHING SAILS FROM NY R JUNE I</a:t>
            </a:r>
            <a:endParaRPr lang="en-AU" sz="2800" dirty="0">
              <a:solidFill>
                <a:srgbClr val="FF0000"/>
              </a:solidFill>
              <a:effectLst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886442-9F04-04C2-2271-CA8F2317B37F}"/>
              </a:ext>
            </a:extLst>
          </p:cNvPr>
          <p:cNvSpPr txBox="1"/>
          <p:nvPr/>
        </p:nvSpPr>
        <p:spPr>
          <a:xfrm>
            <a:off x="537021" y="5846129"/>
            <a:ext cx="6916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altLang="zh-CN" b="0" i="0" dirty="0"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This was a message sent by German spy during World War 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5949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1F45C-A8BB-8F42-57B4-C15B932AB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B9D61E-AB7C-0830-3366-FFC0F10A7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7D307F-53E7-8CB3-BCA4-4D86B3405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85725"/>
            <a:ext cx="10353762" cy="981076"/>
          </a:xfrm>
        </p:spPr>
        <p:txBody>
          <a:bodyPr/>
          <a:lstStyle/>
          <a:p>
            <a:r>
              <a:rPr lang="en-AU" dirty="0"/>
              <a:t>Position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0B20B6-C0A3-3D2D-09D2-9B9917484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02" y="1222513"/>
            <a:ext cx="11210348" cy="483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83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11705" y="63873"/>
            <a:ext cx="9479078" cy="856506"/>
          </a:xfrm>
        </p:spPr>
        <p:txBody>
          <a:bodyPr/>
          <a:lstStyle/>
          <a:p>
            <a:r>
              <a:rPr lang="en-AU" dirty="0"/>
              <a:t>Position with A Key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47C78A-8CF9-4C75-9FE2-109865BE8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417" y="2234239"/>
            <a:ext cx="6459165" cy="37665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68B84D-16DD-9D49-7C7B-55492FB28E3F}"/>
              </a:ext>
            </a:extLst>
          </p:cNvPr>
          <p:cNvSpPr txBox="1"/>
          <p:nvPr/>
        </p:nvSpPr>
        <p:spPr>
          <a:xfrm>
            <a:off x="1289602" y="6208951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effectLst/>
                <a:latin typeface="Google Sans"/>
              </a:rPr>
              <a:t>&lt;&lt;The Divine Comedy&gt;&gt;, </a:t>
            </a:r>
            <a:r>
              <a:rPr lang="en-US" altLang="zh-CN" dirty="0"/>
              <a:t>Dante Alighieri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24044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11705" y="63873"/>
            <a:ext cx="9479078" cy="856506"/>
          </a:xfrm>
        </p:spPr>
        <p:txBody>
          <a:bodyPr/>
          <a:lstStyle/>
          <a:p>
            <a:r>
              <a:rPr lang="en-AU" dirty="0"/>
              <a:t>Position with Crypto Key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47C78A-8CF9-4C75-9FE2-109865BE8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417" y="2234239"/>
            <a:ext cx="6459165" cy="37665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DBFC06-AA80-4AC5-9B3D-70FE5C37A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460" y="1274858"/>
            <a:ext cx="4129777" cy="53351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BFCDD7F-77E9-4BB0-BA45-3631162B44F9}"/>
              </a:ext>
            </a:extLst>
          </p:cNvPr>
          <p:cNvSpPr txBox="1"/>
          <p:nvPr/>
        </p:nvSpPr>
        <p:spPr>
          <a:xfrm>
            <a:off x="2866417" y="1285150"/>
            <a:ext cx="1141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/>
              <a:t>Key</a:t>
            </a:r>
            <a:endParaRPr lang="en-AU" sz="2400" b="1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EF1310C-E732-4259-986E-1B08D7AB82E5}"/>
              </a:ext>
            </a:extLst>
          </p:cNvPr>
          <p:cNvCxnSpPr>
            <a:cxnSpLocks/>
            <a:stCxn id="17" idx="3"/>
            <a:endCxn id="16" idx="1"/>
          </p:cNvCxnSpPr>
          <p:nvPr/>
        </p:nvCxnSpPr>
        <p:spPr>
          <a:xfrm flipV="1">
            <a:off x="4007787" y="1541614"/>
            <a:ext cx="522673" cy="514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3671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25940" y="63873"/>
            <a:ext cx="7341960" cy="856506"/>
          </a:xfrm>
        </p:spPr>
        <p:txBody>
          <a:bodyPr/>
          <a:lstStyle/>
          <a:p>
            <a:r>
              <a:rPr lang="en-AU" dirty="0"/>
              <a:t>Position with Crypto Key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A371BB-3C69-4933-AACD-E6FC4D56C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460" y="1274858"/>
            <a:ext cx="4129777" cy="5335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4587CE-5797-490A-97CB-17503A1B0F04}"/>
              </a:ext>
            </a:extLst>
          </p:cNvPr>
          <p:cNvSpPr txBox="1"/>
          <p:nvPr/>
        </p:nvSpPr>
        <p:spPr>
          <a:xfrm>
            <a:off x="2866417" y="1285150"/>
            <a:ext cx="1141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/>
              <a:t>Key</a:t>
            </a:r>
            <a:endParaRPr lang="en-AU" sz="2400" b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698EFB-607A-4C01-ADF8-E1FA7B335F53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 flipV="1">
            <a:off x="4007787" y="1541614"/>
            <a:ext cx="522673" cy="514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CC856E6-7AA6-4ED3-A7AC-C28C8CFCC358}"/>
              </a:ext>
            </a:extLst>
          </p:cNvPr>
          <p:cNvSpPr txBox="1"/>
          <p:nvPr/>
        </p:nvSpPr>
        <p:spPr>
          <a:xfrm>
            <a:off x="524269" y="3956156"/>
            <a:ext cx="2264498" cy="46166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400">
                <a:solidFill>
                  <a:srgbClr val="FF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AU" dirty="0"/>
              <a:t>10 lines in total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E38394D-3F46-4F00-B745-160357C9B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6417" y="2234239"/>
            <a:ext cx="6459165" cy="3766510"/>
          </a:xfrm>
          <a:prstGeom prst="rect">
            <a:avLst/>
          </a:prstGeom>
        </p:spPr>
      </p:pic>
      <p:sp>
        <p:nvSpPr>
          <p:cNvPr id="6" name="Left Brace 5">
            <a:extLst>
              <a:ext uri="{FF2B5EF4-FFF2-40B4-BE49-F238E27FC236}">
                <a16:creationId xmlns:a16="http://schemas.microsoft.com/office/drawing/2014/main" id="{624B764D-41B7-46A9-9E96-0BC388D3DE9B}"/>
              </a:ext>
            </a:extLst>
          </p:cNvPr>
          <p:cNvSpPr/>
          <p:nvPr/>
        </p:nvSpPr>
        <p:spPr>
          <a:xfrm>
            <a:off x="2711116" y="2550695"/>
            <a:ext cx="513347" cy="3272589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D21B29-4410-4CF4-9D29-2A98E1F87F85}"/>
              </a:ext>
            </a:extLst>
          </p:cNvPr>
          <p:cNvSpPr txBox="1"/>
          <p:nvPr/>
        </p:nvSpPr>
        <p:spPr>
          <a:xfrm>
            <a:off x="9413122" y="1317234"/>
            <a:ext cx="2264498" cy="46166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400">
                <a:solidFill>
                  <a:srgbClr val="FF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AU" dirty="0"/>
              <a:t>10 pairs in total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E558C09-F347-4D11-8C79-6E230A50B3AB}"/>
              </a:ext>
            </a:extLst>
          </p:cNvPr>
          <p:cNvCxnSpPr>
            <a:cxnSpLocks/>
            <a:stCxn id="10" idx="3"/>
            <a:endCxn id="17" idx="1"/>
          </p:cNvCxnSpPr>
          <p:nvPr/>
        </p:nvCxnSpPr>
        <p:spPr>
          <a:xfrm>
            <a:off x="8660237" y="1541614"/>
            <a:ext cx="752885" cy="645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9479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0931D4E5-8B78-46A0-B3DD-AE06643DD883}"/>
              </a:ext>
            </a:extLst>
          </p:cNvPr>
          <p:cNvSpPr txBox="1">
            <a:spLocks/>
          </p:cNvSpPr>
          <p:nvPr/>
        </p:nvSpPr>
        <p:spPr>
          <a:xfrm>
            <a:off x="2525940" y="63873"/>
            <a:ext cx="7341960" cy="85650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/>
              <a:t>Position with Crypto Key</a:t>
            </a:r>
            <a:endParaRPr lang="en-A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7C0A12C-F8ED-4117-B25E-175D8A8AE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715" y="2035807"/>
            <a:ext cx="6243644" cy="39649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5A0DDA-0ABE-4191-B83B-DA8AF8402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6881" y="1140772"/>
            <a:ext cx="4129777" cy="5335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F8F5198-F201-40EA-B052-ACE9EFA82AD6}"/>
              </a:ext>
            </a:extLst>
          </p:cNvPr>
          <p:cNvSpPr txBox="1"/>
          <p:nvPr/>
        </p:nvSpPr>
        <p:spPr>
          <a:xfrm>
            <a:off x="1502838" y="1151064"/>
            <a:ext cx="1141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/>
              <a:t>Key</a:t>
            </a:r>
            <a:endParaRPr lang="en-AU" sz="2400" b="1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7109C31-C9D7-42BF-BD5E-DFBCA7595261}"/>
              </a:ext>
            </a:extLst>
          </p:cNvPr>
          <p:cNvCxnSpPr>
            <a:cxnSpLocks/>
            <a:stCxn id="15" idx="3"/>
            <a:endCxn id="14" idx="1"/>
          </p:cNvCxnSpPr>
          <p:nvPr/>
        </p:nvCxnSpPr>
        <p:spPr>
          <a:xfrm flipV="1">
            <a:off x="2644208" y="1407528"/>
            <a:ext cx="522673" cy="514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E75468D9-9866-4D1B-8940-9DE1FD85A241}"/>
              </a:ext>
            </a:extLst>
          </p:cNvPr>
          <p:cNvSpPr txBox="1">
            <a:spLocks/>
          </p:cNvSpPr>
          <p:nvPr/>
        </p:nvSpPr>
        <p:spPr>
          <a:xfrm>
            <a:off x="7796790" y="3457074"/>
            <a:ext cx="2951421" cy="67658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AU" sz="2800" dirty="0">
                <a:effectLst/>
              </a:rPr>
              <a:t>-&gt;</a:t>
            </a:r>
            <a:r>
              <a:rPr lang="en-AU" sz="2800" b="1" dirty="0">
                <a:effectLst/>
              </a:rPr>
              <a:t> </a:t>
            </a:r>
            <a:r>
              <a:rPr lang="en-AU" sz="2800" b="1" dirty="0">
                <a:solidFill>
                  <a:srgbClr val="FF0000"/>
                </a:solidFill>
                <a:effectLst/>
              </a:rPr>
              <a:t>meet at dawn</a:t>
            </a:r>
            <a:endParaRPr lang="en-AU" sz="2800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232012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0353762" cy="3714749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Alignment: The alignment of certain letters or words within a text can be used to hide a secret message</a:t>
            </a:r>
          </a:p>
          <a:p>
            <a:pPr lvl="1"/>
            <a:r>
              <a:rPr lang="en-US" sz="2800" dirty="0"/>
              <a:t>Font: The font itself can be used to hide a secret message. </a:t>
            </a:r>
          </a:p>
          <a:p>
            <a:pPr lvl="1"/>
            <a:r>
              <a:rPr lang="en-AU" sz="2800" dirty="0"/>
              <a:t>Position: </a:t>
            </a:r>
            <a:r>
              <a:rPr lang="en-US" sz="2800" dirty="0"/>
              <a:t>The position of letters or words within a text can be used to hide a secret message. 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</a:rPr>
              <a:t>White Space</a:t>
            </a:r>
            <a:r>
              <a:rPr lang="en-US" sz="2800" dirty="0"/>
              <a:t>: The blank spaces or unused areas within a text are used to hide a secret message. </a:t>
            </a:r>
          </a:p>
          <a:p>
            <a:pPr marL="450000" lvl="1" indent="0">
              <a:buNone/>
            </a:pP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9485025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09237" y="347116"/>
            <a:ext cx="7573526" cy="926316"/>
          </a:xfrm>
        </p:spPr>
        <p:txBody>
          <a:bodyPr/>
          <a:lstStyle/>
          <a:p>
            <a:r>
              <a:rPr lang="en-AU" dirty="0"/>
              <a:t>White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736" y="1657720"/>
            <a:ext cx="3936437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This sentence.</a:t>
            </a:r>
          </a:p>
          <a:p>
            <a:r>
              <a:rPr lang="en-AU" sz="2400" dirty="0"/>
              <a:t>To be seen or not.</a:t>
            </a:r>
          </a:p>
          <a:p>
            <a:r>
              <a:rPr lang="en-AU" sz="2400" dirty="0"/>
              <a:t>Regardless of the nature.</a:t>
            </a:r>
          </a:p>
          <a:p>
            <a:r>
              <a:rPr lang="en-AU" sz="2400" dirty="0"/>
              <a:t>One cannot decide.</a:t>
            </a:r>
          </a:p>
          <a:p>
            <a:r>
              <a:rPr lang="en-AU" sz="2400" dirty="0"/>
              <a:t>What to do, what not to do.</a:t>
            </a:r>
          </a:p>
          <a:p>
            <a:r>
              <a:rPr lang="en-AU" sz="2400" dirty="0"/>
              <a:t>Hence, it could be argued.</a:t>
            </a:r>
          </a:p>
          <a:p>
            <a:r>
              <a:rPr lang="en-AU" sz="2400" dirty="0"/>
              <a:t>Nevertheless, useless.</a:t>
            </a:r>
          </a:p>
          <a:p>
            <a:r>
              <a:rPr lang="en-AU" sz="2400" dirty="0"/>
              <a:t>Only time will tell.</a:t>
            </a:r>
          </a:p>
          <a:p>
            <a:r>
              <a:rPr lang="en-AU" sz="2400" dirty="0"/>
              <a:t>Again, tomorrow.</a:t>
            </a:r>
          </a:p>
        </p:txBody>
      </p:sp>
    </p:spTree>
    <p:extLst>
      <p:ext uri="{BB962C8B-B14F-4D97-AF65-F5344CB8AC3E}">
        <p14:creationId xmlns:p14="http://schemas.microsoft.com/office/powerpoint/2010/main" val="39485666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58490" y="296790"/>
            <a:ext cx="7573526" cy="926316"/>
          </a:xfrm>
        </p:spPr>
        <p:txBody>
          <a:bodyPr/>
          <a:lstStyle/>
          <a:p>
            <a:r>
              <a:rPr lang="en-AU" dirty="0"/>
              <a:t>White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736" y="1657720"/>
            <a:ext cx="3936437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This sentence.</a:t>
            </a:r>
          </a:p>
          <a:p>
            <a:r>
              <a:rPr lang="en-AU" sz="2400" dirty="0"/>
              <a:t>To be seen or not.</a:t>
            </a:r>
          </a:p>
          <a:p>
            <a:r>
              <a:rPr lang="en-AU" sz="2400" dirty="0"/>
              <a:t>Regardless of the nature.</a:t>
            </a:r>
          </a:p>
          <a:p>
            <a:r>
              <a:rPr lang="en-AU" sz="2400" dirty="0"/>
              <a:t>One cannot decide.</a:t>
            </a:r>
          </a:p>
          <a:p>
            <a:r>
              <a:rPr lang="en-AU" sz="2400" dirty="0"/>
              <a:t>What to do, what not to do.</a:t>
            </a:r>
          </a:p>
          <a:p>
            <a:r>
              <a:rPr lang="en-AU" sz="2400" dirty="0"/>
              <a:t>Hence, it could be argued.</a:t>
            </a:r>
          </a:p>
          <a:p>
            <a:r>
              <a:rPr lang="en-AU" sz="2400" dirty="0"/>
              <a:t>Nevertheless, useless.</a:t>
            </a:r>
          </a:p>
          <a:p>
            <a:r>
              <a:rPr lang="en-AU" sz="2400" dirty="0"/>
              <a:t>Only time will tell.</a:t>
            </a:r>
          </a:p>
          <a:p>
            <a:r>
              <a:rPr lang="en-AU" sz="2400" dirty="0"/>
              <a:t>Again, tomorrow.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59203" y="1554737"/>
            <a:ext cx="4224469" cy="364840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3782" y="968632"/>
            <a:ext cx="308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White spaces</a:t>
            </a:r>
          </a:p>
        </p:txBody>
      </p:sp>
      <p:cxnSp>
        <p:nvCxnSpPr>
          <p:cNvPr id="14" name="Straight Arrow Connector 13"/>
          <p:cNvCxnSpPr>
            <a:cxnSpLocks/>
            <a:stCxn id="12" idx="2"/>
          </p:cNvCxnSpPr>
          <p:nvPr/>
        </p:nvCxnSpPr>
        <p:spPr>
          <a:xfrm flipH="1">
            <a:off x="8773782" y="1430297"/>
            <a:ext cx="1543067" cy="79651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cxnSpLocks/>
            <a:stCxn id="12" idx="2"/>
          </p:cNvCxnSpPr>
          <p:nvPr/>
        </p:nvCxnSpPr>
        <p:spPr>
          <a:xfrm flipH="1">
            <a:off x="8999621" y="1430297"/>
            <a:ext cx="1317228" cy="147332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  <a:stCxn id="12" idx="2"/>
          </p:cNvCxnSpPr>
          <p:nvPr/>
        </p:nvCxnSpPr>
        <p:spPr>
          <a:xfrm flipH="1">
            <a:off x="8773782" y="1430297"/>
            <a:ext cx="1543067" cy="299732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2" idx="2"/>
          </p:cNvCxnSpPr>
          <p:nvPr/>
        </p:nvCxnSpPr>
        <p:spPr>
          <a:xfrm flipH="1">
            <a:off x="9832016" y="1430297"/>
            <a:ext cx="484833" cy="223667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cxnSpLocks/>
            <a:stCxn id="12" idx="2"/>
          </p:cNvCxnSpPr>
          <p:nvPr/>
        </p:nvCxnSpPr>
        <p:spPr>
          <a:xfrm flipH="1">
            <a:off x="8325853" y="1430297"/>
            <a:ext cx="1990996" cy="41364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151CFE-84BC-4C9C-949D-E9A543EDDDDC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8773782" y="1430297"/>
            <a:ext cx="1543067" cy="33502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324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00906" y="305123"/>
            <a:ext cx="7573526" cy="926316"/>
          </a:xfrm>
        </p:spPr>
        <p:txBody>
          <a:bodyPr/>
          <a:lstStyle/>
          <a:p>
            <a:r>
              <a:rPr lang="en-AU" dirty="0"/>
              <a:t>White Space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752" y="2140842"/>
            <a:ext cx="4224469" cy="364840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02331" y="1554737"/>
            <a:ext cx="308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White spaces</a:t>
            </a:r>
          </a:p>
        </p:txBody>
      </p:sp>
      <p:cxnSp>
        <p:nvCxnSpPr>
          <p:cNvPr id="14" name="Straight Arrow Connector 13"/>
          <p:cNvCxnSpPr>
            <a:cxnSpLocks/>
            <a:stCxn id="12" idx="2"/>
          </p:cNvCxnSpPr>
          <p:nvPr/>
        </p:nvCxnSpPr>
        <p:spPr>
          <a:xfrm flipH="1">
            <a:off x="3402331" y="2016402"/>
            <a:ext cx="1543067" cy="79651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cxnSpLocks/>
            <a:stCxn id="12" idx="2"/>
          </p:cNvCxnSpPr>
          <p:nvPr/>
        </p:nvCxnSpPr>
        <p:spPr>
          <a:xfrm flipH="1">
            <a:off x="3628170" y="2016402"/>
            <a:ext cx="1317228" cy="147332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  <a:stCxn id="12" idx="2"/>
          </p:cNvCxnSpPr>
          <p:nvPr/>
        </p:nvCxnSpPr>
        <p:spPr>
          <a:xfrm flipH="1">
            <a:off x="3402331" y="2016402"/>
            <a:ext cx="1543067" cy="299732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2" idx="2"/>
          </p:cNvCxnSpPr>
          <p:nvPr/>
        </p:nvCxnSpPr>
        <p:spPr>
          <a:xfrm flipH="1">
            <a:off x="4460565" y="2016402"/>
            <a:ext cx="484833" cy="223667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cxnSpLocks/>
            <a:stCxn id="12" idx="2"/>
          </p:cNvCxnSpPr>
          <p:nvPr/>
        </p:nvCxnSpPr>
        <p:spPr>
          <a:xfrm flipH="1">
            <a:off x="2954402" y="2016402"/>
            <a:ext cx="1990996" cy="41364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151CFE-84BC-4C9C-949D-E9A543EDDDDC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3402331" y="2016402"/>
            <a:ext cx="1543067" cy="33502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76C1D083-9BB3-4269-ADAE-1337701AC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3326" y="2140842"/>
            <a:ext cx="6237199" cy="2700758"/>
          </a:xfrm>
        </p:spPr>
        <p:txBody>
          <a:bodyPr>
            <a:normAutofit/>
          </a:bodyPr>
          <a:lstStyle/>
          <a:p>
            <a:r>
              <a:rPr lang="en-AU" sz="2400" dirty="0">
                <a:effectLst/>
              </a:rPr>
              <a:t>Encode </a:t>
            </a:r>
            <a:r>
              <a:rPr lang="en-AU" sz="2400" dirty="0">
                <a:solidFill>
                  <a:srgbClr val="FF0000"/>
                </a:solidFill>
                <a:effectLst/>
              </a:rPr>
              <a:t>1s</a:t>
            </a:r>
            <a:r>
              <a:rPr lang="en-AU" sz="2400" dirty="0">
                <a:effectLst/>
              </a:rPr>
              <a:t> and </a:t>
            </a:r>
            <a:r>
              <a:rPr lang="en-AU" sz="2400" dirty="0">
                <a:solidFill>
                  <a:srgbClr val="FF0000"/>
                </a:solidFill>
                <a:effectLst/>
              </a:rPr>
              <a:t>0s</a:t>
            </a:r>
            <a:r>
              <a:rPr lang="en-AU" sz="2400" dirty="0">
                <a:effectLst/>
              </a:rPr>
              <a:t> by the number of </a:t>
            </a:r>
            <a:r>
              <a:rPr lang="en-AU" sz="2400" dirty="0">
                <a:solidFill>
                  <a:srgbClr val="FF0000"/>
                </a:solidFill>
                <a:effectLst/>
              </a:rPr>
              <a:t>white spaces</a:t>
            </a:r>
            <a:r>
              <a:rPr lang="en-AU" sz="2400" dirty="0">
                <a:effectLst/>
              </a:rPr>
              <a:t> at the end of each line. </a:t>
            </a:r>
          </a:p>
          <a:p>
            <a:pPr lvl="1"/>
            <a:r>
              <a:rPr lang="en-AU" sz="2400" dirty="0">
                <a:effectLst/>
              </a:rPr>
              <a:t>no space denotes 0 </a:t>
            </a:r>
          </a:p>
          <a:p>
            <a:pPr lvl="1"/>
            <a:r>
              <a:rPr lang="en-AU" sz="2400" dirty="0">
                <a:effectLst/>
              </a:rPr>
              <a:t>extra space denotes 1</a:t>
            </a:r>
          </a:p>
        </p:txBody>
      </p:sp>
      <p:sp>
        <p:nvSpPr>
          <p:cNvPr id="16" name="Content Placeholder 1">
            <a:extLst>
              <a:ext uri="{FF2B5EF4-FFF2-40B4-BE49-F238E27FC236}">
                <a16:creationId xmlns:a16="http://schemas.microsoft.com/office/drawing/2014/main" id="{E01E97DC-7A9F-46CE-A6EE-0A3E12B73C07}"/>
              </a:ext>
            </a:extLst>
          </p:cNvPr>
          <p:cNvSpPr txBox="1">
            <a:spLocks/>
          </p:cNvSpPr>
          <p:nvPr/>
        </p:nvSpPr>
        <p:spPr>
          <a:xfrm>
            <a:off x="5393326" y="4744585"/>
            <a:ext cx="2951421" cy="67658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AU" sz="2800" dirty="0">
                <a:effectLst/>
              </a:rPr>
              <a:t>-&gt;</a:t>
            </a:r>
            <a:r>
              <a:rPr lang="en-AU" sz="2800" b="1" dirty="0">
                <a:effectLst/>
              </a:rPr>
              <a:t> </a:t>
            </a:r>
            <a:r>
              <a:rPr lang="en-AU" sz="2400" dirty="0">
                <a:solidFill>
                  <a:srgbClr val="FF0000"/>
                </a:solidFill>
                <a:effectLst/>
              </a:rPr>
              <a:t>110101011</a:t>
            </a:r>
          </a:p>
        </p:txBody>
      </p:sp>
    </p:spTree>
    <p:extLst>
      <p:ext uri="{BB962C8B-B14F-4D97-AF65-F5344CB8AC3E}">
        <p14:creationId xmlns:p14="http://schemas.microsoft.com/office/powerpoint/2010/main" val="33339340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087471"/>
            <a:ext cx="10972800" cy="3769792"/>
          </a:xfrm>
        </p:spPr>
        <p:txBody>
          <a:bodyPr>
            <a:normAutofit/>
          </a:bodyPr>
          <a:lstStyle/>
          <a:p>
            <a:r>
              <a:rPr lang="en-AU" sz="2800" dirty="0"/>
              <a:t>Demo</a:t>
            </a:r>
          </a:p>
          <a:p>
            <a:pPr lvl="1"/>
            <a:r>
              <a:rPr lang="en-AU" sz="2600" dirty="0"/>
              <a:t>Download:</a:t>
            </a:r>
          </a:p>
          <a:p>
            <a:pPr lvl="2"/>
            <a:r>
              <a:rPr lang="en-AU" sz="2400" dirty="0"/>
              <a:t>Find steg_demo.zip here: https://github.com/uwacyber/cits1003/tree/2022s1/cits1003-labs/files</a:t>
            </a:r>
          </a:p>
          <a:p>
            <a:pPr lvl="1"/>
            <a:r>
              <a:rPr lang="en-AU" sz="2600" dirty="0"/>
              <a:t>Either host OS or VM is fine</a:t>
            </a:r>
          </a:p>
          <a:p>
            <a:pPr lvl="1"/>
            <a:r>
              <a:rPr lang="en-AU" sz="2600" dirty="0"/>
              <a:t>Python 3 installed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131729"/>
            <a:ext cx="10353762" cy="955742"/>
          </a:xfrm>
        </p:spPr>
        <p:txBody>
          <a:bodyPr/>
          <a:lstStyle/>
          <a:p>
            <a:r>
              <a:rPr lang="en-AU" dirty="0"/>
              <a:t>White Space</a:t>
            </a:r>
          </a:p>
        </p:txBody>
      </p:sp>
    </p:spTree>
    <p:extLst>
      <p:ext uri="{BB962C8B-B14F-4D97-AF65-F5344CB8AC3E}">
        <p14:creationId xmlns:p14="http://schemas.microsoft.com/office/powerpoint/2010/main" val="3855810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Text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5" y="1279358"/>
            <a:ext cx="10353762" cy="3714749"/>
          </a:xfrm>
        </p:spPr>
        <p:txBody>
          <a:bodyPr/>
          <a:lstStyle/>
          <a:p>
            <a:r>
              <a:rPr lang="en-AU" sz="2800" dirty="0"/>
              <a:t>How difficult/easy is it to detect text steganography?</a:t>
            </a:r>
          </a:p>
          <a:p>
            <a:r>
              <a:rPr lang="en-AU" sz="2800" dirty="0"/>
              <a:t>Compare position with key against white space?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679782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Text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4" y="1571625"/>
            <a:ext cx="10885761" cy="3714749"/>
          </a:xfrm>
        </p:spPr>
        <p:txBody>
          <a:bodyPr/>
          <a:lstStyle/>
          <a:p>
            <a:r>
              <a:rPr lang="en-AU" sz="2800" dirty="0"/>
              <a:t>How difficult/easy is it to detect text steganography?</a:t>
            </a:r>
          </a:p>
          <a:p>
            <a:pPr lvl="1"/>
            <a:r>
              <a:rPr lang="en-AU" sz="2800" dirty="0"/>
              <a:t>If it is easy, we assume the text steganography techniques are already known to us.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732620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Text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4" y="1571625"/>
            <a:ext cx="10885761" cy="3714749"/>
          </a:xfrm>
        </p:spPr>
        <p:txBody>
          <a:bodyPr/>
          <a:lstStyle/>
          <a:p>
            <a:r>
              <a:rPr lang="en-AU" sz="2800" dirty="0"/>
              <a:t>How difficult/easy is it to detect text steganography?</a:t>
            </a:r>
          </a:p>
          <a:p>
            <a:pPr lvl="1"/>
            <a:r>
              <a:rPr lang="en-AU" sz="2800" dirty="0"/>
              <a:t>If it is easy, we assume the text steganography techniques are already known to us. </a:t>
            </a:r>
          </a:p>
          <a:p>
            <a:pPr lvl="1"/>
            <a:r>
              <a:rPr lang="en-AU" sz="2800" dirty="0"/>
              <a:t>If it is difficult, we can assume it is hard to know the techniques in practice.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543907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Text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5" y="1279358"/>
            <a:ext cx="11064180" cy="4809208"/>
          </a:xfrm>
        </p:spPr>
        <p:txBody>
          <a:bodyPr>
            <a:normAutofit/>
          </a:bodyPr>
          <a:lstStyle/>
          <a:p>
            <a:r>
              <a:rPr lang="en-AU" sz="2800" dirty="0"/>
              <a:t>How difficult/easy is it to detect text steganography?</a:t>
            </a:r>
          </a:p>
          <a:p>
            <a:pPr lvl="1"/>
            <a:r>
              <a:rPr lang="en-AU" sz="2800" dirty="0"/>
              <a:t>If it is easy, we assume the text steganography techniques are already known to us. </a:t>
            </a:r>
          </a:p>
          <a:p>
            <a:pPr lvl="1"/>
            <a:r>
              <a:rPr lang="en-AU" sz="2800" dirty="0"/>
              <a:t>If it is difficult, we can assume it is hard to know the techniques in practice.</a:t>
            </a:r>
          </a:p>
          <a:p>
            <a:pPr marL="36900" indent="0">
              <a:buNone/>
            </a:pPr>
            <a:endParaRPr lang="en-AU" sz="2800" dirty="0"/>
          </a:p>
          <a:p>
            <a:r>
              <a:rPr lang="en-AU" sz="2800" dirty="0"/>
              <a:t>Compare position with key against white space?</a:t>
            </a:r>
          </a:p>
          <a:p>
            <a:pPr lvl="2"/>
            <a:endParaRPr lang="en-AU" sz="26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303217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Text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5" y="1279358"/>
            <a:ext cx="11064180" cy="4809208"/>
          </a:xfrm>
        </p:spPr>
        <p:txBody>
          <a:bodyPr>
            <a:normAutofit lnSpcReduction="10000"/>
          </a:bodyPr>
          <a:lstStyle/>
          <a:p>
            <a:r>
              <a:rPr lang="en-AU" sz="2800" dirty="0"/>
              <a:t>How difficult/easy is it to detect text steganography?</a:t>
            </a:r>
          </a:p>
          <a:p>
            <a:pPr lvl="1"/>
            <a:r>
              <a:rPr lang="en-AU" sz="2800" dirty="0"/>
              <a:t>If it is easy, we assume the text steganography techniques are already known to us. </a:t>
            </a:r>
          </a:p>
          <a:p>
            <a:pPr lvl="1"/>
            <a:r>
              <a:rPr lang="en-AU" sz="2800" dirty="0"/>
              <a:t>If it is difficult, we can assume it is hard to know the techniques in practice.</a:t>
            </a:r>
          </a:p>
          <a:p>
            <a:pPr marL="36900" indent="0">
              <a:buNone/>
            </a:pPr>
            <a:endParaRPr lang="en-AU" sz="2800" dirty="0"/>
          </a:p>
          <a:p>
            <a:r>
              <a:rPr lang="en-AU" sz="2800" dirty="0"/>
              <a:t>Compare position with key against white space?</a:t>
            </a:r>
          </a:p>
          <a:p>
            <a:pPr lvl="1"/>
            <a:r>
              <a:rPr lang="en-AU" sz="2800" dirty="0"/>
              <a:t>For position w/ key, a key specifies the positions of secrets. The secrets are from the original text. The file size does not change.</a:t>
            </a:r>
          </a:p>
          <a:p>
            <a:pPr marL="450000" lvl="1" indent="0">
              <a:buNone/>
            </a:pPr>
            <a:endParaRPr lang="en-AU" sz="2800" dirty="0"/>
          </a:p>
          <a:p>
            <a:pPr lvl="1"/>
            <a:endParaRPr lang="en-AU" sz="26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040120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Text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5" y="1279358"/>
            <a:ext cx="11064180" cy="4809208"/>
          </a:xfrm>
        </p:spPr>
        <p:txBody>
          <a:bodyPr>
            <a:normAutofit lnSpcReduction="10000"/>
          </a:bodyPr>
          <a:lstStyle/>
          <a:p>
            <a:r>
              <a:rPr lang="en-AU" sz="2800" dirty="0"/>
              <a:t>How difficult/easy is it to detect text steganography?</a:t>
            </a:r>
          </a:p>
          <a:p>
            <a:pPr lvl="1"/>
            <a:r>
              <a:rPr lang="en-AU" sz="2800" dirty="0"/>
              <a:t>If it is easy, we assume the text steganography techniques are already known to us. </a:t>
            </a:r>
          </a:p>
          <a:p>
            <a:pPr lvl="1"/>
            <a:r>
              <a:rPr lang="en-AU" sz="2800" dirty="0"/>
              <a:t>If it is difficult, we can assume it is hard to know the techniques in practice.</a:t>
            </a:r>
          </a:p>
          <a:p>
            <a:pPr marL="36900" indent="0">
              <a:buNone/>
            </a:pPr>
            <a:endParaRPr lang="en-AU" sz="2800" dirty="0"/>
          </a:p>
          <a:p>
            <a:r>
              <a:rPr lang="en-AU" sz="2800" dirty="0"/>
              <a:t>Compare position with key against white space?</a:t>
            </a:r>
          </a:p>
          <a:p>
            <a:pPr lvl="1"/>
            <a:r>
              <a:rPr lang="en-AU" sz="2800" dirty="0"/>
              <a:t>For white space, blank spaces or unused areas are used for hiding secrets. The file size does change.</a:t>
            </a:r>
          </a:p>
          <a:p>
            <a:pPr marL="450000" lvl="1" indent="0">
              <a:buNone/>
            </a:pPr>
            <a:endParaRPr lang="en-AU" sz="2800" dirty="0"/>
          </a:p>
          <a:p>
            <a:pPr lvl="1"/>
            <a:endParaRPr lang="en-AU" sz="26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51521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984" y="1452839"/>
            <a:ext cx="5767291" cy="4328583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55103" y="0"/>
            <a:ext cx="10353762" cy="1257300"/>
          </a:xfrm>
        </p:spPr>
        <p:txBody>
          <a:bodyPr/>
          <a:lstStyle/>
          <a:p>
            <a:r>
              <a:rPr lang="en-AU" dirty="0"/>
              <a:t>Image Steganography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96" y="1452839"/>
            <a:ext cx="5815204" cy="436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2312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0353762" cy="3714749"/>
          </a:xfrm>
        </p:spPr>
        <p:txBody>
          <a:bodyPr>
            <a:normAutofit/>
          </a:bodyPr>
          <a:lstStyle/>
          <a:p>
            <a:pPr lvl="1"/>
            <a:r>
              <a:rPr lang="en-AU" sz="2800" dirty="0"/>
              <a:t>Image Steganography</a:t>
            </a:r>
          </a:p>
          <a:p>
            <a:pPr lvl="2"/>
            <a:r>
              <a:rPr lang="en-AU" sz="2800" dirty="0"/>
              <a:t>e.g., LSB (Least Significant Bit), PVD (Pixel-Value Differencing)</a:t>
            </a:r>
          </a:p>
          <a:p>
            <a:pPr marL="810000" lvl="2" indent="0">
              <a:buNone/>
            </a:pPr>
            <a:endParaRPr lang="en-AU" sz="2800" dirty="0"/>
          </a:p>
          <a:p>
            <a:pPr lvl="1"/>
            <a:r>
              <a:rPr lang="en-AU" sz="2800" dirty="0"/>
              <a:t>Demo</a:t>
            </a:r>
          </a:p>
          <a:p>
            <a:pPr lvl="2"/>
            <a:r>
              <a:rPr lang="en-AU" sz="2800" dirty="0"/>
              <a:t>LSB</a:t>
            </a:r>
          </a:p>
          <a:p>
            <a:pPr marL="810000" lvl="2" indent="0">
              <a:buNone/>
            </a:pPr>
            <a:endParaRPr lang="en-AU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41280955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0353762" cy="217069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LSB</a:t>
            </a:r>
            <a:r>
              <a:rPr lang="en-US" sz="2800" dirty="0"/>
              <a:t>: LSB of each pixel is replaced with a bit of the secret message to be hidden. </a:t>
            </a:r>
            <a:endParaRPr lang="en-AU" sz="2800" dirty="0"/>
          </a:p>
          <a:p>
            <a:endParaRPr lang="en-AU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18430145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219200"/>
            <a:ext cx="11477498" cy="42672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effectLst/>
              </a:rPr>
              <a:t>RGB</a:t>
            </a:r>
            <a:r>
              <a:rPr lang="en-US" sz="2800" dirty="0">
                <a:effectLst/>
              </a:rPr>
              <a:t>: stands for Red, Green, and Blue. It is a color model to represent colors in digital images and on computer screens. In this model, each color is represented by 8 bits (0-255). </a:t>
            </a:r>
          </a:p>
          <a:p>
            <a:pPr lvl="1"/>
            <a:r>
              <a:rPr lang="en-US" sz="2600" dirty="0">
                <a:effectLst/>
              </a:rPr>
              <a:t>0000 0000 -&gt; 0</a:t>
            </a:r>
          </a:p>
          <a:p>
            <a:pPr lvl="1"/>
            <a:r>
              <a:rPr lang="en-US" sz="2600" dirty="0">
                <a:effectLst/>
              </a:rPr>
              <a:t>1111 1111 -&gt; 255</a:t>
            </a:r>
          </a:p>
          <a:p>
            <a:r>
              <a:rPr lang="en-US" sz="2800" dirty="0">
                <a:solidFill>
                  <a:srgbClr val="FF0000"/>
                </a:solidFill>
                <a:effectLst/>
              </a:rPr>
              <a:t>Pixel</a:t>
            </a:r>
            <a:r>
              <a:rPr lang="en-US" sz="2800" dirty="0">
                <a:effectLst/>
              </a:rPr>
              <a:t>: is the smallest unit of an RGB image. It has an RGB (3 colors) value and a location in an image. Its 3 colors are determined by its RGB value. </a:t>
            </a:r>
          </a:p>
          <a:p>
            <a:endParaRPr lang="en-AU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4739" y="-38343"/>
            <a:ext cx="10353762" cy="1060938"/>
          </a:xfrm>
        </p:spPr>
        <p:txBody>
          <a:bodyPr/>
          <a:lstStyle/>
          <a:p>
            <a:r>
              <a:rPr lang="en-AU" dirty="0">
                <a:effectLst/>
              </a:rPr>
              <a:t>LSB</a:t>
            </a:r>
          </a:p>
        </p:txBody>
      </p:sp>
    </p:spTree>
    <p:extLst>
      <p:ext uri="{BB962C8B-B14F-4D97-AF65-F5344CB8AC3E}">
        <p14:creationId xmlns:p14="http://schemas.microsoft.com/office/powerpoint/2010/main" val="27147171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219200"/>
            <a:ext cx="11159340" cy="4555958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</a:rPr>
              <a:t>RGB: stands for Red, Green, and Blue. It is a color model to represent colors in digital images and on computer screens. In this model, each color is represented by 8 bits. </a:t>
            </a:r>
          </a:p>
          <a:p>
            <a:r>
              <a:rPr lang="en-US" sz="2800" dirty="0">
                <a:effectLst/>
              </a:rPr>
              <a:t>Pixel: is the smallest unit of an image. It has a specific color in an image. Its color is determined by its RGB values. </a:t>
            </a:r>
          </a:p>
          <a:p>
            <a:r>
              <a:rPr lang="en-US" sz="2800" dirty="0">
                <a:solidFill>
                  <a:srgbClr val="FF0000"/>
                </a:solidFill>
              </a:rPr>
              <a:t>LSB</a:t>
            </a:r>
            <a:r>
              <a:rPr lang="en-US" sz="2800" dirty="0"/>
              <a:t>: embeds 3 secret bits per pixel in an RGB image. </a:t>
            </a:r>
            <a:r>
              <a:rPr lang="en-US" sz="2800" dirty="0">
                <a:solidFill>
                  <a:srgbClr val="FF0000"/>
                </a:solidFill>
              </a:rPr>
              <a:t>Why 3 bits?</a:t>
            </a:r>
          </a:p>
          <a:p>
            <a:pPr marL="450000" lvl="1" indent="0">
              <a:buNone/>
            </a:pPr>
            <a:r>
              <a:rPr lang="en-US" sz="2600" dirty="0"/>
              <a:t>  </a:t>
            </a:r>
            <a:endParaRPr lang="en-AU" sz="2600" dirty="0"/>
          </a:p>
          <a:p>
            <a:endParaRPr lang="en-US" sz="2800" dirty="0">
              <a:effectLst/>
            </a:endParaRPr>
          </a:p>
          <a:p>
            <a:endParaRPr lang="en-AU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4739" y="-38343"/>
            <a:ext cx="10353762" cy="1060938"/>
          </a:xfrm>
        </p:spPr>
        <p:txBody>
          <a:bodyPr/>
          <a:lstStyle/>
          <a:p>
            <a:r>
              <a:rPr lang="en-AU" dirty="0">
                <a:effectLst/>
              </a:rPr>
              <a:t>LSB</a:t>
            </a:r>
          </a:p>
        </p:txBody>
      </p:sp>
    </p:spTree>
    <p:extLst>
      <p:ext uri="{BB962C8B-B14F-4D97-AF65-F5344CB8AC3E}">
        <p14:creationId xmlns:p14="http://schemas.microsoft.com/office/powerpoint/2010/main" val="20946725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3237" y="1151021"/>
            <a:ext cx="11485526" cy="4555958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</a:rPr>
              <a:t>RGB: stands for Red, Green, and Blue. It is a color model to represent colors in digital images and on computer screens. In this model, each color is represented by 8 bits. </a:t>
            </a:r>
          </a:p>
          <a:p>
            <a:r>
              <a:rPr lang="en-US" sz="2800" dirty="0">
                <a:effectLst/>
              </a:rPr>
              <a:t>Pixel: is the smallest unit of an image. It has a specific color in an image. Its color is determined by its RGB values. </a:t>
            </a:r>
          </a:p>
          <a:p>
            <a:r>
              <a:rPr lang="en-US" sz="2800" dirty="0"/>
              <a:t>LSB: embeds three secret bits per pixel in an RGB image. </a:t>
            </a:r>
            <a:r>
              <a:rPr lang="en-US" sz="2800" dirty="0">
                <a:solidFill>
                  <a:srgbClr val="FF0000"/>
                </a:solidFill>
              </a:rPr>
              <a:t>Why 3 bits?</a:t>
            </a:r>
          </a:p>
          <a:p>
            <a:pPr lvl="1"/>
            <a:r>
              <a:rPr lang="en-US" sz="2800" dirty="0">
                <a:effectLst/>
              </a:rPr>
              <a:t>A pixel has an RGB value of (X, Y, Z). X, Y, and Z are respectively represented by 8 bits and LSB of each 8 bits can be modified. </a:t>
            </a:r>
          </a:p>
          <a:p>
            <a:pPr lvl="1"/>
            <a:endParaRPr lang="en-AU" sz="2600" dirty="0"/>
          </a:p>
          <a:p>
            <a:endParaRPr lang="en-US" sz="2800" dirty="0">
              <a:effectLst/>
            </a:endParaRPr>
          </a:p>
          <a:p>
            <a:endParaRPr lang="en-AU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4739" y="-38343"/>
            <a:ext cx="10353762" cy="1060938"/>
          </a:xfrm>
        </p:spPr>
        <p:txBody>
          <a:bodyPr/>
          <a:lstStyle/>
          <a:p>
            <a:r>
              <a:rPr lang="en-AU" dirty="0">
                <a:effectLst/>
              </a:rPr>
              <a:t>LSB</a:t>
            </a:r>
          </a:p>
        </p:txBody>
      </p:sp>
    </p:spTree>
    <p:extLst>
      <p:ext uri="{BB962C8B-B14F-4D97-AF65-F5344CB8AC3E}">
        <p14:creationId xmlns:p14="http://schemas.microsoft.com/office/powerpoint/2010/main" val="24969451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3794" y="1268877"/>
            <a:ext cx="10353762" cy="3714749"/>
          </a:xfrm>
        </p:spPr>
        <p:txBody>
          <a:bodyPr>
            <a:normAutofit/>
          </a:bodyPr>
          <a:lstStyle/>
          <a:p>
            <a:r>
              <a:rPr lang="en-AU" sz="2667" dirty="0"/>
              <a:t>Given the following 3 RGB values</a:t>
            </a:r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r>
              <a:rPr lang="en-AU" sz="2667" dirty="0"/>
              <a:t>A secret bit stream of 101 101 101 needs to be hidden. How many LSBs will be changed at least? </a:t>
            </a:r>
          </a:p>
          <a:p>
            <a:endParaRPr lang="en-AU" sz="2667" dirty="0"/>
          </a:p>
          <a:p>
            <a:endParaRPr lang="en-AU" sz="2667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25461" y="154777"/>
            <a:ext cx="10353762" cy="936051"/>
          </a:xfrm>
        </p:spPr>
        <p:txBody>
          <a:bodyPr/>
          <a:lstStyle/>
          <a:p>
            <a:r>
              <a:rPr lang="en-AU" dirty="0"/>
              <a:t>LSB</a:t>
            </a:r>
          </a:p>
        </p:txBody>
      </p:sp>
      <p:sp>
        <p:nvSpPr>
          <p:cNvPr id="5" name="Rectangle 4"/>
          <p:cNvSpPr/>
          <p:nvPr/>
        </p:nvSpPr>
        <p:spPr>
          <a:xfrm>
            <a:off x="2295939" y="2060598"/>
            <a:ext cx="68587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latin typeface="Courier New" panose="02070309020205020404" pitchFamily="49" charset="0"/>
              </a:rPr>
              <a:t>Pixel-1 10010101 00001101 11001001 </a:t>
            </a:r>
            <a:r>
              <a:rPr lang="en-AU" altLang="zh-CN" sz="2400" dirty="0">
                <a:latin typeface="Courier New" panose="02070309020205020404" pitchFamily="49" charset="0"/>
              </a:rPr>
              <a:t>Pixel-2 </a:t>
            </a:r>
            <a:r>
              <a:rPr lang="en-AU" sz="2400" dirty="0">
                <a:latin typeface="Courier New" panose="02070309020205020404" pitchFamily="49" charset="0"/>
              </a:rPr>
              <a:t>10010110 00001111 11001010 </a:t>
            </a:r>
            <a:r>
              <a:rPr lang="en-AU" altLang="zh-CN" sz="2400" dirty="0">
                <a:latin typeface="Courier New" panose="02070309020205020404" pitchFamily="49" charset="0"/>
              </a:rPr>
              <a:t>Pixel-3 </a:t>
            </a:r>
            <a:r>
              <a:rPr lang="en-AU" sz="2400" dirty="0">
                <a:latin typeface="Courier New" panose="02070309020205020404" pitchFamily="49" charset="0"/>
              </a:rPr>
              <a:t>10011111 00010000 11001011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5356350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3794" y="828481"/>
            <a:ext cx="10353762" cy="5172268"/>
          </a:xfrm>
        </p:spPr>
        <p:txBody>
          <a:bodyPr>
            <a:normAutofit lnSpcReduction="10000"/>
          </a:bodyPr>
          <a:lstStyle/>
          <a:p>
            <a:r>
              <a:rPr lang="en-AU" sz="2667" dirty="0"/>
              <a:t>Given the following 3 RGB values</a:t>
            </a:r>
          </a:p>
          <a:p>
            <a:endParaRPr lang="en-AU" sz="2667" dirty="0"/>
          </a:p>
          <a:p>
            <a:pPr marL="36900" indent="0">
              <a:buNone/>
            </a:pPr>
            <a:endParaRPr lang="en-AU" sz="2667" dirty="0"/>
          </a:p>
          <a:p>
            <a:r>
              <a:rPr lang="en-AU" sz="2667" dirty="0"/>
              <a:t>A secret bit stream of 101 101 101 needs to be hidden. How many LSBs will be changed at least? </a:t>
            </a:r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r>
              <a:rPr lang="en-AU" sz="2800" dirty="0"/>
              <a:t>Can we use MSB for image steganography</a:t>
            </a:r>
            <a:r>
              <a:rPr lang="en-AU" sz="2667" dirty="0"/>
              <a:t>? Why or Why not?</a:t>
            </a:r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25461" y="0"/>
            <a:ext cx="10353762" cy="936051"/>
          </a:xfrm>
        </p:spPr>
        <p:txBody>
          <a:bodyPr/>
          <a:lstStyle/>
          <a:p>
            <a:r>
              <a:rPr lang="en-AU" dirty="0"/>
              <a:t>LSB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9569" y="1335051"/>
            <a:ext cx="693631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altLang="zh-CN" sz="2400" dirty="0">
                <a:latin typeface="Courier New" panose="02070309020205020404" pitchFamily="49" charset="0"/>
              </a:rPr>
              <a:t>Pixel-1 10010101 00001101 11001001 Pixel-2 10010110 00001111 11001010 Pixel-3 10011111 00010000 11001011 </a:t>
            </a:r>
            <a:endParaRPr lang="en-AU" altLang="zh-C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269045-1A53-476E-99CA-F48C838AD451}"/>
              </a:ext>
            </a:extLst>
          </p:cNvPr>
          <p:cNvSpPr/>
          <p:nvPr/>
        </p:nvSpPr>
        <p:spPr>
          <a:xfrm>
            <a:off x="3330805" y="343857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dirty="0">
                <a:latin typeface="Courier New" panose="02070309020205020404" pitchFamily="49" charset="0"/>
              </a:rPr>
              <a:t>10010101 0000110</a:t>
            </a:r>
            <a:r>
              <a:rPr lang="en-AU" sz="24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r>
              <a:rPr lang="en-AU" sz="2400" dirty="0">
                <a:latin typeface="Courier New" panose="02070309020205020404" pitchFamily="49" charset="0"/>
              </a:rPr>
              <a:t> 11001001 1001011</a:t>
            </a:r>
            <a:r>
              <a:rPr lang="en-AU" sz="2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AU" sz="2400" dirty="0">
                <a:latin typeface="Courier New" panose="02070309020205020404" pitchFamily="49" charset="0"/>
              </a:rPr>
              <a:t> 0000111</a:t>
            </a:r>
            <a:r>
              <a:rPr lang="en-AU" sz="24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r>
              <a:rPr lang="en-AU" sz="2400" dirty="0">
                <a:latin typeface="Courier New" panose="02070309020205020404" pitchFamily="49" charset="0"/>
              </a:rPr>
              <a:t> 1100101</a:t>
            </a:r>
            <a:r>
              <a:rPr lang="en-AU" sz="2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AU" sz="2400" dirty="0">
                <a:latin typeface="Courier New" panose="02070309020205020404" pitchFamily="49" charset="0"/>
              </a:rPr>
              <a:t> 10011111 00010000 11001011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5773937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282717" y="894472"/>
            <a:ext cx="3364751" cy="719853"/>
          </a:xfrm>
        </p:spPr>
        <p:txBody>
          <a:bodyPr>
            <a:normAutofit/>
          </a:bodyPr>
          <a:lstStyle/>
          <a:p>
            <a:pPr marL="36900" indent="0">
              <a:buNone/>
            </a:pPr>
            <a:endParaRPr lang="en-AU" sz="2400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24444" y="24100"/>
            <a:ext cx="10353762" cy="936051"/>
          </a:xfrm>
        </p:spPr>
        <p:txBody>
          <a:bodyPr/>
          <a:lstStyle/>
          <a:p>
            <a:r>
              <a:rPr lang="en-AU" dirty="0"/>
              <a:t>LSB</a:t>
            </a:r>
          </a:p>
        </p:txBody>
      </p:sp>
      <p:sp>
        <p:nvSpPr>
          <p:cNvPr id="5" name="Rectangle 4"/>
          <p:cNvSpPr/>
          <p:nvPr/>
        </p:nvSpPr>
        <p:spPr>
          <a:xfrm>
            <a:off x="4317954" y="2051503"/>
            <a:ext cx="51822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latin typeface="Courier New" panose="02070309020205020404" pitchFamily="49" charset="0"/>
              </a:rPr>
              <a:t>10010101 00001101 01001001</a:t>
            </a:r>
            <a:endParaRPr lang="en-AU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E84787-74B5-4D0F-B315-C714F6152E48}"/>
              </a:ext>
            </a:extLst>
          </p:cNvPr>
          <p:cNvSpPr/>
          <p:nvPr/>
        </p:nvSpPr>
        <p:spPr>
          <a:xfrm>
            <a:off x="1282717" y="3554164"/>
            <a:ext cx="51822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latin typeface="Courier New" panose="02070309020205020404" pitchFamily="49" charset="0"/>
              </a:rPr>
              <a:t>10010101 </a:t>
            </a:r>
            <a:r>
              <a:rPr lang="en-AU" sz="2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AU" sz="2400" dirty="0">
                <a:latin typeface="Courier New" panose="02070309020205020404" pitchFamily="49" charset="0"/>
              </a:rPr>
              <a:t>0001101 01001001</a:t>
            </a:r>
            <a:endParaRPr lang="en-AU" sz="2400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6E19FCD7-FF68-4C22-A93B-240A270B5B7B}"/>
              </a:ext>
            </a:extLst>
          </p:cNvPr>
          <p:cNvSpPr txBox="1">
            <a:spLocks/>
          </p:cNvSpPr>
          <p:nvPr/>
        </p:nvSpPr>
        <p:spPr>
          <a:xfrm>
            <a:off x="1991197" y="1767245"/>
            <a:ext cx="2326757" cy="104481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>
              <a:buNone/>
            </a:pPr>
            <a:r>
              <a:rPr lang="en-AU" sz="2600" dirty="0"/>
              <a:t>RGB value </a:t>
            </a:r>
          </a:p>
          <a:p>
            <a:pPr marL="36900" indent="0" algn="ctr">
              <a:buNone/>
            </a:pPr>
            <a:r>
              <a:rPr lang="en-AU" sz="2600" dirty="0"/>
              <a:t>(149, 13, 73)</a:t>
            </a:r>
            <a:endParaRPr lang="en-AU" sz="2667" dirty="0"/>
          </a:p>
          <a:p>
            <a:endParaRPr lang="en-AU" sz="2667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2BAEF4-3649-40FB-9454-D48D7EBE3C67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3873843" y="2513168"/>
            <a:ext cx="3035237" cy="104099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38CEB691-A15D-4B14-9A8F-450ACFA58842}"/>
              </a:ext>
            </a:extLst>
          </p:cNvPr>
          <p:cNvSpPr txBox="1">
            <a:spLocks/>
          </p:cNvSpPr>
          <p:nvPr/>
        </p:nvSpPr>
        <p:spPr>
          <a:xfrm>
            <a:off x="4125274" y="2783206"/>
            <a:ext cx="1044388" cy="71985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AU" sz="2400" dirty="0"/>
              <a:t>MSB</a:t>
            </a:r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D7F1D8-536C-4BF8-8FE8-695718992055}"/>
              </a:ext>
            </a:extLst>
          </p:cNvPr>
          <p:cNvSpPr/>
          <p:nvPr/>
        </p:nvSpPr>
        <p:spPr>
          <a:xfrm>
            <a:off x="6720990" y="3568816"/>
            <a:ext cx="51822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latin typeface="Courier New" panose="02070309020205020404" pitchFamily="49" charset="0"/>
              </a:rPr>
              <a:t>10010101 00001101 0100100</a:t>
            </a:r>
            <a:r>
              <a:rPr lang="en-AU" sz="24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endParaRPr lang="en-AU" sz="2400" dirty="0">
              <a:solidFill>
                <a:srgbClr val="FF0000"/>
              </a:solidFill>
            </a:endParaRPr>
          </a:p>
        </p:txBody>
      </p:sp>
      <p:sp>
        <p:nvSpPr>
          <p:cNvPr id="18" name="Content Placeholder 1">
            <a:extLst>
              <a:ext uri="{FF2B5EF4-FFF2-40B4-BE49-F238E27FC236}">
                <a16:creationId xmlns:a16="http://schemas.microsoft.com/office/drawing/2014/main" id="{B908B05D-639B-4C28-BC59-880615D21E02}"/>
              </a:ext>
            </a:extLst>
          </p:cNvPr>
          <p:cNvSpPr txBox="1">
            <a:spLocks/>
          </p:cNvSpPr>
          <p:nvPr/>
        </p:nvSpPr>
        <p:spPr>
          <a:xfrm>
            <a:off x="1282717" y="906163"/>
            <a:ext cx="10353762" cy="57147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110 needs to be hidden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933314-6E4A-4060-B503-0D569F0752E1}"/>
              </a:ext>
            </a:extLst>
          </p:cNvPr>
          <p:cNvCxnSpPr>
            <a:cxnSpLocks/>
            <a:stCxn id="5" idx="2"/>
            <a:endCxn id="17" idx="0"/>
          </p:cNvCxnSpPr>
          <p:nvPr/>
        </p:nvCxnSpPr>
        <p:spPr>
          <a:xfrm>
            <a:off x="6909080" y="2513168"/>
            <a:ext cx="2403036" cy="105564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ontent Placeholder 1">
            <a:extLst>
              <a:ext uri="{FF2B5EF4-FFF2-40B4-BE49-F238E27FC236}">
                <a16:creationId xmlns:a16="http://schemas.microsoft.com/office/drawing/2014/main" id="{0B62CB39-33A9-4241-8A7C-5FB5EBE988EF}"/>
              </a:ext>
            </a:extLst>
          </p:cNvPr>
          <p:cNvSpPr txBox="1">
            <a:spLocks/>
          </p:cNvSpPr>
          <p:nvPr/>
        </p:nvSpPr>
        <p:spPr>
          <a:xfrm>
            <a:off x="8271832" y="2673640"/>
            <a:ext cx="1044388" cy="71985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AU" sz="2400" dirty="0"/>
              <a:t>LSB</a:t>
            </a:r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</p:txBody>
      </p:sp>
      <p:sp>
        <p:nvSpPr>
          <p:cNvPr id="26" name="Content Placeholder 1">
            <a:extLst>
              <a:ext uri="{FF2B5EF4-FFF2-40B4-BE49-F238E27FC236}">
                <a16:creationId xmlns:a16="http://schemas.microsoft.com/office/drawing/2014/main" id="{F2D9A04B-9329-4357-93D5-D0E398793D8B}"/>
              </a:ext>
            </a:extLst>
          </p:cNvPr>
          <p:cNvSpPr txBox="1">
            <a:spLocks/>
          </p:cNvSpPr>
          <p:nvPr/>
        </p:nvSpPr>
        <p:spPr>
          <a:xfrm>
            <a:off x="2323164" y="4362579"/>
            <a:ext cx="2553636" cy="104481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>
              <a:buNone/>
            </a:pPr>
            <a:r>
              <a:rPr lang="en-AU" sz="2600" dirty="0"/>
              <a:t>(149, </a:t>
            </a:r>
            <a:r>
              <a:rPr lang="en-AU" sz="2600" dirty="0">
                <a:solidFill>
                  <a:srgbClr val="FF0000"/>
                </a:solidFill>
              </a:rPr>
              <a:t>141</a:t>
            </a:r>
            <a:r>
              <a:rPr lang="en-AU" sz="2600" dirty="0"/>
              <a:t>, 73)</a:t>
            </a:r>
          </a:p>
          <a:p>
            <a:pPr marL="36900" indent="0" algn="ctr">
              <a:buNone/>
            </a:pPr>
            <a:r>
              <a:rPr lang="en-AU" sz="2600" dirty="0"/>
              <a:t>RGB value </a:t>
            </a:r>
            <a:endParaRPr lang="en-AU" sz="2667" dirty="0"/>
          </a:p>
          <a:p>
            <a:endParaRPr lang="en-AU" sz="2667" dirty="0"/>
          </a:p>
        </p:txBody>
      </p:sp>
      <p:sp>
        <p:nvSpPr>
          <p:cNvPr id="27" name="Content Placeholder 1">
            <a:extLst>
              <a:ext uri="{FF2B5EF4-FFF2-40B4-BE49-F238E27FC236}">
                <a16:creationId xmlns:a16="http://schemas.microsoft.com/office/drawing/2014/main" id="{CFB71745-33E9-4238-96DE-007009CDEB9B}"/>
              </a:ext>
            </a:extLst>
          </p:cNvPr>
          <p:cNvSpPr txBox="1">
            <a:spLocks/>
          </p:cNvSpPr>
          <p:nvPr/>
        </p:nvSpPr>
        <p:spPr>
          <a:xfrm>
            <a:off x="8110598" y="4362578"/>
            <a:ext cx="2326757" cy="104481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>
              <a:buNone/>
            </a:pPr>
            <a:r>
              <a:rPr lang="en-AU" sz="2600" dirty="0"/>
              <a:t>(149, 13, </a:t>
            </a:r>
            <a:r>
              <a:rPr lang="en-AU" sz="2600" dirty="0">
                <a:solidFill>
                  <a:srgbClr val="FF0000"/>
                </a:solidFill>
              </a:rPr>
              <a:t>72</a:t>
            </a:r>
            <a:r>
              <a:rPr lang="en-AU" sz="2600" dirty="0"/>
              <a:t>)</a:t>
            </a:r>
          </a:p>
          <a:p>
            <a:pPr marL="36900" indent="0" algn="ctr">
              <a:buNone/>
            </a:pPr>
            <a:r>
              <a:rPr lang="en-AU" sz="2600" dirty="0"/>
              <a:t>RGB value </a:t>
            </a:r>
          </a:p>
          <a:p>
            <a:endParaRPr lang="en-AU" sz="2400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</p:txBody>
      </p:sp>
    </p:spTree>
    <p:extLst>
      <p:ext uri="{BB962C8B-B14F-4D97-AF65-F5344CB8AC3E}">
        <p14:creationId xmlns:p14="http://schemas.microsoft.com/office/powerpoint/2010/main" val="11870284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544104"/>
            <a:ext cx="10972800" cy="3769792"/>
          </a:xfrm>
        </p:spPr>
        <p:txBody>
          <a:bodyPr>
            <a:normAutofit/>
          </a:bodyPr>
          <a:lstStyle/>
          <a:p>
            <a:r>
              <a:rPr lang="en-AU" sz="2800" dirty="0"/>
              <a:t>Demo</a:t>
            </a:r>
          </a:p>
          <a:p>
            <a:pPr lvl="1"/>
            <a:r>
              <a:rPr lang="en-AU" sz="2600" dirty="0"/>
              <a:t>Either host OS or VM is fine</a:t>
            </a:r>
          </a:p>
          <a:p>
            <a:pPr lvl="1"/>
            <a:r>
              <a:rPr lang="en-AU" sz="2600" dirty="0"/>
              <a:t>Python 3 and </a:t>
            </a:r>
            <a:r>
              <a:rPr lang="en-US" sz="2600" dirty="0"/>
              <a:t>Python Pillow library </a:t>
            </a:r>
            <a:r>
              <a:rPr lang="en-AU" sz="2600" dirty="0"/>
              <a:t>installed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F8FB6D77-CE21-429D-831F-34E2F98C5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4936"/>
            <a:ext cx="10353762" cy="955742"/>
          </a:xfrm>
        </p:spPr>
        <p:txBody>
          <a:bodyPr/>
          <a:lstStyle/>
          <a:p>
            <a:r>
              <a:rPr lang="en-AU" dirty="0"/>
              <a:t>LSB</a:t>
            </a:r>
          </a:p>
        </p:txBody>
      </p:sp>
    </p:spTree>
    <p:extLst>
      <p:ext uri="{BB962C8B-B14F-4D97-AF65-F5344CB8AC3E}">
        <p14:creationId xmlns:p14="http://schemas.microsoft.com/office/powerpoint/2010/main" val="24269476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5" y="1390650"/>
            <a:ext cx="8975459" cy="272415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LSB: LSB of each pixel is replaced with a bit of the secret message to be hidden. </a:t>
            </a:r>
          </a:p>
          <a:p>
            <a:endParaRPr lang="en-US" sz="2800" dirty="0"/>
          </a:p>
          <a:p>
            <a:r>
              <a:rPr lang="en-US" sz="2800" dirty="0">
                <a:solidFill>
                  <a:srgbClr val="FF0000"/>
                </a:solidFill>
              </a:rPr>
              <a:t>PVD (Pixel value differencing)</a:t>
            </a:r>
            <a:r>
              <a:rPr lang="en-AU" sz="2800" dirty="0"/>
              <a:t>:</a:t>
            </a:r>
            <a:r>
              <a:rPr lang="zh-CN" altLang="en-US" sz="2800" dirty="0"/>
              <a:t> </a:t>
            </a:r>
            <a:r>
              <a:rPr lang="en-AU" altLang="zh-CN" sz="2800" dirty="0"/>
              <a:t>modifies </a:t>
            </a:r>
            <a:r>
              <a:rPr lang="en-US" altLang="zh-CN" sz="2800" dirty="0"/>
              <a:t>a pair</a:t>
            </a:r>
            <a:r>
              <a:rPr lang="en-US" sz="2800" dirty="0"/>
              <a:t> of two adjacent pixels' values at one time to hide secret bits.</a:t>
            </a:r>
            <a:endParaRPr lang="en-AU" sz="2800" dirty="0"/>
          </a:p>
          <a:p>
            <a:endParaRPr lang="en-AU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23094403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3237" y="830179"/>
            <a:ext cx="11485526" cy="425763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effectLst/>
              </a:rPr>
              <a:t>Greyscale Image</a:t>
            </a:r>
            <a:r>
              <a:rPr lang="en-US" sz="2800" dirty="0">
                <a:effectLst/>
              </a:rPr>
              <a:t>: consists of shades of gray, varying from black to white, with different shades of gray in between. A shade of gray is represented by 8 bits or 16 bits. </a:t>
            </a:r>
          </a:p>
          <a:p>
            <a:r>
              <a:rPr lang="en-US" sz="2800" dirty="0">
                <a:solidFill>
                  <a:srgbClr val="FF0000"/>
                </a:solidFill>
                <a:effectLst/>
              </a:rPr>
              <a:t>Pixel</a:t>
            </a:r>
            <a:r>
              <a:rPr lang="en-US" sz="2800" dirty="0">
                <a:effectLst/>
              </a:rPr>
              <a:t>: is the smallest unit of an image. It has a single value (0 to 255 for 8-bit images) or (0 to 65,535 for 16-bit images). </a:t>
            </a:r>
          </a:p>
          <a:p>
            <a:pPr lvl="1"/>
            <a:r>
              <a:rPr lang="en-AU" sz="2400" dirty="0"/>
              <a:t>0000 0000 0000 0000</a:t>
            </a:r>
          </a:p>
          <a:p>
            <a:pPr lvl="1"/>
            <a:r>
              <a:rPr lang="en-AU" sz="2400" dirty="0"/>
              <a:t>1111 1111 1111 1111</a:t>
            </a:r>
          </a:p>
          <a:p>
            <a:endParaRPr lang="en-US" sz="2800" dirty="0">
              <a:effectLst/>
            </a:endParaRPr>
          </a:p>
          <a:p>
            <a:endParaRPr lang="en-AU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4739" y="-38343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</p:spTree>
    <p:extLst>
      <p:ext uri="{BB962C8B-B14F-4D97-AF65-F5344CB8AC3E}">
        <p14:creationId xmlns:p14="http://schemas.microsoft.com/office/powerpoint/2010/main" val="28327151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142841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86750A8F-96A1-4B28-A503-FBA5CD347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92112"/>
              </p:ext>
            </p:extLst>
          </p:nvPr>
        </p:nvGraphicFramePr>
        <p:xfrm>
          <a:off x="936171" y="1847791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err="1"/>
                        <a:t>i</a:t>
                      </a:r>
                      <a:endParaRPr lang="en-A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047F91A6-796A-4659-AA37-D00E861A97F9}"/>
              </a:ext>
            </a:extLst>
          </p:cNvPr>
          <p:cNvSpPr/>
          <p:nvPr/>
        </p:nvSpPr>
        <p:spPr>
          <a:xfrm>
            <a:off x="505374" y="119915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/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F4AA10-1B0E-41D1-91CA-C0F31711E870}"/>
              </a:ext>
            </a:extLst>
          </p:cNvPr>
          <p:cNvSpPr/>
          <p:nvPr/>
        </p:nvSpPr>
        <p:spPr>
          <a:xfrm>
            <a:off x="9819754" y="1196528"/>
            <a:ext cx="1237036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4C1B483-CD00-4589-BC32-30D1258F6BDC}"/>
                  </a:ext>
                </a:extLst>
              </p:cNvPr>
              <p:cNvSpPr/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4C1B483-CD00-4589-BC32-30D1258F6B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1F18B2F-29C6-404D-A478-E9D33DE229C1}"/>
                  </a:ext>
                </a:extLst>
              </p:cNvPr>
              <p:cNvSpPr/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1F18B2F-29C6-404D-A478-E9D33DE229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9A1C19E-89A3-4831-991F-F3E32F2E9285}"/>
                  </a:ext>
                </a:extLst>
              </p:cNvPr>
              <p:cNvSpPr/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9A1C19E-89A3-4831-991F-F3E32F2E92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82337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142841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3">
                <a:extLst>
                  <a:ext uri="{FF2B5EF4-FFF2-40B4-BE49-F238E27FC236}">
                    <a16:creationId xmlns:a16="http://schemas.microsoft.com/office/drawing/2014/main" id="{03B0EBD0-85AC-4560-BD0E-4CFD5FE30A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6171" y="3643373"/>
                <a:ext cx="6836229" cy="868522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4572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0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j-lt"/>
                    <a:ea typeface="+mj-ea"/>
                    <a:cs typeface="Trebuchet M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algn="l"/>
                <a:r>
                  <a:rPr lang="en-AU" sz="3200" dirty="0">
                    <a:effectLst/>
                    <a:latin typeface="+mn-lt"/>
                  </a:rPr>
                  <a:t>What are the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3200" b="0" i="1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sz="3200" dirty="0">
                    <a:effectLst/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AU" sz="3200" b="0" i="1" smtClean="0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AU" sz="3200" dirty="0">
                    <a:effectLst/>
                    <a:latin typeface="+mn-lt"/>
                  </a:rPr>
                  <a:t>? </a:t>
                </a:r>
              </a:p>
            </p:txBody>
          </p:sp>
        </mc:Choice>
        <mc:Fallback xmlns="">
          <p:sp>
            <p:nvSpPr>
              <p:cNvPr id="10" name="Title 3">
                <a:extLst>
                  <a:ext uri="{FF2B5EF4-FFF2-40B4-BE49-F238E27FC236}">
                    <a16:creationId xmlns:a16="http://schemas.microsoft.com/office/drawing/2014/main" id="{03B0EBD0-85AC-4560-BD0E-4CFD5FE30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71" y="3643373"/>
                <a:ext cx="6836229" cy="8685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6FE22156-867C-4C2F-9CF3-B92B8D506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92112"/>
              </p:ext>
            </p:extLst>
          </p:nvPr>
        </p:nvGraphicFramePr>
        <p:xfrm>
          <a:off x="936171" y="1847791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err="1"/>
                        <a:t>i</a:t>
                      </a:r>
                      <a:endParaRPr lang="en-A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57C717B0-A79A-43D2-AD17-171CCC947F36}"/>
              </a:ext>
            </a:extLst>
          </p:cNvPr>
          <p:cNvSpPr/>
          <p:nvPr/>
        </p:nvSpPr>
        <p:spPr>
          <a:xfrm>
            <a:off x="505374" y="119915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/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7E1287-96DD-4789-9545-1C01AE5C1687}"/>
              </a:ext>
            </a:extLst>
          </p:cNvPr>
          <p:cNvSpPr/>
          <p:nvPr/>
        </p:nvSpPr>
        <p:spPr>
          <a:xfrm>
            <a:off x="9819754" y="1196528"/>
            <a:ext cx="1237036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AB9586-F945-436C-861E-A2EE18FCDDF9}"/>
                  </a:ext>
                </a:extLst>
              </p:cNvPr>
              <p:cNvSpPr/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AB9586-F945-436C-861E-A2EE18FCDD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CBDA9DF-2A10-447B-B975-B969C0CB74BC}"/>
                  </a:ext>
                </a:extLst>
              </p:cNvPr>
              <p:cNvSpPr/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CBDA9DF-2A10-447B-B975-B969C0CB74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AB3EC1A-3F92-42DF-85BF-447B83A9E33F}"/>
                  </a:ext>
                </a:extLst>
              </p:cNvPr>
              <p:cNvSpPr/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AB3EC1A-3F92-42DF-85BF-447B83A9E3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35198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142841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E543D091-60DB-4D2D-990A-30381EF63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586100"/>
              </p:ext>
            </p:extLst>
          </p:nvPr>
        </p:nvGraphicFramePr>
        <p:xfrm>
          <a:off x="936171" y="1847791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err="1"/>
                        <a:t>i</a:t>
                      </a:r>
                      <a:endParaRPr lang="en-A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E9AC7856-93BA-479D-9E81-A730563998C1}"/>
              </a:ext>
            </a:extLst>
          </p:cNvPr>
          <p:cNvSpPr/>
          <p:nvPr/>
        </p:nvSpPr>
        <p:spPr>
          <a:xfrm>
            <a:off x="505374" y="119915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/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415140-7EAB-40CE-9091-8539F6E05BCE}"/>
              </a:ext>
            </a:extLst>
          </p:cNvPr>
          <p:cNvSpPr/>
          <p:nvPr/>
        </p:nvSpPr>
        <p:spPr>
          <a:xfrm>
            <a:off x="9819754" y="1196528"/>
            <a:ext cx="1237036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95F0A1D-7B0B-4581-AB95-DCD3D85CE114}"/>
                  </a:ext>
                </a:extLst>
              </p:cNvPr>
              <p:cNvSpPr/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95F0A1D-7B0B-4581-AB95-DCD3D85CE1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6481263-EC28-43AB-96F7-49BC1E50CBB6}"/>
                  </a:ext>
                </a:extLst>
              </p:cNvPr>
              <p:cNvSpPr/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6481263-EC28-43AB-96F7-49BC1E50CB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89A4C23-93AF-4906-94A6-4C528E26BCDD}"/>
                  </a:ext>
                </a:extLst>
              </p:cNvPr>
              <p:cNvSpPr/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89A4C23-93AF-4906-94A6-4C528E26BC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903" y="3485230"/>
                <a:ext cx="9326726" cy="2173612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𝑊𝑖𝑑𝑡h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AU" sz="28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AU" sz="2800" baseline="30000" dirty="0">
                  <a:solidFill>
                    <a:schemeClr val="lt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AU" sz="2800" i="1"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AU" sz="2800" i="1">
                        <a:effectLst/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sz="2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>
                                <a:effectLst/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sz="28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AU" sz="2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sz="28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800" i="1">
                                    <a:effectLst/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AU" sz="2800" i="1"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AU" sz="2800" i="1">
                                <a:effectLst/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AU" sz="28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800" i="1">
                                    <a:effectLst/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AU" sz="2800" i="1"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AU" sz="2800" i="1">
                                <a:effectLst/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</m:oMath>
                </a14:m>
                <a:endParaRPr lang="en-AU" sz="2800" dirty="0">
                  <a:effectLst/>
                </a:endParaRPr>
              </a:p>
              <a:p>
                <a:pPr marL="36900" indent="0">
                  <a:buNone/>
                </a:pPr>
                <a:endParaRPr lang="en-AU" sz="3200" baseline="30000" dirty="0">
                  <a:solidFill>
                    <a:schemeClr val="lt1"/>
                  </a:solidFill>
                </a:endParaRPr>
              </a:p>
            </p:txBody>
          </p:sp>
        </mc:Choice>
        <mc:Fallback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03" y="3485230"/>
                <a:ext cx="9326726" cy="21736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6191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4739" y="-38343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E543D091-60DB-4D2D-990A-30381EF63682}"/>
              </a:ext>
            </a:extLst>
          </p:cNvPr>
          <p:cNvGraphicFramePr>
            <a:graphicFrameLocks noGrp="1"/>
          </p:cNvGraphicFramePr>
          <p:nvPr/>
        </p:nvGraphicFramePr>
        <p:xfrm>
          <a:off x="936171" y="2109043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1" name="Left Brace 10">
            <a:extLst>
              <a:ext uri="{FF2B5EF4-FFF2-40B4-BE49-F238E27FC236}">
                <a16:creationId xmlns:a16="http://schemas.microsoft.com/office/drawing/2014/main" id="{2FA81788-18BB-41A4-B140-B26F3E8B9569}"/>
              </a:ext>
            </a:extLst>
          </p:cNvPr>
          <p:cNvSpPr/>
          <p:nvPr/>
        </p:nvSpPr>
        <p:spPr>
          <a:xfrm rot="16200000">
            <a:off x="980830" y="2797051"/>
            <a:ext cx="387016" cy="49438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DFFFB5E7-B372-45E9-9D55-A3E5AD3A6CC9}"/>
              </a:ext>
            </a:extLst>
          </p:cNvPr>
          <p:cNvSpPr/>
          <p:nvPr/>
        </p:nvSpPr>
        <p:spPr>
          <a:xfrm rot="16200000">
            <a:off x="1494805" y="2771069"/>
            <a:ext cx="371441" cy="53076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DDF177-2647-4B07-A989-7ACCCFB7DCA5}"/>
              </a:ext>
            </a:extLst>
          </p:cNvPr>
          <p:cNvSpPr/>
          <p:nvPr/>
        </p:nvSpPr>
        <p:spPr>
          <a:xfrm>
            <a:off x="687655" y="326457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AAB11E-31D6-4D30-8899-080B01D6787C}"/>
              </a:ext>
            </a:extLst>
          </p:cNvPr>
          <p:cNvSpPr/>
          <p:nvPr/>
        </p:nvSpPr>
        <p:spPr>
          <a:xfrm>
            <a:off x="1924139" y="3264577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16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AC7856-93BA-479D-9E81-A730563998C1}"/>
              </a:ext>
            </a:extLst>
          </p:cNvPr>
          <p:cNvSpPr/>
          <p:nvPr/>
        </p:nvSpPr>
        <p:spPr>
          <a:xfrm>
            <a:off x="462768" y="160132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415140-7EAB-40CE-9091-8539F6E05BCE}"/>
              </a:ext>
            </a:extLst>
          </p:cNvPr>
          <p:cNvSpPr/>
          <p:nvPr/>
        </p:nvSpPr>
        <p:spPr>
          <a:xfrm>
            <a:off x="10161519" y="1553097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255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6E32D3-FE4E-4DD8-9DE3-BF8AB07394F2}"/>
              </a:ext>
            </a:extLst>
          </p:cNvPr>
          <p:cNvSpPr/>
          <p:nvPr/>
        </p:nvSpPr>
        <p:spPr>
          <a:xfrm>
            <a:off x="3200887" y="3264576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32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09F7C1-BBAC-44C2-B25A-06C4F6446D9D}"/>
              </a:ext>
            </a:extLst>
          </p:cNvPr>
          <p:cNvSpPr/>
          <p:nvPr/>
        </p:nvSpPr>
        <p:spPr>
          <a:xfrm>
            <a:off x="1192926" y="326457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8</a:t>
            </a: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3B4F790D-D3C7-4BD6-B300-4E2312DCD8E1}"/>
              </a:ext>
            </a:extLst>
          </p:cNvPr>
          <p:cNvSpPr/>
          <p:nvPr/>
        </p:nvSpPr>
        <p:spPr>
          <a:xfrm rot="16200000">
            <a:off x="2221528" y="2560465"/>
            <a:ext cx="387588" cy="966983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C5260275-12E7-4D21-8518-6D36AC9C0C3E}"/>
              </a:ext>
            </a:extLst>
          </p:cNvPr>
          <p:cNvSpPr/>
          <p:nvPr/>
        </p:nvSpPr>
        <p:spPr>
          <a:xfrm rot="16200000">
            <a:off x="3440546" y="2308430"/>
            <a:ext cx="415552" cy="1499013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046FE0-4D3E-4AA8-9A3F-425B3F6D38AE}"/>
              </a:ext>
            </a:extLst>
          </p:cNvPr>
          <p:cNvSpPr/>
          <p:nvPr/>
        </p:nvSpPr>
        <p:spPr>
          <a:xfrm>
            <a:off x="4833251" y="3237752"/>
            <a:ext cx="1667530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64 = 2</a:t>
            </a:r>
            <a:r>
              <a:rPr lang="en-AU" sz="2800" baseline="30000" dirty="0"/>
              <a:t>^6</a:t>
            </a: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16251F26-7F9B-4DB2-82C8-C1A469002155}"/>
              </a:ext>
            </a:extLst>
          </p:cNvPr>
          <p:cNvSpPr/>
          <p:nvPr/>
        </p:nvSpPr>
        <p:spPr>
          <a:xfrm rot="16200000">
            <a:off x="5478437" y="1777870"/>
            <a:ext cx="415552" cy="256129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2D0E8649-0347-44C2-87A1-75D7211FD6CD}"/>
              </a:ext>
            </a:extLst>
          </p:cNvPr>
          <p:cNvSpPr/>
          <p:nvPr/>
        </p:nvSpPr>
        <p:spPr>
          <a:xfrm rot="16200000">
            <a:off x="8620542" y="1197061"/>
            <a:ext cx="415552" cy="372291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46F2B5-A956-415F-B4B3-51565FAA829F}"/>
              </a:ext>
            </a:extLst>
          </p:cNvPr>
          <p:cNvSpPr/>
          <p:nvPr/>
        </p:nvSpPr>
        <p:spPr>
          <a:xfrm>
            <a:off x="8344827" y="3237752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37608859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142841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903" y="3485230"/>
                <a:ext cx="6148098" cy="912131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A pair of grey pixel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b="0" kern="1200" baseline="-25000" dirty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AU" sz="2400" b="0" kern="1200" baseline="-250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03" y="3485230"/>
                <a:ext cx="6148098" cy="9121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4">
                <a:extLst>
                  <a:ext uri="{FF2B5EF4-FFF2-40B4-BE49-F238E27FC236}">
                    <a16:creationId xmlns:a16="http://schemas.microsoft.com/office/drawing/2014/main" id="{468CBA4A-6F5C-4CF4-BCC9-5755A15E31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4335898"/>
                  </p:ext>
                </p:extLst>
              </p:nvPr>
            </p:nvGraphicFramePr>
            <p:xfrm>
              <a:off x="1907213" y="4479170"/>
              <a:ext cx="3426788" cy="14547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56697">
                      <a:extLst>
                        <a:ext uri="{9D8B030D-6E8A-4147-A177-3AD203B41FA5}">
                          <a16:colId xmlns:a16="http://schemas.microsoft.com/office/drawing/2014/main" val="1225754246"/>
                        </a:ext>
                      </a:extLst>
                    </a:gridCol>
                    <a:gridCol w="856697">
                      <a:extLst>
                        <a:ext uri="{9D8B030D-6E8A-4147-A177-3AD203B41FA5}">
                          <a16:colId xmlns:a16="http://schemas.microsoft.com/office/drawing/2014/main" val="1866791954"/>
                        </a:ext>
                      </a:extLst>
                    </a:gridCol>
                    <a:gridCol w="856697">
                      <a:extLst>
                        <a:ext uri="{9D8B030D-6E8A-4147-A177-3AD203B41FA5}">
                          <a16:colId xmlns:a16="http://schemas.microsoft.com/office/drawing/2014/main" val="3090548080"/>
                        </a:ext>
                      </a:extLst>
                    </a:gridCol>
                    <a:gridCol w="856697">
                      <a:extLst>
                        <a:ext uri="{9D8B030D-6E8A-4147-A177-3AD203B41FA5}">
                          <a16:colId xmlns:a16="http://schemas.microsoft.com/office/drawing/2014/main" val="1412354845"/>
                        </a:ext>
                      </a:extLst>
                    </a:gridCol>
                  </a:tblGrid>
                  <a:tr h="28905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28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2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AU" sz="2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2800" b="0" kern="1200" baseline="-250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28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2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AU" sz="2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en-AU" sz="2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2800" b="0" kern="1200" baseline="-250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14018511"/>
                      </a:ext>
                    </a:extLst>
                  </a:tr>
                  <a:tr h="462390"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1545641"/>
                      </a:ext>
                    </a:extLst>
                  </a:tr>
                  <a:tr h="439893"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442011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4">
                <a:extLst>
                  <a:ext uri="{FF2B5EF4-FFF2-40B4-BE49-F238E27FC236}">
                    <a16:creationId xmlns:a16="http://schemas.microsoft.com/office/drawing/2014/main" id="{468CBA4A-6F5C-4CF4-BCC9-5755A15E31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4335898"/>
                  </p:ext>
                </p:extLst>
              </p:nvPr>
            </p:nvGraphicFramePr>
            <p:xfrm>
              <a:off x="1907213" y="4479170"/>
              <a:ext cx="3426788" cy="14547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56697">
                      <a:extLst>
                        <a:ext uri="{9D8B030D-6E8A-4147-A177-3AD203B41FA5}">
                          <a16:colId xmlns:a16="http://schemas.microsoft.com/office/drawing/2014/main" val="1225754246"/>
                        </a:ext>
                      </a:extLst>
                    </a:gridCol>
                    <a:gridCol w="856697">
                      <a:extLst>
                        <a:ext uri="{9D8B030D-6E8A-4147-A177-3AD203B41FA5}">
                          <a16:colId xmlns:a16="http://schemas.microsoft.com/office/drawing/2014/main" val="1866791954"/>
                        </a:ext>
                      </a:extLst>
                    </a:gridCol>
                    <a:gridCol w="856697">
                      <a:extLst>
                        <a:ext uri="{9D8B030D-6E8A-4147-A177-3AD203B41FA5}">
                          <a16:colId xmlns:a16="http://schemas.microsoft.com/office/drawing/2014/main" val="3090548080"/>
                        </a:ext>
                      </a:extLst>
                    </a:gridCol>
                    <a:gridCol w="856697">
                      <a:extLst>
                        <a:ext uri="{9D8B030D-6E8A-4147-A177-3AD203B41FA5}">
                          <a16:colId xmlns:a16="http://schemas.microsoft.com/office/drawing/2014/main" val="1412354845"/>
                        </a:ext>
                      </a:extLst>
                    </a:gridCol>
                  </a:tblGrid>
                  <a:tr h="5525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09" t="-1099" r="-302837" b="-165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709" t="-1099" r="-202837" b="-165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14018511"/>
                      </a:ext>
                    </a:extLst>
                  </a:tr>
                  <a:tr h="462390"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1545641"/>
                      </a:ext>
                    </a:extLst>
                  </a:tr>
                  <a:tr h="439893"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442011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32F9D35-694C-40DE-B39D-4D3F3192D515}"/>
              </a:ext>
            </a:extLst>
          </p:cNvPr>
          <p:cNvSpPr/>
          <p:nvPr/>
        </p:nvSpPr>
        <p:spPr>
          <a:xfrm>
            <a:off x="2705925" y="5897812"/>
            <a:ext cx="1822531" cy="6661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Grey Image</a:t>
            </a:r>
            <a:endParaRPr lang="en-AU" sz="2800" baseline="-25000" dirty="0"/>
          </a:p>
        </p:txBody>
      </p:sp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B6ADACF9-9BFE-40DE-B182-B82312B671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493235"/>
              </p:ext>
            </p:extLst>
          </p:nvPr>
        </p:nvGraphicFramePr>
        <p:xfrm>
          <a:off x="936171" y="1847791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err="1"/>
                        <a:t>i</a:t>
                      </a:r>
                      <a:endParaRPr lang="en-A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1819D0B5-0ACB-4499-84BC-F4FC8A1F359C}"/>
              </a:ext>
            </a:extLst>
          </p:cNvPr>
          <p:cNvSpPr/>
          <p:nvPr/>
        </p:nvSpPr>
        <p:spPr>
          <a:xfrm>
            <a:off x="505374" y="119915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/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157C5E-88D4-46EE-BDA4-9B7DCDC8FE20}"/>
              </a:ext>
            </a:extLst>
          </p:cNvPr>
          <p:cNvSpPr/>
          <p:nvPr/>
        </p:nvSpPr>
        <p:spPr>
          <a:xfrm>
            <a:off x="9819754" y="1196528"/>
            <a:ext cx="1237036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0D6024E-1E00-4118-B854-188941985BF2}"/>
                  </a:ext>
                </a:extLst>
              </p:cNvPr>
              <p:cNvSpPr/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0D6024E-1E00-4118-B854-188941985B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F398709-1F1F-43AE-B465-6E20117A88A8}"/>
                  </a:ext>
                </a:extLst>
              </p:cNvPr>
              <p:cNvSpPr/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F398709-1F1F-43AE-B465-6E20117A88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BCE4067-8260-419B-B8FA-D798A8114EA6}"/>
                  </a:ext>
                </a:extLst>
              </p:cNvPr>
              <p:cNvSpPr/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BCE4067-8260-419B-B8FA-D798A8114E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03098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142841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902" y="3485229"/>
                <a:ext cx="11092238" cy="2515520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3200" dirty="0"/>
                  <a:t>A pair of grey pixel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3200" b="0" kern="1200" baseline="-25000" dirty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AU" sz="3200" b="0" kern="1200" baseline="-250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3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AU" sz="3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3200" baseline="-25000" dirty="0"/>
                  <a:t>,</a:t>
                </a:r>
                <a:r>
                  <a:rPr lang="zh-CN" altLang="en-US" sz="3200" baseline="-25000" dirty="0"/>
                  <a:t> </a:t>
                </a:r>
                <a:r>
                  <a:rPr lang="en-AU" altLang="zh-CN" sz="32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b="0" i="1" smtClean="0">
                            <a:effectLst/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32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r>
                      <a:rPr lang="en-AU" sz="3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AU" altLang="zh-CN" sz="3200" dirty="0"/>
                  <a:t>is within [0, 255]</a:t>
                </a:r>
              </a:p>
              <a:p>
                <a:r>
                  <a:rPr lang="en-AU" sz="3200" dirty="0"/>
                  <a:t>More specifically,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3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AU" sz="3200" dirty="0"/>
                  <a:t> falls within a sub-range, denoted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3200" dirty="0"/>
                  <a:t> </a:t>
                </a:r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02" y="3485229"/>
                <a:ext cx="11092238" cy="2515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E2162BEE-F4CA-4B4C-B890-738CD0851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419947"/>
              </p:ext>
            </p:extLst>
          </p:nvPr>
        </p:nvGraphicFramePr>
        <p:xfrm>
          <a:off x="936171" y="1847791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err="1"/>
                        <a:t>i</a:t>
                      </a:r>
                      <a:endParaRPr lang="en-A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F47AE285-8703-40C5-932B-27F58D61ABF1}"/>
              </a:ext>
            </a:extLst>
          </p:cNvPr>
          <p:cNvSpPr/>
          <p:nvPr/>
        </p:nvSpPr>
        <p:spPr>
          <a:xfrm>
            <a:off x="505374" y="119915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/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4F4524-F381-4694-B2F2-35682BED28EB}"/>
              </a:ext>
            </a:extLst>
          </p:cNvPr>
          <p:cNvSpPr/>
          <p:nvPr/>
        </p:nvSpPr>
        <p:spPr>
          <a:xfrm>
            <a:off x="9819754" y="1196528"/>
            <a:ext cx="1237036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DFAE104-9074-460B-B297-B56D07D70545}"/>
                  </a:ext>
                </a:extLst>
              </p:cNvPr>
              <p:cNvSpPr/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DFAE104-9074-460B-B297-B56D07D705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1EC2B59-3B8B-4CD7-9E64-FF7B3178CB3F}"/>
                  </a:ext>
                </a:extLst>
              </p:cNvPr>
              <p:cNvSpPr/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1EC2B59-3B8B-4CD7-9E64-FF7B3178CB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027824-6B6B-42AB-98BE-335AE63AFB63}"/>
                  </a:ext>
                </a:extLst>
              </p:cNvPr>
              <p:cNvSpPr/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027824-6B6B-42AB-98BE-335AE63AFB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98985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551333" y="5758156"/>
            <a:ext cx="753545" cy="365125"/>
          </a:xfrm>
        </p:spPr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86415" y="19240"/>
            <a:ext cx="7653111" cy="708644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4806" y="2693874"/>
                <a:ext cx="8273496" cy="1992446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A pair of grey pixel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b="0" kern="1200" baseline="-25000" dirty="0">
                    <a:solidFill>
                      <a:schemeClr val="lt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AU" sz="2800" b="0" kern="1200" baseline="-25000" dirty="0">
                  <a:solidFill>
                    <a:schemeClr val="lt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baseline="-25000" dirty="0"/>
                  <a:t>,</a:t>
                </a:r>
                <a:r>
                  <a:rPr lang="zh-CN" altLang="en-US" sz="2800" baseline="-25000" dirty="0"/>
                  <a:t> </a:t>
                </a:r>
                <a:r>
                  <a:rPr lang="en-AU" altLang="zh-CN" sz="28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0" i="1" smtClean="0">
                            <a:effectLst/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28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AU" altLang="zh-CN" sz="2800" dirty="0"/>
                  <a:t>is within [0, 255]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r>
                      <a:rPr lang="en-AU" sz="28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AU" sz="2800" dirty="0"/>
                  <a:t>falls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800" dirty="0"/>
                  <a:t>:</a:t>
                </a:r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06" y="2693874"/>
                <a:ext cx="8273496" cy="19924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E2162BEE-F4CA-4B4C-B890-738CD0851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883390"/>
              </p:ext>
            </p:extLst>
          </p:nvPr>
        </p:nvGraphicFramePr>
        <p:xfrm>
          <a:off x="569152" y="1450425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err="1"/>
                        <a:t>i</a:t>
                      </a:r>
                      <a:endParaRPr lang="en-A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F47AE285-8703-40C5-932B-27F58D61ABF1}"/>
              </a:ext>
            </a:extLst>
          </p:cNvPr>
          <p:cNvSpPr/>
          <p:nvPr/>
        </p:nvSpPr>
        <p:spPr>
          <a:xfrm>
            <a:off x="138355" y="876436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4F4524-F381-4694-B2F2-35682BED28EB}"/>
              </a:ext>
            </a:extLst>
          </p:cNvPr>
          <p:cNvSpPr/>
          <p:nvPr/>
        </p:nvSpPr>
        <p:spPr>
          <a:xfrm>
            <a:off x="9452735" y="799162"/>
            <a:ext cx="1237036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DFAE104-9074-460B-B297-B56D07D70545}"/>
                  </a:ext>
                </a:extLst>
              </p:cNvPr>
              <p:cNvSpPr/>
              <p:nvPr/>
            </p:nvSpPr>
            <p:spPr>
              <a:xfrm>
                <a:off x="4757516" y="2043326"/>
                <a:ext cx="1301256" cy="666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28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DFAE104-9074-460B-B297-B56D07D705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516" y="2043326"/>
                <a:ext cx="1301256" cy="6661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1EC2B59-3B8B-4CD7-9E64-FF7B3178CB3F}"/>
                  </a:ext>
                </a:extLst>
              </p:cNvPr>
              <p:cNvSpPr/>
              <p:nvPr/>
            </p:nvSpPr>
            <p:spPr>
              <a:xfrm>
                <a:off x="3701044" y="851387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28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1EC2B59-3B8B-4CD7-9E64-FF7B3178CB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1044" y="851387"/>
                <a:ext cx="966982" cy="574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027824-6B6B-42AB-98BE-335AE63AFB63}"/>
                  </a:ext>
                </a:extLst>
              </p:cNvPr>
              <p:cNvSpPr/>
              <p:nvPr/>
            </p:nvSpPr>
            <p:spPr>
              <a:xfrm>
                <a:off x="6020672" y="801792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28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027824-6B6B-42AB-98BE-335AE63AFB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672" y="801792"/>
                <a:ext cx="966982" cy="5747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33E2CE6-DB72-49A8-A408-8F2C2626C8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374" y="4980121"/>
            <a:ext cx="4305901" cy="1143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9D131AC1-E467-40B2-9049-70A4DB712E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45888" y="4686320"/>
                <a:ext cx="7288988" cy="1924030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the lower boundary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AU" sz="2400" dirty="0">
                  <a:effectLst/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effectLst/>
                  </a:rPr>
                  <a:t>is the equivalent decimal value of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effectLst/>
                  </a:rPr>
                  <a:t> secret bits that can be embedded into this pair of pixels </a:t>
                </a:r>
              </a:p>
              <a:p>
                <a14:m>
                  <m:oMath xmlns:m="http://schemas.openxmlformats.org/officeDocument/2006/math">
                    <m:r>
                      <a:rPr lang="en-AU" sz="2400" i="1" smtClean="0"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AU" sz="2400" i="1" smtClean="0">
                        <a:effectLst/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AU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400">
                                <a:effectLst/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sz="24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AU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sz="24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400" i="1">
                                    <a:effectLst/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AU" sz="2400" i="1"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AU" sz="2400" i="1">
                                <a:effectLst/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AU" sz="24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400" i="1">
                                    <a:effectLst/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AU" sz="2400" i="1"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AU" sz="2400" i="1">
                                <a:effectLst/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</m:oMath>
                </a14:m>
                <a:endParaRPr lang="en-AU" sz="2400" dirty="0">
                  <a:effectLst/>
                </a:endParaRPr>
              </a:p>
            </p:txBody>
          </p:sp>
        </mc:Choice>
        <mc:Fallback xmlns="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9D131AC1-E467-40B2-9049-70A4DB712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888" y="4686320"/>
                <a:ext cx="7288988" cy="19240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FF18727-C930-4992-B33B-B75BF05DD22D}"/>
                  </a:ext>
                </a:extLst>
              </p:cNvPr>
              <p:cNvSpPr/>
              <p:nvPr/>
            </p:nvSpPr>
            <p:spPr>
              <a:xfrm>
                <a:off x="3581053" y="5279221"/>
                <a:ext cx="420885" cy="3624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</m:oMath>
                  </m:oMathPara>
                </a14:m>
                <a:endParaRPr lang="en-AU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FF18727-C930-4992-B33B-B75BF05DD2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53" y="5279221"/>
                <a:ext cx="420885" cy="3624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69496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-4637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5C45541-D93A-4FB3-A102-C582866D3A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240" y="863885"/>
                <a:ext cx="5528760" cy="2195160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 fontScale="92500" lnSpcReduction="10000"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A pair of grey pixel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b="0" kern="1200" baseline="-25000" dirty="0">
                    <a:solidFill>
                      <a:schemeClr val="lt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AU" sz="280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AU" sz="2800" b="0" i="0" dirty="0"/>
                  <a:t>Here they are 50, 65.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sz="2800" dirty="0"/>
                  <a:t>. 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sz="2800" dirty="0"/>
                  <a:t> is 15.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dirty="0"/>
                  <a:t> falls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800" dirty="0"/>
                  <a:t> (8, 23):</a:t>
                </a:r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5C45541-D93A-4FB3-A102-C582866D3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0" y="863885"/>
                <a:ext cx="5528760" cy="2195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66715411-DA38-4F65-9AD8-09963392B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445" y="863885"/>
            <a:ext cx="6195554" cy="374588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B1C4799-1CFE-46B8-9D48-894085516C6C}"/>
              </a:ext>
            </a:extLst>
          </p:cNvPr>
          <p:cNvSpPr/>
          <p:nvPr/>
        </p:nvSpPr>
        <p:spPr>
          <a:xfrm>
            <a:off x="9195758" y="863885"/>
            <a:ext cx="2454555" cy="15860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2E54D9-A213-4C58-8B0D-37CAC9CA7864}"/>
              </a:ext>
            </a:extLst>
          </p:cNvPr>
          <p:cNvSpPr/>
          <p:nvPr/>
        </p:nvSpPr>
        <p:spPr>
          <a:xfrm>
            <a:off x="9195758" y="1333500"/>
            <a:ext cx="2416454" cy="30745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26094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-4637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5C45541-D93A-4FB3-A102-C582866D3A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240" y="863885"/>
                <a:ext cx="5528760" cy="2195160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 fontScale="92500" lnSpcReduction="10000"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A pair of grey pixel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b="0" kern="1200" baseline="-25000" dirty="0">
                    <a:solidFill>
                      <a:schemeClr val="lt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AU" sz="280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AU" sz="2800" b="0" i="0" dirty="0"/>
                  <a:t>Here they are 50, 65.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sz="2800" dirty="0"/>
                  <a:t>. 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sz="2800" dirty="0"/>
                  <a:t> is 15.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dirty="0"/>
                  <a:t> falls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800" dirty="0"/>
                  <a:t> (8, 23):</a:t>
                </a:r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5C45541-D93A-4FB3-A102-C582866D3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0" y="863885"/>
                <a:ext cx="5528760" cy="2195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514D84F-E859-4D06-8B4F-1632D9F07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79" y="3227376"/>
            <a:ext cx="4305901" cy="1143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4B74B8EA-4DA4-433E-90CD-B2865A69B2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239" y="4609768"/>
                <a:ext cx="11591073" cy="1853505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is the lower boundary of </a:t>
                </a:r>
                <a14:m>
                  <m:oMath xmlns:m="http://schemas.openxmlformats.org/officeDocument/2006/math"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 </a:t>
                </a:r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is 8.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600" dirty="0"/>
                  <a:t> is the equivalent decimal value of </a:t>
                </a:r>
                <a14:m>
                  <m:oMath xmlns:m="http://schemas.openxmlformats.org/officeDocument/2006/math"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600" dirty="0"/>
                  <a:t> secret bits that can be embedded for this pair of pixels. Here </a:t>
                </a:r>
                <a14:m>
                  <m:oMath xmlns:m="http://schemas.openxmlformats.org/officeDocument/2006/math"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600" dirty="0"/>
                  <a:t> decided by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600">
                                <a:effectLst/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600" b="0" i="1" smtClean="0">
                                <a:effectLst/>
                                <a:latin typeface="Cambria Math" panose="02040503050406030204" pitchFamily="18" charset="0"/>
                              </a:rPr>
                              <m:t>23−8</m:t>
                            </m:r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600" dirty="0"/>
                  <a:t> is 4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600" dirty="0"/>
                  <a:t> is 10. </a:t>
                </a:r>
                <a:endParaRPr lang="en-AU" sz="2600" dirty="0"/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4B74B8EA-4DA4-433E-90CD-B2865A69B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9" y="4609768"/>
                <a:ext cx="11591073" cy="1853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66715411-DA38-4F65-9AD8-09963392B0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2445" y="863885"/>
            <a:ext cx="6195554" cy="374588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B1C4799-1CFE-46B8-9D48-894085516C6C}"/>
              </a:ext>
            </a:extLst>
          </p:cNvPr>
          <p:cNvSpPr/>
          <p:nvPr/>
        </p:nvSpPr>
        <p:spPr>
          <a:xfrm>
            <a:off x="9195758" y="863885"/>
            <a:ext cx="2454555" cy="15860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1DB5B98-F053-44B2-9ED0-11D67A0C4071}"/>
                  </a:ext>
                </a:extLst>
              </p:cNvPr>
              <p:cNvSpPr/>
              <p:nvPr/>
            </p:nvSpPr>
            <p:spPr>
              <a:xfrm>
                <a:off x="3276253" y="3526621"/>
                <a:ext cx="420885" cy="3624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</m:oMath>
                  </m:oMathPara>
                </a14:m>
                <a:endParaRPr lang="en-AU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1DB5B98-F053-44B2-9ED0-11D67A0C40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253" y="3526621"/>
                <a:ext cx="420885" cy="3624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BFF4C609-5EAD-4244-B2BB-CFF8174F7BD8}"/>
              </a:ext>
            </a:extLst>
          </p:cNvPr>
          <p:cNvSpPr/>
          <p:nvPr/>
        </p:nvSpPr>
        <p:spPr>
          <a:xfrm>
            <a:off x="8715984" y="1732407"/>
            <a:ext cx="680936" cy="7174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35CE382-DF82-4654-88F9-B6362BDECFA6}"/>
              </a:ext>
            </a:extLst>
          </p:cNvPr>
          <p:cNvSpPr/>
          <p:nvPr/>
        </p:nvSpPr>
        <p:spPr>
          <a:xfrm>
            <a:off x="8715984" y="3029901"/>
            <a:ext cx="680936" cy="7174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10430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-4637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5C45541-D93A-4FB3-A102-C582866D3A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240" y="863885"/>
                <a:ext cx="5528760" cy="2195160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 fontScale="92500" lnSpcReduction="10000"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A pair of grey pixel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b="0" kern="1200" baseline="-25000" dirty="0">
                    <a:solidFill>
                      <a:schemeClr val="lt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AU" sz="280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AU" sz="2800" b="0" i="0" dirty="0"/>
                  <a:t>Here they are 50, 65.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sz="2800" dirty="0"/>
                  <a:t>. 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sz="2800" dirty="0"/>
                  <a:t> is 15.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dirty="0"/>
                  <a:t> falls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800" dirty="0"/>
                  <a:t> (8, 23):</a:t>
                </a:r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5C45541-D93A-4FB3-A102-C582866D3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0" y="863885"/>
                <a:ext cx="5528760" cy="2195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514D84F-E859-4D06-8B4F-1632D9F07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79" y="3227376"/>
            <a:ext cx="4305901" cy="1143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4B74B8EA-4DA4-433E-90CD-B2865A69B2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239" y="4609768"/>
                <a:ext cx="11591073" cy="1853505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is the lower boundary of </a:t>
                </a:r>
                <a14:m>
                  <m:oMath xmlns:m="http://schemas.openxmlformats.org/officeDocument/2006/math"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 </a:t>
                </a:r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is 8.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600" dirty="0"/>
                  <a:t> is the equivalent decimal value of </a:t>
                </a:r>
                <a14:m>
                  <m:oMath xmlns:m="http://schemas.openxmlformats.org/officeDocument/2006/math"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600" dirty="0"/>
                  <a:t> secret bits that can be embedded for this pair of pixels. Here </a:t>
                </a:r>
                <a14:m>
                  <m:oMath xmlns:m="http://schemas.openxmlformats.org/officeDocument/2006/math"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600" dirty="0"/>
                  <a:t>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600">
                                <a:effectLst/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600" b="0" i="1" smtClean="0">
                                <a:effectLst/>
                                <a:latin typeface="Cambria Math" panose="02040503050406030204" pitchFamily="18" charset="0"/>
                              </a:rPr>
                              <m:t>23−8</m:t>
                            </m:r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600" dirty="0"/>
                  <a:t>) is 4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600" dirty="0"/>
                  <a:t> is 10. </a:t>
                </a:r>
                <a:endParaRPr lang="en-AU" sz="2600" dirty="0"/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4B74B8EA-4DA4-433E-90CD-B2865A69B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9" y="4609768"/>
                <a:ext cx="11591073" cy="1853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66715411-DA38-4F65-9AD8-09963392B0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2445" y="863885"/>
            <a:ext cx="6195554" cy="374588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B1C4799-1CFE-46B8-9D48-894085516C6C}"/>
              </a:ext>
            </a:extLst>
          </p:cNvPr>
          <p:cNvSpPr/>
          <p:nvPr/>
        </p:nvSpPr>
        <p:spPr>
          <a:xfrm>
            <a:off x="9195758" y="863885"/>
            <a:ext cx="2454555" cy="15860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1DB5B98-F053-44B2-9ED0-11D67A0C4071}"/>
                  </a:ext>
                </a:extLst>
              </p:cNvPr>
              <p:cNvSpPr/>
              <p:nvPr/>
            </p:nvSpPr>
            <p:spPr>
              <a:xfrm>
                <a:off x="3276253" y="3526621"/>
                <a:ext cx="420885" cy="3624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</m:oMath>
                  </m:oMathPara>
                </a14:m>
                <a:endParaRPr lang="en-AU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1DB5B98-F053-44B2-9ED0-11D67A0C40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253" y="3526621"/>
                <a:ext cx="420885" cy="3624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7A492B25-033B-44D5-BD08-7846F71A4A25}"/>
              </a:ext>
            </a:extLst>
          </p:cNvPr>
          <p:cNvSpPr/>
          <p:nvPr/>
        </p:nvSpPr>
        <p:spPr>
          <a:xfrm>
            <a:off x="8715984" y="1732407"/>
            <a:ext cx="680936" cy="7174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9DB1C78-BF78-49DD-A232-B61351E35343}"/>
              </a:ext>
            </a:extLst>
          </p:cNvPr>
          <p:cNvSpPr/>
          <p:nvPr/>
        </p:nvSpPr>
        <p:spPr>
          <a:xfrm>
            <a:off x="10237886" y="3059045"/>
            <a:ext cx="680936" cy="7174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48A14A4-8DBB-469C-8502-48974C0D1B44}"/>
              </a:ext>
            </a:extLst>
          </p:cNvPr>
          <p:cNvSpPr/>
          <p:nvPr/>
        </p:nvSpPr>
        <p:spPr>
          <a:xfrm>
            <a:off x="9943749" y="2330387"/>
            <a:ext cx="680936" cy="7174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67874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0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58285-EC24-4788-B582-8D72D5749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46" y="1089369"/>
            <a:ext cx="7440063" cy="1771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1">
                <a:extLst>
                  <a:ext uri="{FF2B5EF4-FFF2-40B4-BE49-F238E27FC236}">
                    <a16:creationId xmlns:a16="http://schemas.microsoft.com/office/drawing/2014/main" id="{B0F549B3-050B-4BB7-8898-249610E7B1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3766" y="3077099"/>
                <a:ext cx="6125091" cy="2246741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 / 2</m:t>
                    </m:r>
                  </m:oMath>
                </a14:m>
                <a:endParaRPr lang="en-AU" sz="2600" i="1" dirty="0">
                  <a:effectLst/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rounding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up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AU" sz="2600" dirty="0">
                  <a:effectLst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AU" sz="26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rounding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down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AU" sz="26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Content Placeholder 1">
                <a:extLst>
                  <a:ext uri="{FF2B5EF4-FFF2-40B4-BE49-F238E27FC236}">
                    <a16:creationId xmlns:a16="http://schemas.microsoft.com/office/drawing/2014/main" id="{B0F549B3-050B-4BB7-8898-249610E7B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66" y="3077099"/>
                <a:ext cx="6125091" cy="22467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71407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0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58285-EC24-4788-B582-8D72D5749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52" y="782194"/>
            <a:ext cx="5817448" cy="1771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1">
                <a:extLst>
                  <a:ext uri="{FF2B5EF4-FFF2-40B4-BE49-F238E27FC236}">
                    <a16:creationId xmlns:a16="http://schemas.microsoft.com/office/drawing/2014/main" id="{B0F549B3-050B-4BB7-8898-249610E7B1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770" y="2792619"/>
                <a:ext cx="6638892" cy="3283186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 lnSpcReduction="10000"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</a:rPr>
                  <a:t> </a:t>
                </a:r>
                <a:r>
                  <a:rPr lang="en-AU" sz="2600" dirty="0">
                    <a:effectLst/>
                  </a:rPr>
                  <a:t>is 15,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600" dirty="0">
                    <a:effectLst/>
                  </a:rPr>
                  <a:t>is 18.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 / 2</m:t>
                    </m:r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rounding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up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AU" sz="2600" b="0" i="1" smtClean="0">
                        <a:effectLst/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AU" sz="2600" dirty="0">
                    <a:effectLst/>
                  </a:rPr>
                  <a:t>Here,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AU" sz="2600" dirty="0">
                    <a:effectLst/>
                  </a:rPr>
                  <a:t> is 2.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AU" sz="26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rounding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down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AU" sz="26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AU" sz="2600" dirty="0">
                    <a:effectLst/>
                  </a:rPr>
                  <a:t>Here,</a:t>
                </a:r>
                <a:r>
                  <a:rPr lang="en-AU" sz="26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AU" sz="26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AU" sz="2600" dirty="0">
                    <a:effectLst/>
                  </a:rPr>
                  <a:t>is 1.</a:t>
                </a:r>
              </a:p>
              <a:p>
                <a:r>
                  <a:rPr lang="en-AU" sz="2600" dirty="0">
                    <a:effectLst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600" dirty="0">
                    <a:effectLst/>
                  </a:rPr>
                  <a:t> (15) is odd,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AU" sz="2600" dirty="0">
                    <a:effectLst/>
                  </a:rPr>
                  <a:t>is 48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AU" sz="2600" dirty="0">
                    <a:effectLst/>
                  </a:rPr>
                  <a:t> is 66.</a:t>
                </a:r>
              </a:p>
              <a:p>
                <a:endParaRPr lang="en-AU" sz="2600" dirty="0">
                  <a:effectLst/>
                </a:endParaRPr>
              </a:p>
              <a:p>
                <a:endParaRPr lang="en-AU" sz="2600" dirty="0">
                  <a:effectLst/>
                </a:endParaRPr>
              </a:p>
            </p:txBody>
          </p:sp>
        </mc:Choice>
        <mc:Fallback xmlns="">
          <p:sp>
            <p:nvSpPr>
              <p:cNvPr id="16" name="Content Placeholder 1">
                <a:extLst>
                  <a:ext uri="{FF2B5EF4-FFF2-40B4-BE49-F238E27FC236}">
                    <a16:creationId xmlns:a16="http://schemas.microsoft.com/office/drawing/2014/main" id="{B0F549B3-050B-4BB7-8898-249610E7B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70" y="2792619"/>
                <a:ext cx="6638892" cy="32831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E09A064-E9FB-445C-81C5-94D2A8EA2A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861" y="782195"/>
            <a:ext cx="5639587" cy="403364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8906163-FC93-4139-881E-BD78F230D1C7}"/>
              </a:ext>
            </a:extLst>
          </p:cNvPr>
          <p:cNvSpPr/>
          <p:nvPr/>
        </p:nvSpPr>
        <p:spPr>
          <a:xfrm>
            <a:off x="9396920" y="1139756"/>
            <a:ext cx="1709230" cy="86852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64500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0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21CA52AC-F6E1-46A5-9DEC-534B3BE73C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3402" y="1069383"/>
                <a:ext cx="9302443" cy="4578556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To extract the secret value: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AU" sz="280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AU" sz="2600" dirty="0">
                    <a:effectLst/>
                  </a:rPr>
                  <a:t>is 48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AU" sz="2600" dirty="0">
                    <a:effectLst/>
                  </a:rPr>
                  <a:t> is 66.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AU" sz="2600" dirty="0">
                    <a:effectLst/>
                  </a:rPr>
                  <a:t> = 18, i.e., 66 – 48.</a:t>
                </a:r>
              </a:p>
              <a:p>
                <a:pPr lvl="1"/>
                <a:r>
                  <a:rPr lang="en-AU" sz="2600" dirty="0">
                    <a:effectLst/>
                  </a:rPr>
                  <a:t>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600" dirty="0">
                    <a:effectLst/>
                  </a:rPr>
                  <a:t>falls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dirty="0"/>
                  <a:t> (8, 23),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is the lower boundary of </a:t>
                </a:r>
                <a14:m>
                  <m:oMath xmlns:m="http://schemas.openxmlformats.org/officeDocument/2006/math"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, i.e., 8.</a:t>
                </a:r>
              </a:p>
              <a:p>
                <a:pPr lvl="1"/>
                <a:r>
                  <a:rPr lang="en-AU" sz="2600" dirty="0">
                    <a:solidFill>
                      <a:srgbClr val="FF0000"/>
                    </a:solidFill>
                  </a:rPr>
                  <a:t>Which equation from the formula should be used? Top or bottom?</a:t>
                </a:r>
              </a:p>
              <a:p>
                <a:pPr lvl="1"/>
                <a:endParaRPr lang="en-AU" sz="2600" dirty="0"/>
              </a:p>
            </p:txBody>
          </p:sp>
        </mc:Choice>
        <mc:Fallback xmlns="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21CA52AC-F6E1-46A5-9DEC-534B3BE73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402" y="1069383"/>
                <a:ext cx="9302443" cy="45785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9171A74-8533-436B-88F4-5ED12B138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487" y="1118611"/>
            <a:ext cx="4305901" cy="1143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9563144-E736-4BDB-BF73-4CC87BC4F53A}"/>
                  </a:ext>
                </a:extLst>
              </p:cNvPr>
              <p:cNvSpPr/>
              <p:nvPr/>
            </p:nvSpPr>
            <p:spPr>
              <a:xfrm>
                <a:off x="9014113" y="1431723"/>
                <a:ext cx="420885" cy="3624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</m:oMath>
                  </m:oMathPara>
                </a14:m>
                <a:endParaRPr lang="en-AU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9563144-E736-4BDB-BF73-4CC87BC4F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4113" y="1431723"/>
                <a:ext cx="420885" cy="3624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B5391D4-6772-41B0-BBBD-F3519ECA9D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9388" y="1118611"/>
            <a:ext cx="895475" cy="3581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993FEFD-41BE-487F-AC41-E5FE7E36E9A7}"/>
              </a:ext>
            </a:extLst>
          </p:cNvPr>
          <p:cNvSpPr/>
          <p:nvPr/>
        </p:nvSpPr>
        <p:spPr>
          <a:xfrm>
            <a:off x="10269388" y="2261771"/>
            <a:ext cx="143748" cy="15965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32B355-ECD7-4015-9522-79E9CA77074B}"/>
              </a:ext>
            </a:extLst>
          </p:cNvPr>
          <p:cNvSpPr/>
          <p:nvPr/>
        </p:nvSpPr>
        <p:spPr>
          <a:xfrm>
            <a:off x="10906811" y="2425959"/>
            <a:ext cx="258051" cy="10030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64980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F5FEA-3F77-4D4C-AB72-975660139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4142"/>
            <a:ext cx="10353762" cy="1012659"/>
          </a:xfrm>
        </p:spPr>
        <p:txBody>
          <a:bodyPr/>
          <a:lstStyle/>
          <a:p>
            <a:r>
              <a:rPr lang="en-AU" dirty="0"/>
              <a:t>Image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8BBB-DCDF-406A-8C96-973EF9775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73" y="1066801"/>
            <a:ext cx="11278205" cy="4604083"/>
          </a:xfrm>
        </p:spPr>
        <p:txBody>
          <a:bodyPr>
            <a:normAutofit/>
          </a:bodyPr>
          <a:lstStyle/>
          <a:p>
            <a:r>
              <a:rPr lang="en-AU" sz="2800" dirty="0"/>
              <a:t>How difficult/easy is it to detect image steganography?</a:t>
            </a:r>
          </a:p>
          <a:p>
            <a:r>
              <a:rPr lang="en-AU" sz="2800" dirty="0"/>
              <a:t>What kinds/types of images are more resistant to image steganography?</a:t>
            </a:r>
          </a:p>
        </p:txBody>
      </p:sp>
    </p:spTree>
    <p:extLst>
      <p:ext uri="{BB962C8B-B14F-4D97-AF65-F5344CB8AC3E}">
        <p14:creationId xmlns:p14="http://schemas.microsoft.com/office/powerpoint/2010/main" val="38547457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Image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4" y="1205865"/>
            <a:ext cx="10885761" cy="3714749"/>
          </a:xfrm>
        </p:spPr>
        <p:txBody>
          <a:bodyPr/>
          <a:lstStyle/>
          <a:p>
            <a:r>
              <a:rPr lang="en-AU" sz="2800" dirty="0"/>
              <a:t>How difficult/easy is it to detect image steganography?</a:t>
            </a:r>
          </a:p>
          <a:p>
            <a:pPr lvl="1"/>
            <a:r>
              <a:rPr lang="en-AU" sz="2800" dirty="0"/>
              <a:t>What if it is easy? </a:t>
            </a:r>
          </a:p>
          <a:p>
            <a:pPr lvl="1"/>
            <a:r>
              <a:rPr lang="en-AU" sz="2800" dirty="0"/>
              <a:t>What if it is difficult?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323135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F5FEA-3F77-4D4C-AB72-975660139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4142"/>
            <a:ext cx="10353762" cy="1012659"/>
          </a:xfrm>
        </p:spPr>
        <p:txBody>
          <a:bodyPr/>
          <a:lstStyle/>
          <a:p>
            <a:r>
              <a:rPr lang="en-AU" dirty="0"/>
              <a:t>Image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8BBB-DCDF-406A-8C96-973EF9775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73" y="1066801"/>
            <a:ext cx="11278205" cy="4604083"/>
          </a:xfrm>
        </p:spPr>
        <p:txBody>
          <a:bodyPr>
            <a:normAutofit/>
          </a:bodyPr>
          <a:lstStyle/>
          <a:p>
            <a:r>
              <a:rPr lang="en-AU" sz="2800" dirty="0"/>
              <a:t>How difficult/easy is it to detect image steganography?</a:t>
            </a:r>
          </a:p>
          <a:p>
            <a:pPr lvl="1"/>
            <a:r>
              <a:rPr lang="en-AU" sz="2800" dirty="0"/>
              <a:t>What if it is easy? </a:t>
            </a:r>
          </a:p>
          <a:p>
            <a:pPr lvl="1"/>
            <a:r>
              <a:rPr lang="en-AU" sz="2800" dirty="0"/>
              <a:t>What if it is difficult?</a:t>
            </a:r>
          </a:p>
          <a:p>
            <a:pPr lvl="1"/>
            <a:endParaRPr lang="en-AU" sz="2600" dirty="0"/>
          </a:p>
          <a:p>
            <a:r>
              <a:rPr lang="en-AU" sz="2800" dirty="0"/>
              <a:t>What kinds/types of images are </a:t>
            </a:r>
            <a:r>
              <a:rPr lang="en-AU" sz="2800"/>
              <a:t>more resistant </a:t>
            </a:r>
            <a:r>
              <a:rPr lang="en-AU" sz="2800" dirty="0"/>
              <a:t>to image steganography?</a:t>
            </a:r>
          </a:p>
        </p:txBody>
      </p:sp>
    </p:spTree>
    <p:extLst>
      <p:ext uri="{BB962C8B-B14F-4D97-AF65-F5344CB8AC3E}">
        <p14:creationId xmlns:p14="http://schemas.microsoft.com/office/powerpoint/2010/main" val="284774347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F027A-2677-0D7B-6743-25290CB58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AE3B5-4791-141E-5414-4F49D1955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4142"/>
            <a:ext cx="10353762" cy="1012659"/>
          </a:xfrm>
        </p:spPr>
        <p:txBody>
          <a:bodyPr/>
          <a:lstStyle/>
          <a:p>
            <a:r>
              <a:rPr lang="en-AU" dirty="0"/>
              <a:t>Steganalysis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6C79C-DF34-FC8B-8F26-4837A551E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73" y="1066801"/>
            <a:ext cx="11278205" cy="4604083"/>
          </a:xfrm>
        </p:spPr>
        <p:txBody>
          <a:bodyPr>
            <a:normAutofit/>
          </a:bodyPr>
          <a:lstStyle/>
          <a:p>
            <a:r>
              <a:rPr lang="en-AU" sz="2800" dirty="0"/>
              <a:t>Methods are often classified based on what knowledge the analyst has about the cover and the </a:t>
            </a:r>
            <a:r>
              <a:rPr lang="en-AU" sz="2800" dirty="0" err="1"/>
              <a:t>stego</a:t>
            </a:r>
            <a:r>
              <a:rPr lang="en-AU" sz="2800" dirty="0"/>
              <a:t> (modified file)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D5214E-FCBE-7DE2-6C94-D744F0738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147099"/>
              </p:ext>
            </p:extLst>
          </p:nvPr>
        </p:nvGraphicFramePr>
        <p:xfrm>
          <a:off x="705678" y="2076450"/>
          <a:ext cx="11024100" cy="4839960"/>
        </p:xfrm>
        <a:graphic>
          <a:graphicData uri="http://schemas.openxmlformats.org/drawingml/2006/table">
            <a:tbl>
              <a:tblPr/>
              <a:tblGrid>
                <a:gridCol w="2756025">
                  <a:extLst>
                    <a:ext uri="{9D8B030D-6E8A-4147-A177-3AD203B41FA5}">
                      <a16:colId xmlns:a16="http://schemas.microsoft.com/office/drawing/2014/main" val="1924114147"/>
                    </a:ext>
                  </a:extLst>
                </a:gridCol>
                <a:gridCol w="2756025">
                  <a:extLst>
                    <a:ext uri="{9D8B030D-6E8A-4147-A177-3AD203B41FA5}">
                      <a16:colId xmlns:a16="http://schemas.microsoft.com/office/drawing/2014/main" val="1562825318"/>
                    </a:ext>
                  </a:extLst>
                </a:gridCol>
                <a:gridCol w="2756025">
                  <a:extLst>
                    <a:ext uri="{9D8B030D-6E8A-4147-A177-3AD203B41FA5}">
                      <a16:colId xmlns:a16="http://schemas.microsoft.com/office/drawing/2014/main" val="1918000353"/>
                    </a:ext>
                  </a:extLst>
                </a:gridCol>
                <a:gridCol w="2756025">
                  <a:extLst>
                    <a:ext uri="{9D8B030D-6E8A-4147-A177-3AD203B41FA5}">
                      <a16:colId xmlns:a16="http://schemas.microsoft.com/office/drawing/2014/main" val="2121474161"/>
                    </a:ext>
                  </a:extLst>
                </a:gridCol>
              </a:tblGrid>
              <a:tr h="233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Attack Type</a:t>
                      </a:r>
                      <a:endParaRPr lang="en-US" sz="1400"/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Knowledge Available</a:t>
                      </a:r>
                      <a:endParaRPr lang="en-US" sz="1400"/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Description</a:t>
                      </a:r>
                      <a:endParaRPr lang="en-US" sz="1400"/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Example Use Case</a:t>
                      </a:r>
                      <a:endParaRPr lang="en-US" sz="1400"/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8287486"/>
                  </a:ext>
                </a:extLst>
              </a:tr>
              <a:tr h="932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Steganography-only attack</a:t>
                      </a:r>
                      <a:endParaRPr lang="en-US" sz="1400"/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Only the </a:t>
                      </a:r>
                      <a:r>
                        <a:rPr lang="en-AU" sz="1400" b="1"/>
                        <a:t>stego object</a:t>
                      </a:r>
                      <a:r>
                        <a:rPr lang="en-AU" sz="1400"/>
                        <a:t> (e.g., an image with hidden data).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Analyst must detect hidden data without access to the original cover or embedding algorithm.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Detecting if a JPEG has hidden payload just by analyzing statistical anomalies.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451999"/>
                  </a:ext>
                </a:extLst>
              </a:tr>
              <a:tr h="757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Known-carrier attack</a:t>
                      </a:r>
                      <a:endParaRPr lang="en-US" sz="1400"/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Both the </a:t>
                      </a:r>
                      <a:r>
                        <a:rPr lang="en-AU" sz="1400" b="1"/>
                        <a:t>cover object</a:t>
                      </a:r>
                      <a:r>
                        <a:rPr lang="en-AU" sz="1400"/>
                        <a:t> (original) and the </a:t>
                      </a:r>
                      <a:r>
                        <a:rPr lang="en-AU" sz="1400" b="1"/>
                        <a:t>stego object</a:t>
                      </a:r>
                      <a:r>
                        <a:rPr lang="en-AU" sz="1400"/>
                        <a:t>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Compare the original and modified file to reveal the presence and possibly the content of data.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Comparing original vs. modified BMP file to spot extra bits added in LSBs.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858587"/>
                  </a:ext>
                </a:extLst>
              </a:tr>
              <a:tr h="582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Known-message attack</a:t>
                      </a:r>
                      <a:endParaRPr lang="en-US" sz="1400"/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The </a:t>
                      </a:r>
                      <a:r>
                        <a:rPr lang="en-AU" sz="1400" b="1"/>
                        <a:t>hidden message</a:t>
                      </a:r>
                      <a:r>
                        <a:rPr lang="en-AU" sz="1400"/>
                        <a:t> is known.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Used to test embedding algorithms and study how the message is hidden.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Researcher embeds a known string into images to analyze detectability.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070189"/>
                  </a:ext>
                </a:extLst>
              </a:tr>
              <a:tr h="582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Chosen-steganography attack</a:t>
                      </a:r>
                      <a:endParaRPr lang="en-US" sz="1400"/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The </a:t>
                      </a:r>
                      <a:r>
                        <a:rPr lang="en-AU" sz="1400" b="1"/>
                        <a:t>steganography tool or algorithm</a:t>
                      </a:r>
                      <a:r>
                        <a:rPr lang="en-AU" sz="1400"/>
                        <a:t> is available.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Analyst can use the tool to generate stego objects and study its weaknesses.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Using the same stego tool as adversary to find detectable patterns.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925474"/>
                  </a:ext>
                </a:extLst>
              </a:tr>
              <a:tr h="757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Chosen-message attack</a:t>
                      </a:r>
                      <a:endParaRPr lang="en-US" sz="1400"/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Analyst selects a </a:t>
                      </a:r>
                      <a:r>
                        <a:rPr lang="en-AU" sz="1400" b="1"/>
                        <a:t>specific message</a:t>
                      </a:r>
                      <a:r>
                        <a:rPr lang="en-AU" sz="1400"/>
                        <a:t> and embeds it using the suspected algorithm.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Helps in building signatures or detectors for the embedding process.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Inserting "AAAA" repeatedly into covers to see how it modifies pixels.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406579"/>
                  </a:ext>
                </a:extLst>
              </a:tr>
              <a:tr h="757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Known-steganography attack</a:t>
                      </a:r>
                      <a:endParaRPr lang="en-US" sz="1400"/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Analyst knows the </a:t>
                      </a:r>
                      <a:r>
                        <a:rPr lang="en-AU" sz="1400" b="1"/>
                        <a:t>algorithm, cover, and stego object</a:t>
                      </a:r>
                      <a:r>
                        <a:rPr lang="en-AU" sz="1400"/>
                        <a:t>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Provides maximum information, making detection and extraction easier.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dirty="0"/>
                        <a:t>Law enforcement has full access to tools and files from a suspect.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197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37773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AnalogousFromDarkSeedLeftStep">
      <a:dk1>
        <a:srgbClr val="000000"/>
      </a:dk1>
      <a:lt1>
        <a:srgbClr val="FFFFFF"/>
      </a:lt1>
      <a:dk2>
        <a:srgbClr val="243541"/>
      </a:dk2>
      <a:lt2>
        <a:srgbClr val="E4E8E2"/>
      </a:lt2>
      <a:accent1>
        <a:srgbClr val="A629E7"/>
      </a:accent1>
      <a:accent2>
        <a:srgbClr val="6640DC"/>
      </a:accent2>
      <a:accent3>
        <a:srgbClr val="2F4FE7"/>
      </a:accent3>
      <a:accent4>
        <a:srgbClr val="1787D5"/>
      </a:accent4>
      <a:accent5>
        <a:srgbClr val="20B6B5"/>
      </a:accent5>
      <a:accent6>
        <a:srgbClr val="14B973"/>
      </a:accent6>
      <a:hlink>
        <a:srgbClr val="358E9F"/>
      </a:hlink>
      <a:folHlink>
        <a:srgbClr val="7F7F7F"/>
      </a:folHlink>
    </a:clrScheme>
    <a:fontScheme name="Slate">
      <a:majorFont>
        <a:latin typeface="Georgia Pro Cond Ligh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Speak Pro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NoStarch</Template>
  <TotalTime>77111</TotalTime>
  <Words>2878</Words>
  <Application>Microsoft Office PowerPoint</Application>
  <PresentationFormat>Widescreen</PresentationFormat>
  <Paragraphs>536</Paragraphs>
  <Slides>66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8" baseType="lpstr">
      <vt:lpstr>DengXian</vt:lpstr>
      <vt:lpstr>Google Sans</vt:lpstr>
      <vt:lpstr>Noto Sans SC</vt:lpstr>
      <vt:lpstr>Arial</vt:lpstr>
      <vt:lpstr>Calibri</vt:lpstr>
      <vt:lpstr>Cambria Math</vt:lpstr>
      <vt:lpstr>Courier New</vt:lpstr>
      <vt:lpstr>Georgia Pro Cond Light</vt:lpstr>
      <vt:lpstr>Speak Pro</vt:lpstr>
      <vt:lpstr>Wingdings</vt:lpstr>
      <vt:lpstr>Wingdings 2</vt:lpstr>
      <vt:lpstr>SlateVTI</vt:lpstr>
      <vt:lpstr>CITS1003 Introduction to Cybersecurity [8] Digital Forensics exercises</vt:lpstr>
      <vt:lpstr>PowerPoint Presentation</vt:lpstr>
      <vt:lpstr>PowerPoint Presentation</vt:lpstr>
      <vt:lpstr>PowerPoint Presentation</vt:lpstr>
      <vt:lpstr>PowerPoint Presentation</vt:lpstr>
      <vt:lpstr>Stegosystem</vt:lpstr>
      <vt:lpstr>Steganography</vt:lpstr>
      <vt:lpstr>Steganography</vt:lpstr>
      <vt:lpstr>Stegosystem with Cryptography</vt:lpstr>
      <vt:lpstr>Steganography</vt:lpstr>
      <vt:lpstr>Steganography</vt:lpstr>
      <vt:lpstr>Alignment</vt:lpstr>
      <vt:lpstr>Alignment</vt:lpstr>
      <vt:lpstr>Steganography</vt:lpstr>
      <vt:lpstr>Font</vt:lpstr>
      <vt:lpstr>Font</vt:lpstr>
      <vt:lpstr>Steganography</vt:lpstr>
      <vt:lpstr>Position</vt:lpstr>
      <vt:lpstr>Position</vt:lpstr>
      <vt:lpstr>Position</vt:lpstr>
      <vt:lpstr>Position</vt:lpstr>
      <vt:lpstr>Position</vt:lpstr>
      <vt:lpstr>Position with A Key</vt:lpstr>
      <vt:lpstr>Position with Crypto Key</vt:lpstr>
      <vt:lpstr>Position with Crypto Key</vt:lpstr>
      <vt:lpstr>PowerPoint Presentation</vt:lpstr>
      <vt:lpstr>Steganography</vt:lpstr>
      <vt:lpstr>White Space</vt:lpstr>
      <vt:lpstr>White Space</vt:lpstr>
      <vt:lpstr>White Space</vt:lpstr>
      <vt:lpstr>White Space</vt:lpstr>
      <vt:lpstr>Text Steganography</vt:lpstr>
      <vt:lpstr>Text Steganography</vt:lpstr>
      <vt:lpstr>Text Steganography</vt:lpstr>
      <vt:lpstr>Text Steganography</vt:lpstr>
      <vt:lpstr>Text Steganography</vt:lpstr>
      <vt:lpstr>Text Steganography</vt:lpstr>
      <vt:lpstr>Image Steganography</vt:lpstr>
      <vt:lpstr>Steganography</vt:lpstr>
      <vt:lpstr>Steganography</vt:lpstr>
      <vt:lpstr>LSB</vt:lpstr>
      <vt:lpstr>LSB</vt:lpstr>
      <vt:lpstr>LSB</vt:lpstr>
      <vt:lpstr>LSB</vt:lpstr>
      <vt:lpstr>LSB</vt:lpstr>
      <vt:lpstr>LSB</vt:lpstr>
      <vt:lpstr>LSB</vt:lpstr>
      <vt:lpstr>Steganography</vt:lpstr>
      <vt:lpstr>PVD</vt:lpstr>
      <vt:lpstr>PVD</vt:lpstr>
      <vt:lpstr>PVD</vt:lpstr>
      <vt:lpstr>PVD</vt:lpstr>
      <vt:lpstr>PVD</vt:lpstr>
      <vt:lpstr>PVD</vt:lpstr>
      <vt:lpstr>PVD</vt:lpstr>
      <vt:lpstr>PVD</vt:lpstr>
      <vt:lpstr>PVD</vt:lpstr>
      <vt:lpstr>PVD</vt:lpstr>
      <vt:lpstr>PVD</vt:lpstr>
      <vt:lpstr>PVD</vt:lpstr>
      <vt:lpstr>PVD</vt:lpstr>
      <vt:lpstr>PVD</vt:lpstr>
      <vt:lpstr>Image Steganography</vt:lpstr>
      <vt:lpstr>Image Steganography</vt:lpstr>
      <vt:lpstr>Image Steganography</vt:lpstr>
      <vt:lpstr>Steganalysis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CITSXXXX Introduction to Cybersecurity [1] Unit overview</dc:title>
  <dc:creator>David Glance</dc:creator>
  <cp:lastModifiedBy>garrison gao</cp:lastModifiedBy>
  <cp:revision>1497</cp:revision>
  <dcterms:created xsi:type="dcterms:W3CDTF">2020-01-13T04:26:47Z</dcterms:created>
  <dcterms:modified xsi:type="dcterms:W3CDTF">2025-09-15T07:22:44Z</dcterms:modified>
</cp:coreProperties>
</file>