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3" r:id="rId1"/>
  </p:sldMasterIdLst>
  <p:notesMasterIdLst>
    <p:notesMasterId r:id="rId61"/>
  </p:notesMasterIdLst>
  <p:sldIdLst>
    <p:sldId id="256" r:id="rId2"/>
    <p:sldId id="312" r:id="rId3"/>
    <p:sldId id="313" r:id="rId4"/>
    <p:sldId id="319" r:id="rId5"/>
    <p:sldId id="343" r:id="rId6"/>
    <p:sldId id="344" r:id="rId7"/>
    <p:sldId id="342" r:id="rId8"/>
    <p:sldId id="320" r:id="rId9"/>
    <p:sldId id="321" r:id="rId10"/>
    <p:sldId id="345" r:id="rId11"/>
    <p:sldId id="346" r:id="rId12"/>
    <p:sldId id="347" r:id="rId13"/>
    <p:sldId id="318" r:id="rId14"/>
    <p:sldId id="348" r:id="rId15"/>
    <p:sldId id="326" r:id="rId16"/>
    <p:sldId id="350" r:id="rId17"/>
    <p:sldId id="327" r:id="rId18"/>
    <p:sldId id="328" r:id="rId19"/>
    <p:sldId id="524" r:id="rId20"/>
    <p:sldId id="528" r:id="rId21"/>
    <p:sldId id="526" r:id="rId22"/>
    <p:sldId id="329" r:id="rId23"/>
    <p:sldId id="352" r:id="rId24"/>
    <p:sldId id="529" r:id="rId25"/>
    <p:sldId id="534" r:id="rId26"/>
    <p:sldId id="530" r:id="rId27"/>
    <p:sldId id="531" r:id="rId28"/>
    <p:sldId id="532" r:id="rId29"/>
    <p:sldId id="533" r:id="rId30"/>
    <p:sldId id="330" r:id="rId31"/>
    <p:sldId id="354" r:id="rId32"/>
    <p:sldId id="537" r:id="rId33"/>
    <p:sldId id="538" r:id="rId34"/>
    <p:sldId id="317" r:id="rId35"/>
    <p:sldId id="324" r:id="rId36"/>
    <p:sldId id="341" r:id="rId37"/>
    <p:sldId id="300" r:id="rId38"/>
    <p:sldId id="293" r:id="rId39"/>
    <p:sldId id="298" r:id="rId40"/>
    <p:sldId id="314" r:id="rId41"/>
    <p:sldId id="331" r:id="rId42"/>
    <p:sldId id="355" r:id="rId43"/>
    <p:sldId id="332" r:id="rId44"/>
    <p:sldId id="333" r:id="rId45"/>
    <p:sldId id="535" r:id="rId46"/>
    <p:sldId id="536" r:id="rId47"/>
    <p:sldId id="357" r:id="rId48"/>
    <p:sldId id="325" r:id="rId49"/>
    <p:sldId id="335" r:id="rId50"/>
    <p:sldId id="282" r:id="rId51"/>
    <p:sldId id="283" r:id="rId52"/>
    <p:sldId id="284" r:id="rId53"/>
    <p:sldId id="285" r:id="rId54"/>
    <p:sldId id="287" r:id="rId55"/>
    <p:sldId id="334" r:id="rId56"/>
    <p:sldId id="337" r:id="rId57"/>
    <p:sldId id="362" r:id="rId58"/>
    <p:sldId id="522" r:id="rId59"/>
    <p:sldId id="525" r:id="rId6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vid Glance" initials="DG" lastIdx="1" clrIdx="0">
    <p:extLst>
      <p:ext uri="{19B8F6BF-5375-455C-9EA6-DF929625EA0E}">
        <p15:presenceInfo xmlns:p15="http://schemas.microsoft.com/office/powerpoint/2012/main" userId="S::00048920@uwa.edu.au::78f19221-0802-4a87-b561-ec50043bdac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29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6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张 智" userId="36bdf691fd3510be" providerId="LiveId" clId="{E2839AA1-C984-4C9D-828C-A295C6111CDB}"/>
    <pc:docChg chg="undo custSel addSld delSld modSld sldOrd">
      <pc:chgData name="张 智" userId="36bdf691fd3510be" providerId="LiveId" clId="{E2839AA1-C984-4C9D-828C-A295C6111CDB}" dt="2023-03-07T14:38:32.192" v="9547" actId="20577"/>
      <pc:docMkLst>
        <pc:docMk/>
      </pc:docMkLst>
      <pc:sldChg chg="modSp mod modNotesTx">
        <pc:chgData name="张 智" userId="36bdf691fd3510be" providerId="LiveId" clId="{E2839AA1-C984-4C9D-828C-A295C6111CDB}" dt="2023-03-06T13:41:52.091" v="9119" actId="20577"/>
        <pc:sldMkLst>
          <pc:docMk/>
          <pc:sldMk cId="1661497149" sldId="313"/>
        </pc:sldMkLst>
        <pc:spChg chg="mod">
          <ac:chgData name="张 智" userId="36bdf691fd3510be" providerId="LiveId" clId="{E2839AA1-C984-4C9D-828C-A295C6111CDB}" dt="2023-03-05T13:53:41.228" v="58" actId="20577"/>
          <ac:spMkLst>
            <pc:docMk/>
            <pc:sldMk cId="1661497149" sldId="313"/>
            <ac:spMk id="3" creationId="{09637B0F-EE6E-45B7-94BB-3ABCB076767D}"/>
          </ac:spMkLst>
        </pc:spChg>
      </pc:sldChg>
      <pc:sldChg chg="modNotesTx">
        <pc:chgData name="张 智" userId="36bdf691fd3510be" providerId="LiveId" clId="{E2839AA1-C984-4C9D-828C-A295C6111CDB}" dt="2023-03-06T06:15:30.386" v="7456" actId="20577"/>
        <pc:sldMkLst>
          <pc:docMk/>
          <pc:sldMk cId="1600042310" sldId="314"/>
        </pc:sldMkLst>
      </pc:sldChg>
      <pc:sldChg chg="modSp mod modNotesTx">
        <pc:chgData name="张 智" userId="36bdf691fd3510be" providerId="LiveId" clId="{E2839AA1-C984-4C9D-828C-A295C6111CDB}" dt="2023-03-06T05:51:43.610" v="6315" actId="20577"/>
        <pc:sldMkLst>
          <pc:docMk/>
          <pc:sldMk cId="1096229147" sldId="317"/>
        </pc:sldMkLst>
        <pc:spChg chg="mod">
          <ac:chgData name="张 智" userId="36bdf691fd3510be" providerId="LiveId" clId="{E2839AA1-C984-4C9D-828C-A295C6111CDB}" dt="2023-03-06T05:49:26.560" v="6102" actId="20577"/>
          <ac:spMkLst>
            <pc:docMk/>
            <pc:sldMk cId="1096229147" sldId="317"/>
            <ac:spMk id="3" creationId="{7E0F833C-991C-4544-A491-7BD219AB4188}"/>
          </ac:spMkLst>
        </pc:spChg>
      </pc:sldChg>
      <pc:sldChg chg="modNotesTx">
        <pc:chgData name="张 智" userId="36bdf691fd3510be" providerId="LiveId" clId="{E2839AA1-C984-4C9D-828C-A295C6111CDB}" dt="2023-03-06T04:07:11.138" v="2877" actId="20577"/>
        <pc:sldMkLst>
          <pc:docMk/>
          <pc:sldMk cId="3596805244" sldId="318"/>
        </pc:sldMkLst>
      </pc:sldChg>
      <pc:sldChg chg="modSp mod modNotesTx">
        <pc:chgData name="张 智" userId="36bdf691fd3510be" providerId="LiveId" clId="{E2839AA1-C984-4C9D-828C-A295C6111CDB}" dt="2023-03-05T14:21:35.153" v="792" actId="20577"/>
        <pc:sldMkLst>
          <pc:docMk/>
          <pc:sldMk cId="3020715732" sldId="319"/>
        </pc:sldMkLst>
        <pc:spChg chg="mod">
          <ac:chgData name="张 智" userId="36bdf691fd3510be" providerId="LiveId" clId="{E2839AA1-C984-4C9D-828C-A295C6111CDB}" dt="2023-03-05T14:13:47.187" v="564" actId="20577"/>
          <ac:spMkLst>
            <pc:docMk/>
            <pc:sldMk cId="3020715732" sldId="319"/>
            <ac:spMk id="3" creationId="{B074AC55-C8AC-43AB-8741-E2D4E909C115}"/>
          </ac:spMkLst>
        </pc:spChg>
      </pc:sldChg>
      <pc:sldChg chg="modNotesTx">
        <pc:chgData name="张 智" userId="36bdf691fd3510be" providerId="LiveId" clId="{E2839AA1-C984-4C9D-828C-A295C6111CDB}" dt="2023-03-06T06:01:10.832" v="6894" actId="20577"/>
        <pc:sldMkLst>
          <pc:docMk/>
          <pc:sldMk cId="3985527607" sldId="320"/>
        </pc:sldMkLst>
      </pc:sldChg>
      <pc:sldChg chg="modSp mod modNotesTx">
        <pc:chgData name="张 智" userId="36bdf691fd3510be" providerId="LiveId" clId="{E2839AA1-C984-4C9D-828C-A295C6111CDB}" dt="2023-03-06T03:55:44.008" v="2517" actId="1076"/>
        <pc:sldMkLst>
          <pc:docMk/>
          <pc:sldMk cId="3976218616" sldId="321"/>
        </pc:sldMkLst>
        <pc:spChg chg="mod">
          <ac:chgData name="张 智" userId="36bdf691fd3510be" providerId="LiveId" clId="{E2839AA1-C984-4C9D-828C-A295C6111CDB}" dt="2023-03-06T03:55:36.392" v="2514" actId="1076"/>
          <ac:spMkLst>
            <pc:docMk/>
            <pc:sldMk cId="3976218616" sldId="321"/>
            <ac:spMk id="2" creationId="{429F6F62-1915-42EF-B0C5-2025E7027B9E}"/>
          </ac:spMkLst>
        </pc:spChg>
        <pc:spChg chg="mod">
          <ac:chgData name="张 智" userId="36bdf691fd3510be" providerId="LiveId" clId="{E2839AA1-C984-4C9D-828C-A295C6111CDB}" dt="2023-03-06T03:55:44.008" v="2517" actId="1076"/>
          <ac:spMkLst>
            <pc:docMk/>
            <pc:sldMk cId="3976218616" sldId="321"/>
            <ac:spMk id="3" creationId="{F0BDC9F4-BFA5-4CCB-92BD-48D6E9310172}"/>
          </ac:spMkLst>
        </pc:spChg>
        <pc:spChg chg="mod">
          <ac:chgData name="张 智" userId="36bdf691fd3510be" providerId="LiveId" clId="{E2839AA1-C984-4C9D-828C-A295C6111CDB}" dt="2023-03-06T03:55:44.008" v="2517" actId="1076"/>
          <ac:spMkLst>
            <pc:docMk/>
            <pc:sldMk cId="3976218616" sldId="321"/>
            <ac:spMk id="5" creationId="{2BBE269B-D53D-45CC-AC4D-C842E7FBB094}"/>
          </ac:spMkLst>
        </pc:spChg>
      </pc:sldChg>
      <pc:sldChg chg="modNotesTx">
        <pc:chgData name="张 智" userId="36bdf691fd3510be" providerId="LiveId" clId="{E2839AA1-C984-4C9D-828C-A295C6111CDB}" dt="2023-03-06T05:52:25.878" v="6368" actId="20577"/>
        <pc:sldMkLst>
          <pc:docMk/>
          <pc:sldMk cId="168034724" sldId="324"/>
        </pc:sldMkLst>
      </pc:sldChg>
      <pc:sldChg chg="modNotesTx">
        <pc:chgData name="张 智" userId="36bdf691fd3510be" providerId="LiveId" clId="{E2839AA1-C984-4C9D-828C-A295C6111CDB}" dt="2023-03-06T06:14:32.917" v="7419" actId="20577"/>
        <pc:sldMkLst>
          <pc:docMk/>
          <pc:sldMk cId="394019534" sldId="325"/>
        </pc:sldMkLst>
      </pc:sldChg>
      <pc:sldChg chg="modNotesTx">
        <pc:chgData name="张 智" userId="36bdf691fd3510be" providerId="LiveId" clId="{E2839AA1-C984-4C9D-828C-A295C6111CDB}" dt="2023-03-06T05:11:15.221" v="3596" actId="20577"/>
        <pc:sldMkLst>
          <pc:docMk/>
          <pc:sldMk cId="2490617179" sldId="326"/>
        </pc:sldMkLst>
      </pc:sldChg>
      <pc:sldChg chg="modSp mod modNotesTx">
        <pc:chgData name="张 智" userId="36bdf691fd3510be" providerId="LiveId" clId="{E2839AA1-C984-4C9D-828C-A295C6111CDB}" dt="2023-03-06T05:29:11.902" v="4977" actId="20577"/>
        <pc:sldMkLst>
          <pc:docMk/>
          <pc:sldMk cId="3461264470" sldId="327"/>
        </pc:sldMkLst>
        <pc:spChg chg="mod">
          <ac:chgData name="张 智" userId="36bdf691fd3510be" providerId="LiveId" clId="{E2839AA1-C984-4C9D-828C-A295C6111CDB}" dt="2023-03-06T05:29:04.045" v="4973" actId="20577"/>
          <ac:spMkLst>
            <pc:docMk/>
            <pc:sldMk cId="3461264470" sldId="327"/>
            <ac:spMk id="3" creationId="{A39D72D1-256A-4B1B-9CB0-BCD3A203872C}"/>
          </ac:spMkLst>
        </pc:spChg>
      </pc:sldChg>
      <pc:sldChg chg="modSp mod modNotesTx">
        <pc:chgData name="张 智" userId="36bdf691fd3510be" providerId="LiveId" clId="{E2839AA1-C984-4C9D-828C-A295C6111CDB}" dt="2023-03-07T14:38:32.192" v="9547" actId="20577"/>
        <pc:sldMkLst>
          <pc:docMk/>
          <pc:sldMk cId="1696639929" sldId="328"/>
        </pc:sldMkLst>
        <pc:spChg chg="mod">
          <ac:chgData name="张 智" userId="36bdf691fd3510be" providerId="LiveId" clId="{E2839AA1-C984-4C9D-828C-A295C6111CDB}" dt="2023-03-07T14:36:03.320" v="9320" actId="20577"/>
          <ac:spMkLst>
            <pc:docMk/>
            <pc:sldMk cId="1696639929" sldId="328"/>
            <ac:spMk id="6" creationId="{F18A62D7-92A3-47F0-BB76-D8FAA161F00D}"/>
          </ac:spMkLst>
        </pc:spChg>
        <pc:spChg chg="mod">
          <ac:chgData name="张 智" userId="36bdf691fd3510be" providerId="LiveId" clId="{E2839AA1-C984-4C9D-828C-A295C6111CDB}" dt="2023-03-07T14:37:35.369" v="9492" actId="20577"/>
          <ac:spMkLst>
            <pc:docMk/>
            <pc:sldMk cId="1696639929" sldId="328"/>
            <ac:spMk id="7" creationId="{AAEDE18B-16ED-4051-8375-05743210B841}"/>
          </ac:spMkLst>
        </pc:spChg>
        <pc:spChg chg="mod">
          <ac:chgData name="张 智" userId="36bdf691fd3510be" providerId="LiveId" clId="{E2839AA1-C984-4C9D-828C-A295C6111CDB}" dt="2023-03-07T14:15:55.716" v="9254" actId="20577"/>
          <ac:spMkLst>
            <pc:docMk/>
            <pc:sldMk cId="1696639929" sldId="328"/>
            <ac:spMk id="9" creationId="{B1A9C516-9681-4594-8457-AFD48198DA18}"/>
          </ac:spMkLst>
        </pc:spChg>
      </pc:sldChg>
      <pc:sldChg chg="modSp mod modNotesTx">
        <pc:chgData name="张 智" userId="36bdf691fd3510be" providerId="LiveId" clId="{E2839AA1-C984-4C9D-828C-A295C6111CDB}" dt="2023-03-06T05:30:11.993" v="5042" actId="20577"/>
        <pc:sldMkLst>
          <pc:docMk/>
          <pc:sldMk cId="3782227787" sldId="329"/>
        </pc:sldMkLst>
        <pc:spChg chg="mod">
          <ac:chgData name="张 智" userId="36bdf691fd3510be" providerId="LiveId" clId="{E2839AA1-C984-4C9D-828C-A295C6111CDB}" dt="2023-03-06T05:29:28.880" v="4984" actId="20577"/>
          <ac:spMkLst>
            <pc:docMk/>
            <pc:sldMk cId="3782227787" sldId="329"/>
            <ac:spMk id="3" creationId="{A39D72D1-256A-4B1B-9CB0-BCD3A203872C}"/>
          </ac:spMkLst>
        </pc:spChg>
      </pc:sldChg>
      <pc:sldChg chg="modNotesTx">
        <pc:chgData name="张 智" userId="36bdf691fd3510be" providerId="LiveId" clId="{E2839AA1-C984-4C9D-828C-A295C6111CDB}" dt="2023-03-06T05:35:40.012" v="5441" actId="20577"/>
        <pc:sldMkLst>
          <pc:docMk/>
          <pc:sldMk cId="3218462045" sldId="330"/>
        </pc:sldMkLst>
      </pc:sldChg>
      <pc:sldChg chg="modNotesTx">
        <pc:chgData name="张 智" userId="36bdf691fd3510be" providerId="LiveId" clId="{E2839AA1-C984-4C9D-828C-A295C6111CDB}" dt="2023-03-06T06:15:23.135" v="7451" actId="20577"/>
        <pc:sldMkLst>
          <pc:docMk/>
          <pc:sldMk cId="3028340009" sldId="331"/>
        </pc:sldMkLst>
      </pc:sldChg>
      <pc:sldChg chg="modNotesTx">
        <pc:chgData name="张 智" userId="36bdf691fd3510be" providerId="LiveId" clId="{E2839AA1-C984-4C9D-828C-A295C6111CDB}" dt="2023-03-06T06:11:50.506" v="7284" actId="20577"/>
        <pc:sldMkLst>
          <pc:docMk/>
          <pc:sldMk cId="521263434" sldId="332"/>
        </pc:sldMkLst>
      </pc:sldChg>
      <pc:sldChg chg="modNotesTx">
        <pc:chgData name="张 智" userId="36bdf691fd3510be" providerId="LiveId" clId="{E2839AA1-C984-4C9D-828C-A295C6111CDB}" dt="2023-03-06T06:12:32.149" v="7292" actId="20577"/>
        <pc:sldMkLst>
          <pc:docMk/>
          <pc:sldMk cId="951717567" sldId="333"/>
        </pc:sldMkLst>
      </pc:sldChg>
      <pc:sldChg chg="modNotesTx">
        <pc:chgData name="张 智" userId="36bdf691fd3510be" providerId="LiveId" clId="{E2839AA1-C984-4C9D-828C-A295C6111CDB}" dt="2023-03-06T06:18:55.099" v="7579" actId="20577"/>
        <pc:sldMkLst>
          <pc:docMk/>
          <pc:sldMk cId="1091457444" sldId="334"/>
        </pc:sldMkLst>
      </pc:sldChg>
      <pc:sldChg chg="modNotesTx">
        <pc:chgData name="张 智" userId="36bdf691fd3510be" providerId="LiveId" clId="{E2839AA1-C984-4C9D-828C-A295C6111CDB}" dt="2023-03-06T06:18:05.687" v="7572" actId="20577"/>
        <pc:sldMkLst>
          <pc:docMk/>
          <pc:sldMk cId="2547788687" sldId="335"/>
        </pc:sldMkLst>
      </pc:sldChg>
      <pc:sldChg chg="modNotesTx">
        <pc:chgData name="张 智" userId="36bdf691fd3510be" providerId="LiveId" clId="{E2839AA1-C984-4C9D-828C-A295C6111CDB}" dt="2023-03-06T06:21:07.038" v="7715" actId="20577"/>
        <pc:sldMkLst>
          <pc:docMk/>
          <pc:sldMk cId="1703603333" sldId="336"/>
        </pc:sldMkLst>
      </pc:sldChg>
      <pc:sldChg chg="modNotesTx">
        <pc:chgData name="张 智" userId="36bdf691fd3510be" providerId="LiveId" clId="{E2839AA1-C984-4C9D-828C-A295C6111CDB}" dt="2023-03-06T06:29:55.888" v="8376" actId="20577"/>
        <pc:sldMkLst>
          <pc:docMk/>
          <pc:sldMk cId="2330664269" sldId="337"/>
        </pc:sldMkLst>
      </pc:sldChg>
      <pc:sldChg chg="modNotesTx">
        <pc:chgData name="张 智" userId="36bdf691fd3510be" providerId="LiveId" clId="{E2839AA1-C984-4C9D-828C-A295C6111CDB}" dt="2023-03-06T06:25:26.757" v="8071" actId="20577"/>
        <pc:sldMkLst>
          <pc:docMk/>
          <pc:sldMk cId="3787991364" sldId="338"/>
        </pc:sldMkLst>
      </pc:sldChg>
      <pc:sldChg chg="modNotesTx">
        <pc:chgData name="张 智" userId="36bdf691fd3510be" providerId="LiveId" clId="{E2839AA1-C984-4C9D-828C-A295C6111CDB}" dt="2023-03-06T06:26:18.292" v="8142" actId="20577"/>
        <pc:sldMkLst>
          <pc:docMk/>
          <pc:sldMk cId="848260637" sldId="339"/>
        </pc:sldMkLst>
      </pc:sldChg>
      <pc:sldChg chg="del ord">
        <pc:chgData name="张 智" userId="36bdf691fd3510be" providerId="LiveId" clId="{E2839AA1-C984-4C9D-828C-A295C6111CDB}" dt="2023-03-06T06:35:39.685" v="9068" actId="47"/>
        <pc:sldMkLst>
          <pc:docMk/>
          <pc:sldMk cId="1812622571" sldId="340"/>
        </pc:sldMkLst>
      </pc:sldChg>
      <pc:sldChg chg="modNotesTx">
        <pc:chgData name="张 智" userId="36bdf691fd3510be" providerId="LiveId" clId="{E2839AA1-C984-4C9D-828C-A295C6111CDB}" dt="2023-03-06T05:56:14.979" v="6603" actId="20577"/>
        <pc:sldMkLst>
          <pc:docMk/>
          <pc:sldMk cId="2264317421" sldId="341"/>
        </pc:sldMkLst>
      </pc:sldChg>
      <pc:sldChg chg="add modNotesTx">
        <pc:chgData name="张 智" userId="36bdf691fd3510be" providerId="LiveId" clId="{E2839AA1-C984-4C9D-828C-A295C6111CDB}" dt="2023-03-06T03:34:13.767" v="1996" actId="20577"/>
        <pc:sldMkLst>
          <pc:docMk/>
          <pc:sldMk cId="2041390957" sldId="342"/>
        </pc:sldMkLst>
      </pc:sldChg>
      <pc:sldChg chg="addSp delSp modSp add mod modNotesTx">
        <pc:chgData name="张 智" userId="36bdf691fd3510be" providerId="LiveId" clId="{E2839AA1-C984-4C9D-828C-A295C6111CDB}" dt="2023-03-05T14:26:25.755" v="1196" actId="20577"/>
        <pc:sldMkLst>
          <pc:docMk/>
          <pc:sldMk cId="3467038466" sldId="343"/>
        </pc:sldMkLst>
        <pc:spChg chg="add del mod">
          <ac:chgData name="张 智" userId="36bdf691fd3510be" providerId="LiveId" clId="{E2839AA1-C984-4C9D-828C-A295C6111CDB}" dt="2023-03-05T14:14:29.333" v="571"/>
          <ac:spMkLst>
            <pc:docMk/>
            <pc:sldMk cId="3467038466" sldId="343"/>
            <ac:spMk id="3" creationId="{B074AC55-C8AC-43AB-8741-E2D4E909C115}"/>
          </ac:spMkLst>
        </pc:spChg>
        <pc:spChg chg="add del mod">
          <ac:chgData name="张 智" userId="36bdf691fd3510be" providerId="LiveId" clId="{E2839AA1-C984-4C9D-828C-A295C6111CDB}" dt="2023-03-05T14:14:01.769" v="567" actId="478"/>
          <ac:spMkLst>
            <pc:docMk/>
            <pc:sldMk cId="3467038466" sldId="343"/>
            <ac:spMk id="5" creationId="{5D6B407E-80E0-4C56-8850-328F2A6211EC}"/>
          </ac:spMkLst>
        </pc:spChg>
      </pc:sldChg>
      <pc:sldChg chg="modSp add mod modNotesTx">
        <pc:chgData name="张 智" userId="36bdf691fd3510be" providerId="LiveId" clId="{E2839AA1-C984-4C9D-828C-A295C6111CDB}" dt="2023-03-06T03:17:39.984" v="1924" actId="20577"/>
        <pc:sldMkLst>
          <pc:docMk/>
          <pc:sldMk cId="2326560970" sldId="344"/>
        </pc:sldMkLst>
        <pc:spChg chg="mod">
          <ac:chgData name="张 智" userId="36bdf691fd3510be" providerId="LiveId" clId="{E2839AA1-C984-4C9D-828C-A295C6111CDB}" dt="2023-03-05T14:18:09.679" v="587"/>
          <ac:spMkLst>
            <pc:docMk/>
            <pc:sldMk cId="2326560970" sldId="344"/>
            <ac:spMk id="3" creationId="{B074AC55-C8AC-43AB-8741-E2D4E909C115}"/>
          </ac:spMkLst>
        </pc:spChg>
      </pc:sldChg>
      <pc:sldChg chg="delSp modSp add mod modNotesTx">
        <pc:chgData name="张 智" userId="36bdf691fd3510be" providerId="LiveId" clId="{E2839AA1-C984-4C9D-828C-A295C6111CDB}" dt="2023-03-06T03:59:01.761" v="2644" actId="20577"/>
        <pc:sldMkLst>
          <pc:docMk/>
          <pc:sldMk cId="3487196736" sldId="345"/>
        </pc:sldMkLst>
        <pc:spChg chg="mod">
          <ac:chgData name="张 智" userId="36bdf691fd3510be" providerId="LiveId" clId="{E2839AA1-C984-4C9D-828C-A295C6111CDB}" dt="2023-03-06T03:54:43.455" v="2507" actId="1076"/>
          <ac:spMkLst>
            <pc:docMk/>
            <pc:sldMk cId="3487196736" sldId="345"/>
            <ac:spMk id="2" creationId="{429F6F62-1915-42EF-B0C5-2025E7027B9E}"/>
          </ac:spMkLst>
        </pc:spChg>
        <pc:spChg chg="mod">
          <ac:chgData name="张 智" userId="36bdf691fd3510be" providerId="LiveId" clId="{E2839AA1-C984-4C9D-828C-A295C6111CDB}" dt="2023-03-06T03:55:25.560" v="2511" actId="20577"/>
          <ac:spMkLst>
            <pc:docMk/>
            <pc:sldMk cId="3487196736" sldId="345"/>
            <ac:spMk id="3" creationId="{F0BDC9F4-BFA5-4CCB-92BD-48D6E9310172}"/>
          </ac:spMkLst>
        </pc:spChg>
        <pc:spChg chg="del mod">
          <ac:chgData name="张 智" userId="36bdf691fd3510be" providerId="LiveId" clId="{E2839AA1-C984-4C9D-828C-A295C6111CDB}" dt="2023-03-06T03:52:53.996" v="2492" actId="478"/>
          <ac:spMkLst>
            <pc:docMk/>
            <pc:sldMk cId="3487196736" sldId="345"/>
            <ac:spMk id="5" creationId="{2BBE269B-D53D-45CC-AC4D-C842E7FBB094}"/>
          </ac:spMkLst>
        </pc:spChg>
      </pc:sldChg>
      <pc:sldChg chg="modSp add mod modNotesTx">
        <pc:chgData name="张 智" userId="36bdf691fd3510be" providerId="LiveId" clId="{E2839AA1-C984-4C9D-828C-A295C6111CDB}" dt="2023-03-06T04:00:06.903" v="2650" actId="20577"/>
        <pc:sldMkLst>
          <pc:docMk/>
          <pc:sldMk cId="225699920" sldId="346"/>
        </pc:sldMkLst>
        <pc:spChg chg="mod">
          <ac:chgData name="张 智" userId="36bdf691fd3510be" providerId="LiveId" clId="{E2839AA1-C984-4C9D-828C-A295C6111CDB}" dt="2023-03-06T04:00:06.903" v="2650" actId="20577"/>
          <ac:spMkLst>
            <pc:docMk/>
            <pc:sldMk cId="225699920" sldId="346"/>
            <ac:spMk id="3" creationId="{F0BDC9F4-BFA5-4CCB-92BD-48D6E9310172}"/>
          </ac:spMkLst>
        </pc:spChg>
      </pc:sldChg>
      <pc:sldChg chg="add modNotesTx">
        <pc:chgData name="张 智" userId="36bdf691fd3510be" providerId="LiveId" clId="{E2839AA1-C984-4C9D-828C-A295C6111CDB}" dt="2023-03-06T04:03:00.903" v="2847" actId="20577"/>
        <pc:sldMkLst>
          <pc:docMk/>
          <pc:sldMk cId="1807483871" sldId="347"/>
        </pc:sldMkLst>
      </pc:sldChg>
      <pc:sldChg chg="modSp add mod modNotesTx">
        <pc:chgData name="张 智" userId="36bdf691fd3510be" providerId="LiveId" clId="{E2839AA1-C984-4C9D-828C-A295C6111CDB}" dt="2023-03-06T05:28:24.430" v="4967" actId="20577"/>
        <pc:sldMkLst>
          <pc:docMk/>
          <pc:sldMk cId="3425035865" sldId="348"/>
        </pc:sldMkLst>
        <pc:spChg chg="mod">
          <ac:chgData name="张 智" userId="36bdf691fd3510be" providerId="LiveId" clId="{E2839AA1-C984-4C9D-828C-A295C6111CDB}" dt="2023-03-06T05:28:24.430" v="4967" actId="20577"/>
          <ac:spMkLst>
            <pc:docMk/>
            <pc:sldMk cId="3425035865" sldId="348"/>
            <ac:spMk id="3" creationId="{A39D72D1-256A-4B1B-9CB0-BCD3A203872C}"/>
          </ac:spMkLst>
        </pc:spChg>
      </pc:sldChg>
      <pc:sldChg chg="modSp add mod modNotesTx">
        <pc:chgData name="张 智" userId="36bdf691fd3510be" providerId="LiveId" clId="{E2839AA1-C984-4C9D-828C-A295C6111CDB}" dt="2023-03-06T05:31:40.697" v="5169" actId="20577"/>
        <pc:sldMkLst>
          <pc:docMk/>
          <pc:sldMk cId="1287779740" sldId="349"/>
        </pc:sldMkLst>
        <pc:spChg chg="mod">
          <ac:chgData name="张 智" userId="36bdf691fd3510be" providerId="LiveId" clId="{E2839AA1-C984-4C9D-828C-A295C6111CDB}" dt="2023-03-06T05:31:10.980" v="5105" actId="20577"/>
          <ac:spMkLst>
            <pc:docMk/>
            <pc:sldMk cId="1287779740" sldId="349"/>
            <ac:spMk id="3" creationId="{A39D72D1-256A-4B1B-9CB0-BCD3A203872C}"/>
          </ac:spMkLst>
        </pc:spChg>
      </pc:sldChg>
      <pc:sldChg chg="add modNotesTx">
        <pc:chgData name="张 智" userId="36bdf691fd3510be" providerId="LiveId" clId="{E2839AA1-C984-4C9D-828C-A295C6111CDB}" dt="2023-03-06T05:28:31.896" v="4968"/>
        <pc:sldMkLst>
          <pc:docMk/>
          <pc:sldMk cId="3657024321" sldId="350"/>
        </pc:sldMkLst>
      </pc:sldChg>
      <pc:sldChg chg="modSp add mod modNotesTx">
        <pc:chgData name="张 智" userId="36bdf691fd3510be" providerId="LiveId" clId="{E2839AA1-C984-4C9D-828C-A295C6111CDB}" dt="2023-03-07T14:11:17.636" v="9128" actId="20577"/>
        <pc:sldMkLst>
          <pc:docMk/>
          <pc:sldMk cId="3943154742" sldId="351"/>
        </pc:sldMkLst>
        <pc:spChg chg="mod">
          <ac:chgData name="张 智" userId="36bdf691fd3510be" providerId="LiveId" clId="{E2839AA1-C984-4C9D-828C-A295C6111CDB}" dt="2023-03-07T14:11:17.636" v="9128" actId="20577"/>
          <ac:spMkLst>
            <pc:docMk/>
            <pc:sldMk cId="3943154742" sldId="351"/>
            <ac:spMk id="3" creationId="{A39D72D1-256A-4B1B-9CB0-BCD3A203872C}"/>
          </ac:spMkLst>
        </pc:spChg>
      </pc:sldChg>
      <pc:sldChg chg="add modNotesTx">
        <pc:chgData name="张 智" userId="36bdf691fd3510be" providerId="LiveId" clId="{E2839AA1-C984-4C9D-828C-A295C6111CDB}" dt="2023-03-06T05:30:41.384" v="5083" actId="20577"/>
        <pc:sldMkLst>
          <pc:docMk/>
          <pc:sldMk cId="4156229571" sldId="352"/>
        </pc:sldMkLst>
      </pc:sldChg>
      <pc:sldChg chg="modSp add mod modNotesTx">
        <pc:chgData name="张 智" userId="36bdf691fd3510be" providerId="LiveId" clId="{E2839AA1-C984-4C9D-828C-A295C6111CDB}" dt="2023-03-06T05:37:08.350" v="5507" actId="20577"/>
        <pc:sldMkLst>
          <pc:docMk/>
          <pc:sldMk cId="1398398804" sldId="353"/>
        </pc:sldMkLst>
        <pc:spChg chg="mod">
          <ac:chgData name="张 智" userId="36bdf691fd3510be" providerId="LiveId" clId="{E2839AA1-C984-4C9D-828C-A295C6111CDB}" dt="2023-03-06T05:37:08.350" v="5507" actId="20577"/>
          <ac:spMkLst>
            <pc:docMk/>
            <pc:sldMk cId="1398398804" sldId="353"/>
            <ac:spMk id="3" creationId="{A39D72D1-256A-4B1B-9CB0-BCD3A203872C}"/>
          </ac:spMkLst>
        </pc:spChg>
      </pc:sldChg>
      <pc:sldChg chg="modSp add mod modNotesTx">
        <pc:chgData name="张 智" userId="36bdf691fd3510be" providerId="LiveId" clId="{E2839AA1-C984-4C9D-828C-A295C6111CDB}" dt="2023-03-06T05:38:56.435" v="5641" actId="20577"/>
        <pc:sldMkLst>
          <pc:docMk/>
          <pc:sldMk cId="2761348753" sldId="354"/>
        </pc:sldMkLst>
        <pc:spChg chg="mod">
          <ac:chgData name="张 智" userId="36bdf691fd3510be" providerId="LiveId" clId="{E2839AA1-C984-4C9D-828C-A295C6111CDB}" dt="2023-03-06T05:37:15" v="5511" actId="20577"/>
          <ac:spMkLst>
            <pc:docMk/>
            <pc:sldMk cId="2761348753" sldId="354"/>
            <ac:spMk id="3" creationId="{A39D72D1-256A-4B1B-9CB0-BCD3A203872C}"/>
          </ac:spMkLst>
        </pc:spChg>
      </pc:sldChg>
      <pc:sldChg chg="add modNotesTx">
        <pc:chgData name="张 智" userId="36bdf691fd3510be" providerId="LiveId" clId="{E2839AA1-C984-4C9D-828C-A295C6111CDB}" dt="2023-03-06T06:07:29.623" v="7107" actId="20577"/>
        <pc:sldMkLst>
          <pc:docMk/>
          <pc:sldMk cId="2997724936" sldId="355"/>
        </pc:sldMkLst>
      </pc:sldChg>
      <pc:sldChg chg="add modNotesTx">
        <pc:chgData name="张 智" userId="36bdf691fd3510be" providerId="LiveId" clId="{E2839AA1-C984-4C9D-828C-A295C6111CDB}" dt="2023-03-06T06:11:56.298" v="7285" actId="20577"/>
        <pc:sldMkLst>
          <pc:docMk/>
          <pc:sldMk cId="167197713" sldId="356"/>
        </pc:sldMkLst>
      </pc:sldChg>
      <pc:sldChg chg="add modNotesTx">
        <pc:chgData name="张 智" userId="36bdf691fd3510be" providerId="LiveId" clId="{E2839AA1-C984-4C9D-828C-A295C6111CDB}" dt="2023-03-06T06:14:05.905" v="7359" actId="20577"/>
        <pc:sldMkLst>
          <pc:docMk/>
          <pc:sldMk cId="3998928510" sldId="357"/>
        </pc:sldMkLst>
      </pc:sldChg>
      <pc:sldChg chg="modSp add mod modNotesTx">
        <pc:chgData name="张 智" userId="36bdf691fd3510be" providerId="LiveId" clId="{E2839AA1-C984-4C9D-828C-A295C6111CDB}" dt="2023-03-06T06:16:21.910" v="7509" actId="20577"/>
        <pc:sldMkLst>
          <pc:docMk/>
          <pc:sldMk cId="8521490" sldId="358"/>
        </pc:sldMkLst>
        <pc:spChg chg="mod">
          <ac:chgData name="张 智" userId="36bdf691fd3510be" providerId="LiveId" clId="{E2839AA1-C984-4C9D-828C-A295C6111CDB}" dt="2023-03-06T06:16:21.910" v="7509" actId="20577"/>
          <ac:spMkLst>
            <pc:docMk/>
            <pc:sldMk cId="8521490" sldId="358"/>
            <ac:spMk id="3" creationId="{41BD64B8-29C3-4ED4-AFEB-2F67EFE7BFA6}"/>
          </ac:spMkLst>
        </pc:spChg>
      </pc:sldChg>
      <pc:sldChg chg="add modNotesTx">
        <pc:chgData name="张 智" userId="36bdf691fd3510be" providerId="LiveId" clId="{E2839AA1-C984-4C9D-828C-A295C6111CDB}" dt="2023-03-06T06:19:57.531" v="7655" actId="20577"/>
        <pc:sldMkLst>
          <pc:docMk/>
          <pc:sldMk cId="2497597288" sldId="359"/>
        </pc:sldMkLst>
      </pc:sldChg>
      <pc:sldChg chg="add modNotesTx">
        <pc:chgData name="张 智" userId="36bdf691fd3510be" providerId="LiveId" clId="{E2839AA1-C984-4C9D-828C-A295C6111CDB}" dt="2023-03-06T06:21:57.890" v="7729" actId="20577"/>
        <pc:sldMkLst>
          <pc:docMk/>
          <pc:sldMk cId="3929880843" sldId="360"/>
        </pc:sldMkLst>
      </pc:sldChg>
      <pc:sldChg chg="add ord modNotesTx">
        <pc:chgData name="张 智" userId="36bdf691fd3510be" providerId="LiveId" clId="{E2839AA1-C984-4C9D-828C-A295C6111CDB}" dt="2023-03-06T06:27:10.999" v="8185"/>
        <pc:sldMkLst>
          <pc:docMk/>
          <pc:sldMk cId="1455817261" sldId="361"/>
        </pc:sldMkLst>
      </pc:sldChg>
      <pc:sldChg chg="add ord modNotesTx">
        <pc:chgData name="张 智" userId="36bdf691fd3510be" providerId="LiveId" clId="{E2839AA1-C984-4C9D-828C-A295C6111CDB}" dt="2023-03-06T06:36:08.073" v="9084" actId="20577"/>
        <pc:sldMkLst>
          <pc:docMk/>
          <pc:sldMk cId="3606551087" sldId="362"/>
        </pc:sldMkLst>
      </pc:sldChg>
    </pc:docChg>
  </pc:docChgLst>
  <pc:docChgLst>
    <pc:chgData name="张 智" userId="36bdf691fd3510be" providerId="LiveId" clId="{D58EBCC6-797E-4DC2-A645-8A11C85714CC}"/>
    <pc:docChg chg="undo custSel modSld">
      <pc:chgData name="张 智" userId="36bdf691fd3510be" providerId="LiveId" clId="{D58EBCC6-797E-4DC2-A645-8A11C85714CC}" dt="2024-03-03T14:26:35.979" v="1433" actId="20577"/>
      <pc:docMkLst>
        <pc:docMk/>
      </pc:docMkLst>
      <pc:sldChg chg="modNotesTx">
        <pc:chgData name="张 智" userId="36bdf691fd3510be" providerId="LiveId" clId="{D58EBCC6-797E-4DC2-A645-8A11C85714CC}" dt="2024-03-03T14:26:35.979" v="1433" actId="20577"/>
        <pc:sldMkLst>
          <pc:docMk/>
          <pc:sldMk cId="1077586671" sldId="256"/>
        </pc:sldMkLst>
      </pc:sldChg>
      <pc:sldChg chg="modNotesTx">
        <pc:chgData name="张 智" userId="36bdf691fd3510be" providerId="LiveId" clId="{D58EBCC6-797E-4DC2-A645-8A11C85714CC}" dt="2024-03-03T12:38:54.152" v="63" actId="20577"/>
        <pc:sldMkLst>
          <pc:docMk/>
          <pc:sldMk cId="1756241874" sldId="312"/>
        </pc:sldMkLst>
      </pc:sldChg>
      <pc:sldChg chg="modNotesTx">
        <pc:chgData name="张 智" userId="36bdf691fd3510be" providerId="LiveId" clId="{D58EBCC6-797E-4DC2-A645-8A11C85714CC}" dt="2024-03-03T12:43:00.062" v="86" actId="20577"/>
        <pc:sldMkLst>
          <pc:docMk/>
          <pc:sldMk cId="1661497149" sldId="313"/>
        </pc:sldMkLst>
      </pc:sldChg>
      <pc:sldChg chg="modNotesTx">
        <pc:chgData name="张 智" userId="36bdf691fd3510be" providerId="LiveId" clId="{D58EBCC6-797E-4DC2-A645-8A11C85714CC}" dt="2024-03-03T12:53:15.147" v="253" actId="20577"/>
        <pc:sldMkLst>
          <pc:docMk/>
          <pc:sldMk cId="3985527607" sldId="320"/>
        </pc:sldMkLst>
      </pc:sldChg>
      <pc:sldChg chg="modSp mod modNotesTx">
        <pc:chgData name="张 智" userId="36bdf691fd3510be" providerId="LiveId" clId="{D58EBCC6-797E-4DC2-A645-8A11C85714CC}" dt="2024-03-03T12:54:47.819" v="260" actId="20577"/>
        <pc:sldMkLst>
          <pc:docMk/>
          <pc:sldMk cId="3976218616" sldId="321"/>
        </pc:sldMkLst>
        <pc:spChg chg="mod">
          <ac:chgData name="张 智" userId="36bdf691fd3510be" providerId="LiveId" clId="{D58EBCC6-797E-4DC2-A645-8A11C85714CC}" dt="2024-03-03T12:54:34.694" v="255" actId="20577"/>
          <ac:spMkLst>
            <pc:docMk/>
            <pc:sldMk cId="3976218616" sldId="321"/>
            <ac:spMk id="3" creationId="{F0BDC9F4-BFA5-4CCB-92BD-48D6E9310172}"/>
          </ac:spMkLst>
        </pc:spChg>
      </pc:sldChg>
      <pc:sldChg chg="modNotesTx">
        <pc:chgData name="张 智" userId="36bdf691fd3510be" providerId="LiveId" clId="{D58EBCC6-797E-4DC2-A645-8A11C85714CC}" dt="2024-03-03T13:21:35.180" v="678" actId="20577"/>
        <pc:sldMkLst>
          <pc:docMk/>
          <pc:sldMk cId="168034724" sldId="324"/>
        </pc:sldMkLst>
      </pc:sldChg>
      <pc:sldChg chg="modNotesTx">
        <pc:chgData name="张 智" userId="36bdf691fd3510be" providerId="LiveId" clId="{D58EBCC6-797E-4DC2-A645-8A11C85714CC}" dt="2024-03-03T13:10:12.400" v="575" actId="20577"/>
        <pc:sldMkLst>
          <pc:docMk/>
          <pc:sldMk cId="2490617179" sldId="326"/>
        </pc:sldMkLst>
      </pc:sldChg>
      <pc:sldChg chg="modNotesTx">
        <pc:chgData name="张 智" userId="36bdf691fd3510be" providerId="LiveId" clId="{D58EBCC6-797E-4DC2-A645-8A11C85714CC}" dt="2024-03-03T13:14:46.665" v="659" actId="20577"/>
        <pc:sldMkLst>
          <pc:docMk/>
          <pc:sldMk cId="3782227787" sldId="329"/>
        </pc:sldMkLst>
      </pc:sldChg>
      <pc:sldChg chg="modNotesTx">
        <pc:chgData name="张 智" userId="36bdf691fd3510be" providerId="LiveId" clId="{D58EBCC6-797E-4DC2-A645-8A11C85714CC}" dt="2024-03-03T13:28:43.378" v="845" actId="20577"/>
        <pc:sldMkLst>
          <pc:docMk/>
          <pc:sldMk cId="2547788687" sldId="335"/>
        </pc:sldMkLst>
      </pc:sldChg>
      <pc:sldChg chg="modNotesTx">
        <pc:chgData name="张 智" userId="36bdf691fd3510be" providerId="LiveId" clId="{D58EBCC6-797E-4DC2-A645-8A11C85714CC}" dt="2024-03-03T13:31:16.804" v="859" actId="20577"/>
        <pc:sldMkLst>
          <pc:docMk/>
          <pc:sldMk cId="3787991364" sldId="338"/>
        </pc:sldMkLst>
      </pc:sldChg>
      <pc:sldChg chg="modNotesTx">
        <pc:chgData name="张 智" userId="36bdf691fd3510be" providerId="LiveId" clId="{D58EBCC6-797E-4DC2-A645-8A11C85714CC}" dt="2024-03-03T13:32:03.299" v="919" actId="20577"/>
        <pc:sldMkLst>
          <pc:docMk/>
          <pc:sldMk cId="848260637" sldId="339"/>
        </pc:sldMkLst>
      </pc:sldChg>
      <pc:sldChg chg="modNotesTx">
        <pc:chgData name="张 智" userId="36bdf691fd3510be" providerId="LiveId" clId="{D58EBCC6-797E-4DC2-A645-8A11C85714CC}" dt="2024-03-03T12:48:06.760" v="189" actId="20577"/>
        <pc:sldMkLst>
          <pc:docMk/>
          <pc:sldMk cId="2326560970" sldId="344"/>
        </pc:sldMkLst>
      </pc:sldChg>
      <pc:sldChg chg="modNotesTx">
        <pc:chgData name="张 智" userId="36bdf691fd3510be" providerId="LiveId" clId="{D58EBCC6-797E-4DC2-A645-8A11C85714CC}" dt="2024-03-03T13:01:51.564" v="451" actId="20577"/>
        <pc:sldMkLst>
          <pc:docMk/>
          <pc:sldMk cId="3487196736" sldId="345"/>
        </pc:sldMkLst>
      </pc:sldChg>
      <pc:sldChg chg="modNotesTx">
        <pc:chgData name="张 智" userId="36bdf691fd3510be" providerId="LiveId" clId="{D58EBCC6-797E-4DC2-A645-8A11C85714CC}" dt="2024-03-03T13:03:33.807" v="485" actId="20577"/>
        <pc:sldMkLst>
          <pc:docMk/>
          <pc:sldMk cId="225699920" sldId="346"/>
        </pc:sldMkLst>
      </pc:sldChg>
      <pc:sldChg chg="modNotesTx">
        <pc:chgData name="张 智" userId="36bdf691fd3510be" providerId="LiveId" clId="{D58EBCC6-797E-4DC2-A645-8A11C85714CC}" dt="2024-03-03T13:06:24.202" v="491" actId="20577"/>
        <pc:sldMkLst>
          <pc:docMk/>
          <pc:sldMk cId="1807483871" sldId="347"/>
        </pc:sldMkLst>
      </pc:sldChg>
      <pc:sldChg chg="modNotesTx">
        <pc:chgData name="张 智" userId="36bdf691fd3510be" providerId="LiveId" clId="{D58EBCC6-797E-4DC2-A645-8A11C85714CC}" dt="2024-03-03T13:18:46.841" v="671" actId="20577"/>
        <pc:sldMkLst>
          <pc:docMk/>
          <pc:sldMk cId="2761348753" sldId="354"/>
        </pc:sldMkLst>
      </pc:sldChg>
      <pc:sldChg chg="modNotesTx">
        <pc:chgData name="张 智" userId="36bdf691fd3510be" providerId="LiveId" clId="{D58EBCC6-797E-4DC2-A645-8A11C85714CC}" dt="2024-03-03T13:24:23.064" v="693" actId="20577"/>
        <pc:sldMkLst>
          <pc:docMk/>
          <pc:sldMk cId="2997724936" sldId="355"/>
        </pc:sldMkLst>
      </pc:sldChg>
      <pc:sldChg chg="modNotesTx">
        <pc:chgData name="张 智" userId="36bdf691fd3510be" providerId="LiveId" clId="{D58EBCC6-797E-4DC2-A645-8A11C85714CC}" dt="2024-03-03T13:25:33.070" v="704" actId="20577"/>
        <pc:sldMkLst>
          <pc:docMk/>
          <pc:sldMk cId="167197713" sldId="356"/>
        </pc:sldMkLst>
      </pc:sldChg>
      <pc:sldChg chg="modNotesTx">
        <pc:chgData name="张 智" userId="36bdf691fd3510be" providerId="LiveId" clId="{D58EBCC6-797E-4DC2-A645-8A11C85714CC}" dt="2024-03-03T13:36:24.761" v="1137" actId="20577"/>
        <pc:sldMkLst>
          <pc:docMk/>
          <pc:sldMk cId="3606551087" sldId="362"/>
        </pc:sldMkLst>
      </pc:sldChg>
      <pc:sldChg chg="modNotesTx">
        <pc:chgData name="张 智" userId="36bdf691fd3510be" providerId="LiveId" clId="{D58EBCC6-797E-4DC2-A645-8A11C85714CC}" dt="2024-03-03T13:37:03.761" v="1208" actId="20577"/>
        <pc:sldMkLst>
          <pc:docMk/>
          <pc:sldMk cId="225321888" sldId="522"/>
        </pc:sldMkLst>
      </pc:sldChg>
      <pc:sldChg chg="modNotesTx">
        <pc:chgData name="张 智" userId="36bdf691fd3510be" providerId="LiveId" clId="{D58EBCC6-797E-4DC2-A645-8A11C85714CC}" dt="2024-03-03T13:40:08.708" v="1429" actId="20577"/>
        <pc:sldMkLst>
          <pc:docMk/>
          <pc:sldMk cId="1198541676" sldId="525"/>
        </pc:sldMkLst>
      </pc:sldChg>
      <pc:sldChg chg="modNotesTx">
        <pc:chgData name="张 智" userId="36bdf691fd3510be" providerId="LiveId" clId="{D58EBCC6-797E-4DC2-A645-8A11C85714CC}" dt="2024-03-03T13:12:35.503" v="624" actId="20577"/>
        <pc:sldMkLst>
          <pc:docMk/>
          <pc:sldMk cId="1786853552" sldId="527"/>
        </pc:sldMkLst>
      </pc:sldChg>
    </pc:docChg>
  </pc:docChgLst>
  <pc:docChgLst>
    <pc:chgData name="张 智" userId="36bdf691fd3510be" providerId="LiveId" clId="{89417510-11BE-4F59-9371-C304C6FD3514}"/>
    <pc:docChg chg="undo custSel addSld delSld modSld">
      <pc:chgData name="张 智" userId="36bdf691fd3510be" providerId="LiveId" clId="{89417510-11BE-4F59-9371-C304C6FD3514}" dt="2023-03-05T13:51:36.223" v="18979"/>
      <pc:docMkLst>
        <pc:docMk/>
      </pc:docMkLst>
      <pc:sldChg chg="modSp mod modNotesTx">
        <pc:chgData name="张 智" userId="36bdf691fd3510be" providerId="LiveId" clId="{89417510-11BE-4F59-9371-C304C6FD3514}" dt="2023-03-05T13:39:25.285" v="18422" actId="20577"/>
        <pc:sldMkLst>
          <pc:docMk/>
          <pc:sldMk cId="1077586671" sldId="256"/>
        </pc:sldMkLst>
        <pc:spChg chg="mod">
          <ac:chgData name="张 智" userId="36bdf691fd3510be" providerId="LiveId" clId="{89417510-11BE-4F59-9371-C304C6FD3514}" dt="2023-02-14T01:34:52.680" v="12" actId="20577"/>
          <ac:spMkLst>
            <pc:docMk/>
            <pc:sldMk cId="1077586671" sldId="256"/>
            <ac:spMk id="3" creationId="{1804B053-88E2-6F47-B5CB-F0B21DD687A8}"/>
          </ac:spMkLst>
        </pc:spChg>
      </pc:sldChg>
      <pc:sldChg chg="delSp add del mod setBg delDesignElem">
        <pc:chgData name="张 智" userId="36bdf691fd3510be" providerId="LiveId" clId="{89417510-11BE-4F59-9371-C304C6FD3514}" dt="2023-02-15T08:46:54.855" v="13695" actId="47"/>
        <pc:sldMkLst>
          <pc:docMk/>
          <pc:sldMk cId="3951340983" sldId="282"/>
        </pc:sldMkLst>
        <pc:spChg chg="del">
          <ac:chgData name="张 智" userId="36bdf691fd3510be" providerId="LiveId" clId="{89417510-11BE-4F59-9371-C304C6FD3514}" dt="2023-02-15T08:45:01.878" v="13672"/>
          <ac:spMkLst>
            <pc:docMk/>
            <pc:sldMk cId="3951340983" sldId="282"/>
            <ac:spMk id="11" creationId="{A98FD4FC-479A-4C2B-84A5-CF81E055FBC0}"/>
          </ac:spMkLst>
        </pc:spChg>
        <pc:spChg chg="del">
          <ac:chgData name="张 智" userId="36bdf691fd3510be" providerId="LiveId" clId="{89417510-11BE-4F59-9371-C304C6FD3514}" dt="2023-02-15T08:45:01.878" v="13672"/>
          <ac:spMkLst>
            <pc:docMk/>
            <pc:sldMk cId="3951340983" sldId="282"/>
            <ac:spMk id="13" creationId="{37D54B6C-87D0-4C03-8335-3955179D2B5B}"/>
          </ac:spMkLst>
        </pc:spChg>
        <pc:picChg chg="del">
          <ac:chgData name="张 智" userId="36bdf691fd3510be" providerId="LiveId" clId="{89417510-11BE-4F59-9371-C304C6FD3514}" dt="2023-02-15T08:46:35.831" v="13690" actId="21"/>
          <ac:picMkLst>
            <pc:docMk/>
            <pc:sldMk cId="3951340983" sldId="282"/>
            <ac:picMk id="6" creationId="{49124C87-1748-994D-B8A6-88AFD34FF4CE}"/>
          </ac:picMkLst>
        </pc:picChg>
      </pc:sldChg>
      <pc:sldChg chg="modSp mod modNotesTx">
        <pc:chgData name="张 智" userId="36bdf691fd3510be" providerId="LiveId" clId="{89417510-11BE-4F59-9371-C304C6FD3514}" dt="2023-03-05T13:47:43.898" v="18975" actId="20577"/>
        <pc:sldMkLst>
          <pc:docMk/>
          <pc:sldMk cId="1756241874" sldId="312"/>
        </pc:sldMkLst>
        <pc:spChg chg="mod">
          <ac:chgData name="张 智" userId="36bdf691fd3510be" providerId="LiveId" clId="{89417510-11BE-4F59-9371-C304C6FD3514}" dt="2023-02-14T01:35:07.643" v="19" actId="20577"/>
          <ac:spMkLst>
            <pc:docMk/>
            <pc:sldMk cId="1756241874" sldId="312"/>
            <ac:spMk id="2" creationId="{62542E54-9A0C-4068-A23E-AEA9BC08668D}"/>
          </ac:spMkLst>
        </pc:spChg>
      </pc:sldChg>
      <pc:sldChg chg="modSp mod modNotesTx">
        <pc:chgData name="张 智" userId="36bdf691fd3510be" providerId="LiveId" clId="{89417510-11BE-4F59-9371-C304C6FD3514}" dt="2023-03-05T13:51:36.223" v="18979"/>
        <pc:sldMkLst>
          <pc:docMk/>
          <pc:sldMk cId="1661497149" sldId="313"/>
        </pc:sldMkLst>
        <pc:spChg chg="mod">
          <ac:chgData name="张 智" userId="36bdf691fd3510be" providerId="LiveId" clId="{89417510-11BE-4F59-9371-C304C6FD3514}" dt="2023-03-05T13:51:36.223" v="18979"/>
          <ac:spMkLst>
            <pc:docMk/>
            <pc:sldMk cId="1661497149" sldId="313"/>
            <ac:spMk id="3" creationId="{09637B0F-EE6E-45B7-94BB-3ABCB076767D}"/>
          </ac:spMkLst>
        </pc:spChg>
      </pc:sldChg>
      <pc:sldChg chg="modSp mod modNotesTx">
        <pc:chgData name="张 智" userId="36bdf691fd3510be" providerId="LiveId" clId="{89417510-11BE-4F59-9371-C304C6FD3514}" dt="2023-02-15T08:20:44.276" v="12417" actId="20577"/>
        <pc:sldMkLst>
          <pc:docMk/>
          <pc:sldMk cId="1600042310" sldId="314"/>
        </pc:sldMkLst>
        <pc:spChg chg="mod">
          <ac:chgData name="张 智" userId="36bdf691fd3510be" providerId="LiveId" clId="{89417510-11BE-4F59-9371-C304C6FD3514}" dt="2023-02-15T06:26:27.329" v="10807" actId="20577"/>
          <ac:spMkLst>
            <pc:docMk/>
            <pc:sldMk cId="1600042310" sldId="314"/>
            <ac:spMk id="3" creationId="{41BD64B8-29C3-4ED4-AFEB-2F67EFE7BFA6}"/>
          </ac:spMkLst>
        </pc:spChg>
      </pc:sldChg>
      <pc:sldChg chg="modSp mod modNotesTx">
        <pc:chgData name="张 智" userId="36bdf691fd3510be" providerId="LiveId" clId="{89417510-11BE-4F59-9371-C304C6FD3514}" dt="2023-02-15T03:58:14.593" v="8843" actId="20577"/>
        <pc:sldMkLst>
          <pc:docMk/>
          <pc:sldMk cId="1096229147" sldId="317"/>
        </pc:sldMkLst>
        <pc:spChg chg="mod">
          <ac:chgData name="张 智" userId="36bdf691fd3510be" providerId="LiveId" clId="{89417510-11BE-4F59-9371-C304C6FD3514}" dt="2023-02-15T03:56:32.818" v="8681" actId="20577"/>
          <ac:spMkLst>
            <pc:docMk/>
            <pc:sldMk cId="1096229147" sldId="317"/>
            <ac:spMk id="3" creationId="{7E0F833C-991C-4544-A491-7BD219AB4188}"/>
          </ac:spMkLst>
        </pc:spChg>
      </pc:sldChg>
      <pc:sldChg chg="modSp mod modNotesTx">
        <pc:chgData name="张 智" userId="36bdf691fd3510be" providerId="LiveId" clId="{89417510-11BE-4F59-9371-C304C6FD3514}" dt="2023-02-15T02:55:24.626" v="5791" actId="20577"/>
        <pc:sldMkLst>
          <pc:docMk/>
          <pc:sldMk cId="3596805244" sldId="318"/>
        </pc:sldMkLst>
        <pc:spChg chg="mod">
          <ac:chgData name="张 智" userId="36bdf691fd3510be" providerId="LiveId" clId="{89417510-11BE-4F59-9371-C304C6FD3514}" dt="2023-02-14T14:21:15.795" v="4341" actId="1076"/>
          <ac:spMkLst>
            <pc:docMk/>
            <pc:sldMk cId="3596805244" sldId="318"/>
            <ac:spMk id="2" creationId="{093AB4B3-2123-4AB2-AB02-A3E645B41BE0}"/>
          </ac:spMkLst>
        </pc:spChg>
        <pc:spChg chg="mod">
          <ac:chgData name="张 智" userId="36bdf691fd3510be" providerId="LiveId" clId="{89417510-11BE-4F59-9371-C304C6FD3514}" dt="2023-02-14T14:21:13.533" v="4340" actId="1076"/>
          <ac:spMkLst>
            <pc:docMk/>
            <pc:sldMk cId="3596805244" sldId="318"/>
            <ac:spMk id="3" creationId="{A39D72D1-256A-4B1B-9CB0-BCD3A203872C}"/>
          </ac:spMkLst>
        </pc:spChg>
      </pc:sldChg>
      <pc:sldChg chg="modSp mod modNotesTx">
        <pc:chgData name="张 智" userId="36bdf691fd3510be" providerId="LiveId" clId="{89417510-11BE-4F59-9371-C304C6FD3514}" dt="2023-02-14T05:59:37.440" v="2054" actId="20577"/>
        <pc:sldMkLst>
          <pc:docMk/>
          <pc:sldMk cId="3020715732" sldId="319"/>
        </pc:sldMkLst>
        <pc:spChg chg="mod">
          <ac:chgData name="张 智" userId="36bdf691fd3510be" providerId="LiveId" clId="{89417510-11BE-4F59-9371-C304C6FD3514}" dt="2023-02-14T02:37:43.917" v="1057" actId="20577"/>
          <ac:spMkLst>
            <pc:docMk/>
            <pc:sldMk cId="3020715732" sldId="319"/>
            <ac:spMk id="3" creationId="{B074AC55-C8AC-43AB-8741-E2D4E909C115}"/>
          </ac:spMkLst>
        </pc:spChg>
      </pc:sldChg>
      <pc:sldChg chg="modNotesTx">
        <pc:chgData name="张 智" userId="36bdf691fd3510be" providerId="LiveId" clId="{89417510-11BE-4F59-9371-C304C6FD3514}" dt="2023-02-14T06:05:33.754" v="2215" actId="20577"/>
        <pc:sldMkLst>
          <pc:docMk/>
          <pc:sldMk cId="3985527607" sldId="320"/>
        </pc:sldMkLst>
      </pc:sldChg>
      <pc:sldChg chg="modNotesTx">
        <pc:chgData name="张 智" userId="36bdf691fd3510be" providerId="LiveId" clId="{89417510-11BE-4F59-9371-C304C6FD3514}" dt="2023-02-14T13:49:55.920" v="4055" actId="20577"/>
        <pc:sldMkLst>
          <pc:docMk/>
          <pc:sldMk cId="3976218616" sldId="321"/>
        </pc:sldMkLst>
      </pc:sldChg>
      <pc:sldChg chg="del">
        <pc:chgData name="张 智" userId="36bdf691fd3510be" providerId="LiveId" clId="{89417510-11BE-4F59-9371-C304C6FD3514}" dt="2023-02-14T13:58:52.061" v="4335" actId="47"/>
        <pc:sldMkLst>
          <pc:docMk/>
          <pc:sldMk cId="815232956" sldId="322"/>
        </pc:sldMkLst>
      </pc:sldChg>
      <pc:sldChg chg="del">
        <pc:chgData name="张 智" userId="36bdf691fd3510be" providerId="LiveId" clId="{89417510-11BE-4F59-9371-C304C6FD3514}" dt="2023-02-14T13:58:46.328" v="4334" actId="47"/>
        <pc:sldMkLst>
          <pc:docMk/>
          <pc:sldMk cId="2123591835" sldId="323"/>
        </pc:sldMkLst>
      </pc:sldChg>
      <pc:sldChg chg="addSp delSp modSp mod modAnim modNotesTx">
        <pc:chgData name="张 智" userId="36bdf691fd3510be" providerId="LiveId" clId="{89417510-11BE-4F59-9371-C304C6FD3514}" dt="2023-02-16T08:43:34.289" v="17858" actId="20577"/>
        <pc:sldMkLst>
          <pc:docMk/>
          <pc:sldMk cId="168034724" sldId="324"/>
        </pc:sldMkLst>
        <pc:spChg chg="mod">
          <ac:chgData name="张 智" userId="36bdf691fd3510be" providerId="LiveId" clId="{89417510-11BE-4F59-9371-C304C6FD3514}" dt="2023-02-15T05:04:46.301" v="9503" actId="20577"/>
          <ac:spMkLst>
            <pc:docMk/>
            <pc:sldMk cId="168034724" sldId="324"/>
            <ac:spMk id="2" creationId="{28DD6909-CAB0-45B9-9F90-BAD20E0D92E8}"/>
          </ac:spMkLst>
        </pc:spChg>
        <pc:spChg chg="mod">
          <ac:chgData name="张 智" userId="36bdf691fd3510be" providerId="LiveId" clId="{89417510-11BE-4F59-9371-C304C6FD3514}" dt="2023-02-15T04:24:23.796" v="9020" actId="14100"/>
          <ac:spMkLst>
            <pc:docMk/>
            <pc:sldMk cId="168034724" sldId="324"/>
            <ac:spMk id="13" creationId="{EFBFBE82-BACE-4CAD-BEE0-B3747E50029A}"/>
          </ac:spMkLst>
        </pc:spChg>
        <pc:spChg chg="add mod">
          <ac:chgData name="张 智" userId="36bdf691fd3510be" providerId="LiveId" clId="{89417510-11BE-4F59-9371-C304C6FD3514}" dt="2023-02-15T04:25:00.123" v="9047" actId="14100"/>
          <ac:spMkLst>
            <pc:docMk/>
            <pc:sldMk cId="168034724" sldId="324"/>
            <ac:spMk id="15" creationId="{3FA1737C-3202-42DC-A594-9B3C414073C9}"/>
          </ac:spMkLst>
        </pc:spChg>
        <pc:spChg chg="add mod">
          <ac:chgData name="张 智" userId="36bdf691fd3510be" providerId="LiveId" clId="{89417510-11BE-4F59-9371-C304C6FD3514}" dt="2023-02-15T05:05:27.237" v="9523" actId="1076"/>
          <ac:spMkLst>
            <pc:docMk/>
            <pc:sldMk cId="168034724" sldId="324"/>
            <ac:spMk id="19" creationId="{4ED8B415-1EE3-4D63-B16C-ECBAB52D8A45}"/>
          </ac:spMkLst>
        </pc:spChg>
        <pc:spChg chg="add mod">
          <ac:chgData name="张 智" userId="36bdf691fd3510be" providerId="LiveId" clId="{89417510-11BE-4F59-9371-C304C6FD3514}" dt="2023-02-15T05:06:30.516" v="9561" actId="1038"/>
          <ac:spMkLst>
            <pc:docMk/>
            <pc:sldMk cId="168034724" sldId="324"/>
            <ac:spMk id="20" creationId="{62F01484-D518-4F5A-9046-1E5F3D0099A2}"/>
          </ac:spMkLst>
        </pc:spChg>
        <pc:spChg chg="add mod">
          <ac:chgData name="张 智" userId="36bdf691fd3510be" providerId="LiveId" clId="{89417510-11BE-4F59-9371-C304C6FD3514}" dt="2023-02-15T05:00:23.238" v="9428" actId="1076"/>
          <ac:spMkLst>
            <pc:docMk/>
            <pc:sldMk cId="168034724" sldId="324"/>
            <ac:spMk id="21" creationId="{2E070689-F703-4386-A4AC-6C057856BDEE}"/>
          </ac:spMkLst>
        </pc:spChg>
        <pc:spChg chg="add mod">
          <ac:chgData name="张 智" userId="36bdf691fd3510be" providerId="LiveId" clId="{89417510-11BE-4F59-9371-C304C6FD3514}" dt="2023-02-15T05:00:32.270" v="9438" actId="1076"/>
          <ac:spMkLst>
            <pc:docMk/>
            <pc:sldMk cId="168034724" sldId="324"/>
            <ac:spMk id="22" creationId="{0E54ABE7-DC16-44B7-9B3D-62A0C257234B}"/>
          </ac:spMkLst>
        </pc:spChg>
        <pc:spChg chg="add mod">
          <ac:chgData name="张 智" userId="36bdf691fd3510be" providerId="LiveId" clId="{89417510-11BE-4F59-9371-C304C6FD3514}" dt="2023-02-15T05:05:33.255" v="9538" actId="1037"/>
          <ac:spMkLst>
            <pc:docMk/>
            <pc:sldMk cId="168034724" sldId="324"/>
            <ac:spMk id="24" creationId="{B1CC2474-C06A-4288-8261-EAFE5E1EA692}"/>
          </ac:spMkLst>
        </pc:spChg>
        <pc:spChg chg="add mod">
          <ac:chgData name="张 智" userId="36bdf691fd3510be" providerId="LiveId" clId="{89417510-11BE-4F59-9371-C304C6FD3514}" dt="2023-02-15T05:06:58.767" v="9571" actId="14100"/>
          <ac:spMkLst>
            <pc:docMk/>
            <pc:sldMk cId="168034724" sldId="324"/>
            <ac:spMk id="31" creationId="{F5032691-2067-4FC3-8A6E-E6B4170FF3A8}"/>
          </ac:spMkLst>
        </pc:spChg>
        <pc:spChg chg="add mod">
          <ac:chgData name="张 智" userId="36bdf691fd3510be" providerId="LiveId" clId="{89417510-11BE-4F59-9371-C304C6FD3514}" dt="2023-02-15T05:06:36.391" v="9562" actId="1076"/>
          <ac:spMkLst>
            <pc:docMk/>
            <pc:sldMk cId="168034724" sldId="324"/>
            <ac:spMk id="32" creationId="{8FE9A9D6-8378-4B50-9305-8B7C91BD2BA1}"/>
          </ac:spMkLst>
        </pc:spChg>
        <pc:picChg chg="mod">
          <ac:chgData name="张 智" userId="36bdf691fd3510be" providerId="LiveId" clId="{89417510-11BE-4F59-9371-C304C6FD3514}" dt="2023-02-15T04:12:17.954" v="9018" actId="1076"/>
          <ac:picMkLst>
            <pc:docMk/>
            <pc:sldMk cId="168034724" sldId="324"/>
            <ac:picMk id="4" creationId="{B4A2069F-C6DB-4509-8086-DAEA1B858209}"/>
          </ac:picMkLst>
        </pc:picChg>
        <pc:picChg chg="del">
          <ac:chgData name="张 智" userId="36bdf691fd3510be" providerId="LiveId" clId="{89417510-11BE-4F59-9371-C304C6FD3514}" dt="2023-02-15T04:11:49.969" v="9010" actId="478"/>
          <ac:picMkLst>
            <pc:docMk/>
            <pc:sldMk cId="168034724" sldId="324"/>
            <ac:picMk id="5" creationId="{AEB11AC6-49ED-4D07-9E11-46B510A60208}"/>
          </ac:picMkLst>
        </pc:picChg>
        <pc:picChg chg="del">
          <ac:chgData name="张 智" userId="36bdf691fd3510be" providerId="LiveId" clId="{89417510-11BE-4F59-9371-C304C6FD3514}" dt="2023-02-15T05:02:11.128" v="9446" actId="478"/>
          <ac:picMkLst>
            <pc:docMk/>
            <pc:sldMk cId="168034724" sldId="324"/>
            <ac:picMk id="6" creationId="{71FD827D-4313-4E14-B2ED-2F1C80CCF96A}"/>
          </ac:picMkLst>
        </pc:picChg>
        <pc:picChg chg="add mod">
          <ac:chgData name="张 智" userId="36bdf691fd3510be" providerId="LiveId" clId="{89417510-11BE-4F59-9371-C304C6FD3514}" dt="2023-02-15T04:08:45.403" v="9003" actId="1076"/>
          <ac:picMkLst>
            <pc:docMk/>
            <pc:sldMk cId="168034724" sldId="324"/>
            <ac:picMk id="7" creationId="{9AA3D411-4C5E-4F0C-8DB9-8E2DF8E5180A}"/>
          </ac:picMkLst>
        </pc:picChg>
        <pc:picChg chg="add mod">
          <ac:chgData name="张 智" userId="36bdf691fd3510be" providerId="LiveId" clId="{89417510-11BE-4F59-9371-C304C6FD3514}" dt="2023-02-15T05:06:30.516" v="9561" actId="1038"/>
          <ac:picMkLst>
            <pc:docMk/>
            <pc:sldMk cId="168034724" sldId="324"/>
            <ac:picMk id="9" creationId="{A216A960-8E26-491A-8201-9E461E532D6C}"/>
          </ac:picMkLst>
        </pc:picChg>
        <pc:picChg chg="add mod">
          <ac:chgData name="张 智" userId="36bdf691fd3510be" providerId="LiveId" clId="{89417510-11BE-4F59-9371-C304C6FD3514}" dt="2023-02-15T04:59:11.358" v="9376" actId="14100"/>
          <ac:picMkLst>
            <pc:docMk/>
            <pc:sldMk cId="168034724" sldId="324"/>
            <ac:picMk id="11" creationId="{2E775B07-50F3-44D7-8CC4-97181EE5EAB4}"/>
          </ac:picMkLst>
        </pc:picChg>
        <pc:picChg chg="del">
          <ac:chgData name="张 智" userId="36bdf691fd3510be" providerId="LiveId" clId="{89417510-11BE-4F59-9371-C304C6FD3514}" dt="2023-02-15T04:58:11.341" v="9369" actId="478"/>
          <ac:picMkLst>
            <pc:docMk/>
            <pc:sldMk cId="168034724" sldId="324"/>
            <ac:picMk id="14" creationId="{8E8025F4-218D-4784-B3E8-29B7247D4A59}"/>
          </ac:picMkLst>
        </pc:picChg>
        <pc:picChg chg="del">
          <ac:chgData name="张 智" userId="36bdf691fd3510be" providerId="LiveId" clId="{89417510-11BE-4F59-9371-C304C6FD3514}" dt="2023-02-15T04:07:49.705" v="8993" actId="478"/>
          <ac:picMkLst>
            <pc:docMk/>
            <pc:sldMk cId="168034724" sldId="324"/>
            <ac:picMk id="16" creationId="{221C3BE2-9FEC-4291-987E-B860798ACD2F}"/>
          </ac:picMkLst>
        </pc:picChg>
        <pc:picChg chg="add mod">
          <ac:chgData name="张 智" userId="36bdf691fd3510be" providerId="LiveId" clId="{89417510-11BE-4F59-9371-C304C6FD3514}" dt="2023-02-15T04:59:12.798" v="9377" actId="14100"/>
          <ac:picMkLst>
            <pc:docMk/>
            <pc:sldMk cId="168034724" sldId="324"/>
            <ac:picMk id="17" creationId="{83746624-141B-4F59-9E22-B49222A12188}"/>
          </ac:picMkLst>
        </pc:picChg>
        <pc:picChg chg="add mod">
          <ac:chgData name="张 智" userId="36bdf691fd3510be" providerId="LiveId" clId="{89417510-11BE-4F59-9371-C304C6FD3514}" dt="2023-02-15T05:05:33.255" v="9538" actId="1037"/>
          <ac:picMkLst>
            <pc:docMk/>
            <pc:sldMk cId="168034724" sldId="324"/>
            <ac:picMk id="23" creationId="{3A9152BF-8343-4EFF-B2CB-5F67649DFE9E}"/>
          </ac:picMkLst>
        </pc:picChg>
        <pc:picChg chg="add mod">
          <ac:chgData name="张 智" userId="36bdf691fd3510be" providerId="LiveId" clId="{89417510-11BE-4F59-9371-C304C6FD3514}" dt="2023-02-15T05:07:11.351" v="9573" actId="1076"/>
          <ac:picMkLst>
            <pc:docMk/>
            <pc:sldMk cId="168034724" sldId="324"/>
            <ac:picMk id="39" creationId="{03E31EF2-5F20-42CD-B23B-4B1A65C05247}"/>
          </ac:picMkLst>
        </pc:picChg>
        <pc:picChg chg="del">
          <ac:chgData name="张 智" userId="36bdf691fd3510be" providerId="LiveId" clId="{89417510-11BE-4F59-9371-C304C6FD3514}" dt="2023-02-15T04:58:09.517" v="9368" actId="478"/>
          <ac:picMkLst>
            <pc:docMk/>
            <pc:sldMk cId="168034724" sldId="324"/>
            <ac:picMk id="1026" creationId="{244C4817-C3E9-48AC-A4DA-6EE1DBF2A5C9}"/>
          </ac:picMkLst>
        </pc:picChg>
        <pc:cxnChg chg="add mod">
          <ac:chgData name="张 智" userId="36bdf691fd3510be" providerId="LiveId" clId="{89417510-11BE-4F59-9371-C304C6FD3514}" dt="2023-02-15T05:05:33.255" v="9538" actId="1037"/>
          <ac:cxnSpMkLst>
            <pc:docMk/>
            <pc:sldMk cId="168034724" sldId="324"/>
            <ac:cxnSpMk id="25" creationId="{AAD34E41-CF66-4DA3-8330-E25E4437EE1E}"/>
          </ac:cxnSpMkLst>
        </pc:cxnChg>
        <pc:cxnChg chg="add mod">
          <ac:chgData name="张 智" userId="36bdf691fd3510be" providerId="LiveId" clId="{89417510-11BE-4F59-9371-C304C6FD3514}" dt="2023-02-15T05:06:58.767" v="9571" actId="14100"/>
          <ac:cxnSpMkLst>
            <pc:docMk/>
            <pc:sldMk cId="168034724" sldId="324"/>
            <ac:cxnSpMk id="28" creationId="{FFF945A4-E889-4E6B-910C-235F9B3E3F8E}"/>
          </ac:cxnSpMkLst>
        </pc:cxnChg>
        <pc:cxnChg chg="add mod">
          <ac:chgData name="张 智" userId="36bdf691fd3510be" providerId="LiveId" clId="{89417510-11BE-4F59-9371-C304C6FD3514}" dt="2023-02-15T05:06:58.767" v="9571" actId="14100"/>
          <ac:cxnSpMkLst>
            <pc:docMk/>
            <pc:sldMk cId="168034724" sldId="324"/>
            <ac:cxnSpMk id="34" creationId="{1E956C17-E993-460C-A9F3-CC0831F7634E}"/>
          </ac:cxnSpMkLst>
        </pc:cxnChg>
        <pc:cxnChg chg="add mod">
          <ac:chgData name="张 智" userId="36bdf691fd3510be" providerId="LiveId" clId="{89417510-11BE-4F59-9371-C304C6FD3514}" dt="2023-02-15T05:07:17.767" v="9576" actId="14100"/>
          <ac:cxnSpMkLst>
            <pc:docMk/>
            <pc:sldMk cId="168034724" sldId="324"/>
            <ac:cxnSpMk id="40" creationId="{E479634D-6E80-4852-A3DC-686C5DE59E6A}"/>
          </ac:cxnSpMkLst>
        </pc:cxnChg>
      </pc:sldChg>
      <pc:sldChg chg="modSp mod modNotesTx">
        <pc:chgData name="张 智" userId="36bdf691fd3510be" providerId="LiveId" clId="{89417510-11BE-4F59-9371-C304C6FD3514}" dt="2023-02-15T08:45:23.753" v="13674" actId="14100"/>
        <pc:sldMkLst>
          <pc:docMk/>
          <pc:sldMk cId="394019534" sldId="325"/>
        </pc:sldMkLst>
        <pc:spChg chg="mod">
          <ac:chgData name="张 智" userId="36bdf691fd3510be" providerId="LiveId" clId="{89417510-11BE-4F59-9371-C304C6FD3514}" dt="2023-02-15T08:45:19.443" v="13673" actId="1076"/>
          <ac:spMkLst>
            <pc:docMk/>
            <pc:sldMk cId="394019534" sldId="325"/>
            <ac:spMk id="2" creationId="{4D717A7D-6AA7-45DB-9376-C89319D0A5BF}"/>
          </ac:spMkLst>
        </pc:spChg>
        <pc:spChg chg="mod">
          <ac:chgData name="张 智" userId="36bdf691fd3510be" providerId="LiveId" clId="{89417510-11BE-4F59-9371-C304C6FD3514}" dt="2023-02-15T08:45:23.753" v="13674" actId="14100"/>
          <ac:spMkLst>
            <pc:docMk/>
            <pc:sldMk cId="394019534" sldId="325"/>
            <ac:spMk id="3" creationId="{41BD64B8-29C3-4ED4-AFEB-2F67EFE7BFA6}"/>
          </ac:spMkLst>
        </pc:spChg>
      </pc:sldChg>
      <pc:sldChg chg="addSp modSp add mod modNotesTx">
        <pc:chgData name="张 智" userId="36bdf691fd3510be" providerId="LiveId" clId="{89417510-11BE-4F59-9371-C304C6FD3514}" dt="2023-02-14T14:30:33.810" v="4527" actId="20577"/>
        <pc:sldMkLst>
          <pc:docMk/>
          <pc:sldMk cId="2490617179" sldId="326"/>
        </pc:sldMkLst>
        <pc:spChg chg="mod">
          <ac:chgData name="张 智" userId="36bdf691fd3510be" providerId="LiveId" clId="{89417510-11BE-4F59-9371-C304C6FD3514}" dt="2023-02-14T14:21:05.499" v="4338" actId="1076"/>
          <ac:spMkLst>
            <pc:docMk/>
            <pc:sldMk cId="2490617179" sldId="326"/>
            <ac:spMk id="2" creationId="{093AB4B3-2123-4AB2-AB02-A3E645B41BE0}"/>
          </ac:spMkLst>
        </pc:spChg>
        <pc:spChg chg="mod">
          <ac:chgData name="张 智" userId="36bdf691fd3510be" providerId="LiveId" clId="{89417510-11BE-4F59-9371-C304C6FD3514}" dt="2023-02-14T14:21:26.021" v="4344" actId="14100"/>
          <ac:spMkLst>
            <pc:docMk/>
            <pc:sldMk cId="2490617179" sldId="326"/>
            <ac:spMk id="3" creationId="{A39D72D1-256A-4B1B-9CB0-BCD3A203872C}"/>
          </ac:spMkLst>
        </pc:spChg>
        <pc:spChg chg="add mod">
          <ac:chgData name="张 智" userId="36bdf691fd3510be" providerId="LiveId" clId="{89417510-11BE-4F59-9371-C304C6FD3514}" dt="2023-02-14T14:28:16.891" v="4502" actId="20577"/>
          <ac:spMkLst>
            <pc:docMk/>
            <pc:sldMk cId="2490617179" sldId="326"/>
            <ac:spMk id="4" creationId="{3F12F75F-9359-47F6-9D47-60060FCF1CC6}"/>
          </ac:spMkLst>
        </pc:spChg>
        <pc:spChg chg="add mod">
          <ac:chgData name="张 智" userId="36bdf691fd3510be" providerId="LiveId" clId="{89417510-11BE-4F59-9371-C304C6FD3514}" dt="2023-02-14T14:28:28.165" v="4505" actId="20577"/>
          <ac:spMkLst>
            <pc:docMk/>
            <pc:sldMk cId="2490617179" sldId="326"/>
            <ac:spMk id="5" creationId="{116B5C8C-6C05-4264-8D04-5EF356315F30}"/>
          </ac:spMkLst>
        </pc:spChg>
        <pc:spChg chg="add mod">
          <ac:chgData name="张 智" userId="36bdf691fd3510be" providerId="LiveId" clId="{89417510-11BE-4F59-9371-C304C6FD3514}" dt="2023-02-14T14:30:26.331" v="4523" actId="20577"/>
          <ac:spMkLst>
            <pc:docMk/>
            <pc:sldMk cId="2490617179" sldId="326"/>
            <ac:spMk id="6" creationId="{C033A632-467F-4072-A716-3AC65AD83EBD}"/>
          </ac:spMkLst>
        </pc:spChg>
        <pc:spChg chg="add mod">
          <ac:chgData name="张 智" userId="36bdf691fd3510be" providerId="LiveId" clId="{89417510-11BE-4F59-9371-C304C6FD3514}" dt="2023-02-14T14:30:33.810" v="4527" actId="20577"/>
          <ac:spMkLst>
            <pc:docMk/>
            <pc:sldMk cId="2490617179" sldId="326"/>
            <ac:spMk id="7" creationId="{1A98D262-DB9E-4C59-AA70-555A4A40602D}"/>
          </ac:spMkLst>
        </pc:spChg>
      </pc:sldChg>
      <pc:sldChg chg="addSp delSp modSp add mod modNotesTx">
        <pc:chgData name="张 智" userId="36bdf691fd3510be" providerId="LiveId" clId="{89417510-11BE-4F59-9371-C304C6FD3514}" dt="2023-02-14T14:45:09.922" v="4900" actId="478"/>
        <pc:sldMkLst>
          <pc:docMk/>
          <pc:sldMk cId="3461264470" sldId="327"/>
        </pc:sldMkLst>
        <pc:spChg chg="mod">
          <ac:chgData name="张 智" userId="36bdf691fd3510be" providerId="LiveId" clId="{89417510-11BE-4F59-9371-C304C6FD3514}" dt="2023-02-14T14:31:02.566" v="4532" actId="14100"/>
          <ac:spMkLst>
            <pc:docMk/>
            <pc:sldMk cId="3461264470" sldId="327"/>
            <ac:spMk id="3" creationId="{A39D72D1-256A-4B1B-9CB0-BCD3A203872C}"/>
          </ac:spMkLst>
        </pc:spChg>
        <pc:spChg chg="add del mod">
          <ac:chgData name="张 智" userId="36bdf691fd3510be" providerId="LiveId" clId="{89417510-11BE-4F59-9371-C304C6FD3514}" dt="2023-02-14T14:45:09.922" v="4900" actId="478"/>
          <ac:spMkLst>
            <pc:docMk/>
            <pc:sldMk cId="3461264470" sldId="327"/>
            <ac:spMk id="4" creationId="{3648DC63-099C-43CA-BE7F-418ACF27C51A}"/>
          </ac:spMkLst>
        </pc:spChg>
      </pc:sldChg>
      <pc:sldChg chg="addSp delSp modSp add mod modNotesTx">
        <pc:chgData name="张 智" userId="36bdf691fd3510be" providerId="LiveId" clId="{89417510-11BE-4F59-9371-C304C6FD3514}" dt="2023-02-14T15:01:31.974" v="5326" actId="1035"/>
        <pc:sldMkLst>
          <pc:docMk/>
          <pc:sldMk cId="1696639929" sldId="328"/>
        </pc:sldMkLst>
        <pc:spChg chg="del mod">
          <ac:chgData name="张 智" userId="36bdf691fd3510be" providerId="LiveId" clId="{89417510-11BE-4F59-9371-C304C6FD3514}" dt="2023-02-14T14:47:04.735" v="4926" actId="478"/>
          <ac:spMkLst>
            <pc:docMk/>
            <pc:sldMk cId="1696639929" sldId="328"/>
            <ac:spMk id="4" creationId="{3648DC63-099C-43CA-BE7F-418ACF27C51A}"/>
          </ac:spMkLst>
        </pc:spChg>
        <pc:spChg chg="add mod">
          <ac:chgData name="张 智" userId="36bdf691fd3510be" providerId="LiveId" clId="{89417510-11BE-4F59-9371-C304C6FD3514}" dt="2023-02-14T14:59:19.306" v="5264" actId="20577"/>
          <ac:spMkLst>
            <pc:docMk/>
            <pc:sldMk cId="1696639929" sldId="328"/>
            <ac:spMk id="6" creationId="{F18A62D7-92A3-47F0-BB76-D8FAA161F00D}"/>
          </ac:spMkLst>
        </pc:spChg>
        <pc:spChg chg="add mod">
          <ac:chgData name="张 智" userId="36bdf691fd3510be" providerId="LiveId" clId="{89417510-11BE-4F59-9371-C304C6FD3514}" dt="2023-02-14T15:00:28.953" v="5310" actId="14100"/>
          <ac:spMkLst>
            <pc:docMk/>
            <pc:sldMk cId="1696639929" sldId="328"/>
            <ac:spMk id="7" creationId="{AAEDE18B-16ED-4051-8375-05743210B841}"/>
          </ac:spMkLst>
        </pc:spChg>
        <pc:spChg chg="add del mod">
          <ac:chgData name="张 智" userId="36bdf691fd3510be" providerId="LiveId" clId="{89417510-11BE-4F59-9371-C304C6FD3514}" dt="2023-02-14T14:58:21.306" v="5238"/>
          <ac:spMkLst>
            <pc:docMk/>
            <pc:sldMk cId="1696639929" sldId="328"/>
            <ac:spMk id="8" creationId="{B5AD34DF-399A-4BCA-A6E2-1FF8887BB2FD}"/>
          </ac:spMkLst>
        </pc:spChg>
        <pc:spChg chg="add mod">
          <ac:chgData name="张 智" userId="36bdf691fd3510be" providerId="LiveId" clId="{89417510-11BE-4F59-9371-C304C6FD3514}" dt="2023-02-14T15:01:31.974" v="5326" actId="1035"/>
          <ac:spMkLst>
            <pc:docMk/>
            <pc:sldMk cId="1696639929" sldId="328"/>
            <ac:spMk id="9" creationId="{B1A9C516-9681-4594-8457-AFD48198DA18}"/>
          </ac:spMkLst>
        </pc:spChg>
        <pc:graphicFrameChg chg="add del mod modGraphic">
          <ac:chgData name="张 智" userId="36bdf691fd3510be" providerId="LiveId" clId="{89417510-11BE-4F59-9371-C304C6FD3514}" dt="2023-02-14T14:54:42.094" v="5004" actId="478"/>
          <ac:graphicFrameMkLst>
            <pc:docMk/>
            <pc:sldMk cId="1696639929" sldId="328"/>
            <ac:graphicFrameMk id="5" creationId="{AA77BAD1-02E7-4720-840E-FCBEF6A00D7D}"/>
          </ac:graphicFrameMkLst>
        </pc:graphicFrameChg>
      </pc:sldChg>
      <pc:sldChg chg="modSp add mod modNotesTx">
        <pc:chgData name="张 智" userId="36bdf691fd3510be" providerId="LiveId" clId="{89417510-11BE-4F59-9371-C304C6FD3514}" dt="2023-02-15T03:12:40.772" v="6674" actId="20577"/>
        <pc:sldMkLst>
          <pc:docMk/>
          <pc:sldMk cId="3782227787" sldId="329"/>
        </pc:sldMkLst>
        <pc:spChg chg="mod">
          <ac:chgData name="张 智" userId="36bdf691fd3510be" providerId="LiveId" clId="{89417510-11BE-4F59-9371-C304C6FD3514}" dt="2023-02-15T02:58:18.581" v="5794" actId="5793"/>
          <ac:spMkLst>
            <pc:docMk/>
            <pc:sldMk cId="3782227787" sldId="329"/>
            <ac:spMk id="3" creationId="{A39D72D1-256A-4B1B-9CB0-BCD3A203872C}"/>
          </ac:spMkLst>
        </pc:spChg>
      </pc:sldChg>
      <pc:sldChg chg="modSp add mod modNotesTx">
        <pc:chgData name="张 智" userId="36bdf691fd3510be" providerId="LiveId" clId="{89417510-11BE-4F59-9371-C304C6FD3514}" dt="2023-02-15T03:32:25.317" v="7896" actId="20577"/>
        <pc:sldMkLst>
          <pc:docMk/>
          <pc:sldMk cId="3218462045" sldId="330"/>
        </pc:sldMkLst>
        <pc:spChg chg="mod">
          <ac:chgData name="张 智" userId="36bdf691fd3510be" providerId="LiveId" clId="{89417510-11BE-4F59-9371-C304C6FD3514}" dt="2023-02-15T03:21:02.874" v="7346" actId="20577"/>
          <ac:spMkLst>
            <pc:docMk/>
            <pc:sldMk cId="3218462045" sldId="330"/>
            <ac:spMk id="3" creationId="{A39D72D1-256A-4B1B-9CB0-BCD3A203872C}"/>
          </ac:spMkLst>
        </pc:spChg>
      </pc:sldChg>
      <pc:sldChg chg="modSp add mod modNotesTx">
        <pc:chgData name="张 智" userId="36bdf691fd3510be" providerId="LiveId" clId="{89417510-11BE-4F59-9371-C304C6FD3514}" dt="2023-02-15T08:20:48.292" v="12418" actId="20577"/>
        <pc:sldMkLst>
          <pc:docMk/>
          <pc:sldMk cId="3028340009" sldId="331"/>
        </pc:sldMkLst>
        <pc:spChg chg="mod">
          <ac:chgData name="张 智" userId="36bdf691fd3510be" providerId="LiveId" clId="{89417510-11BE-4F59-9371-C304C6FD3514}" dt="2023-02-15T08:20:32.117" v="12416" actId="20577"/>
          <ac:spMkLst>
            <pc:docMk/>
            <pc:sldMk cId="3028340009" sldId="331"/>
            <ac:spMk id="3" creationId="{41BD64B8-29C3-4ED4-AFEB-2F67EFE7BFA6}"/>
          </ac:spMkLst>
        </pc:spChg>
      </pc:sldChg>
      <pc:sldChg chg="modSp add mod modNotesTx">
        <pc:chgData name="张 智" userId="36bdf691fd3510be" providerId="LiveId" clId="{89417510-11BE-4F59-9371-C304C6FD3514}" dt="2023-02-15T08:31:30.527" v="13171" actId="20577"/>
        <pc:sldMkLst>
          <pc:docMk/>
          <pc:sldMk cId="521263434" sldId="332"/>
        </pc:sldMkLst>
        <pc:spChg chg="mod">
          <ac:chgData name="张 智" userId="36bdf691fd3510be" providerId="LiveId" clId="{89417510-11BE-4F59-9371-C304C6FD3514}" dt="2023-02-15T08:21:20.139" v="12426" actId="20577"/>
          <ac:spMkLst>
            <pc:docMk/>
            <pc:sldMk cId="521263434" sldId="332"/>
            <ac:spMk id="3" creationId="{41BD64B8-29C3-4ED4-AFEB-2F67EFE7BFA6}"/>
          </ac:spMkLst>
        </pc:spChg>
      </pc:sldChg>
      <pc:sldChg chg="modSp add mod modNotesTx">
        <pc:chgData name="张 智" userId="36bdf691fd3510be" providerId="LiveId" clId="{89417510-11BE-4F59-9371-C304C6FD3514}" dt="2023-02-15T08:45:30.196" v="13675" actId="14100"/>
        <pc:sldMkLst>
          <pc:docMk/>
          <pc:sldMk cId="951717567" sldId="333"/>
        </pc:sldMkLst>
        <pc:spChg chg="mod">
          <ac:chgData name="张 智" userId="36bdf691fd3510be" providerId="LiveId" clId="{89417510-11BE-4F59-9371-C304C6FD3514}" dt="2023-02-15T08:45:30.196" v="13675" actId="14100"/>
          <ac:spMkLst>
            <pc:docMk/>
            <pc:sldMk cId="951717567" sldId="333"/>
            <ac:spMk id="3" creationId="{41BD64B8-29C3-4ED4-AFEB-2F67EFE7BFA6}"/>
          </ac:spMkLst>
        </pc:spChg>
      </pc:sldChg>
      <pc:sldChg chg="modSp add mod modNotesTx">
        <pc:chgData name="张 智" userId="36bdf691fd3510be" providerId="LiveId" clId="{89417510-11BE-4F59-9371-C304C6FD3514}" dt="2023-02-15T09:12:39.371" v="15152" actId="20577"/>
        <pc:sldMkLst>
          <pc:docMk/>
          <pc:sldMk cId="1091457444" sldId="334"/>
        </pc:sldMkLst>
        <pc:spChg chg="mod">
          <ac:chgData name="张 智" userId="36bdf691fd3510be" providerId="LiveId" clId="{89417510-11BE-4F59-9371-C304C6FD3514}" dt="2023-02-15T09:06:10.131" v="14663" actId="20577"/>
          <ac:spMkLst>
            <pc:docMk/>
            <pc:sldMk cId="1091457444" sldId="334"/>
            <ac:spMk id="3" creationId="{41BD64B8-29C3-4ED4-AFEB-2F67EFE7BFA6}"/>
          </ac:spMkLst>
        </pc:spChg>
      </pc:sldChg>
      <pc:sldChg chg="addSp delSp modSp add mod modNotesTx">
        <pc:chgData name="张 智" userId="36bdf691fd3510be" providerId="LiveId" clId="{89417510-11BE-4F59-9371-C304C6FD3514}" dt="2023-02-15T09:05:51.633" v="14659" actId="20577"/>
        <pc:sldMkLst>
          <pc:docMk/>
          <pc:sldMk cId="2547788687" sldId="335"/>
        </pc:sldMkLst>
        <pc:spChg chg="mod">
          <ac:chgData name="张 智" userId="36bdf691fd3510be" providerId="LiveId" clId="{89417510-11BE-4F59-9371-C304C6FD3514}" dt="2023-02-15T09:01:30.751" v="14329" actId="20577"/>
          <ac:spMkLst>
            <pc:docMk/>
            <pc:sldMk cId="2547788687" sldId="335"/>
            <ac:spMk id="3" creationId="{41BD64B8-29C3-4ED4-AFEB-2F67EFE7BFA6}"/>
          </ac:spMkLst>
        </pc:spChg>
        <pc:spChg chg="add mod">
          <ac:chgData name="张 智" userId="36bdf691fd3510be" providerId="LiveId" clId="{89417510-11BE-4F59-9371-C304C6FD3514}" dt="2023-02-15T09:01:55.941" v="14337" actId="14100"/>
          <ac:spMkLst>
            <pc:docMk/>
            <pc:sldMk cId="2547788687" sldId="335"/>
            <ac:spMk id="4" creationId="{A53CB3FF-7768-4C44-9936-31F2A2827EA3}"/>
          </ac:spMkLst>
        </pc:spChg>
        <pc:picChg chg="add del mod">
          <ac:chgData name="张 智" userId="36bdf691fd3510be" providerId="LiveId" clId="{89417510-11BE-4F59-9371-C304C6FD3514}" dt="2023-02-15T09:01:13.676" v="14322" actId="478"/>
          <ac:picMkLst>
            <pc:docMk/>
            <pc:sldMk cId="2547788687" sldId="335"/>
            <ac:picMk id="5" creationId="{6DEB0F6D-863F-4EA4-A69F-1BA047C11ADA}"/>
          </ac:picMkLst>
        </pc:picChg>
        <pc:picChg chg="add mod">
          <ac:chgData name="张 智" userId="36bdf691fd3510be" providerId="LiveId" clId="{89417510-11BE-4F59-9371-C304C6FD3514}" dt="2023-02-15T09:01:25.954" v="14326" actId="1076"/>
          <ac:picMkLst>
            <pc:docMk/>
            <pc:sldMk cId="2547788687" sldId="335"/>
            <ac:picMk id="6" creationId="{C37C7A8D-9496-C244-B480-0C263E980F6A}"/>
          </ac:picMkLst>
        </pc:picChg>
      </pc:sldChg>
      <pc:sldChg chg="modSp add mod modNotesTx">
        <pc:chgData name="张 智" userId="36bdf691fd3510be" providerId="LiveId" clId="{89417510-11BE-4F59-9371-C304C6FD3514}" dt="2023-02-15T09:25:28.465" v="15391" actId="1076"/>
        <pc:sldMkLst>
          <pc:docMk/>
          <pc:sldMk cId="1703603333" sldId="336"/>
        </pc:sldMkLst>
        <pc:spChg chg="mod">
          <ac:chgData name="张 智" userId="36bdf691fd3510be" providerId="LiveId" clId="{89417510-11BE-4F59-9371-C304C6FD3514}" dt="2023-02-15T09:25:28.465" v="15391" actId="1076"/>
          <ac:spMkLst>
            <pc:docMk/>
            <pc:sldMk cId="1703603333" sldId="336"/>
            <ac:spMk id="3" creationId="{41BD64B8-29C3-4ED4-AFEB-2F67EFE7BFA6}"/>
          </ac:spMkLst>
        </pc:spChg>
      </pc:sldChg>
      <pc:sldChg chg="add del">
        <pc:chgData name="张 智" userId="36bdf691fd3510be" providerId="LiveId" clId="{89417510-11BE-4F59-9371-C304C6FD3514}" dt="2023-02-15T09:05:59.627" v="14661"/>
        <pc:sldMkLst>
          <pc:docMk/>
          <pc:sldMk cId="3837224978" sldId="336"/>
        </pc:sldMkLst>
      </pc:sldChg>
      <pc:sldChg chg="addSp delSp modSp add mod modNotesTx">
        <pc:chgData name="张 智" userId="36bdf691fd3510be" providerId="LiveId" clId="{89417510-11BE-4F59-9371-C304C6FD3514}" dt="2023-02-15T14:15:39.383" v="17056" actId="1076"/>
        <pc:sldMkLst>
          <pc:docMk/>
          <pc:sldMk cId="2330664269" sldId="337"/>
        </pc:sldMkLst>
        <pc:spChg chg="mod">
          <ac:chgData name="张 智" userId="36bdf691fd3510be" providerId="LiveId" clId="{89417510-11BE-4F59-9371-C304C6FD3514}" dt="2023-02-15T14:15:36.336" v="17055" actId="14100"/>
          <ac:spMkLst>
            <pc:docMk/>
            <pc:sldMk cId="2330664269" sldId="337"/>
            <ac:spMk id="2" creationId="{4D717A7D-6AA7-45DB-9376-C89319D0A5BF}"/>
          </ac:spMkLst>
        </pc:spChg>
        <pc:spChg chg="mod">
          <ac:chgData name="张 智" userId="36bdf691fd3510be" providerId="LiveId" clId="{89417510-11BE-4F59-9371-C304C6FD3514}" dt="2023-02-15T14:15:39.383" v="17056" actId="1076"/>
          <ac:spMkLst>
            <pc:docMk/>
            <pc:sldMk cId="2330664269" sldId="337"/>
            <ac:spMk id="3" creationId="{41BD64B8-29C3-4ED4-AFEB-2F67EFE7BFA6}"/>
          </ac:spMkLst>
        </pc:spChg>
        <pc:graphicFrameChg chg="add del mod modGraphic">
          <ac:chgData name="张 智" userId="36bdf691fd3510be" providerId="LiveId" clId="{89417510-11BE-4F59-9371-C304C6FD3514}" dt="2023-02-15T14:14:49.105" v="17039" actId="478"/>
          <ac:graphicFrameMkLst>
            <pc:docMk/>
            <pc:sldMk cId="2330664269" sldId="337"/>
            <ac:graphicFrameMk id="4" creationId="{D51E4BE7-5001-461F-AB68-2F50D11EA33B}"/>
          </ac:graphicFrameMkLst>
        </pc:graphicFrameChg>
      </pc:sldChg>
      <pc:sldChg chg="add del">
        <pc:chgData name="张 智" userId="36bdf691fd3510be" providerId="LiveId" clId="{89417510-11BE-4F59-9371-C304C6FD3514}" dt="2023-02-15T09:26:57.301" v="15393"/>
        <pc:sldMkLst>
          <pc:docMk/>
          <pc:sldMk cId="1147730385" sldId="338"/>
        </pc:sldMkLst>
      </pc:sldChg>
      <pc:sldChg chg="addSp delSp modSp add mod modNotesTx">
        <pc:chgData name="张 智" userId="36bdf691fd3510be" providerId="LiveId" clId="{89417510-11BE-4F59-9371-C304C6FD3514}" dt="2023-02-15T13:50:18.171" v="16037" actId="20577"/>
        <pc:sldMkLst>
          <pc:docMk/>
          <pc:sldMk cId="3787991364" sldId="338"/>
        </pc:sldMkLst>
        <pc:spChg chg="del">
          <ac:chgData name="张 智" userId="36bdf691fd3510be" providerId="LiveId" clId="{89417510-11BE-4F59-9371-C304C6FD3514}" dt="2023-02-15T09:27:29.159" v="15395" actId="478"/>
          <ac:spMkLst>
            <pc:docMk/>
            <pc:sldMk cId="3787991364" sldId="338"/>
            <ac:spMk id="2" creationId="{093AB4B3-2123-4AB2-AB02-A3E645B41BE0}"/>
          </ac:spMkLst>
        </pc:spChg>
        <pc:spChg chg="add del mod">
          <ac:chgData name="张 智" userId="36bdf691fd3510be" providerId="LiveId" clId="{89417510-11BE-4F59-9371-C304C6FD3514}" dt="2023-02-15T12:33:02.179" v="15639" actId="478"/>
          <ac:spMkLst>
            <pc:docMk/>
            <pc:sldMk cId="3787991364" sldId="338"/>
            <ac:spMk id="3" creationId="{2459994D-14F0-4FC1-9A00-391A4A6DF02E}"/>
          </ac:spMkLst>
        </pc:spChg>
        <pc:spChg chg="del mod">
          <ac:chgData name="张 智" userId="36bdf691fd3510be" providerId="LiveId" clId="{89417510-11BE-4F59-9371-C304C6FD3514}" dt="2023-02-15T09:27:46.002" v="15398" actId="478"/>
          <ac:spMkLst>
            <pc:docMk/>
            <pc:sldMk cId="3787991364" sldId="338"/>
            <ac:spMk id="3" creationId="{A39D72D1-256A-4B1B-9CB0-BCD3A203872C}"/>
          </ac:spMkLst>
        </pc:spChg>
        <pc:spChg chg="add del mod">
          <ac:chgData name="张 智" userId="36bdf691fd3510be" providerId="LiveId" clId="{89417510-11BE-4F59-9371-C304C6FD3514}" dt="2023-02-15T09:27:32.832" v="15396" actId="478"/>
          <ac:spMkLst>
            <pc:docMk/>
            <pc:sldMk cId="3787991364" sldId="338"/>
            <ac:spMk id="5" creationId="{D3E18ECC-2168-4930-96A1-EA3F8945FBAF}"/>
          </ac:spMkLst>
        </pc:spChg>
        <pc:spChg chg="mod">
          <ac:chgData name="张 智" userId="36bdf691fd3510be" providerId="LiveId" clId="{89417510-11BE-4F59-9371-C304C6FD3514}" dt="2023-02-15T12:39:52.149" v="15868" actId="1076"/>
          <ac:spMkLst>
            <pc:docMk/>
            <pc:sldMk cId="3787991364" sldId="338"/>
            <ac:spMk id="6" creationId="{F18A62D7-92A3-47F0-BB76-D8FAA161F00D}"/>
          </ac:spMkLst>
        </pc:spChg>
        <pc:spChg chg="del mod">
          <ac:chgData name="张 智" userId="36bdf691fd3510be" providerId="LiveId" clId="{89417510-11BE-4F59-9371-C304C6FD3514}" dt="2023-02-15T09:27:50.864" v="15400" actId="478"/>
          <ac:spMkLst>
            <pc:docMk/>
            <pc:sldMk cId="3787991364" sldId="338"/>
            <ac:spMk id="7" creationId="{AAEDE18B-16ED-4051-8375-05743210B841}"/>
          </ac:spMkLst>
        </pc:spChg>
        <pc:spChg chg="del">
          <ac:chgData name="张 智" userId="36bdf691fd3510be" providerId="LiveId" clId="{89417510-11BE-4F59-9371-C304C6FD3514}" dt="2023-02-15T09:27:56.708" v="15403" actId="478"/>
          <ac:spMkLst>
            <pc:docMk/>
            <pc:sldMk cId="3787991364" sldId="338"/>
            <ac:spMk id="9" creationId="{B1A9C516-9681-4594-8457-AFD48198DA18}"/>
          </ac:spMkLst>
        </pc:spChg>
        <pc:graphicFrameChg chg="add del mod modGraphic">
          <ac:chgData name="张 智" userId="36bdf691fd3510be" providerId="LiveId" clId="{89417510-11BE-4F59-9371-C304C6FD3514}" dt="2023-02-15T12:35:13.382" v="15649" actId="478"/>
          <ac:graphicFrameMkLst>
            <pc:docMk/>
            <pc:sldMk cId="3787991364" sldId="338"/>
            <ac:graphicFrameMk id="2" creationId="{52AB0439-1BBD-426B-91A3-B520BF5C04F6}"/>
          </ac:graphicFrameMkLst>
        </pc:graphicFrameChg>
        <pc:graphicFrameChg chg="add mod modGraphic">
          <ac:chgData name="张 智" userId="36bdf691fd3510be" providerId="LiveId" clId="{89417510-11BE-4F59-9371-C304C6FD3514}" dt="2023-02-15T12:40:03.653" v="15871" actId="1076"/>
          <ac:graphicFrameMkLst>
            <pc:docMk/>
            <pc:sldMk cId="3787991364" sldId="338"/>
            <ac:graphicFrameMk id="5" creationId="{02A55531-1AE7-4F5B-A26B-35C328EDD60B}"/>
          </ac:graphicFrameMkLst>
        </pc:graphicFrameChg>
        <pc:graphicFrameChg chg="add del mod modGraphic">
          <ac:chgData name="张 智" userId="36bdf691fd3510be" providerId="LiveId" clId="{89417510-11BE-4F59-9371-C304C6FD3514}" dt="2023-02-15T13:49:25.036" v="15926" actId="478"/>
          <ac:graphicFrameMkLst>
            <pc:docMk/>
            <pc:sldMk cId="3787991364" sldId="338"/>
            <ac:graphicFrameMk id="7" creationId="{48123D94-9E6D-40A2-97F5-226D05E383D6}"/>
          </ac:graphicFrameMkLst>
        </pc:graphicFrameChg>
        <pc:picChg chg="add del mod">
          <ac:chgData name="张 智" userId="36bdf691fd3510be" providerId="LiveId" clId="{89417510-11BE-4F59-9371-C304C6FD3514}" dt="2023-02-15T12:37:24.267" v="15777" actId="478"/>
          <ac:picMkLst>
            <pc:docMk/>
            <pc:sldMk cId="3787991364" sldId="338"/>
            <ac:picMk id="4" creationId="{5B65DC36-B280-4249-A8B5-8A3093416E7C}"/>
          </ac:picMkLst>
        </pc:picChg>
      </pc:sldChg>
      <pc:sldChg chg="modSp add mod modNotesTx">
        <pc:chgData name="张 智" userId="36bdf691fd3510be" providerId="LiveId" clId="{89417510-11BE-4F59-9371-C304C6FD3514}" dt="2023-02-15T13:53:50.718" v="16361" actId="20577"/>
        <pc:sldMkLst>
          <pc:docMk/>
          <pc:sldMk cId="848260637" sldId="339"/>
        </pc:sldMkLst>
        <pc:graphicFrameChg chg="modGraphic">
          <ac:chgData name="张 智" userId="36bdf691fd3510be" providerId="LiveId" clId="{89417510-11BE-4F59-9371-C304C6FD3514}" dt="2023-02-15T13:52:01.333" v="16119" actId="20577"/>
          <ac:graphicFrameMkLst>
            <pc:docMk/>
            <pc:sldMk cId="848260637" sldId="339"/>
            <ac:graphicFrameMk id="7" creationId="{48123D94-9E6D-40A2-97F5-226D05E383D6}"/>
          </ac:graphicFrameMkLst>
        </pc:graphicFrameChg>
      </pc:sldChg>
      <pc:sldChg chg="addSp delSp modSp add mod modNotesTx">
        <pc:chgData name="张 智" userId="36bdf691fd3510be" providerId="LiveId" clId="{89417510-11BE-4F59-9371-C304C6FD3514}" dt="2023-02-15T14:46:47.118" v="17855" actId="20577"/>
        <pc:sldMkLst>
          <pc:docMk/>
          <pc:sldMk cId="1812622571" sldId="340"/>
        </pc:sldMkLst>
        <pc:spChg chg="del mod">
          <ac:chgData name="张 智" userId="36bdf691fd3510be" providerId="LiveId" clId="{89417510-11BE-4F59-9371-C304C6FD3514}" dt="2023-02-15T14:32:55.302" v="17140" actId="478"/>
          <ac:spMkLst>
            <pc:docMk/>
            <pc:sldMk cId="1812622571" sldId="340"/>
            <ac:spMk id="2" creationId="{4D717A7D-6AA7-45DB-9376-C89319D0A5BF}"/>
          </ac:spMkLst>
        </pc:spChg>
        <pc:spChg chg="mod">
          <ac:chgData name="张 智" userId="36bdf691fd3510be" providerId="LiveId" clId="{89417510-11BE-4F59-9371-C304C6FD3514}" dt="2023-02-15T14:37:10.377" v="17212" actId="1076"/>
          <ac:spMkLst>
            <pc:docMk/>
            <pc:sldMk cId="1812622571" sldId="340"/>
            <ac:spMk id="3" creationId="{41BD64B8-29C3-4ED4-AFEB-2F67EFE7BFA6}"/>
          </ac:spMkLst>
        </pc:spChg>
        <pc:spChg chg="add del mod">
          <ac:chgData name="张 智" userId="36bdf691fd3510be" providerId="LiveId" clId="{89417510-11BE-4F59-9371-C304C6FD3514}" dt="2023-02-15T14:32:57.976" v="17141" actId="478"/>
          <ac:spMkLst>
            <pc:docMk/>
            <pc:sldMk cId="1812622571" sldId="340"/>
            <ac:spMk id="15" creationId="{95B10955-3BD1-4D9F-B578-D049A50EFECB}"/>
          </ac:spMkLst>
        </pc:spChg>
        <pc:spChg chg="add mod">
          <ac:chgData name="张 智" userId="36bdf691fd3510be" providerId="LiveId" clId="{89417510-11BE-4F59-9371-C304C6FD3514}" dt="2023-02-15T14:38:46.209" v="17309" actId="1076"/>
          <ac:spMkLst>
            <pc:docMk/>
            <pc:sldMk cId="1812622571" sldId="340"/>
            <ac:spMk id="16" creationId="{7FB8D598-8B24-4C9D-A7FF-BE557117E3FD}"/>
          </ac:spMkLst>
        </pc:spChg>
        <pc:graphicFrameChg chg="mod modGraphic">
          <ac:chgData name="张 智" userId="36bdf691fd3510be" providerId="LiveId" clId="{89417510-11BE-4F59-9371-C304C6FD3514}" dt="2023-02-15T14:37:10.377" v="17212" actId="1076"/>
          <ac:graphicFrameMkLst>
            <pc:docMk/>
            <pc:sldMk cId="1812622571" sldId="340"/>
            <ac:graphicFrameMk id="4" creationId="{D51E4BE7-5001-461F-AB68-2F50D11EA33B}"/>
          </ac:graphicFrameMkLst>
        </pc:graphicFrameChg>
        <pc:graphicFrameChg chg="add del mod">
          <ac:chgData name="张 智" userId="36bdf691fd3510be" providerId="LiveId" clId="{89417510-11BE-4F59-9371-C304C6FD3514}" dt="2023-02-15T14:17:30.818" v="17082"/>
          <ac:graphicFrameMkLst>
            <pc:docMk/>
            <pc:sldMk cId="1812622571" sldId="340"/>
            <ac:graphicFrameMk id="5" creationId="{F4F9499D-E5FE-4C37-A72C-4639AD6899F5}"/>
          </ac:graphicFrameMkLst>
        </pc:graphicFrameChg>
        <pc:graphicFrameChg chg="add del mod">
          <ac:chgData name="张 智" userId="36bdf691fd3510be" providerId="LiveId" clId="{89417510-11BE-4F59-9371-C304C6FD3514}" dt="2023-02-15T14:17:35.860" v="17085"/>
          <ac:graphicFrameMkLst>
            <pc:docMk/>
            <pc:sldMk cId="1812622571" sldId="340"/>
            <ac:graphicFrameMk id="6" creationId="{38F1FD5A-FC54-4E7B-B60C-718CC893F2D5}"/>
          </ac:graphicFrameMkLst>
        </pc:graphicFrameChg>
        <pc:graphicFrameChg chg="add del mod">
          <ac:chgData name="张 智" userId="36bdf691fd3510be" providerId="LiveId" clId="{89417510-11BE-4F59-9371-C304C6FD3514}" dt="2023-02-15T14:17:44.404" v="17088"/>
          <ac:graphicFrameMkLst>
            <pc:docMk/>
            <pc:sldMk cId="1812622571" sldId="340"/>
            <ac:graphicFrameMk id="7" creationId="{25731BD4-89B6-431F-8229-ACB7EE27FF23}"/>
          </ac:graphicFrameMkLst>
        </pc:graphicFrameChg>
        <pc:graphicFrameChg chg="add del mod">
          <ac:chgData name="张 智" userId="36bdf691fd3510be" providerId="LiveId" clId="{89417510-11BE-4F59-9371-C304C6FD3514}" dt="2023-02-15T14:17:51.678" v="17091"/>
          <ac:graphicFrameMkLst>
            <pc:docMk/>
            <pc:sldMk cId="1812622571" sldId="340"/>
            <ac:graphicFrameMk id="8" creationId="{6DFB3B3C-F698-4F83-85DF-FC8A14EDD6A8}"/>
          </ac:graphicFrameMkLst>
        </pc:graphicFrameChg>
        <pc:graphicFrameChg chg="add del mod">
          <ac:chgData name="张 智" userId="36bdf691fd3510be" providerId="LiveId" clId="{89417510-11BE-4F59-9371-C304C6FD3514}" dt="2023-02-15T14:18:13.411" v="17095" actId="478"/>
          <ac:graphicFrameMkLst>
            <pc:docMk/>
            <pc:sldMk cId="1812622571" sldId="340"/>
            <ac:graphicFrameMk id="9" creationId="{9CAC780B-28F7-4195-8BF7-149CD954D9EC}"/>
          </ac:graphicFrameMkLst>
        </pc:graphicFrameChg>
        <pc:graphicFrameChg chg="add del mod">
          <ac:chgData name="张 智" userId="36bdf691fd3510be" providerId="LiveId" clId="{89417510-11BE-4F59-9371-C304C6FD3514}" dt="2023-02-15T14:29:54.252" v="17098"/>
          <ac:graphicFrameMkLst>
            <pc:docMk/>
            <pc:sldMk cId="1812622571" sldId="340"/>
            <ac:graphicFrameMk id="10" creationId="{4AA0DDB6-28F4-433A-AE9D-7EAAB5482F7A}"/>
          </ac:graphicFrameMkLst>
        </pc:graphicFrameChg>
        <pc:graphicFrameChg chg="add del mod">
          <ac:chgData name="张 智" userId="36bdf691fd3510be" providerId="LiveId" clId="{89417510-11BE-4F59-9371-C304C6FD3514}" dt="2023-02-15T14:30:08.219" v="17101"/>
          <ac:graphicFrameMkLst>
            <pc:docMk/>
            <pc:sldMk cId="1812622571" sldId="340"/>
            <ac:graphicFrameMk id="11" creationId="{5B222226-71C3-4B2E-AE72-A9514F30A4F3}"/>
          </ac:graphicFrameMkLst>
        </pc:graphicFrameChg>
        <pc:graphicFrameChg chg="add del mod">
          <ac:chgData name="张 智" userId="36bdf691fd3510be" providerId="LiveId" clId="{89417510-11BE-4F59-9371-C304C6FD3514}" dt="2023-02-15T14:30:24.646" v="17105"/>
          <ac:graphicFrameMkLst>
            <pc:docMk/>
            <pc:sldMk cId="1812622571" sldId="340"/>
            <ac:graphicFrameMk id="12" creationId="{6B2F858C-9318-4761-8998-D2772BC4F1E6}"/>
          </ac:graphicFrameMkLst>
        </pc:graphicFrameChg>
        <pc:graphicFrameChg chg="add mod modGraphic">
          <ac:chgData name="张 智" userId="36bdf691fd3510be" providerId="LiveId" clId="{89417510-11BE-4F59-9371-C304C6FD3514}" dt="2023-02-15T14:38:31.130" v="17307" actId="207"/>
          <ac:graphicFrameMkLst>
            <pc:docMk/>
            <pc:sldMk cId="1812622571" sldId="340"/>
            <ac:graphicFrameMk id="13" creationId="{13D4DDE2-74FC-46A6-A116-F904D17AFAE5}"/>
          </ac:graphicFrameMkLst>
        </pc:graphicFrameChg>
      </pc:sldChg>
      <pc:sldChg chg="add del modNotesTx">
        <pc:chgData name="张 智" userId="36bdf691fd3510be" providerId="LiveId" clId="{89417510-11BE-4F59-9371-C304C6FD3514}" dt="2023-02-15T14:14:42.361" v="17036"/>
        <pc:sldMkLst>
          <pc:docMk/>
          <pc:sldMk cId="2046567569" sldId="340"/>
        </pc:sldMkLst>
      </pc:sldChg>
      <pc:sldChg chg="add del">
        <pc:chgData name="张 智" userId="36bdf691fd3510be" providerId="LiveId" clId="{89417510-11BE-4F59-9371-C304C6FD3514}" dt="2023-02-15T14:14:40.748" v="17034"/>
        <pc:sldMkLst>
          <pc:docMk/>
          <pc:sldMk cId="625034418" sldId="341"/>
        </pc:sldMkLst>
      </pc:sldChg>
      <pc:sldChg chg="addSp delSp modSp add mod modNotesTx">
        <pc:chgData name="张 智" userId="36bdf691fd3510be" providerId="LiveId" clId="{89417510-11BE-4F59-9371-C304C6FD3514}" dt="2023-02-16T08:49:05.774" v="17948" actId="1076"/>
        <pc:sldMkLst>
          <pc:docMk/>
          <pc:sldMk cId="2264317421" sldId="341"/>
        </pc:sldMkLst>
        <pc:spChg chg="mod">
          <ac:chgData name="张 智" userId="36bdf691fd3510be" providerId="LiveId" clId="{89417510-11BE-4F59-9371-C304C6FD3514}" dt="2023-02-16T08:45:39.193" v="17880" actId="14100"/>
          <ac:spMkLst>
            <pc:docMk/>
            <pc:sldMk cId="2264317421" sldId="341"/>
            <ac:spMk id="2" creationId="{28DD6909-CAB0-45B9-9F90-BAD20E0D92E8}"/>
          </ac:spMkLst>
        </pc:spChg>
        <pc:spChg chg="mod">
          <ac:chgData name="张 智" userId="36bdf691fd3510be" providerId="LiveId" clId="{89417510-11BE-4F59-9371-C304C6FD3514}" dt="2023-02-16T08:45:30.049" v="17879" actId="14100"/>
          <ac:spMkLst>
            <pc:docMk/>
            <pc:sldMk cId="2264317421" sldId="341"/>
            <ac:spMk id="13" creationId="{EFBFBE82-BACE-4CAD-BEE0-B3747E50029A}"/>
          </ac:spMkLst>
        </pc:spChg>
        <pc:spChg chg="mod">
          <ac:chgData name="张 智" userId="36bdf691fd3510be" providerId="LiveId" clId="{89417510-11BE-4F59-9371-C304C6FD3514}" dt="2023-02-16T08:48:27.855" v="17928" actId="14100"/>
          <ac:spMkLst>
            <pc:docMk/>
            <pc:sldMk cId="2264317421" sldId="341"/>
            <ac:spMk id="15" creationId="{3FA1737C-3202-42DC-A594-9B3C414073C9}"/>
          </ac:spMkLst>
        </pc:spChg>
        <pc:spChg chg="mod">
          <ac:chgData name="张 智" userId="36bdf691fd3510be" providerId="LiveId" clId="{89417510-11BE-4F59-9371-C304C6FD3514}" dt="2023-02-16T08:49:00.788" v="17946" actId="1076"/>
          <ac:spMkLst>
            <pc:docMk/>
            <pc:sldMk cId="2264317421" sldId="341"/>
            <ac:spMk id="19" creationId="{4ED8B415-1EE3-4D63-B16C-ECBAB52D8A45}"/>
          </ac:spMkLst>
        </pc:spChg>
        <pc:spChg chg="mod">
          <ac:chgData name="张 智" userId="36bdf691fd3510be" providerId="LiveId" clId="{89417510-11BE-4F59-9371-C304C6FD3514}" dt="2023-02-16T08:49:05.774" v="17948" actId="1076"/>
          <ac:spMkLst>
            <pc:docMk/>
            <pc:sldMk cId="2264317421" sldId="341"/>
            <ac:spMk id="20" creationId="{62F01484-D518-4F5A-9046-1E5F3D0099A2}"/>
          </ac:spMkLst>
        </pc:spChg>
        <pc:spChg chg="mod">
          <ac:chgData name="张 智" userId="36bdf691fd3510be" providerId="LiveId" clId="{89417510-11BE-4F59-9371-C304C6FD3514}" dt="2023-02-16T08:45:19.331" v="17877" actId="1035"/>
          <ac:spMkLst>
            <pc:docMk/>
            <pc:sldMk cId="2264317421" sldId="341"/>
            <ac:spMk id="21" creationId="{2E070689-F703-4386-A4AC-6C057856BDEE}"/>
          </ac:spMkLst>
        </pc:spChg>
        <pc:spChg chg="mod">
          <ac:chgData name="张 智" userId="36bdf691fd3510be" providerId="LiveId" clId="{89417510-11BE-4F59-9371-C304C6FD3514}" dt="2023-02-16T08:45:19.331" v="17877" actId="1035"/>
          <ac:spMkLst>
            <pc:docMk/>
            <pc:sldMk cId="2264317421" sldId="341"/>
            <ac:spMk id="22" creationId="{0E54ABE7-DC16-44B7-9B3D-62A0C257234B}"/>
          </ac:spMkLst>
        </pc:spChg>
        <pc:spChg chg="mod">
          <ac:chgData name="张 智" userId="36bdf691fd3510be" providerId="LiveId" clId="{89417510-11BE-4F59-9371-C304C6FD3514}" dt="2023-02-16T08:48:51.798" v="17945" actId="1035"/>
          <ac:spMkLst>
            <pc:docMk/>
            <pc:sldMk cId="2264317421" sldId="341"/>
            <ac:spMk id="24" creationId="{B1CC2474-C06A-4288-8261-EAFE5E1EA692}"/>
          </ac:spMkLst>
        </pc:spChg>
        <pc:spChg chg="add del mod">
          <ac:chgData name="张 智" userId="36bdf691fd3510be" providerId="LiveId" clId="{89417510-11BE-4F59-9371-C304C6FD3514}" dt="2023-02-16T08:45:54.348" v="17883" actId="478"/>
          <ac:spMkLst>
            <pc:docMk/>
            <pc:sldMk cId="2264317421" sldId="341"/>
            <ac:spMk id="27" creationId="{36AE0DF1-79BA-48EE-A5EC-37AEB7CEC1E2}"/>
          </ac:spMkLst>
        </pc:spChg>
        <pc:spChg chg="add mod">
          <ac:chgData name="张 智" userId="36bdf691fd3510be" providerId="LiveId" clId="{89417510-11BE-4F59-9371-C304C6FD3514}" dt="2023-02-16T08:48:51.798" v="17945" actId="1035"/>
          <ac:spMkLst>
            <pc:docMk/>
            <pc:sldMk cId="2264317421" sldId="341"/>
            <ac:spMk id="30" creationId="{2A2EE935-FE7D-42DD-B10F-3D3D8832AD1B}"/>
          </ac:spMkLst>
        </pc:spChg>
        <pc:spChg chg="mod">
          <ac:chgData name="张 智" userId="36bdf691fd3510be" providerId="LiveId" clId="{89417510-11BE-4F59-9371-C304C6FD3514}" dt="2023-02-16T08:48:51.798" v="17945" actId="1035"/>
          <ac:spMkLst>
            <pc:docMk/>
            <pc:sldMk cId="2264317421" sldId="341"/>
            <ac:spMk id="31" creationId="{F5032691-2067-4FC3-8A6E-E6B4170FF3A8}"/>
          </ac:spMkLst>
        </pc:spChg>
        <pc:spChg chg="mod">
          <ac:chgData name="张 智" userId="36bdf691fd3510be" providerId="LiveId" clId="{89417510-11BE-4F59-9371-C304C6FD3514}" dt="2023-02-16T08:48:51.798" v="17945" actId="1035"/>
          <ac:spMkLst>
            <pc:docMk/>
            <pc:sldMk cId="2264317421" sldId="341"/>
            <ac:spMk id="32" creationId="{8FE9A9D6-8378-4B50-9305-8B7C91BD2BA1}"/>
          </ac:spMkLst>
        </pc:spChg>
        <pc:spChg chg="add mod">
          <ac:chgData name="张 智" userId="36bdf691fd3510be" providerId="LiveId" clId="{89417510-11BE-4F59-9371-C304C6FD3514}" dt="2023-02-16T08:48:51.798" v="17945" actId="1035"/>
          <ac:spMkLst>
            <pc:docMk/>
            <pc:sldMk cId="2264317421" sldId="341"/>
            <ac:spMk id="35" creationId="{DC5F7FED-EC01-4E0D-B17C-394EFA993F4E}"/>
          </ac:spMkLst>
        </pc:spChg>
        <pc:picChg chg="mod">
          <ac:chgData name="张 智" userId="36bdf691fd3510be" providerId="LiveId" clId="{89417510-11BE-4F59-9371-C304C6FD3514}" dt="2023-02-16T08:48:51.798" v="17945" actId="1035"/>
          <ac:picMkLst>
            <pc:docMk/>
            <pc:sldMk cId="2264317421" sldId="341"/>
            <ac:picMk id="4" creationId="{B4A2069F-C6DB-4509-8086-DAEA1B858209}"/>
          </ac:picMkLst>
        </pc:picChg>
        <pc:picChg chg="mod">
          <ac:chgData name="张 智" userId="36bdf691fd3510be" providerId="LiveId" clId="{89417510-11BE-4F59-9371-C304C6FD3514}" dt="2023-02-16T08:45:01.118" v="17864" actId="1076"/>
          <ac:picMkLst>
            <pc:docMk/>
            <pc:sldMk cId="2264317421" sldId="341"/>
            <ac:picMk id="7" creationId="{9AA3D411-4C5E-4F0C-8DB9-8E2DF8E5180A}"/>
          </ac:picMkLst>
        </pc:picChg>
        <pc:picChg chg="mod">
          <ac:chgData name="张 智" userId="36bdf691fd3510be" providerId="LiveId" clId="{89417510-11BE-4F59-9371-C304C6FD3514}" dt="2023-02-16T08:48:51.798" v="17945" actId="1035"/>
          <ac:picMkLst>
            <pc:docMk/>
            <pc:sldMk cId="2264317421" sldId="341"/>
            <ac:picMk id="9" creationId="{A216A960-8E26-491A-8201-9E461E532D6C}"/>
          </ac:picMkLst>
        </pc:picChg>
        <pc:picChg chg="mod">
          <ac:chgData name="张 智" userId="36bdf691fd3510be" providerId="LiveId" clId="{89417510-11BE-4F59-9371-C304C6FD3514}" dt="2023-02-16T08:45:19.331" v="17877" actId="1035"/>
          <ac:picMkLst>
            <pc:docMk/>
            <pc:sldMk cId="2264317421" sldId="341"/>
            <ac:picMk id="11" creationId="{2E775B07-50F3-44D7-8CC4-97181EE5EAB4}"/>
          </ac:picMkLst>
        </pc:picChg>
        <pc:picChg chg="mod">
          <ac:chgData name="张 智" userId="36bdf691fd3510be" providerId="LiveId" clId="{89417510-11BE-4F59-9371-C304C6FD3514}" dt="2023-02-16T08:45:19.331" v="17877" actId="1035"/>
          <ac:picMkLst>
            <pc:docMk/>
            <pc:sldMk cId="2264317421" sldId="341"/>
            <ac:picMk id="17" creationId="{83746624-141B-4F59-9E22-B49222A12188}"/>
          </ac:picMkLst>
        </pc:picChg>
        <pc:picChg chg="mod">
          <ac:chgData name="张 智" userId="36bdf691fd3510be" providerId="LiveId" clId="{89417510-11BE-4F59-9371-C304C6FD3514}" dt="2023-02-16T08:48:51.798" v="17945" actId="1035"/>
          <ac:picMkLst>
            <pc:docMk/>
            <pc:sldMk cId="2264317421" sldId="341"/>
            <ac:picMk id="23" creationId="{3A9152BF-8343-4EFF-B2CB-5F67649DFE9E}"/>
          </ac:picMkLst>
        </pc:picChg>
        <pc:picChg chg="add mod">
          <ac:chgData name="张 智" userId="36bdf691fd3510be" providerId="LiveId" clId="{89417510-11BE-4F59-9371-C304C6FD3514}" dt="2023-02-16T08:48:51.798" v="17945" actId="1035"/>
          <ac:picMkLst>
            <pc:docMk/>
            <pc:sldMk cId="2264317421" sldId="341"/>
            <ac:picMk id="26" creationId="{71FD827D-4313-4E14-B2ED-2F1C80CCF96A}"/>
          </ac:picMkLst>
        </pc:picChg>
        <pc:picChg chg="mod">
          <ac:chgData name="张 智" userId="36bdf691fd3510be" providerId="LiveId" clId="{89417510-11BE-4F59-9371-C304C6FD3514}" dt="2023-02-16T08:48:51.798" v="17945" actId="1035"/>
          <ac:picMkLst>
            <pc:docMk/>
            <pc:sldMk cId="2264317421" sldId="341"/>
            <ac:picMk id="39" creationId="{03E31EF2-5F20-42CD-B23B-4B1A65C05247}"/>
          </ac:picMkLst>
        </pc:picChg>
        <pc:picChg chg="add mod">
          <ac:chgData name="张 智" userId="36bdf691fd3510be" providerId="LiveId" clId="{89417510-11BE-4F59-9371-C304C6FD3514}" dt="2023-02-16T08:48:51.798" v="17945" actId="1035"/>
          <ac:picMkLst>
            <pc:docMk/>
            <pc:sldMk cId="2264317421" sldId="341"/>
            <ac:picMk id="45" creationId="{CA4EF2BF-474E-4676-B1F2-8366C0956009}"/>
          </ac:picMkLst>
        </pc:picChg>
        <pc:cxnChg chg="mod">
          <ac:chgData name="张 智" userId="36bdf691fd3510be" providerId="LiveId" clId="{89417510-11BE-4F59-9371-C304C6FD3514}" dt="2023-02-16T08:48:51.798" v="17945" actId="1035"/>
          <ac:cxnSpMkLst>
            <pc:docMk/>
            <pc:sldMk cId="2264317421" sldId="341"/>
            <ac:cxnSpMk id="25" creationId="{AAD34E41-CF66-4DA3-8330-E25E4437EE1E}"/>
          </ac:cxnSpMkLst>
        </pc:cxnChg>
        <pc:cxnChg chg="mod">
          <ac:chgData name="张 智" userId="36bdf691fd3510be" providerId="LiveId" clId="{89417510-11BE-4F59-9371-C304C6FD3514}" dt="2023-02-16T08:48:51.798" v="17945" actId="1035"/>
          <ac:cxnSpMkLst>
            <pc:docMk/>
            <pc:sldMk cId="2264317421" sldId="341"/>
            <ac:cxnSpMk id="28" creationId="{FFF945A4-E889-4E6B-910C-235F9B3E3F8E}"/>
          </ac:cxnSpMkLst>
        </pc:cxnChg>
        <pc:cxnChg chg="add mod">
          <ac:chgData name="张 智" userId="36bdf691fd3510be" providerId="LiveId" clId="{89417510-11BE-4F59-9371-C304C6FD3514}" dt="2023-02-16T08:48:51.798" v="17945" actId="1035"/>
          <ac:cxnSpMkLst>
            <pc:docMk/>
            <pc:sldMk cId="2264317421" sldId="341"/>
            <ac:cxnSpMk id="29" creationId="{0915AC68-AF7A-4974-AA11-453CD8E75018}"/>
          </ac:cxnSpMkLst>
        </pc:cxnChg>
        <pc:cxnChg chg="add mod">
          <ac:chgData name="张 智" userId="36bdf691fd3510be" providerId="LiveId" clId="{89417510-11BE-4F59-9371-C304C6FD3514}" dt="2023-02-16T08:48:51.798" v="17945" actId="1035"/>
          <ac:cxnSpMkLst>
            <pc:docMk/>
            <pc:sldMk cId="2264317421" sldId="341"/>
            <ac:cxnSpMk id="33" creationId="{5758DA52-3A04-40C2-AB14-A29344B19FD9}"/>
          </ac:cxnSpMkLst>
        </pc:cxnChg>
        <pc:cxnChg chg="mod">
          <ac:chgData name="张 智" userId="36bdf691fd3510be" providerId="LiveId" clId="{89417510-11BE-4F59-9371-C304C6FD3514}" dt="2023-02-16T08:48:51.798" v="17945" actId="1035"/>
          <ac:cxnSpMkLst>
            <pc:docMk/>
            <pc:sldMk cId="2264317421" sldId="341"/>
            <ac:cxnSpMk id="34" creationId="{1E956C17-E993-460C-A9F3-CC0831F7634E}"/>
          </ac:cxnSpMkLst>
        </pc:cxnChg>
        <pc:cxnChg chg="mod">
          <ac:chgData name="张 智" userId="36bdf691fd3510be" providerId="LiveId" clId="{89417510-11BE-4F59-9371-C304C6FD3514}" dt="2023-02-16T08:48:51.798" v="17945" actId="1035"/>
          <ac:cxnSpMkLst>
            <pc:docMk/>
            <pc:sldMk cId="2264317421" sldId="341"/>
            <ac:cxnSpMk id="40" creationId="{E479634D-6E80-4852-A3DC-686C5DE59E6A}"/>
          </ac:cxnSpMkLst>
        </pc:cxnChg>
        <pc:cxnChg chg="add mod">
          <ac:chgData name="张 智" userId="36bdf691fd3510be" providerId="LiveId" clId="{89417510-11BE-4F59-9371-C304C6FD3514}" dt="2023-02-16T08:48:51.798" v="17945" actId="1035"/>
          <ac:cxnSpMkLst>
            <pc:docMk/>
            <pc:sldMk cId="2264317421" sldId="341"/>
            <ac:cxnSpMk id="43" creationId="{4D81C1B2-8B86-4F63-AB39-20EBC2BE8B1F}"/>
          </ac:cxnSpMkLst>
        </pc:cxnChg>
        <pc:cxnChg chg="add mod">
          <ac:chgData name="张 智" userId="36bdf691fd3510be" providerId="LiveId" clId="{89417510-11BE-4F59-9371-C304C6FD3514}" dt="2023-02-16T08:48:51.798" v="17945" actId="1035"/>
          <ac:cxnSpMkLst>
            <pc:docMk/>
            <pc:sldMk cId="2264317421" sldId="341"/>
            <ac:cxnSpMk id="47" creationId="{6084ADD2-4A4C-4A0C-8902-6ABD6915A81F}"/>
          </ac:cxnSpMkLst>
        </pc:cxnChg>
      </pc:sldChg>
    </pc:docChg>
  </pc:docChgLst>
  <pc:docChgLst>
    <pc:chgData name="zhang zhi" userId="36bdf691fd3510be" providerId="Windows Live" clId="Web-{7FA38AD1-4BEB-479B-B128-8FA145BB17FD}"/>
    <pc:docChg chg="modSld">
      <pc:chgData name="zhang zhi" userId="36bdf691fd3510be" providerId="Windows Live" clId="Web-{7FA38AD1-4BEB-479B-B128-8FA145BB17FD}" dt="2023-03-06T08:39:36.755" v="20"/>
      <pc:docMkLst>
        <pc:docMk/>
      </pc:docMkLst>
      <pc:sldChg chg="modNotes">
        <pc:chgData name="zhang zhi" userId="36bdf691fd3510be" providerId="Windows Live" clId="Web-{7FA38AD1-4BEB-479B-B128-8FA145BB17FD}" dt="2023-03-06T08:38:57.692" v="1"/>
        <pc:sldMkLst>
          <pc:docMk/>
          <pc:sldMk cId="3487196736" sldId="345"/>
        </pc:sldMkLst>
      </pc:sldChg>
      <pc:sldChg chg="modNotes">
        <pc:chgData name="zhang zhi" userId="36bdf691fd3510be" providerId="Windows Live" clId="Web-{7FA38AD1-4BEB-479B-B128-8FA145BB17FD}" dt="2023-03-06T08:39:36.755" v="20"/>
        <pc:sldMkLst>
          <pc:docMk/>
          <pc:sldMk cId="1807483871" sldId="347"/>
        </pc:sldMkLst>
      </pc:sldChg>
    </pc:docChg>
  </pc:docChgLst>
  <pc:docChgLst>
    <pc:chgData name="张 智" userId="36bdf691fd3510be" providerId="LiveId" clId="{408A5239-8FC8-4A14-87A5-7F25BB59F244}"/>
    <pc:docChg chg="modSld">
      <pc:chgData name="张 智" userId="36bdf691fd3510be" providerId="LiveId" clId="{408A5239-8FC8-4A14-87A5-7F25BB59F244}" dt="2023-06-09T15:16:09.186" v="3" actId="108"/>
      <pc:docMkLst>
        <pc:docMk/>
      </pc:docMkLst>
      <pc:sldChg chg="modSp mod">
        <pc:chgData name="张 智" userId="36bdf691fd3510be" providerId="LiveId" clId="{408A5239-8FC8-4A14-87A5-7F25BB59F244}" dt="2023-06-09T15:16:09.186" v="3" actId="108"/>
        <pc:sldMkLst>
          <pc:docMk/>
          <pc:sldMk cId="848260637" sldId="339"/>
        </pc:sldMkLst>
        <pc:spChg chg="mod">
          <ac:chgData name="张 智" userId="36bdf691fd3510be" providerId="LiveId" clId="{408A5239-8FC8-4A14-87A5-7F25BB59F244}" dt="2023-06-09T15:02:40.111" v="0" actId="1076"/>
          <ac:spMkLst>
            <pc:docMk/>
            <pc:sldMk cId="848260637" sldId="339"/>
            <ac:spMk id="6" creationId="{F18A62D7-92A3-47F0-BB76-D8FAA161F00D}"/>
          </ac:spMkLst>
        </pc:spChg>
        <pc:graphicFrameChg chg="mod modGraphic">
          <ac:chgData name="张 智" userId="36bdf691fd3510be" providerId="LiveId" clId="{408A5239-8FC8-4A14-87A5-7F25BB59F244}" dt="2023-06-09T15:16:09.186" v="3" actId="108"/>
          <ac:graphicFrameMkLst>
            <pc:docMk/>
            <pc:sldMk cId="848260637" sldId="339"/>
            <ac:graphicFrameMk id="7" creationId="{48123D94-9E6D-40A2-97F5-226D05E383D6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6D7260-B7E4-B548-BD1F-84ED14536037}" type="datetimeFigureOut">
              <a:rPr lang="en-AU" smtClean="0"/>
              <a:t>27/07/2026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030C05-EF6C-9847-8923-580D76870F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3409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76215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007855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62330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03407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39415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494147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81659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10719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62246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52012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32357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56207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01840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1687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84825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1378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695048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940810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69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29E7"/>
              </a:buClr>
              <a:buSzTx/>
              <a:buFontTx/>
              <a:buNone/>
              <a:tabLst/>
              <a:defRPr/>
            </a:pP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61436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0370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69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29E7"/>
              </a:buClr>
              <a:buSzTx/>
              <a:buFontTx/>
              <a:buNone/>
              <a:tabLst/>
              <a:defRPr/>
            </a:pP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16879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305615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1774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6DA62-5259-2870-1FFA-2D71E4FE0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2BBC2A-BFE8-69D0-70C8-106376118D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1B3B9D-1A94-65D2-5375-DF31C7E0DA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E7A8E6-9229-84E3-8BD7-8DC7318674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21448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6169F-56FA-1242-B593-46EF96B87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CC5C7D-58E5-CFDF-C21D-5CFDAD6AC2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AB9971-D78F-2BF4-A684-0F6D97428E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EF01AB-7C4B-1F54-D0BE-4CC573E983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50862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88137-42BA-21DA-FC4F-B7D60BB18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E9D86E-370F-8B01-67C9-897FB9B91B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708A81-8D36-6052-75FC-F168A85A61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C04E60-5CEA-C5EA-36C4-019183378D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970514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AC817-63B8-4824-00C6-3486447AD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D3E919-EB1D-6575-9537-9436373296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1E8105-2054-C995-7418-3E1E25AF36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638E36-1F0D-A56B-5DCF-55F637E70A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047313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1EC21-40A2-50EB-82B6-B88CBDB22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3D2870-F966-3C42-7651-076E48B199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BBE8C4-BBC6-FC47-B453-66F65BAE2E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2908B6-119D-3519-F71F-D8134FD59B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011113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41569-1BA2-A10E-9E9A-B5A3B1922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38B3D8-4B77-0227-84BA-262BF73049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53C7A2-660D-91D7-E8E6-46530D553F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213C2D-43C5-FC66-3007-47F02CB729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2359228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295010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777955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51FC3-91C7-CFD6-B5E6-5ECB71208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6B918C-A5B1-A006-0C71-5B2D55265F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C05193-7EBE-7B17-0C18-65647123DF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3F495E-1D3A-94E3-45D9-1D22B0FEB2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977365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8CCA9-2C03-FB83-BF04-A98452885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C02E77-6535-B7D7-0C39-93AAB39831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B5D2A8-65DE-F981-31E3-69AF940517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2EA79D-1ECA-9478-A8F9-36E6164CE9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919865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212971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788134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571178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118863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654893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971323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263042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237475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B15D-7A75-6AAA-EBAE-41231E663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B4F2CB-A4FF-0A36-7E78-C3B55FA92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E27F08-9707-4E0C-FD23-9765DF3238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4B77E-FA91-97F5-62CC-3AD36FB4FF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798705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2206A-BB60-6D95-46E9-08FA021DC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6C0CA8-6A1E-483D-A3E7-4430A4A193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7FB27C-CD3A-78EA-6E3A-101614D8F7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AC8D82-A9D7-445B-7127-027504F3F2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551708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692521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692561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8411326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621874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9378821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2552572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312477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415540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936816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126049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97347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910085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9125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090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118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894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988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553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96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86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586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793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171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54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372291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4648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5302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5711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5967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992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3989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9" r:id="rId11"/>
    <p:sldLayoutId id="2147483753" r:id="rId12"/>
    <p:sldLayoutId id="2147483754" r:id="rId13"/>
    <p:sldLayoutId id="2147483755" r:id="rId14"/>
    <p:sldLayoutId id="2147483756" r:id="rId15"/>
    <p:sldLayoutId id="2147483757" r:id="rId16"/>
    <p:sldLayoutId id="2147483758" r:id="rId17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9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7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5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5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wacyber/cits1003/tree/2022s1/cits1003-lecture_slide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oxentriq.com/code-breaking/substitution-cipher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chq.github.io/CyberChef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code.fr/frequency-analysis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jpe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85oMrKd8afY" TargetMode="Externa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geeksforgeeks.org/computer-networks/difference-between-diffie-hellman-and-rsa/" TargetMode="External"/><Relationship Id="rId4" Type="http://schemas.openxmlformats.org/officeDocument/2006/relationships/hyperlink" Target="https://www.youtube.com/watch?v=wcbH4t5SJpg" TargetMode="Externa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8E16CA-BF32-4E68-AAAF-189A3408C6C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3986" b="1744"/>
          <a:stretch/>
        </p:blipFill>
        <p:spPr>
          <a:xfrm>
            <a:off x="20" y="9738"/>
            <a:ext cx="12191980" cy="6857990"/>
          </a:xfrm>
          <a:prstGeom prst="rect">
            <a:avLst/>
          </a:prstGeom>
        </p:spPr>
      </p:pic>
      <p:sp useBgFill="1">
        <p:nvSpPr>
          <p:cNvPr id="14" name="Freeform 5">
            <a:extLst>
              <a:ext uri="{FF2B5EF4-FFF2-40B4-BE49-F238E27FC236}">
                <a16:creationId xmlns:a16="http://schemas.microsoft.com/office/drawing/2014/main" id="{608EAA06-5488-416B-B2B2-E55213011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2271651" y="1762886"/>
            <a:ext cx="7656919" cy="3332229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a14="http://schemas.microsoft.com/office/drawing/2010/main" xmlns:p14="http://schemas.microsoft.com/office/powerpoint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F2B5DE-6445-CC49-9F8E-7C9072991A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0733" y="2074339"/>
            <a:ext cx="7219954" cy="1828801"/>
          </a:xfrm>
        </p:spPr>
        <p:txBody>
          <a:bodyPr>
            <a:normAutofit fontScale="90000"/>
          </a:bodyPr>
          <a:lstStyle/>
          <a:p>
            <a:r>
              <a:rPr lang="en-US" sz="4800"/>
              <a:t>CITS1003 Introduction to Cybersecurity</a:t>
            </a:r>
            <a:br>
              <a:rPr lang="en-US" sz="4800"/>
            </a:br>
            <a:r>
              <a:rPr lang="en-US" sz="4800"/>
              <a:t>[2] Cryptography Exercises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04B053-88E2-6F47-B5CB-F0B21DD687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0733" y="3903138"/>
            <a:ext cx="7219954" cy="104986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20D1FF"/>
                </a:solidFill>
              </a:rPr>
              <a:t>Dr Garrison Gao</a:t>
            </a:r>
          </a:p>
        </p:txBody>
      </p:sp>
    </p:spTree>
    <p:extLst>
      <p:ext uri="{BB962C8B-B14F-4D97-AF65-F5344CB8AC3E}">
        <p14:creationId xmlns:p14="http://schemas.microsoft.com/office/powerpoint/2010/main" val="1077586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42E54-9A0C-4068-A23E-AEA9BC086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951A3-C7ED-48F8-8C9F-ABF9537CE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/>
              <a:t>Crack the code</a:t>
            </a:r>
          </a:p>
          <a:p>
            <a:r>
              <a:rPr lang="en-AU"/>
              <a:t>Key space</a:t>
            </a:r>
          </a:p>
          <a:p>
            <a:r>
              <a:rPr lang="en-AU"/>
              <a:t>Sharing secrets</a:t>
            </a:r>
          </a:p>
          <a:p>
            <a:r>
              <a:rPr lang="en-AU"/>
              <a:t>Possible questions</a:t>
            </a:r>
          </a:p>
        </p:txBody>
      </p:sp>
    </p:spTree>
    <p:extLst>
      <p:ext uri="{BB962C8B-B14F-4D97-AF65-F5344CB8AC3E}">
        <p14:creationId xmlns:p14="http://schemas.microsoft.com/office/powerpoint/2010/main" val="1756241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2BEA0-1B39-461B-9E12-760D197D7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Crack the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37B0F-EE6E-45B7-94BB-3ABCB0767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dirty="0" err="1"/>
              <a:t>nbcm</a:t>
            </a:r>
            <a:r>
              <a:rPr lang="en-AU" dirty="0"/>
              <a:t> cm u </a:t>
            </a:r>
            <a:r>
              <a:rPr lang="en-AU" dirty="0" err="1"/>
              <a:t>nij</a:t>
            </a:r>
            <a:r>
              <a:rPr lang="en-AU" dirty="0"/>
              <a:t> </a:t>
            </a:r>
            <a:r>
              <a:rPr lang="en-AU" dirty="0" err="1"/>
              <a:t>mywlyn</a:t>
            </a:r>
            <a:r>
              <a:rPr lang="en-AU" dirty="0"/>
              <a:t> </a:t>
            </a:r>
            <a:r>
              <a:rPr lang="en-AU" dirty="0" err="1"/>
              <a:t>gymmuay</a:t>
            </a:r>
            <a:r>
              <a:rPr lang="en-AU" dirty="0"/>
              <a:t> </a:t>
            </a:r>
            <a:r>
              <a:rPr lang="en-AU" dirty="0" err="1"/>
              <a:t>nbun</a:t>
            </a:r>
            <a:r>
              <a:rPr lang="en-AU" dirty="0"/>
              <a:t> </a:t>
            </a:r>
            <a:r>
              <a:rPr lang="en-AU" dirty="0" err="1"/>
              <a:t>sio</a:t>
            </a:r>
            <a:r>
              <a:rPr lang="en-AU" dirty="0"/>
              <a:t> </a:t>
            </a:r>
            <a:r>
              <a:rPr lang="en-AU" dirty="0" err="1"/>
              <a:t>uly</a:t>
            </a:r>
            <a:r>
              <a:rPr lang="en-AU" dirty="0"/>
              <a:t> </a:t>
            </a:r>
            <a:r>
              <a:rPr lang="en-AU" dirty="0" err="1"/>
              <a:t>lykoclyx</a:t>
            </a:r>
            <a:r>
              <a:rPr lang="en-AU" dirty="0"/>
              <a:t> </a:t>
            </a:r>
            <a:r>
              <a:rPr lang="en-AU" dirty="0" err="1"/>
              <a:t>ni</a:t>
            </a:r>
            <a:r>
              <a:rPr lang="en-AU" dirty="0"/>
              <a:t> </a:t>
            </a:r>
            <a:r>
              <a:rPr lang="en-AU" dirty="0" err="1"/>
              <a:t>xywixy</a:t>
            </a:r>
            <a:r>
              <a:rPr lang="en-AU" dirty="0"/>
              <a:t> </a:t>
            </a:r>
            <a:r>
              <a:rPr lang="en-AU" dirty="0" err="1"/>
              <a:t>ch</a:t>
            </a:r>
            <a:r>
              <a:rPr lang="en-AU" dirty="0"/>
              <a:t> </a:t>
            </a:r>
            <a:r>
              <a:rPr lang="en-AU" dirty="0" err="1"/>
              <a:t>ilxyl</a:t>
            </a:r>
            <a:r>
              <a:rPr lang="en-AU" dirty="0"/>
              <a:t> </a:t>
            </a:r>
            <a:r>
              <a:rPr lang="en-AU" dirty="0" err="1"/>
              <a:t>ni</a:t>
            </a:r>
            <a:r>
              <a:rPr lang="en-AU" dirty="0"/>
              <a:t> </a:t>
            </a:r>
            <a:r>
              <a:rPr lang="en-AU" dirty="0" err="1"/>
              <a:t>mifpy</a:t>
            </a:r>
            <a:r>
              <a:rPr lang="en-AU" dirty="0"/>
              <a:t> </a:t>
            </a:r>
            <a:r>
              <a:rPr lang="en-AU" dirty="0" err="1"/>
              <a:t>nby</a:t>
            </a:r>
            <a:r>
              <a:rPr lang="en-AU" dirty="0"/>
              <a:t> </a:t>
            </a:r>
            <a:r>
              <a:rPr lang="en-AU" dirty="0" err="1"/>
              <a:t>jlivfyg</a:t>
            </a:r>
            <a:r>
              <a:rPr lang="en-AU" dirty="0"/>
              <a:t> </a:t>
            </a:r>
            <a:r>
              <a:rPr lang="en-AU" dirty="0" err="1"/>
              <a:t>myn</a:t>
            </a:r>
            <a:r>
              <a:rPr lang="en-AU" dirty="0"/>
              <a:t> ion </a:t>
            </a:r>
            <a:r>
              <a:rPr lang="en-AU" dirty="0" err="1"/>
              <a:t>ni</a:t>
            </a:r>
            <a:r>
              <a:rPr lang="en-AU" dirty="0"/>
              <a:t> </a:t>
            </a:r>
            <a:r>
              <a:rPr lang="en-AU" dirty="0" err="1"/>
              <a:t>sio</a:t>
            </a:r>
            <a:r>
              <a:rPr lang="en-AU" dirty="0"/>
              <a:t> </a:t>
            </a:r>
            <a:r>
              <a:rPr lang="en-AU" dirty="0" err="1"/>
              <a:t>ch</a:t>
            </a:r>
            <a:r>
              <a:rPr lang="en-AU" dirty="0"/>
              <a:t> </a:t>
            </a:r>
            <a:r>
              <a:rPr lang="en-AU" dirty="0" err="1"/>
              <a:t>zlihn</a:t>
            </a:r>
            <a:r>
              <a:rPr lang="en-AU" dirty="0"/>
              <a:t>. </a:t>
            </a:r>
            <a:r>
              <a:rPr lang="en-AU" dirty="0" err="1"/>
              <a:t>biqypyl</a:t>
            </a:r>
            <a:r>
              <a:rPr lang="en-AU" dirty="0"/>
              <a:t> </a:t>
            </a:r>
            <a:r>
              <a:rPr lang="en-AU" dirty="0" err="1"/>
              <a:t>sio</a:t>
            </a:r>
            <a:r>
              <a:rPr lang="en-AU" dirty="0"/>
              <a:t> </a:t>
            </a:r>
            <a:r>
              <a:rPr lang="en-AU" dirty="0" err="1"/>
              <a:t>uly</a:t>
            </a:r>
            <a:r>
              <a:rPr lang="en-AU" dirty="0"/>
              <a:t> </a:t>
            </a:r>
            <a:r>
              <a:rPr lang="en-AU" dirty="0" err="1"/>
              <a:t>qyfwigy</a:t>
            </a:r>
            <a:r>
              <a:rPr lang="en-AU" dirty="0"/>
              <a:t> </a:t>
            </a:r>
            <a:r>
              <a:rPr lang="en-AU" dirty="0" err="1"/>
              <a:t>ni</a:t>
            </a:r>
            <a:r>
              <a:rPr lang="en-AU" dirty="0"/>
              <a:t> </a:t>
            </a:r>
            <a:r>
              <a:rPr lang="en-AU" dirty="0" err="1"/>
              <a:t>omy</a:t>
            </a:r>
            <a:r>
              <a:rPr lang="en-AU" dirty="0"/>
              <a:t> </a:t>
            </a:r>
            <a:r>
              <a:rPr lang="en-AU" dirty="0" err="1"/>
              <a:t>pulciom</a:t>
            </a:r>
            <a:r>
              <a:rPr lang="en-AU" dirty="0"/>
              <a:t> </a:t>
            </a:r>
            <a:r>
              <a:rPr lang="en-AU" dirty="0" err="1"/>
              <a:t>lymiolwym</a:t>
            </a:r>
            <a:r>
              <a:rPr lang="en-AU" dirty="0"/>
              <a:t> </a:t>
            </a:r>
            <a:r>
              <a:rPr lang="en-AU" dirty="0" err="1"/>
              <a:t>ni</a:t>
            </a:r>
            <a:r>
              <a:rPr lang="en-AU" dirty="0"/>
              <a:t> </a:t>
            </a:r>
            <a:r>
              <a:rPr lang="en-AU" dirty="0" err="1"/>
              <a:t>byfj</a:t>
            </a:r>
            <a:r>
              <a:rPr lang="en-AU" dirty="0"/>
              <a:t> </a:t>
            </a:r>
            <a:r>
              <a:rPr lang="en-AU" dirty="0" err="1"/>
              <a:t>sio</a:t>
            </a:r>
            <a:r>
              <a:rPr lang="en-AU" dirty="0"/>
              <a:t> </a:t>
            </a:r>
            <a:r>
              <a:rPr lang="en-AU" dirty="0" err="1"/>
              <a:t>mifpy</a:t>
            </a:r>
            <a:r>
              <a:rPr lang="en-AU" dirty="0"/>
              <a:t> </a:t>
            </a:r>
            <a:r>
              <a:rPr lang="en-AU" dirty="0" err="1"/>
              <a:t>nbcm</a:t>
            </a:r>
            <a:r>
              <a:rPr lang="en-AU" dirty="0"/>
              <a:t> </a:t>
            </a:r>
            <a:r>
              <a:rPr lang="en-AU" dirty="0" err="1"/>
              <a:t>jlivfyg</a:t>
            </a:r>
            <a:r>
              <a:rPr lang="en-AU" dirty="0"/>
              <a:t>, </a:t>
            </a:r>
            <a:r>
              <a:rPr lang="en-AU" dirty="0" err="1"/>
              <a:t>qbcwb</a:t>
            </a:r>
            <a:r>
              <a:rPr lang="en-AU" dirty="0"/>
              <a:t> </a:t>
            </a:r>
            <a:r>
              <a:rPr lang="en-AU" dirty="0" err="1"/>
              <a:t>sio</a:t>
            </a:r>
            <a:r>
              <a:rPr lang="en-AU" dirty="0"/>
              <a:t> </a:t>
            </a:r>
            <a:r>
              <a:rPr lang="en-AU" dirty="0" err="1"/>
              <a:t>gus</a:t>
            </a:r>
            <a:r>
              <a:rPr lang="en-AU" dirty="0"/>
              <a:t> </a:t>
            </a:r>
            <a:r>
              <a:rPr lang="en-AU" dirty="0" err="1"/>
              <a:t>zchx</a:t>
            </a:r>
            <a:r>
              <a:rPr lang="en-AU" dirty="0"/>
              <a:t> </a:t>
            </a:r>
            <a:r>
              <a:rPr lang="en-AU" dirty="0" err="1"/>
              <a:t>omyzof</a:t>
            </a:r>
            <a:r>
              <a:rPr lang="en-AU" dirty="0"/>
              <a:t> von </a:t>
            </a:r>
            <a:r>
              <a:rPr lang="en-AU" dirty="0" err="1"/>
              <a:t>cn</a:t>
            </a:r>
            <a:r>
              <a:rPr lang="en-AU" dirty="0"/>
              <a:t> </a:t>
            </a:r>
            <a:r>
              <a:rPr lang="en-AU" dirty="0" err="1"/>
              <a:t>myygm</a:t>
            </a:r>
            <a:r>
              <a:rPr lang="en-AU" dirty="0"/>
              <a:t> </a:t>
            </a:r>
            <a:r>
              <a:rPr lang="en-AU" dirty="0" err="1"/>
              <a:t>nbun</a:t>
            </a:r>
            <a:r>
              <a:rPr lang="en-AU" dirty="0"/>
              <a:t> </a:t>
            </a:r>
            <a:r>
              <a:rPr lang="en-AU" dirty="0" err="1"/>
              <a:t>nbcm</a:t>
            </a:r>
            <a:r>
              <a:rPr lang="en-AU" dirty="0"/>
              <a:t> </a:t>
            </a:r>
            <a:r>
              <a:rPr lang="en-AU" dirty="0" err="1"/>
              <a:t>mcgjfy</a:t>
            </a:r>
            <a:r>
              <a:rPr lang="en-AU" dirty="0"/>
              <a:t> </a:t>
            </a:r>
            <a:r>
              <a:rPr lang="en-AU" dirty="0" err="1"/>
              <a:t>jlivfyg</a:t>
            </a:r>
            <a:r>
              <a:rPr lang="en-AU" dirty="0"/>
              <a:t> </a:t>
            </a:r>
            <a:r>
              <a:rPr lang="en-AU" dirty="0" err="1"/>
              <a:t>wiofx</a:t>
            </a:r>
            <a:r>
              <a:rPr lang="en-AU" dirty="0"/>
              <a:t> </a:t>
            </a:r>
            <a:r>
              <a:rPr lang="en-AU" dirty="0" err="1"/>
              <a:t>vy</a:t>
            </a:r>
            <a:r>
              <a:rPr lang="en-AU" dirty="0"/>
              <a:t> </a:t>
            </a:r>
            <a:r>
              <a:rPr lang="en-AU" dirty="0" err="1"/>
              <a:t>mifpyx</a:t>
            </a:r>
            <a:r>
              <a:rPr lang="en-AU" dirty="0"/>
              <a:t> </a:t>
            </a:r>
            <a:r>
              <a:rPr lang="en-AU" dirty="0" err="1"/>
              <a:t>yumcfs</a:t>
            </a:r>
            <a:r>
              <a:rPr lang="en-AU" dirty="0"/>
              <a:t> vs </a:t>
            </a:r>
            <a:r>
              <a:rPr lang="en-AU" dirty="0" err="1"/>
              <a:t>omcha</a:t>
            </a:r>
            <a:r>
              <a:rPr lang="en-AU" dirty="0"/>
              <a:t> </a:t>
            </a:r>
            <a:r>
              <a:rPr lang="en-AU" dirty="0" err="1"/>
              <a:t>migy</a:t>
            </a:r>
            <a:r>
              <a:rPr lang="en-AU" dirty="0"/>
              <a:t> </a:t>
            </a:r>
            <a:r>
              <a:rPr lang="en-AU" dirty="0" err="1"/>
              <a:t>uonigunyx</a:t>
            </a:r>
            <a:r>
              <a:rPr lang="en-AU" dirty="0"/>
              <a:t> </a:t>
            </a:r>
            <a:r>
              <a:rPr lang="en-AU" dirty="0" err="1"/>
              <a:t>niifm</a:t>
            </a:r>
            <a:r>
              <a:rPr lang="en-AU" dirty="0"/>
              <a:t> </a:t>
            </a:r>
            <a:r>
              <a:rPr lang="en-AU" dirty="0" err="1"/>
              <a:t>mowb</a:t>
            </a:r>
            <a:r>
              <a:rPr lang="en-AU" dirty="0"/>
              <a:t> um </a:t>
            </a:r>
            <a:r>
              <a:rPr lang="en-AU" dirty="0" err="1"/>
              <a:t>wsvylwbyz</a:t>
            </a:r>
            <a:r>
              <a:rPr lang="en-AU" dirty="0"/>
              <a:t>.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Find live lectures from here: </a:t>
            </a:r>
            <a:r>
              <a:rPr lang="en-AU" dirty="0">
                <a:hlinkClick r:id="rId3"/>
              </a:rPr>
              <a:t>https://github.com/uwacyber/cits1003/tree/2022s1/cits1003-lecture_slides</a:t>
            </a:r>
            <a:endParaRPr lang="en-AU" dirty="0"/>
          </a:p>
          <a:p>
            <a:r>
              <a:rPr lang="en-AU" dirty="0"/>
              <a:t>For week 2: CITS1003-2 Cryptography-exercises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61497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796C3-E9B9-40A6-BABC-111D8CE53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Crack the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4AC55-C8AC-43AB-8741-E2D4E909C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/>
              <a:t>How did you do it?</a:t>
            </a:r>
          </a:p>
        </p:txBody>
      </p:sp>
    </p:spTree>
    <p:extLst>
      <p:ext uri="{BB962C8B-B14F-4D97-AF65-F5344CB8AC3E}">
        <p14:creationId xmlns:p14="http://schemas.microsoft.com/office/powerpoint/2010/main" val="3020715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796C3-E9B9-40A6-BABC-111D8CE53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Crack the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4AC55-C8AC-43AB-8741-E2D4E909C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Boxentriq</a:t>
            </a:r>
            <a:r>
              <a:rPr lang="en-US" dirty="0"/>
              <a:t> Cryptogram auto solver: </a:t>
            </a:r>
            <a:r>
              <a:rPr lang="en-US" dirty="0">
                <a:hlinkClick r:id="rId3"/>
              </a:rPr>
              <a:t>https://www.boxentriq.com/code-breaking/substitution-cipher</a:t>
            </a:r>
            <a:r>
              <a:rPr lang="en-US" dirty="0"/>
              <a:t>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67038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796C3-E9B9-40A6-BABC-111D8CE53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Crack the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4AC55-C8AC-43AB-8741-E2D4E909C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571625"/>
            <a:ext cx="10353762" cy="3714749"/>
          </a:xfrm>
        </p:spPr>
        <p:txBody>
          <a:bodyPr/>
          <a:lstStyle/>
          <a:p>
            <a:r>
              <a:rPr lang="en-AU" dirty="0" err="1">
                <a:effectLst/>
              </a:rPr>
              <a:t>CyberChef</a:t>
            </a:r>
            <a:r>
              <a:rPr lang="en-AU" dirty="0">
                <a:effectLst/>
              </a:rPr>
              <a:t> </a:t>
            </a:r>
            <a:r>
              <a:rPr lang="en-US" dirty="0"/>
              <a:t>: </a:t>
            </a:r>
            <a:r>
              <a:rPr lang="en-US" dirty="0">
                <a:hlinkClick r:id="rId3"/>
              </a:rPr>
              <a:t>https://gchq.github.io/CyberChef/</a:t>
            </a:r>
            <a:r>
              <a:rPr lang="en-US" dirty="0"/>
              <a:t> </a:t>
            </a:r>
            <a:endParaRPr lang="en-A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98B5BE9-6BD3-4A2C-7BF6-5761F9E6424A}"/>
              </a:ext>
            </a:extLst>
          </p:cNvPr>
          <p:cNvSpPr txBox="1">
            <a:spLocks/>
          </p:cNvSpPr>
          <p:nvPr/>
        </p:nvSpPr>
        <p:spPr>
          <a:xfrm>
            <a:off x="913795" y="2533651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 err="1"/>
              <a:t>nbcm</a:t>
            </a:r>
            <a:r>
              <a:rPr lang="en-AU" dirty="0"/>
              <a:t> cm u </a:t>
            </a:r>
            <a:r>
              <a:rPr lang="en-AU" dirty="0" err="1"/>
              <a:t>nij</a:t>
            </a:r>
            <a:r>
              <a:rPr lang="en-AU" dirty="0"/>
              <a:t> </a:t>
            </a:r>
            <a:r>
              <a:rPr lang="en-AU" dirty="0" err="1"/>
              <a:t>mywlyn</a:t>
            </a:r>
            <a:r>
              <a:rPr lang="en-AU" dirty="0"/>
              <a:t> </a:t>
            </a:r>
            <a:r>
              <a:rPr lang="en-AU" dirty="0" err="1"/>
              <a:t>gymmuay</a:t>
            </a:r>
            <a:r>
              <a:rPr lang="en-AU" dirty="0"/>
              <a:t> </a:t>
            </a:r>
            <a:r>
              <a:rPr lang="en-AU" dirty="0" err="1"/>
              <a:t>nbun</a:t>
            </a:r>
            <a:r>
              <a:rPr lang="en-AU" dirty="0"/>
              <a:t> </a:t>
            </a:r>
            <a:r>
              <a:rPr lang="en-AU" dirty="0" err="1"/>
              <a:t>sio</a:t>
            </a:r>
            <a:r>
              <a:rPr lang="en-AU" dirty="0"/>
              <a:t> </a:t>
            </a:r>
            <a:r>
              <a:rPr lang="en-AU" dirty="0" err="1"/>
              <a:t>uly</a:t>
            </a:r>
            <a:r>
              <a:rPr lang="en-AU" dirty="0"/>
              <a:t> </a:t>
            </a:r>
            <a:r>
              <a:rPr lang="en-AU" dirty="0" err="1"/>
              <a:t>lykoclyx</a:t>
            </a:r>
            <a:r>
              <a:rPr lang="en-AU" dirty="0"/>
              <a:t> </a:t>
            </a:r>
            <a:r>
              <a:rPr lang="en-AU" dirty="0" err="1"/>
              <a:t>ni</a:t>
            </a:r>
            <a:r>
              <a:rPr lang="en-AU" dirty="0"/>
              <a:t> </a:t>
            </a:r>
            <a:r>
              <a:rPr lang="en-AU" dirty="0" err="1"/>
              <a:t>xywixy</a:t>
            </a:r>
            <a:r>
              <a:rPr lang="en-AU" dirty="0"/>
              <a:t> </a:t>
            </a:r>
            <a:r>
              <a:rPr lang="en-AU" dirty="0" err="1"/>
              <a:t>ch</a:t>
            </a:r>
            <a:r>
              <a:rPr lang="en-AU" dirty="0"/>
              <a:t> </a:t>
            </a:r>
            <a:r>
              <a:rPr lang="en-AU" dirty="0" err="1"/>
              <a:t>ilxyl</a:t>
            </a:r>
            <a:r>
              <a:rPr lang="en-AU" dirty="0"/>
              <a:t> </a:t>
            </a:r>
            <a:r>
              <a:rPr lang="en-AU" dirty="0" err="1"/>
              <a:t>ni</a:t>
            </a:r>
            <a:r>
              <a:rPr lang="en-AU" dirty="0"/>
              <a:t> </a:t>
            </a:r>
            <a:r>
              <a:rPr lang="en-AU" dirty="0" err="1"/>
              <a:t>mifpy</a:t>
            </a:r>
            <a:r>
              <a:rPr lang="en-AU" dirty="0"/>
              <a:t> </a:t>
            </a:r>
            <a:r>
              <a:rPr lang="en-AU" dirty="0" err="1"/>
              <a:t>nby</a:t>
            </a:r>
            <a:r>
              <a:rPr lang="en-AU" dirty="0"/>
              <a:t> </a:t>
            </a:r>
            <a:r>
              <a:rPr lang="en-AU" dirty="0" err="1"/>
              <a:t>jlivfyg</a:t>
            </a:r>
            <a:r>
              <a:rPr lang="en-AU" dirty="0"/>
              <a:t> </a:t>
            </a:r>
            <a:r>
              <a:rPr lang="en-AU" dirty="0" err="1"/>
              <a:t>myn</a:t>
            </a:r>
            <a:r>
              <a:rPr lang="en-AU" dirty="0"/>
              <a:t> ion </a:t>
            </a:r>
            <a:r>
              <a:rPr lang="en-AU" dirty="0" err="1"/>
              <a:t>ni</a:t>
            </a:r>
            <a:r>
              <a:rPr lang="en-AU" dirty="0"/>
              <a:t> </a:t>
            </a:r>
            <a:r>
              <a:rPr lang="en-AU" dirty="0" err="1"/>
              <a:t>sio</a:t>
            </a:r>
            <a:r>
              <a:rPr lang="en-AU" dirty="0"/>
              <a:t> </a:t>
            </a:r>
            <a:r>
              <a:rPr lang="en-AU" dirty="0" err="1"/>
              <a:t>ch</a:t>
            </a:r>
            <a:r>
              <a:rPr lang="en-AU" dirty="0"/>
              <a:t> </a:t>
            </a:r>
            <a:r>
              <a:rPr lang="en-AU" dirty="0" err="1"/>
              <a:t>zlihn</a:t>
            </a:r>
            <a:r>
              <a:rPr lang="en-AU" dirty="0"/>
              <a:t>. </a:t>
            </a:r>
            <a:r>
              <a:rPr lang="en-AU" dirty="0" err="1"/>
              <a:t>biqypyl</a:t>
            </a:r>
            <a:r>
              <a:rPr lang="en-AU" dirty="0"/>
              <a:t> </a:t>
            </a:r>
            <a:r>
              <a:rPr lang="en-AU" dirty="0" err="1"/>
              <a:t>sio</a:t>
            </a:r>
            <a:r>
              <a:rPr lang="en-AU" dirty="0"/>
              <a:t> </a:t>
            </a:r>
            <a:r>
              <a:rPr lang="en-AU" dirty="0" err="1"/>
              <a:t>uly</a:t>
            </a:r>
            <a:r>
              <a:rPr lang="en-AU" dirty="0"/>
              <a:t> </a:t>
            </a:r>
            <a:r>
              <a:rPr lang="en-AU" dirty="0" err="1"/>
              <a:t>qyfwigy</a:t>
            </a:r>
            <a:r>
              <a:rPr lang="en-AU" dirty="0"/>
              <a:t> </a:t>
            </a:r>
            <a:r>
              <a:rPr lang="en-AU" dirty="0" err="1"/>
              <a:t>ni</a:t>
            </a:r>
            <a:r>
              <a:rPr lang="en-AU" dirty="0"/>
              <a:t> </a:t>
            </a:r>
            <a:r>
              <a:rPr lang="en-AU" dirty="0" err="1"/>
              <a:t>omy</a:t>
            </a:r>
            <a:r>
              <a:rPr lang="en-AU" dirty="0"/>
              <a:t> </a:t>
            </a:r>
            <a:r>
              <a:rPr lang="en-AU" dirty="0" err="1"/>
              <a:t>pulciom</a:t>
            </a:r>
            <a:r>
              <a:rPr lang="en-AU" dirty="0"/>
              <a:t> </a:t>
            </a:r>
            <a:r>
              <a:rPr lang="en-AU" dirty="0" err="1"/>
              <a:t>lymiolwym</a:t>
            </a:r>
            <a:r>
              <a:rPr lang="en-AU" dirty="0"/>
              <a:t> </a:t>
            </a:r>
            <a:r>
              <a:rPr lang="en-AU" dirty="0" err="1"/>
              <a:t>ni</a:t>
            </a:r>
            <a:r>
              <a:rPr lang="en-AU" dirty="0"/>
              <a:t> </a:t>
            </a:r>
            <a:r>
              <a:rPr lang="en-AU" dirty="0" err="1"/>
              <a:t>byfj</a:t>
            </a:r>
            <a:r>
              <a:rPr lang="en-AU" dirty="0"/>
              <a:t> </a:t>
            </a:r>
            <a:r>
              <a:rPr lang="en-AU" dirty="0" err="1"/>
              <a:t>sio</a:t>
            </a:r>
            <a:r>
              <a:rPr lang="en-AU" dirty="0"/>
              <a:t> </a:t>
            </a:r>
            <a:r>
              <a:rPr lang="en-AU" dirty="0" err="1"/>
              <a:t>mifpy</a:t>
            </a:r>
            <a:r>
              <a:rPr lang="en-AU" dirty="0"/>
              <a:t> </a:t>
            </a:r>
            <a:r>
              <a:rPr lang="en-AU" dirty="0" err="1"/>
              <a:t>nbcm</a:t>
            </a:r>
            <a:r>
              <a:rPr lang="en-AU" dirty="0"/>
              <a:t> </a:t>
            </a:r>
            <a:r>
              <a:rPr lang="en-AU" dirty="0" err="1"/>
              <a:t>jlivfyg</a:t>
            </a:r>
            <a:r>
              <a:rPr lang="en-AU" dirty="0"/>
              <a:t>, </a:t>
            </a:r>
            <a:r>
              <a:rPr lang="en-AU" dirty="0" err="1"/>
              <a:t>qbcwb</a:t>
            </a:r>
            <a:r>
              <a:rPr lang="en-AU" dirty="0"/>
              <a:t> </a:t>
            </a:r>
            <a:r>
              <a:rPr lang="en-AU" dirty="0" err="1"/>
              <a:t>sio</a:t>
            </a:r>
            <a:r>
              <a:rPr lang="en-AU" dirty="0"/>
              <a:t> </a:t>
            </a:r>
            <a:r>
              <a:rPr lang="en-AU" dirty="0" err="1"/>
              <a:t>gus</a:t>
            </a:r>
            <a:r>
              <a:rPr lang="en-AU" dirty="0"/>
              <a:t> </a:t>
            </a:r>
            <a:r>
              <a:rPr lang="en-AU" dirty="0" err="1"/>
              <a:t>zchx</a:t>
            </a:r>
            <a:r>
              <a:rPr lang="en-AU" dirty="0"/>
              <a:t> </a:t>
            </a:r>
            <a:r>
              <a:rPr lang="en-AU" dirty="0" err="1"/>
              <a:t>omyzof</a:t>
            </a:r>
            <a:r>
              <a:rPr lang="en-AU" dirty="0"/>
              <a:t> von </a:t>
            </a:r>
            <a:r>
              <a:rPr lang="en-AU" dirty="0" err="1"/>
              <a:t>cn</a:t>
            </a:r>
            <a:r>
              <a:rPr lang="en-AU" dirty="0"/>
              <a:t> </a:t>
            </a:r>
            <a:r>
              <a:rPr lang="en-AU" dirty="0" err="1"/>
              <a:t>myygm</a:t>
            </a:r>
            <a:r>
              <a:rPr lang="en-AU" dirty="0"/>
              <a:t> </a:t>
            </a:r>
            <a:r>
              <a:rPr lang="en-AU" dirty="0" err="1"/>
              <a:t>nbun</a:t>
            </a:r>
            <a:r>
              <a:rPr lang="en-AU" dirty="0"/>
              <a:t> </a:t>
            </a:r>
            <a:r>
              <a:rPr lang="en-AU" dirty="0" err="1"/>
              <a:t>nbcm</a:t>
            </a:r>
            <a:r>
              <a:rPr lang="en-AU" dirty="0"/>
              <a:t> </a:t>
            </a:r>
            <a:r>
              <a:rPr lang="en-AU" dirty="0" err="1"/>
              <a:t>mcgjfy</a:t>
            </a:r>
            <a:r>
              <a:rPr lang="en-AU" dirty="0"/>
              <a:t> </a:t>
            </a:r>
            <a:r>
              <a:rPr lang="en-AU" dirty="0" err="1"/>
              <a:t>jlivfyg</a:t>
            </a:r>
            <a:r>
              <a:rPr lang="en-AU" dirty="0"/>
              <a:t> </a:t>
            </a:r>
            <a:r>
              <a:rPr lang="en-AU" dirty="0" err="1"/>
              <a:t>wiofx</a:t>
            </a:r>
            <a:r>
              <a:rPr lang="en-AU" dirty="0"/>
              <a:t> </a:t>
            </a:r>
            <a:r>
              <a:rPr lang="en-AU" dirty="0" err="1"/>
              <a:t>vy</a:t>
            </a:r>
            <a:r>
              <a:rPr lang="en-AU" dirty="0"/>
              <a:t> </a:t>
            </a:r>
            <a:r>
              <a:rPr lang="en-AU" dirty="0" err="1"/>
              <a:t>mifpyx</a:t>
            </a:r>
            <a:r>
              <a:rPr lang="en-AU" dirty="0"/>
              <a:t> </a:t>
            </a:r>
            <a:r>
              <a:rPr lang="en-AU" dirty="0" err="1"/>
              <a:t>yumcfs</a:t>
            </a:r>
            <a:r>
              <a:rPr lang="en-AU" dirty="0"/>
              <a:t> vs </a:t>
            </a:r>
            <a:r>
              <a:rPr lang="en-AU" dirty="0" err="1"/>
              <a:t>omcha</a:t>
            </a:r>
            <a:r>
              <a:rPr lang="en-AU" dirty="0"/>
              <a:t> </a:t>
            </a:r>
            <a:r>
              <a:rPr lang="en-AU" dirty="0" err="1"/>
              <a:t>migy</a:t>
            </a:r>
            <a:r>
              <a:rPr lang="en-AU" dirty="0"/>
              <a:t> </a:t>
            </a:r>
            <a:r>
              <a:rPr lang="en-AU" dirty="0" err="1"/>
              <a:t>uonigunyx</a:t>
            </a:r>
            <a:r>
              <a:rPr lang="en-AU" dirty="0"/>
              <a:t> </a:t>
            </a:r>
            <a:r>
              <a:rPr lang="en-AU" dirty="0" err="1"/>
              <a:t>niifm</a:t>
            </a:r>
            <a:r>
              <a:rPr lang="en-AU" dirty="0"/>
              <a:t> </a:t>
            </a:r>
            <a:r>
              <a:rPr lang="en-AU" dirty="0" err="1"/>
              <a:t>mowb</a:t>
            </a:r>
            <a:r>
              <a:rPr lang="en-AU" dirty="0"/>
              <a:t> um </a:t>
            </a:r>
            <a:r>
              <a:rPr lang="en-AU" dirty="0" err="1"/>
              <a:t>wsvylwbyz</a:t>
            </a:r>
            <a:r>
              <a:rPr lang="en-AU" dirty="0"/>
              <a:t>.</a:t>
            </a:r>
          </a:p>
          <a:p>
            <a:pPr marL="3690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26560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796C3-E9B9-40A6-BABC-111D8CE53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Crack the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4AC55-C8AC-43AB-8741-E2D4E909C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/>
              <a:t>How did you do it?</a:t>
            </a:r>
          </a:p>
          <a:p>
            <a:r>
              <a:rPr lang="en-AU"/>
              <a:t>Will your approach work for other encoded messages? Why or why not?</a:t>
            </a:r>
          </a:p>
        </p:txBody>
      </p:sp>
    </p:spTree>
    <p:extLst>
      <p:ext uri="{BB962C8B-B14F-4D97-AF65-F5344CB8AC3E}">
        <p14:creationId xmlns:p14="http://schemas.microsoft.com/office/powerpoint/2010/main" val="2041390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7A0B0-688D-4449-A7E5-CA28AEBBC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Crack the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9B359-E3FC-4194-BFB0-E54A2DE2A4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You are given a ciphertext as follows:</a:t>
            </a:r>
          </a:p>
          <a:p>
            <a:pPr marL="36900" indent="0" algn="ctr">
              <a:buNone/>
            </a:pPr>
            <a:r>
              <a:rPr lang="en-AU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ymnx</a:t>
            </a:r>
            <a:r>
              <a:rPr lang="en-AU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nx</a:t>
            </a:r>
            <a:r>
              <a:rPr lang="en-AU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ymj</a:t>
            </a:r>
            <a:r>
              <a:rPr lang="en-AU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gjxy</a:t>
            </a:r>
            <a:r>
              <a:rPr lang="en-AU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xjsyjshj</a:t>
            </a:r>
            <a:r>
              <a:rPr lang="en-AU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jajw</a:t>
            </a:r>
            <a:endParaRPr lang="en-AU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AU" dirty="0"/>
              <a:t>Applying cryptanalysis, what is the likely letter for “e”, “t” and “a” (the top 3 most frequent letters)?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85527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F6F62-1915-42EF-B0C5-2025E7027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55683"/>
            <a:ext cx="10353762" cy="1257300"/>
          </a:xfrm>
        </p:spPr>
        <p:txBody>
          <a:bodyPr/>
          <a:lstStyle/>
          <a:p>
            <a:r>
              <a:rPr lang="en-AU"/>
              <a:t>Crack the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DC9F4-BFA5-4CCB-92BD-48D6E9310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426716"/>
            <a:ext cx="10353762" cy="4482005"/>
          </a:xfrm>
        </p:spPr>
        <p:txBody>
          <a:bodyPr>
            <a:normAutofit/>
          </a:bodyPr>
          <a:lstStyle/>
          <a:p>
            <a:r>
              <a:rPr lang="en-AU"/>
              <a:t>We have the frequency as follows (sorted):</a:t>
            </a:r>
          </a:p>
          <a:p>
            <a:endParaRPr lang="en-AU"/>
          </a:p>
          <a:p>
            <a:endParaRPr lang="en-AU"/>
          </a:p>
          <a:p>
            <a:endParaRPr lang="en-AU"/>
          </a:p>
          <a:p>
            <a:endParaRPr lang="en-AU"/>
          </a:p>
          <a:p>
            <a:endParaRPr lang="en-AU"/>
          </a:p>
          <a:p>
            <a:endParaRPr lang="en-AU"/>
          </a:p>
          <a:p>
            <a:r>
              <a:rPr lang="en-AU"/>
              <a:t>Plaintext: </a:t>
            </a:r>
            <a:r>
              <a:rPr lang="en-US"/>
              <a:t>this is the best sentence ever</a:t>
            </a:r>
          </a:p>
          <a:p>
            <a:r>
              <a:rPr lang="en-AU"/>
              <a:t>So “j” mapped to “e”, and “y” to “t”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BE269B-D53D-45CC-AC4D-C842E7FBB094}"/>
              </a:ext>
            </a:extLst>
          </p:cNvPr>
          <p:cNvSpPr txBox="1"/>
          <p:nvPr/>
        </p:nvSpPr>
        <p:spPr>
          <a:xfrm>
            <a:off x="3756135" y="1938949"/>
            <a:ext cx="6093372" cy="2677656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r>
              <a:rPr lang="en-AU" sz="2800">
                <a:solidFill>
                  <a:schemeClr val="tx1"/>
                </a:solidFill>
                <a:latin typeface="Courier"/>
                <a:cs typeface="Arial" panose="020B0604020202020204" pitchFamily="34" charset="0"/>
              </a:rPr>
              <a:t>j : 7</a:t>
            </a:r>
          </a:p>
          <a:p>
            <a:r>
              <a:rPr lang="en-AU" sz="2800">
                <a:solidFill>
                  <a:schemeClr val="tx1"/>
                </a:solidFill>
                <a:latin typeface="Courier"/>
                <a:cs typeface="Arial" panose="020B0604020202020204" pitchFamily="34" charset="0"/>
              </a:rPr>
              <a:t>y : 4</a:t>
            </a:r>
          </a:p>
          <a:p>
            <a:r>
              <a:rPr lang="en-AU" sz="2800">
                <a:solidFill>
                  <a:schemeClr val="tx1"/>
                </a:solidFill>
                <a:latin typeface="Courier"/>
                <a:cs typeface="Arial" panose="020B0604020202020204" pitchFamily="34" charset="0"/>
              </a:rPr>
              <a:t>x : 4</a:t>
            </a:r>
          </a:p>
          <a:p>
            <a:r>
              <a:rPr lang="en-AU" sz="2800">
                <a:solidFill>
                  <a:schemeClr val="tx1"/>
                </a:solidFill>
                <a:latin typeface="Courier"/>
                <a:cs typeface="Arial" panose="020B0604020202020204" pitchFamily="34" charset="0"/>
              </a:rPr>
              <a:t>m : 2</a:t>
            </a:r>
          </a:p>
          <a:p>
            <a:r>
              <a:rPr lang="en-AU" sz="2800">
                <a:solidFill>
                  <a:schemeClr val="tx1"/>
                </a:solidFill>
                <a:latin typeface="Courier"/>
                <a:cs typeface="Arial" panose="020B0604020202020204" pitchFamily="34" charset="0"/>
              </a:rPr>
              <a:t>n : 2</a:t>
            </a:r>
          </a:p>
          <a:p>
            <a:endParaRPr lang="en-AU" sz="2800">
              <a:solidFill>
                <a:schemeClr val="tx1"/>
              </a:solidFill>
              <a:latin typeface="Courier"/>
              <a:cs typeface="Arial" panose="020B0604020202020204" pitchFamily="34" charset="0"/>
            </a:endParaRPr>
          </a:p>
          <a:p>
            <a:r>
              <a:rPr lang="en-AU" sz="2800">
                <a:solidFill>
                  <a:schemeClr val="tx1"/>
                </a:solidFill>
                <a:latin typeface="Courier"/>
                <a:cs typeface="Arial" panose="020B0604020202020204" pitchFamily="34" charset="0"/>
              </a:rPr>
              <a:t>s : 2 </a:t>
            </a:r>
          </a:p>
          <a:p>
            <a:r>
              <a:rPr lang="en-AU" sz="2800">
                <a:solidFill>
                  <a:schemeClr val="tx1"/>
                </a:solidFill>
                <a:latin typeface="Courier"/>
                <a:cs typeface="Arial" panose="020B0604020202020204" pitchFamily="34" charset="0"/>
              </a:rPr>
              <a:t>g : 1</a:t>
            </a:r>
          </a:p>
          <a:p>
            <a:r>
              <a:rPr lang="en-AU" sz="2800">
                <a:solidFill>
                  <a:schemeClr val="tx1"/>
                </a:solidFill>
                <a:latin typeface="Courier"/>
                <a:cs typeface="Arial" panose="020B0604020202020204" pitchFamily="34" charset="0"/>
              </a:rPr>
              <a:t>h : 1 </a:t>
            </a:r>
          </a:p>
          <a:p>
            <a:r>
              <a:rPr lang="en-AU" sz="2800">
                <a:solidFill>
                  <a:schemeClr val="tx1"/>
                </a:solidFill>
                <a:latin typeface="Courier"/>
                <a:cs typeface="Arial" panose="020B0604020202020204" pitchFamily="34" charset="0"/>
              </a:rPr>
              <a:t>a : 1</a:t>
            </a:r>
          </a:p>
          <a:p>
            <a:r>
              <a:rPr lang="en-AU" sz="2800">
                <a:solidFill>
                  <a:schemeClr val="tx1"/>
                </a:solidFill>
                <a:latin typeface="Courier"/>
                <a:cs typeface="Arial" panose="020B0604020202020204" pitchFamily="34" charset="0"/>
              </a:rPr>
              <a:t>w : 1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052F909-57AB-EAA7-D6A4-C717111034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600" y="5027223"/>
            <a:ext cx="5153890" cy="808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218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F6F62-1915-42EF-B0C5-2025E7027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311021"/>
            <a:ext cx="10353762" cy="1257300"/>
          </a:xfrm>
        </p:spPr>
        <p:txBody>
          <a:bodyPr/>
          <a:lstStyle/>
          <a:p>
            <a:r>
              <a:rPr lang="en-AU"/>
              <a:t>Crack the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DC9F4-BFA5-4CCB-92BD-48D6E9310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866900"/>
            <a:ext cx="10353762" cy="4482005"/>
          </a:xfrm>
        </p:spPr>
        <p:txBody>
          <a:bodyPr>
            <a:normAutofit/>
          </a:bodyPr>
          <a:lstStyle/>
          <a:p>
            <a:r>
              <a:rPr lang="en-AU" dirty="0"/>
              <a:t>Frequency auto-analysis: </a:t>
            </a:r>
            <a:r>
              <a:rPr lang="en-AU" dirty="0">
                <a:hlinkClick r:id="rId3"/>
              </a:rPr>
              <a:t>https://www.dcode.fr/frequency-analysis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87196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F6F62-1915-42EF-B0C5-2025E7027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311021"/>
            <a:ext cx="10353762" cy="1257300"/>
          </a:xfrm>
        </p:spPr>
        <p:txBody>
          <a:bodyPr/>
          <a:lstStyle/>
          <a:p>
            <a:r>
              <a:rPr lang="en-AU"/>
              <a:t>Crack the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DC9F4-BFA5-4CCB-92BD-48D6E9310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866900"/>
            <a:ext cx="10353762" cy="4482005"/>
          </a:xfrm>
        </p:spPr>
        <p:txBody>
          <a:bodyPr>
            <a:normAutofit/>
          </a:bodyPr>
          <a:lstStyle/>
          <a:p>
            <a:r>
              <a:rPr lang="en-AU"/>
              <a:t>This works because?</a:t>
            </a:r>
          </a:p>
        </p:txBody>
      </p:sp>
    </p:spTree>
    <p:extLst>
      <p:ext uri="{BB962C8B-B14F-4D97-AF65-F5344CB8AC3E}">
        <p14:creationId xmlns:p14="http://schemas.microsoft.com/office/powerpoint/2010/main" val="225699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F6F62-1915-42EF-B0C5-2025E7027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311021"/>
            <a:ext cx="10353762" cy="1257300"/>
          </a:xfrm>
        </p:spPr>
        <p:txBody>
          <a:bodyPr/>
          <a:lstStyle/>
          <a:p>
            <a:r>
              <a:rPr lang="en-AU"/>
              <a:t>Crack the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DC9F4-BFA5-4CCB-92BD-48D6E9310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866900"/>
            <a:ext cx="10353762" cy="4482005"/>
          </a:xfrm>
        </p:spPr>
        <p:txBody>
          <a:bodyPr>
            <a:normAutofit/>
          </a:bodyPr>
          <a:lstStyle/>
          <a:p>
            <a:r>
              <a:rPr lang="en-AU"/>
              <a:t>This works because?</a:t>
            </a:r>
          </a:p>
          <a:p>
            <a:r>
              <a:rPr lang="en-AU"/>
              <a:t>This might not work because?</a:t>
            </a:r>
          </a:p>
        </p:txBody>
      </p:sp>
    </p:spTree>
    <p:extLst>
      <p:ext uri="{BB962C8B-B14F-4D97-AF65-F5344CB8AC3E}">
        <p14:creationId xmlns:p14="http://schemas.microsoft.com/office/powerpoint/2010/main" val="18074838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AB4B3-2123-4AB2-AB02-A3E645B4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46050"/>
            <a:ext cx="10353762" cy="1257300"/>
          </a:xfrm>
        </p:spPr>
        <p:txBody>
          <a:bodyPr/>
          <a:lstStyle/>
          <a:p>
            <a:r>
              <a:rPr lang="en-AU"/>
              <a:t>Key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D72D1-256A-4B1B-9CB0-BCD3A2038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43" y="1403350"/>
            <a:ext cx="10353762" cy="3714749"/>
          </a:xfrm>
        </p:spPr>
        <p:txBody>
          <a:bodyPr/>
          <a:lstStyle/>
          <a:p>
            <a:r>
              <a:rPr lang="en-AU" dirty="0"/>
              <a:t>Caesar Cipher</a:t>
            </a:r>
          </a:p>
          <a:p>
            <a:r>
              <a:rPr lang="en-AU" dirty="0"/>
              <a:t>Polyalphabetic cipher (e.g., </a:t>
            </a:r>
            <a:r>
              <a:rPr lang="en-AU" dirty="0" err="1"/>
              <a:t>Vigenere</a:t>
            </a:r>
            <a:r>
              <a:rPr lang="en-AU" dirty="0"/>
              <a:t>)</a:t>
            </a:r>
          </a:p>
          <a:p>
            <a:r>
              <a:rPr lang="en-AU" dirty="0"/>
              <a:t>Monoalphabetic cipher</a:t>
            </a:r>
          </a:p>
          <a:p>
            <a:r>
              <a:rPr lang="en-AU" dirty="0"/>
              <a:t>DES</a:t>
            </a:r>
          </a:p>
          <a:p>
            <a:r>
              <a:rPr lang="en-AU" dirty="0"/>
              <a:t>3DES</a:t>
            </a:r>
          </a:p>
          <a:p>
            <a:r>
              <a:rPr lang="en-AU" dirty="0"/>
              <a:t>AES</a:t>
            </a:r>
          </a:p>
        </p:txBody>
      </p:sp>
    </p:spTree>
    <p:extLst>
      <p:ext uri="{BB962C8B-B14F-4D97-AF65-F5344CB8AC3E}">
        <p14:creationId xmlns:p14="http://schemas.microsoft.com/office/powerpoint/2010/main" val="35968052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AB4B3-2123-4AB2-AB02-A3E645B4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46050"/>
            <a:ext cx="10353762" cy="1257300"/>
          </a:xfrm>
        </p:spPr>
        <p:txBody>
          <a:bodyPr/>
          <a:lstStyle/>
          <a:p>
            <a:r>
              <a:rPr lang="en-AU"/>
              <a:t>Key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D72D1-256A-4B1B-9CB0-BCD3A2038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43" y="1403350"/>
            <a:ext cx="10353762" cy="3714749"/>
          </a:xfrm>
        </p:spPr>
        <p:txBody>
          <a:bodyPr/>
          <a:lstStyle/>
          <a:p>
            <a:r>
              <a:rPr lang="en-AU" dirty="0"/>
              <a:t>Caesar Cipher: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25035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AB4B3-2123-4AB2-AB02-A3E645B4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5400"/>
            <a:ext cx="10353762" cy="1257300"/>
          </a:xfrm>
        </p:spPr>
        <p:txBody>
          <a:bodyPr/>
          <a:lstStyle/>
          <a:p>
            <a:r>
              <a:rPr lang="en-AU"/>
              <a:t>Key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D72D1-256A-4B1B-9CB0-BCD3A2038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339851"/>
            <a:ext cx="10353762" cy="730250"/>
          </a:xfrm>
        </p:spPr>
        <p:txBody>
          <a:bodyPr/>
          <a:lstStyle/>
          <a:p>
            <a:r>
              <a:rPr lang="en-AU"/>
              <a:t>Caesar Cipher</a:t>
            </a:r>
          </a:p>
          <a:p>
            <a:endParaRPr lang="en-AU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F12F75F-9359-47F6-9D47-60060FCF1CC6}"/>
              </a:ext>
            </a:extLst>
          </p:cNvPr>
          <p:cNvSpPr txBox="1">
            <a:spLocks/>
          </p:cNvSpPr>
          <p:nvPr/>
        </p:nvSpPr>
        <p:spPr>
          <a:xfrm>
            <a:off x="1267343" y="1624378"/>
            <a:ext cx="3926957" cy="108072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 fontScale="92500"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Clr>
                <a:srgbClr val="A629E7"/>
              </a:buClr>
              <a:buNone/>
            </a:pPr>
            <a:r>
              <a:rPr lang="en-AU"/>
              <a:t>right-shift plaintext with 1 position</a:t>
            </a:r>
          </a:p>
          <a:p>
            <a:pPr marL="450000" lvl="1" indent="0">
              <a:buClr>
                <a:srgbClr val="A629E7"/>
              </a:buClr>
              <a:buNone/>
            </a:pPr>
            <a:r>
              <a:rPr lang="en-AU"/>
              <a:t>A </a:t>
            </a:r>
            <a:r>
              <a:rPr lang="en-AU">
                <a:sym typeface="Wingdings" pitchFamily="2" charset="2"/>
              </a:rPr>
              <a:t> B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16B5C8C-6C05-4264-8D04-5EF356315F30}"/>
              </a:ext>
            </a:extLst>
          </p:cNvPr>
          <p:cNvSpPr txBox="1">
            <a:spLocks/>
          </p:cNvSpPr>
          <p:nvPr/>
        </p:nvSpPr>
        <p:spPr>
          <a:xfrm>
            <a:off x="1267343" y="2641600"/>
            <a:ext cx="3926957" cy="108072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 fontScale="92500"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Clr>
                <a:srgbClr val="A629E7"/>
              </a:buClr>
              <a:buNone/>
            </a:pPr>
            <a:r>
              <a:rPr lang="en-AU"/>
              <a:t>right-shift plaintext with 2 positions</a:t>
            </a:r>
          </a:p>
          <a:p>
            <a:pPr marL="450000" lvl="1" indent="0">
              <a:buClr>
                <a:srgbClr val="A629E7"/>
              </a:buClr>
              <a:buNone/>
            </a:pPr>
            <a:r>
              <a:rPr lang="en-AU"/>
              <a:t>A </a:t>
            </a:r>
            <a:r>
              <a:rPr lang="en-AU">
                <a:sym typeface="Wingdings" pitchFamily="2" charset="2"/>
              </a:rPr>
              <a:t> C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033A632-467F-4072-A716-3AC65AD83EBD}"/>
              </a:ext>
            </a:extLst>
          </p:cNvPr>
          <p:cNvSpPr txBox="1">
            <a:spLocks/>
          </p:cNvSpPr>
          <p:nvPr/>
        </p:nvSpPr>
        <p:spPr>
          <a:xfrm>
            <a:off x="1305443" y="3685444"/>
            <a:ext cx="3926957" cy="108072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 fontScale="92500"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Clr>
                <a:srgbClr val="A629E7"/>
              </a:buClr>
              <a:buNone/>
            </a:pPr>
            <a:r>
              <a:rPr lang="en-AU"/>
              <a:t>right-shift plaintext with 26 position</a:t>
            </a:r>
            <a:r>
              <a:rPr lang="en-US" altLang="zh-CN"/>
              <a:t>s</a:t>
            </a:r>
            <a:endParaRPr lang="en-AU"/>
          </a:p>
          <a:p>
            <a:pPr marL="450000" lvl="1" indent="0">
              <a:buClr>
                <a:srgbClr val="A629E7"/>
              </a:buClr>
              <a:buNone/>
            </a:pPr>
            <a:r>
              <a:rPr lang="en-AU"/>
              <a:t>A </a:t>
            </a:r>
            <a:r>
              <a:rPr lang="en-AU">
                <a:sym typeface="Wingdings" pitchFamily="2" charset="2"/>
              </a:rPr>
              <a:t> A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A98D262-DB9E-4C59-AA70-555A4A40602D}"/>
              </a:ext>
            </a:extLst>
          </p:cNvPr>
          <p:cNvSpPr txBox="1">
            <a:spLocks/>
          </p:cNvSpPr>
          <p:nvPr/>
        </p:nvSpPr>
        <p:spPr>
          <a:xfrm>
            <a:off x="5661543" y="1527054"/>
            <a:ext cx="3926957" cy="108072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 fontScale="92500"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Clr>
                <a:srgbClr val="A629E7"/>
              </a:buClr>
              <a:buNone/>
            </a:pPr>
            <a:r>
              <a:rPr lang="en-AU"/>
              <a:t>right-shift plaintext with 27 position</a:t>
            </a:r>
            <a:r>
              <a:rPr lang="en-US" altLang="zh-CN"/>
              <a:t>s</a:t>
            </a:r>
            <a:endParaRPr lang="en-AU"/>
          </a:p>
          <a:p>
            <a:pPr marL="450000" lvl="1" indent="0">
              <a:buClr>
                <a:srgbClr val="A629E7"/>
              </a:buClr>
              <a:buNone/>
            </a:pPr>
            <a:r>
              <a:rPr lang="en-AU"/>
              <a:t>A </a:t>
            </a:r>
            <a:r>
              <a:rPr lang="en-AU">
                <a:sym typeface="Wingdings" pitchFamily="2" charset="2"/>
              </a:rPr>
              <a:t> B</a:t>
            </a:r>
          </a:p>
        </p:txBody>
      </p:sp>
    </p:spTree>
    <p:extLst>
      <p:ext uri="{BB962C8B-B14F-4D97-AF65-F5344CB8AC3E}">
        <p14:creationId xmlns:p14="http://schemas.microsoft.com/office/powerpoint/2010/main" val="24906171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AB4B3-2123-4AB2-AB02-A3E645B4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46050"/>
            <a:ext cx="10353762" cy="1257300"/>
          </a:xfrm>
        </p:spPr>
        <p:txBody>
          <a:bodyPr/>
          <a:lstStyle/>
          <a:p>
            <a:r>
              <a:rPr lang="en-AU"/>
              <a:t>Key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D72D1-256A-4B1B-9CB0-BCD3A2038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43" y="1403350"/>
            <a:ext cx="10353762" cy="3714749"/>
          </a:xfrm>
        </p:spPr>
        <p:txBody>
          <a:bodyPr/>
          <a:lstStyle/>
          <a:p>
            <a:r>
              <a:rPr lang="en-AU"/>
              <a:t>Caesar Cipher: 26</a:t>
            </a:r>
          </a:p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70243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AB4B3-2123-4AB2-AB02-A3E645B4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46050"/>
            <a:ext cx="10353762" cy="1257300"/>
          </a:xfrm>
        </p:spPr>
        <p:txBody>
          <a:bodyPr/>
          <a:lstStyle/>
          <a:p>
            <a:r>
              <a:rPr lang="en-AU"/>
              <a:t>Key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D72D1-256A-4B1B-9CB0-BCD3A2038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43" y="1403351"/>
            <a:ext cx="10353762" cy="984250"/>
          </a:xfrm>
        </p:spPr>
        <p:txBody>
          <a:bodyPr/>
          <a:lstStyle/>
          <a:p>
            <a:r>
              <a:rPr lang="en-AU" dirty="0"/>
              <a:t>Polyalphabetic cipher (e.g., </a:t>
            </a:r>
            <a:r>
              <a:rPr lang="en-AU" dirty="0" err="1"/>
              <a:t>Vigenere</a:t>
            </a:r>
            <a:r>
              <a:rPr lang="en-AU" dirty="0"/>
              <a:t>):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C13EC3BC-37F0-01A2-7B1F-1995839218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0664601"/>
              </p:ext>
            </p:extLst>
          </p:nvPr>
        </p:nvGraphicFramePr>
        <p:xfrm>
          <a:off x="913796" y="2501900"/>
          <a:ext cx="10557768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47513">
                  <a:extLst>
                    <a:ext uri="{9D8B030D-6E8A-4147-A177-3AD203B41FA5}">
                      <a16:colId xmlns:a16="http://schemas.microsoft.com/office/drawing/2014/main" val="2847382908"/>
                    </a:ext>
                  </a:extLst>
                </a:gridCol>
                <a:gridCol w="701964">
                  <a:extLst>
                    <a:ext uri="{9D8B030D-6E8A-4147-A177-3AD203B41FA5}">
                      <a16:colId xmlns:a16="http://schemas.microsoft.com/office/drawing/2014/main" val="2636499191"/>
                    </a:ext>
                  </a:extLst>
                </a:gridCol>
                <a:gridCol w="766618">
                  <a:extLst>
                    <a:ext uri="{9D8B030D-6E8A-4147-A177-3AD203B41FA5}">
                      <a16:colId xmlns:a16="http://schemas.microsoft.com/office/drawing/2014/main" val="1272252147"/>
                    </a:ext>
                  </a:extLst>
                </a:gridCol>
                <a:gridCol w="775854">
                  <a:extLst>
                    <a:ext uri="{9D8B030D-6E8A-4147-A177-3AD203B41FA5}">
                      <a16:colId xmlns:a16="http://schemas.microsoft.com/office/drawing/2014/main" val="1605293675"/>
                    </a:ext>
                  </a:extLst>
                </a:gridCol>
                <a:gridCol w="637310">
                  <a:extLst>
                    <a:ext uri="{9D8B030D-6E8A-4147-A177-3AD203B41FA5}">
                      <a16:colId xmlns:a16="http://schemas.microsoft.com/office/drawing/2014/main" val="2578739722"/>
                    </a:ext>
                  </a:extLst>
                </a:gridCol>
                <a:gridCol w="803563">
                  <a:extLst>
                    <a:ext uri="{9D8B030D-6E8A-4147-A177-3AD203B41FA5}">
                      <a16:colId xmlns:a16="http://schemas.microsoft.com/office/drawing/2014/main" val="3215399863"/>
                    </a:ext>
                  </a:extLst>
                </a:gridCol>
                <a:gridCol w="752130">
                  <a:extLst>
                    <a:ext uri="{9D8B030D-6E8A-4147-A177-3AD203B41FA5}">
                      <a16:colId xmlns:a16="http://schemas.microsoft.com/office/drawing/2014/main" val="1465900079"/>
                    </a:ext>
                  </a:extLst>
                </a:gridCol>
                <a:gridCol w="812136">
                  <a:extLst>
                    <a:ext uri="{9D8B030D-6E8A-4147-A177-3AD203B41FA5}">
                      <a16:colId xmlns:a16="http://schemas.microsoft.com/office/drawing/2014/main" val="1791180983"/>
                    </a:ext>
                  </a:extLst>
                </a:gridCol>
                <a:gridCol w="812136">
                  <a:extLst>
                    <a:ext uri="{9D8B030D-6E8A-4147-A177-3AD203B41FA5}">
                      <a16:colId xmlns:a16="http://schemas.microsoft.com/office/drawing/2014/main" val="1288050940"/>
                    </a:ext>
                  </a:extLst>
                </a:gridCol>
                <a:gridCol w="812136">
                  <a:extLst>
                    <a:ext uri="{9D8B030D-6E8A-4147-A177-3AD203B41FA5}">
                      <a16:colId xmlns:a16="http://schemas.microsoft.com/office/drawing/2014/main" val="3258314491"/>
                    </a:ext>
                  </a:extLst>
                </a:gridCol>
                <a:gridCol w="812136">
                  <a:extLst>
                    <a:ext uri="{9D8B030D-6E8A-4147-A177-3AD203B41FA5}">
                      <a16:colId xmlns:a16="http://schemas.microsoft.com/office/drawing/2014/main" val="2450848478"/>
                    </a:ext>
                  </a:extLst>
                </a:gridCol>
                <a:gridCol w="812136">
                  <a:extLst>
                    <a:ext uri="{9D8B030D-6E8A-4147-A177-3AD203B41FA5}">
                      <a16:colId xmlns:a16="http://schemas.microsoft.com/office/drawing/2014/main" val="2234163178"/>
                    </a:ext>
                  </a:extLst>
                </a:gridCol>
                <a:gridCol w="812136">
                  <a:extLst>
                    <a:ext uri="{9D8B030D-6E8A-4147-A177-3AD203B41FA5}">
                      <a16:colId xmlns:a16="http://schemas.microsoft.com/office/drawing/2014/main" val="5212874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Plaintext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H</a:t>
                      </a:r>
                      <a:endParaRPr lang="zh-CN" altLang="en-US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A</a:t>
                      </a:r>
                      <a:endParaRPr lang="zh-CN" altLang="en-US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C</a:t>
                      </a:r>
                      <a:endParaRPr lang="zh-CN" altLang="en-US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K</a:t>
                      </a:r>
                      <a:endParaRPr lang="zh-CN" altLang="en-US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I</a:t>
                      </a:r>
                      <a:endParaRPr lang="zh-CN" altLang="en-US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N</a:t>
                      </a:r>
                      <a:endParaRPr lang="zh-CN" altLang="en-US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G</a:t>
                      </a:r>
                      <a:endParaRPr lang="zh-CN" altLang="en-US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I</a:t>
                      </a:r>
                      <a:endParaRPr lang="zh-CN" altLang="en-US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S</a:t>
                      </a:r>
                      <a:endParaRPr lang="zh-CN" altLang="en-US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F</a:t>
                      </a:r>
                      <a:endParaRPr lang="zh-CN" altLang="en-US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U</a:t>
                      </a:r>
                      <a:endParaRPr lang="zh-CN" altLang="en-US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N</a:t>
                      </a:r>
                      <a:endParaRPr lang="zh-CN" altLang="en-US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2057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Code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820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Key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1415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Shift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5332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Ciphertext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J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V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K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U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4305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12644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AB4B3-2123-4AB2-AB02-A3E645B4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46050"/>
            <a:ext cx="10353762" cy="1257300"/>
          </a:xfrm>
        </p:spPr>
        <p:txBody>
          <a:bodyPr/>
          <a:lstStyle/>
          <a:p>
            <a:r>
              <a:rPr lang="en-AU"/>
              <a:t>Key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D72D1-256A-4B1B-9CB0-BCD3A2038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43" y="1403351"/>
            <a:ext cx="10353762" cy="984250"/>
          </a:xfrm>
        </p:spPr>
        <p:txBody>
          <a:bodyPr/>
          <a:lstStyle/>
          <a:p>
            <a:r>
              <a:rPr lang="en-AU"/>
              <a:t>Polyalphabetic cipher (e.g., </a:t>
            </a:r>
            <a:r>
              <a:rPr lang="en-AU" err="1"/>
              <a:t>Vigenere</a:t>
            </a:r>
            <a:r>
              <a:rPr lang="en-AU"/>
              <a:t>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18A62D7-92A3-47F0-BB76-D8FAA161F00D}"/>
              </a:ext>
            </a:extLst>
          </p:cNvPr>
          <p:cNvSpPr txBox="1">
            <a:spLocks/>
          </p:cNvSpPr>
          <p:nvPr/>
        </p:nvSpPr>
        <p:spPr>
          <a:xfrm>
            <a:off x="1267343" y="1913915"/>
            <a:ext cx="3346221" cy="108072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Clr>
                <a:srgbClr val="A629E7"/>
              </a:buClr>
              <a:buNone/>
            </a:pPr>
            <a:r>
              <a:rPr lang="en-AU" dirty="0"/>
              <a:t>key size: n letters in total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1A9C516-9681-4594-8457-AFD48198DA18}"/>
              </a:ext>
            </a:extLst>
          </p:cNvPr>
          <p:cNvSpPr txBox="1">
            <a:spLocks/>
          </p:cNvSpPr>
          <p:nvPr/>
        </p:nvSpPr>
        <p:spPr>
          <a:xfrm>
            <a:off x="1267343" y="3505201"/>
            <a:ext cx="5694309" cy="108072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Clr>
                <a:srgbClr val="A629E7"/>
              </a:buClr>
              <a:buNone/>
            </a:pPr>
            <a:r>
              <a:rPr lang="en-AU" dirty="0"/>
              <a:t>key space: 26^n</a:t>
            </a:r>
          </a:p>
        </p:txBody>
      </p:sp>
    </p:spTree>
    <p:extLst>
      <p:ext uri="{BB962C8B-B14F-4D97-AF65-F5344CB8AC3E}">
        <p14:creationId xmlns:p14="http://schemas.microsoft.com/office/powerpoint/2010/main" val="16966399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AB4B3-2123-4AB2-AB02-A3E645B4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46050"/>
            <a:ext cx="10353762" cy="1257300"/>
          </a:xfrm>
        </p:spPr>
        <p:txBody>
          <a:bodyPr/>
          <a:lstStyle/>
          <a:p>
            <a:r>
              <a:rPr lang="en-AU"/>
              <a:t>Key space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0FBD911-E90C-4EAA-9221-ACD8E582EC70}"/>
              </a:ext>
            </a:extLst>
          </p:cNvPr>
          <p:cNvSpPr txBox="1">
            <a:spLocks/>
          </p:cNvSpPr>
          <p:nvPr/>
        </p:nvSpPr>
        <p:spPr>
          <a:xfrm>
            <a:off x="913795" y="1354882"/>
            <a:ext cx="4156969" cy="9842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Monoalphabetic cipher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5F02CDC-F21B-2DE1-9CEE-CF9C3A9C5D24}"/>
              </a:ext>
            </a:extLst>
          </p:cNvPr>
          <p:cNvSpPr txBox="1"/>
          <p:nvPr/>
        </p:nvSpPr>
        <p:spPr>
          <a:xfrm>
            <a:off x="1080654" y="2333180"/>
            <a:ext cx="43821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900" indent="0">
              <a:buNone/>
            </a:pPr>
            <a:r>
              <a:rPr lang="en-AU" altLang="zh-CN" dirty="0"/>
              <a:t>Plaintext letter to ciphertext letter map is one-to-one</a:t>
            </a:r>
          </a:p>
        </p:txBody>
      </p:sp>
    </p:spTree>
    <p:extLst>
      <p:ext uri="{BB962C8B-B14F-4D97-AF65-F5344CB8AC3E}">
        <p14:creationId xmlns:p14="http://schemas.microsoft.com/office/powerpoint/2010/main" val="40767272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AB4B3-2123-4AB2-AB02-A3E645B4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46050"/>
            <a:ext cx="10353762" cy="1257300"/>
          </a:xfrm>
        </p:spPr>
        <p:txBody>
          <a:bodyPr/>
          <a:lstStyle/>
          <a:p>
            <a:r>
              <a:rPr lang="en-AU"/>
              <a:t>Key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D72D1-256A-4B1B-9CB0-BCD3A2038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43" y="1403351"/>
            <a:ext cx="10353762" cy="984250"/>
          </a:xfrm>
        </p:spPr>
        <p:txBody>
          <a:bodyPr>
            <a:normAutofit/>
          </a:bodyPr>
          <a:lstStyle/>
          <a:p>
            <a:r>
              <a:rPr lang="en-AU" dirty="0"/>
              <a:t>Monoalphabetic cipher: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AEDE18B-16ED-4051-8375-05743210B841}"/>
              </a:ext>
            </a:extLst>
          </p:cNvPr>
          <p:cNvSpPr txBox="1">
            <a:spLocks/>
          </p:cNvSpPr>
          <p:nvPr/>
        </p:nvSpPr>
        <p:spPr>
          <a:xfrm>
            <a:off x="6729206" y="1424048"/>
            <a:ext cx="4559648" cy="3469544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Clr>
                <a:srgbClr val="A629E7"/>
              </a:buClr>
              <a:buNone/>
            </a:pPr>
            <a:r>
              <a:rPr lang="en-AU" dirty="0"/>
              <a:t>For “A”, there are 26 options.</a:t>
            </a:r>
          </a:p>
          <a:p>
            <a:pPr marL="36900" indent="0">
              <a:buClr>
                <a:srgbClr val="A629E7"/>
              </a:buClr>
              <a:buNone/>
            </a:pPr>
            <a:r>
              <a:rPr lang="en-AU" dirty="0"/>
              <a:t>For “B”, there are 25 options.</a:t>
            </a:r>
          </a:p>
          <a:p>
            <a:pPr marL="36900" indent="0">
              <a:buClr>
                <a:srgbClr val="A629E7"/>
              </a:buClr>
              <a:buNone/>
            </a:pPr>
            <a:r>
              <a:rPr lang="en-AU" dirty="0"/>
              <a:t>…</a:t>
            </a:r>
          </a:p>
          <a:p>
            <a:pPr marL="36900" indent="0">
              <a:buClr>
                <a:srgbClr val="A629E7"/>
              </a:buClr>
              <a:buNone/>
            </a:pPr>
            <a:r>
              <a:rPr lang="en-AU" dirty="0"/>
              <a:t>For “Z”, there is 1 option.  </a:t>
            </a:r>
          </a:p>
          <a:p>
            <a:pPr marL="36900" indent="0">
              <a:buClr>
                <a:srgbClr val="A629E7"/>
              </a:buClr>
              <a:buNone/>
            </a:pPr>
            <a:endParaRPr lang="en-AU" dirty="0"/>
          </a:p>
          <a:p>
            <a:pPr marL="36900" indent="0">
              <a:buClr>
                <a:srgbClr val="A629E7"/>
              </a:buClr>
              <a:buNone/>
            </a:pPr>
            <a:endParaRPr lang="en-AU" dirty="0"/>
          </a:p>
          <a:p>
            <a:pPr marL="36900" indent="0">
              <a:buClr>
                <a:srgbClr val="A629E7"/>
              </a:buClr>
              <a:buNone/>
            </a:pPr>
            <a:endParaRPr lang="en-AU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1A9C516-9681-4594-8457-AFD48198DA18}"/>
              </a:ext>
            </a:extLst>
          </p:cNvPr>
          <p:cNvSpPr txBox="1">
            <a:spLocks/>
          </p:cNvSpPr>
          <p:nvPr/>
        </p:nvSpPr>
        <p:spPr>
          <a:xfrm>
            <a:off x="5573248" y="3930039"/>
            <a:ext cx="5694309" cy="108072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Clr>
                <a:srgbClr val="A629E7"/>
              </a:buClr>
              <a:buNone/>
            </a:pPr>
            <a:r>
              <a:rPr lang="en-AU"/>
              <a:t>key space: 26!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926B310-06CD-CADE-2CDD-D47F09277A0B}"/>
              </a:ext>
            </a:extLst>
          </p:cNvPr>
          <p:cNvSpPr txBox="1"/>
          <p:nvPr/>
        </p:nvSpPr>
        <p:spPr>
          <a:xfrm>
            <a:off x="1080654" y="2333180"/>
            <a:ext cx="43821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900" indent="0">
              <a:buNone/>
            </a:pPr>
            <a:r>
              <a:rPr lang="en-AU" altLang="zh-CN" dirty="0"/>
              <a:t>Plaintext letter to ciphertext letter map is one-to-one</a:t>
            </a:r>
          </a:p>
        </p:txBody>
      </p:sp>
    </p:spTree>
    <p:extLst>
      <p:ext uri="{BB962C8B-B14F-4D97-AF65-F5344CB8AC3E}">
        <p14:creationId xmlns:p14="http://schemas.microsoft.com/office/powerpoint/2010/main" val="33218616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AB4B3-2123-4AB2-AB02-A3E645B4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46050"/>
            <a:ext cx="10353762" cy="1257300"/>
          </a:xfrm>
        </p:spPr>
        <p:txBody>
          <a:bodyPr/>
          <a:lstStyle/>
          <a:p>
            <a:r>
              <a:rPr lang="en-AU"/>
              <a:t>Key space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0FBD911-E90C-4EAA-9221-ACD8E582EC70}"/>
              </a:ext>
            </a:extLst>
          </p:cNvPr>
          <p:cNvSpPr txBox="1">
            <a:spLocks/>
          </p:cNvSpPr>
          <p:nvPr/>
        </p:nvSpPr>
        <p:spPr>
          <a:xfrm>
            <a:off x="913794" y="2622590"/>
            <a:ext cx="8957569" cy="1679246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/>
              <a:t>Monoalphabetic cipher: single alphabet for substitution</a:t>
            </a:r>
          </a:p>
          <a:p>
            <a:pPr lvl="1"/>
            <a:r>
              <a:rPr lang="en-AU"/>
              <a:t>26!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D090392-8615-40F8-90C6-0887CB8F2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211513"/>
            <a:ext cx="8957569" cy="984250"/>
          </a:xfrm>
        </p:spPr>
        <p:txBody>
          <a:bodyPr/>
          <a:lstStyle/>
          <a:p>
            <a:r>
              <a:rPr lang="en-AU"/>
              <a:t>Polyalphabetic cipher (e.g., </a:t>
            </a:r>
            <a:r>
              <a:rPr lang="en-AU" err="1"/>
              <a:t>Vigenere</a:t>
            </a:r>
            <a:r>
              <a:rPr lang="en-AU"/>
              <a:t>): multiple alphabet for substitution </a:t>
            </a:r>
          </a:p>
          <a:p>
            <a:pPr lvl="1"/>
            <a:r>
              <a:rPr lang="en-AU"/>
              <a:t>26</a:t>
            </a:r>
            <a:r>
              <a:rPr lang="en-US"/>
              <a:t>^n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14628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AB4B3-2123-4AB2-AB02-A3E645B4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46050"/>
            <a:ext cx="10353762" cy="1257300"/>
          </a:xfrm>
        </p:spPr>
        <p:txBody>
          <a:bodyPr/>
          <a:lstStyle/>
          <a:p>
            <a:r>
              <a:rPr lang="en-AU"/>
              <a:t>Key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D72D1-256A-4B1B-9CB0-BCD3A2038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43" y="1403350"/>
            <a:ext cx="10353762" cy="3714749"/>
          </a:xfrm>
        </p:spPr>
        <p:txBody>
          <a:bodyPr/>
          <a:lstStyle/>
          <a:p>
            <a:r>
              <a:rPr lang="en-AU"/>
              <a:t>DES:</a:t>
            </a:r>
          </a:p>
          <a:p>
            <a:pPr marL="36900" indent="0">
              <a:buNone/>
            </a:pPr>
            <a:endParaRPr lang="en-AU"/>
          </a:p>
          <a:p>
            <a:pPr marL="36900" indent="0">
              <a:buNone/>
            </a:pP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822277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AB4B3-2123-4AB2-AB02-A3E645B4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46050"/>
            <a:ext cx="10353762" cy="1257300"/>
          </a:xfrm>
        </p:spPr>
        <p:txBody>
          <a:bodyPr/>
          <a:lstStyle/>
          <a:p>
            <a:r>
              <a:rPr lang="en-AU"/>
              <a:t>Key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D72D1-256A-4B1B-9CB0-BCD3A2038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43" y="1403350"/>
            <a:ext cx="10353762" cy="3714749"/>
          </a:xfrm>
        </p:spPr>
        <p:txBody>
          <a:bodyPr/>
          <a:lstStyle/>
          <a:p>
            <a:r>
              <a:rPr lang="en-AU"/>
              <a:t>DES: 2^56</a:t>
            </a:r>
          </a:p>
          <a:p>
            <a:pPr marL="36900" indent="0">
              <a:buNone/>
            </a:pPr>
            <a:endParaRPr lang="en-AU"/>
          </a:p>
          <a:p>
            <a:pPr marL="36900" indent="0">
              <a:buNone/>
            </a:pP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562295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570A1-F66C-02E2-EC25-93703AD7D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05506-E2FC-81AB-B224-EB80A976C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46050"/>
            <a:ext cx="10353762" cy="1257300"/>
          </a:xfrm>
        </p:spPr>
        <p:txBody>
          <a:bodyPr/>
          <a:lstStyle/>
          <a:p>
            <a:r>
              <a:rPr lang="en-AU"/>
              <a:t>Key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72737-A1D5-DB02-697B-99FB4C3D6B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43" y="1403350"/>
            <a:ext cx="10353762" cy="3714749"/>
          </a:xfrm>
        </p:spPr>
        <p:txBody>
          <a:bodyPr/>
          <a:lstStyle/>
          <a:p>
            <a:r>
              <a:rPr lang="en-AU" dirty="0"/>
              <a:t>Double DES: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6058C98-8882-0F5F-82F5-1D46B1141D90}"/>
              </a:ext>
            </a:extLst>
          </p:cNvPr>
          <p:cNvSpPr/>
          <p:nvPr/>
        </p:nvSpPr>
        <p:spPr>
          <a:xfrm>
            <a:off x="3768436" y="2458372"/>
            <a:ext cx="1560945" cy="895927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Encryption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4BAC8C8-295C-590C-BF04-118DF6857C5E}"/>
              </a:ext>
            </a:extLst>
          </p:cNvPr>
          <p:cNvSpPr/>
          <p:nvPr/>
        </p:nvSpPr>
        <p:spPr>
          <a:xfrm>
            <a:off x="6737120" y="2458372"/>
            <a:ext cx="1560945" cy="895927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Encryption</a:t>
            </a:r>
            <a:endParaRPr lang="zh-CN" altLang="en-US" dirty="0"/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85584E13-EA27-AACB-F12F-AF5521EECBF2}"/>
              </a:ext>
            </a:extLst>
          </p:cNvPr>
          <p:cNvSpPr/>
          <p:nvPr/>
        </p:nvSpPr>
        <p:spPr>
          <a:xfrm>
            <a:off x="2780145" y="2753935"/>
            <a:ext cx="988291" cy="397164"/>
          </a:xfrm>
          <a:prstGeom prst="right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AC7E28B-EBE9-673F-E199-E0E187AE7881}"/>
              </a:ext>
            </a:extLst>
          </p:cNvPr>
          <p:cNvSpPr txBox="1"/>
          <p:nvPr/>
        </p:nvSpPr>
        <p:spPr>
          <a:xfrm>
            <a:off x="2336799" y="2763171"/>
            <a:ext cx="4433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P</a:t>
            </a:r>
            <a:endParaRPr lang="zh-CN" altLang="en-US" sz="2000" dirty="0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2069E56F-C95B-41F4-1DE2-57A89432A9AF}"/>
              </a:ext>
            </a:extLst>
          </p:cNvPr>
          <p:cNvSpPr/>
          <p:nvPr/>
        </p:nvSpPr>
        <p:spPr>
          <a:xfrm>
            <a:off x="5340029" y="2753935"/>
            <a:ext cx="1397091" cy="397164"/>
          </a:xfrm>
          <a:prstGeom prst="right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12E1AB76-FD61-F86C-C5B1-3452DF51BFF2}"/>
              </a:ext>
            </a:extLst>
          </p:cNvPr>
          <p:cNvSpPr/>
          <p:nvPr/>
        </p:nvSpPr>
        <p:spPr>
          <a:xfrm>
            <a:off x="8298065" y="2747644"/>
            <a:ext cx="988291" cy="397164"/>
          </a:xfrm>
          <a:prstGeom prst="right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E31E734-B342-EC13-82A0-42ED658FAD57}"/>
              </a:ext>
            </a:extLst>
          </p:cNvPr>
          <p:cNvSpPr txBox="1"/>
          <p:nvPr/>
        </p:nvSpPr>
        <p:spPr>
          <a:xfrm>
            <a:off x="9390971" y="2763171"/>
            <a:ext cx="4433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C</a:t>
            </a:r>
            <a:endParaRPr lang="zh-CN" altLang="en-US" sz="20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4D8B9D8-4B9B-0D7B-9363-BA76EB02EFCA}"/>
              </a:ext>
            </a:extLst>
          </p:cNvPr>
          <p:cNvSpPr txBox="1"/>
          <p:nvPr/>
        </p:nvSpPr>
        <p:spPr>
          <a:xfrm>
            <a:off x="4327235" y="1876191"/>
            <a:ext cx="604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K1</a:t>
            </a:r>
            <a:endParaRPr lang="zh-CN" altLang="en-US" sz="20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A5A1BD7-FF7D-9CC7-F8B4-52F1AC8EBC58}"/>
              </a:ext>
            </a:extLst>
          </p:cNvPr>
          <p:cNvSpPr txBox="1"/>
          <p:nvPr/>
        </p:nvSpPr>
        <p:spPr>
          <a:xfrm>
            <a:off x="7215101" y="1876191"/>
            <a:ext cx="604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K2</a:t>
            </a:r>
            <a:endParaRPr lang="zh-CN" altLang="en-US" sz="200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191D2DF-16F1-35EE-19A9-23E96390B782}"/>
              </a:ext>
            </a:extLst>
          </p:cNvPr>
          <p:cNvSpPr/>
          <p:nvPr/>
        </p:nvSpPr>
        <p:spPr>
          <a:xfrm>
            <a:off x="3740727" y="4279899"/>
            <a:ext cx="1560945" cy="895927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Decryption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E8841A3-9A0E-53A1-7C14-11E2202AF39C}"/>
              </a:ext>
            </a:extLst>
          </p:cNvPr>
          <p:cNvSpPr/>
          <p:nvPr/>
        </p:nvSpPr>
        <p:spPr>
          <a:xfrm>
            <a:off x="6709411" y="4279899"/>
            <a:ext cx="1560945" cy="895927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Decryption</a:t>
            </a:r>
            <a:endParaRPr lang="zh-CN" altLang="en-US" dirty="0"/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6E18AAB2-4138-233E-3335-41AFC5F7CE2C}"/>
              </a:ext>
            </a:extLst>
          </p:cNvPr>
          <p:cNvSpPr/>
          <p:nvPr/>
        </p:nvSpPr>
        <p:spPr>
          <a:xfrm>
            <a:off x="2752436" y="4575462"/>
            <a:ext cx="988291" cy="397164"/>
          </a:xfrm>
          <a:prstGeom prst="right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4E1B661-0383-AF36-DB9C-7C063C68A64C}"/>
              </a:ext>
            </a:extLst>
          </p:cNvPr>
          <p:cNvSpPr txBox="1"/>
          <p:nvPr/>
        </p:nvSpPr>
        <p:spPr>
          <a:xfrm>
            <a:off x="2309090" y="4584698"/>
            <a:ext cx="4433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C</a:t>
            </a:r>
            <a:endParaRPr lang="zh-CN" altLang="en-US" sz="2000" dirty="0"/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4019B944-DB00-C5C9-DBC8-BCE24D7F54F1}"/>
              </a:ext>
            </a:extLst>
          </p:cNvPr>
          <p:cNvSpPr/>
          <p:nvPr/>
        </p:nvSpPr>
        <p:spPr>
          <a:xfrm>
            <a:off x="5312320" y="4575462"/>
            <a:ext cx="1397091" cy="397164"/>
          </a:xfrm>
          <a:prstGeom prst="right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F59FB8E9-0FB3-8F11-E0F0-64F98D17DCE0}"/>
              </a:ext>
            </a:extLst>
          </p:cNvPr>
          <p:cNvSpPr/>
          <p:nvPr/>
        </p:nvSpPr>
        <p:spPr>
          <a:xfrm>
            <a:off x="8270356" y="4569171"/>
            <a:ext cx="988291" cy="397164"/>
          </a:xfrm>
          <a:prstGeom prst="right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5B8CB4F-C108-9932-7F73-D88D387799A3}"/>
              </a:ext>
            </a:extLst>
          </p:cNvPr>
          <p:cNvSpPr txBox="1"/>
          <p:nvPr/>
        </p:nvSpPr>
        <p:spPr>
          <a:xfrm>
            <a:off x="9363262" y="4584698"/>
            <a:ext cx="4433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P</a:t>
            </a:r>
            <a:endParaRPr lang="zh-CN" altLang="en-US" sz="20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84A66FA-B975-0569-99DB-61FF57B9014D}"/>
              </a:ext>
            </a:extLst>
          </p:cNvPr>
          <p:cNvSpPr txBox="1"/>
          <p:nvPr/>
        </p:nvSpPr>
        <p:spPr>
          <a:xfrm>
            <a:off x="4299526" y="3697718"/>
            <a:ext cx="604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K2</a:t>
            </a:r>
            <a:endParaRPr lang="zh-CN" altLang="en-US" sz="20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CFCDA25-9192-8B0D-5489-0C6B317BEAEE}"/>
              </a:ext>
            </a:extLst>
          </p:cNvPr>
          <p:cNvSpPr txBox="1"/>
          <p:nvPr/>
        </p:nvSpPr>
        <p:spPr>
          <a:xfrm>
            <a:off x="7215101" y="3697718"/>
            <a:ext cx="604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K1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8389614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1073E-3E44-0EB3-06C0-EAC80445D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19256-436B-7AC4-2CBF-7D272D6A7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46050"/>
            <a:ext cx="10353762" cy="1257300"/>
          </a:xfrm>
        </p:spPr>
        <p:txBody>
          <a:bodyPr/>
          <a:lstStyle/>
          <a:p>
            <a:r>
              <a:rPr lang="en-AU"/>
              <a:t>Key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D4C8A-255B-48C5-486E-C8FEE13665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43" y="1403350"/>
            <a:ext cx="10353762" cy="3714749"/>
          </a:xfrm>
        </p:spPr>
        <p:txBody>
          <a:bodyPr/>
          <a:lstStyle/>
          <a:p>
            <a:r>
              <a:rPr lang="en-AU" dirty="0"/>
              <a:t>Double DES: Meet-in-the-Middle-Attack, </a:t>
            </a:r>
            <a:r>
              <a:rPr lang="en-AU" dirty="0">
                <a:solidFill>
                  <a:srgbClr val="FF0000"/>
                </a:solidFill>
              </a:rPr>
              <a:t>Knowing a pair of (p1, c1)</a:t>
            </a:r>
          </a:p>
          <a:p>
            <a:pPr marL="36900" indent="0">
              <a:buNone/>
            </a:pPr>
            <a:endParaRPr lang="en-AU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1C34842-8BF6-4C81-FF1E-CF3ED4184F59}"/>
              </a:ext>
            </a:extLst>
          </p:cNvPr>
          <p:cNvSpPr/>
          <p:nvPr/>
        </p:nvSpPr>
        <p:spPr>
          <a:xfrm>
            <a:off x="3112655" y="1939638"/>
            <a:ext cx="1560945" cy="895927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Encrypt</a:t>
            </a:r>
            <a:endParaRPr lang="zh-CN" altLang="en-US" dirty="0"/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B8E02C4A-D386-1CD5-78ED-8AE8672A609D}"/>
              </a:ext>
            </a:extLst>
          </p:cNvPr>
          <p:cNvSpPr/>
          <p:nvPr/>
        </p:nvSpPr>
        <p:spPr>
          <a:xfrm>
            <a:off x="2124364" y="2235201"/>
            <a:ext cx="988291" cy="397164"/>
          </a:xfrm>
          <a:prstGeom prst="right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772E7B9-278E-883E-127B-5998A7F08582}"/>
              </a:ext>
            </a:extLst>
          </p:cNvPr>
          <p:cNvSpPr txBox="1"/>
          <p:nvPr/>
        </p:nvSpPr>
        <p:spPr>
          <a:xfrm>
            <a:off x="1622990" y="2244437"/>
            <a:ext cx="5013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p1</a:t>
            </a:r>
            <a:endParaRPr lang="zh-CN" altLang="en-US" sz="2000" dirty="0"/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84AD8CA4-94B5-F557-F49B-89DA33597E86}"/>
              </a:ext>
            </a:extLst>
          </p:cNvPr>
          <p:cNvSpPr/>
          <p:nvPr/>
        </p:nvSpPr>
        <p:spPr>
          <a:xfrm rot="16200000">
            <a:off x="3398981" y="3131130"/>
            <a:ext cx="988291" cy="397164"/>
          </a:xfrm>
          <a:prstGeom prst="right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01F2E13-42C9-7B62-E707-3FFEFE3D04CF}"/>
              </a:ext>
            </a:extLst>
          </p:cNvPr>
          <p:cNvSpPr txBox="1"/>
          <p:nvPr/>
        </p:nvSpPr>
        <p:spPr>
          <a:xfrm>
            <a:off x="3671454" y="3892810"/>
            <a:ext cx="604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/>
              <a:t>Kp</a:t>
            </a:r>
            <a:endParaRPr lang="zh-CN" altLang="en-US" sz="2000" dirty="0"/>
          </a:p>
        </p:txBody>
      </p:sp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CFE06957-B05C-F180-3F72-814D5AE9206B}"/>
              </a:ext>
            </a:extLst>
          </p:cNvPr>
          <p:cNvGraphicFramePr>
            <a:graphicFrameLocks noGrp="1"/>
          </p:cNvGraphicFramePr>
          <p:nvPr/>
        </p:nvGraphicFramePr>
        <p:xfrm>
          <a:off x="341745" y="3573702"/>
          <a:ext cx="3121891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9437">
                  <a:extLst>
                    <a:ext uri="{9D8B030D-6E8A-4147-A177-3AD203B41FA5}">
                      <a16:colId xmlns:a16="http://schemas.microsoft.com/office/drawing/2014/main" val="3876605918"/>
                    </a:ext>
                  </a:extLst>
                </a:gridCol>
                <a:gridCol w="1592454">
                  <a:extLst>
                    <a:ext uri="{9D8B030D-6E8A-4147-A177-3AD203B41FA5}">
                      <a16:colId xmlns:a16="http://schemas.microsoft.com/office/drawing/2014/main" val="38252078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Kp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Output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565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Kp1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7616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Kp2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644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Kp3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Y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540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M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3738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345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Kp2^56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040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61819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26182-6942-4A61-748A-209A0AE30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28A4E-1DA0-88A6-01E9-93E4951FC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46050"/>
            <a:ext cx="10353762" cy="1257300"/>
          </a:xfrm>
        </p:spPr>
        <p:txBody>
          <a:bodyPr/>
          <a:lstStyle/>
          <a:p>
            <a:r>
              <a:rPr lang="en-AU"/>
              <a:t>Key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E7187-7056-9676-5236-B152F142D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43" y="1403350"/>
            <a:ext cx="10353762" cy="3714749"/>
          </a:xfrm>
        </p:spPr>
        <p:txBody>
          <a:bodyPr/>
          <a:lstStyle/>
          <a:p>
            <a:r>
              <a:rPr lang="en-AU" dirty="0"/>
              <a:t>Double DES: Meet-in-the-Middle-Attack, </a:t>
            </a:r>
            <a:r>
              <a:rPr lang="en-AU" dirty="0">
                <a:solidFill>
                  <a:srgbClr val="FF0000"/>
                </a:solidFill>
              </a:rPr>
              <a:t>Knowing a pair of (p1, c1)</a:t>
            </a:r>
          </a:p>
          <a:p>
            <a:pPr marL="36900" indent="0">
              <a:buNone/>
            </a:pPr>
            <a:endParaRPr lang="en-AU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5AC78C7-B56C-9D0D-B3D9-B0CC7C439E43}"/>
              </a:ext>
            </a:extLst>
          </p:cNvPr>
          <p:cNvSpPr/>
          <p:nvPr/>
        </p:nvSpPr>
        <p:spPr>
          <a:xfrm>
            <a:off x="3112655" y="1939638"/>
            <a:ext cx="1560945" cy="895927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Encrypt</a:t>
            </a:r>
            <a:endParaRPr lang="zh-CN" altLang="en-US" dirty="0"/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C041C024-579E-FBB0-5173-7241360CA992}"/>
              </a:ext>
            </a:extLst>
          </p:cNvPr>
          <p:cNvSpPr/>
          <p:nvPr/>
        </p:nvSpPr>
        <p:spPr>
          <a:xfrm>
            <a:off x="2124364" y="2235201"/>
            <a:ext cx="988291" cy="397164"/>
          </a:xfrm>
          <a:prstGeom prst="right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856F3E4-0371-AF26-5BC3-C0E9B0D5862C}"/>
              </a:ext>
            </a:extLst>
          </p:cNvPr>
          <p:cNvSpPr txBox="1"/>
          <p:nvPr/>
        </p:nvSpPr>
        <p:spPr>
          <a:xfrm>
            <a:off x="1622990" y="2244437"/>
            <a:ext cx="5013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p1</a:t>
            </a:r>
            <a:endParaRPr lang="zh-CN" altLang="en-US" sz="2000" dirty="0"/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282B45DC-4C8C-A7F3-FCB0-BF51801D2715}"/>
              </a:ext>
            </a:extLst>
          </p:cNvPr>
          <p:cNvSpPr/>
          <p:nvPr/>
        </p:nvSpPr>
        <p:spPr>
          <a:xfrm rot="16200000">
            <a:off x="3398981" y="3131130"/>
            <a:ext cx="988291" cy="397164"/>
          </a:xfrm>
          <a:prstGeom prst="right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5853658-40CC-947A-DF46-1FE5EDC8867D}"/>
              </a:ext>
            </a:extLst>
          </p:cNvPr>
          <p:cNvSpPr txBox="1"/>
          <p:nvPr/>
        </p:nvSpPr>
        <p:spPr>
          <a:xfrm>
            <a:off x="3671454" y="3892810"/>
            <a:ext cx="604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/>
              <a:t>Kp</a:t>
            </a:r>
            <a:endParaRPr lang="zh-CN" altLang="en-US" sz="2000" dirty="0"/>
          </a:p>
        </p:txBody>
      </p:sp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E79DC7E6-03A1-3535-653B-B52727A8BF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8410897"/>
              </p:ext>
            </p:extLst>
          </p:nvPr>
        </p:nvGraphicFramePr>
        <p:xfrm>
          <a:off x="341745" y="3573702"/>
          <a:ext cx="3121891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9437">
                  <a:extLst>
                    <a:ext uri="{9D8B030D-6E8A-4147-A177-3AD203B41FA5}">
                      <a16:colId xmlns:a16="http://schemas.microsoft.com/office/drawing/2014/main" val="3876605918"/>
                    </a:ext>
                  </a:extLst>
                </a:gridCol>
                <a:gridCol w="1592454">
                  <a:extLst>
                    <a:ext uri="{9D8B030D-6E8A-4147-A177-3AD203B41FA5}">
                      <a16:colId xmlns:a16="http://schemas.microsoft.com/office/drawing/2014/main" val="38252078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Kp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Output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565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Kp1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7616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Kp2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644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Kp3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Y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540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M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3738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345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Kp2^56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040853"/>
                  </a:ext>
                </a:extLst>
              </a:tr>
            </a:tbl>
          </a:graphicData>
        </a:graphic>
      </p:graphicFrame>
      <p:sp>
        <p:nvSpPr>
          <p:cNvPr id="25" name="矩形 24">
            <a:extLst>
              <a:ext uri="{FF2B5EF4-FFF2-40B4-BE49-F238E27FC236}">
                <a16:creationId xmlns:a16="http://schemas.microsoft.com/office/drawing/2014/main" id="{1BBF3B75-D913-2621-D03A-3C0A72FA27B5}"/>
              </a:ext>
            </a:extLst>
          </p:cNvPr>
          <p:cNvSpPr/>
          <p:nvPr/>
        </p:nvSpPr>
        <p:spPr>
          <a:xfrm>
            <a:off x="6737931" y="1920396"/>
            <a:ext cx="1560945" cy="895927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Decrypt</a:t>
            </a:r>
            <a:endParaRPr lang="zh-CN" altLang="en-US" dirty="0"/>
          </a:p>
        </p:txBody>
      </p:sp>
      <p:sp>
        <p:nvSpPr>
          <p:cNvPr id="26" name="箭头: 右 25">
            <a:extLst>
              <a:ext uri="{FF2B5EF4-FFF2-40B4-BE49-F238E27FC236}">
                <a16:creationId xmlns:a16="http://schemas.microsoft.com/office/drawing/2014/main" id="{5A1E9B08-2741-5BAF-7DB6-93519ED83D59}"/>
              </a:ext>
            </a:extLst>
          </p:cNvPr>
          <p:cNvSpPr/>
          <p:nvPr/>
        </p:nvSpPr>
        <p:spPr>
          <a:xfrm rot="10800000">
            <a:off x="8298876" y="2189019"/>
            <a:ext cx="988291" cy="397164"/>
          </a:xfrm>
          <a:prstGeom prst="right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962996F-E1A7-B0DF-F06F-D3930CBB1C49}"/>
              </a:ext>
            </a:extLst>
          </p:cNvPr>
          <p:cNvSpPr txBox="1"/>
          <p:nvPr/>
        </p:nvSpPr>
        <p:spPr>
          <a:xfrm>
            <a:off x="9345194" y="2189019"/>
            <a:ext cx="7224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c1</a:t>
            </a:r>
            <a:endParaRPr lang="zh-CN" altLang="en-US" sz="2000" dirty="0"/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6229C596-2200-293B-9926-5373F9A157AD}"/>
              </a:ext>
            </a:extLst>
          </p:cNvPr>
          <p:cNvSpPr/>
          <p:nvPr/>
        </p:nvSpPr>
        <p:spPr>
          <a:xfrm rot="16200000">
            <a:off x="7024257" y="3111888"/>
            <a:ext cx="988291" cy="397164"/>
          </a:xfrm>
          <a:prstGeom prst="right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E3AB902-705A-A861-C269-913E0B119029}"/>
              </a:ext>
            </a:extLst>
          </p:cNvPr>
          <p:cNvSpPr txBox="1"/>
          <p:nvPr/>
        </p:nvSpPr>
        <p:spPr>
          <a:xfrm>
            <a:off x="7296730" y="3873568"/>
            <a:ext cx="604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Kc</a:t>
            </a:r>
            <a:endParaRPr lang="zh-CN" altLang="en-US" sz="2000" dirty="0"/>
          </a:p>
        </p:txBody>
      </p:sp>
      <p:graphicFrame>
        <p:nvGraphicFramePr>
          <p:cNvPr id="30" name="表格 29">
            <a:extLst>
              <a:ext uri="{FF2B5EF4-FFF2-40B4-BE49-F238E27FC236}">
                <a16:creationId xmlns:a16="http://schemas.microsoft.com/office/drawing/2014/main" id="{CE987083-9342-13DC-5DD0-6B238DF334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2290030"/>
              </p:ext>
            </p:extLst>
          </p:nvPr>
        </p:nvGraphicFramePr>
        <p:xfrm>
          <a:off x="8612915" y="3619118"/>
          <a:ext cx="3121891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9437">
                  <a:extLst>
                    <a:ext uri="{9D8B030D-6E8A-4147-A177-3AD203B41FA5}">
                      <a16:colId xmlns:a16="http://schemas.microsoft.com/office/drawing/2014/main" val="3876605918"/>
                    </a:ext>
                  </a:extLst>
                </a:gridCol>
                <a:gridCol w="1592454">
                  <a:extLst>
                    <a:ext uri="{9D8B030D-6E8A-4147-A177-3AD203B41FA5}">
                      <a16:colId xmlns:a16="http://schemas.microsoft.com/office/drawing/2014/main" val="38252078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Kp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Output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565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Kc1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7616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Kc2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Y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644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Kc3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O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540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J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3738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L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345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Kc2^56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040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03732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5104D-6627-96C8-368F-64CA1F017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23F92-0B4F-7E2F-D801-3FE7901AE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46050"/>
            <a:ext cx="10353762" cy="1257300"/>
          </a:xfrm>
        </p:spPr>
        <p:txBody>
          <a:bodyPr/>
          <a:lstStyle/>
          <a:p>
            <a:r>
              <a:rPr lang="en-AU" dirty="0"/>
              <a:t>Key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DAF10-4986-D47E-DFF6-115A24F01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43" y="1403350"/>
            <a:ext cx="10353762" cy="3714749"/>
          </a:xfrm>
        </p:spPr>
        <p:txBody>
          <a:bodyPr/>
          <a:lstStyle/>
          <a:p>
            <a:r>
              <a:rPr lang="en-AU" dirty="0"/>
              <a:t>Double DES: Meet-in-the-Middle-Attack, </a:t>
            </a:r>
            <a:r>
              <a:rPr lang="en-AU" dirty="0">
                <a:solidFill>
                  <a:srgbClr val="FF0000"/>
                </a:solidFill>
              </a:rPr>
              <a:t>Knowing a pair of (p1, c1)</a:t>
            </a:r>
          </a:p>
          <a:p>
            <a:pPr marL="36900" indent="0">
              <a:buNone/>
            </a:pPr>
            <a:endParaRPr lang="en-AU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B0403A5-5D4F-BC4A-1FEE-F2A14470D63B}"/>
              </a:ext>
            </a:extLst>
          </p:cNvPr>
          <p:cNvSpPr/>
          <p:nvPr/>
        </p:nvSpPr>
        <p:spPr>
          <a:xfrm>
            <a:off x="3112655" y="1939638"/>
            <a:ext cx="1560945" cy="895927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Encrypt</a:t>
            </a:r>
            <a:endParaRPr lang="zh-CN" altLang="en-US" dirty="0"/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2993E115-F558-9E70-EAEF-029882A2B912}"/>
              </a:ext>
            </a:extLst>
          </p:cNvPr>
          <p:cNvSpPr/>
          <p:nvPr/>
        </p:nvSpPr>
        <p:spPr>
          <a:xfrm>
            <a:off x="2124364" y="2235201"/>
            <a:ext cx="988291" cy="397164"/>
          </a:xfrm>
          <a:prstGeom prst="right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4EC1B44-815C-176B-1C77-03CC4689848F}"/>
              </a:ext>
            </a:extLst>
          </p:cNvPr>
          <p:cNvSpPr txBox="1"/>
          <p:nvPr/>
        </p:nvSpPr>
        <p:spPr>
          <a:xfrm>
            <a:off x="1622990" y="2244437"/>
            <a:ext cx="5013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p1</a:t>
            </a:r>
            <a:endParaRPr lang="zh-CN" altLang="en-US" sz="2000" dirty="0"/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10A39B6A-A0CC-6389-23A6-5DDBFF1FFE32}"/>
              </a:ext>
            </a:extLst>
          </p:cNvPr>
          <p:cNvSpPr/>
          <p:nvPr/>
        </p:nvSpPr>
        <p:spPr>
          <a:xfrm rot="16200000">
            <a:off x="3398981" y="3131130"/>
            <a:ext cx="988291" cy="397164"/>
          </a:xfrm>
          <a:prstGeom prst="right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6E7E204-A210-75A8-1462-D715C41D72C8}"/>
              </a:ext>
            </a:extLst>
          </p:cNvPr>
          <p:cNvSpPr txBox="1"/>
          <p:nvPr/>
        </p:nvSpPr>
        <p:spPr>
          <a:xfrm>
            <a:off x="3671454" y="3892810"/>
            <a:ext cx="604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/>
              <a:t>Kp</a:t>
            </a:r>
            <a:endParaRPr lang="zh-CN" altLang="en-US" sz="2000" dirty="0"/>
          </a:p>
        </p:txBody>
      </p:sp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4A09F23D-AB07-58B5-3DED-33BA436F6C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0472236"/>
              </p:ext>
            </p:extLst>
          </p:nvPr>
        </p:nvGraphicFramePr>
        <p:xfrm>
          <a:off x="341745" y="3573702"/>
          <a:ext cx="3121891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9437">
                  <a:extLst>
                    <a:ext uri="{9D8B030D-6E8A-4147-A177-3AD203B41FA5}">
                      <a16:colId xmlns:a16="http://schemas.microsoft.com/office/drawing/2014/main" val="3876605918"/>
                    </a:ext>
                  </a:extLst>
                </a:gridCol>
                <a:gridCol w="1592454">
                  <a:extLst>
                    <a:ext uri="{9D8B030D-6E8A-4147-A177-3AD203B41FA5}">
                      <a16:colId xmlns:a16="http://schemas.microsoft.com/office/drawing/2014/main" val="38252078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Kp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Output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565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Kp1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7616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Kp2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644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Kp3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Y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540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M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3738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345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Kp2^56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040853"/>
                  </a:ext>
                </a:extLst>
              </a:tr>
            </a:tbl>
          </a:graphicData>
        </a:graphic>
      </p:graphicFrame>
      <p:sp>
        <p:nvSpPr>
          <p:cNvPr id="25" name="矩形 24">
            <a:extLst>
              <a:ext uri="{FF2B5EF4-FFF2-40B4-BE49-F238E27FC236}">
                <a16:creationId xmlns:a16="http://schemas.microsoft.com/office/drawing/2014/main" id="{5DA6A74F-A783-F59C-21E7-F02751E682FF}"/>
              </a:ext>
            </a:extLst>
          </p:cNvPr>
          <p:cNvSpPr/>
          <p:nvPr/>
        </p:nvSpPr>
        <p:spPr>
          <a:xfrm>
            <a:off x="6737931" y="1920396"/>
            <a:ext cx="1560945" cy="895927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Decrypt</a:t>
            </a:r>
            <a:endParaRPr lang="zh-CN" altLang="en-US" dirty="0"/>
          </a:p>
        </p:txBody>
      </p:sp>
      <p:sp>
        <p:nvSpPr>
          <p:cNvPr id="26" name="箭头: 右 25">
            <a:extLst>
              <a:ext uri="{FF2B5EF4-FFF2-40B4-BE49-F238E27FC236}">
                <a16:creationId xmlns:a16="http://schemas.microsoft.com/office/drawing/2014/main" id="{ACC0A2E4-3860-7F23-8055-166B16C76A79}"/>
              </a:ext>
            </a:extLst>
          </p:cNvPr>
          <p:cNvSpPr/>
          <p:nvPr/>
        </p:nvSpPr>
        <p:spPr>
          <a:xfrm rot="10800000">
            <a:off x="8298876" y="2189019"/>
            <a:ext cx="988291" cy="397164"/>
          </a:xfrm>
          <a:prstGeom prst="right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523AD46-7C20-5294-4D69-1C0C8C49A685}"/>
              </a:ext>
            </a:extLst>
          </p:cNvPr>
          <p:cNvSpPr txBox="1"/>
          <p:nvPr/>
        </p:nvSpPr>
        <p:spPr>
          <a:xfrm>
            <a:off x="9345194" y="2189019"/>
            <a:ext cx="7224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c1</a:t>
            </a:r>
            <a:endParaRPr lang="zh-CN" altLang="en-US" sz="2000" dirty="0"/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ED7E7BAC-16A1-579A-88F6-EBEBFE63DA1A}"/>
              </a:ext>
            </a:extLst>
          </p:cNvPr>
          <p:cNvSpPr/>
          <p:nvPr/>
        </p:nvSpPr>
        <p:spPr>
          <a:xfrm rot="16200000">
            <a:off x="7024257" y="3111888"/>
            <a:ext cx="988291" cy="397164"/>
          </a:xfrm>
          <a:prstGeom prst="right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A271FD4-4B68-42DA-942E-430D3CD20C0F}"/>
              </a:ext>
            </a:extLst>
          </p:cNvPr>
          <p:cNvSpPr txBox="1"/>
          <p:nvPr/>
        </p:nvSpPr>
        <p:spPr>
          <a:xfrm>
            <a:off x="7296730" y="3873568"/>
            <a:ext cx="604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Kc</a:t>
            </a:r>
            <a:endParaRPr lang="zh-CN" altLang="en-US" sz="2000" dirty="0"/>
          </a:p>
        </p:txBody>
      </p:sp>
      <p:graphicFrame>
        <p:nvGraphicFramePr>
          <p:cNvPr id="30" name="表格 29">
            <a:extLst>
              <a:ext uri="{FF2B5EF4-FFF2-40B4-BE49-F238E27FC236}">
                <a16:creationId xmlns:a16="http://schemas.microsoft.com/office/drawing/2014/main" id="{043C5BEC-1B07-63D3-A8A1-DC1F6C0D9F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6184438"/>
              </p:ext>
            </p:extLst>
          </p:nvPr>
        </p:nvGraphicFramePr>
        <p:xfrm>
          <a:off x="8612915" y="3619118"/>
          <a:ext cx="3121891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9437">
                  <a:extLst>
                    <a:ext uri="{9D8B030D-6E8A-4147-A177-3AD203B41FA5}">
                      <a16:colId xmlns:a16="http://schemas.microsoft.com/office/drawing/2014/main" val="3876605918"/>
                    </a:ext>
                  </a:extLst>
                </a:gridCol>
                <a:gridCol w="1592454">
                  <a:extLst>
                    <a:ext uri="{9D8B030D-6E8A-4147-A177-3AD203B41FA5}">
                      <a16:colId xmlns:a16="http://schemas.microsoft.com/office/drawing/2014/main" val="38252078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Kp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Output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565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Kc1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7616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Kc2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Y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644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Kc3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O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540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J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3738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L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345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Kc2^56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040853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10A17CE2-82BB-D0A6-A575-9AF281C57494}"/>
              </a:ext>
            </a:extLst>
          </p:cNvPr>
          <p:cNvSpPr txBox="1"/>
          <p:nvPr/>
        </p:nvSpPr>
        <p:spPr>
          <a:xfrm>
            <a:off x="4673600" y="4976980"/>
            <a:ext cx="27230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Brute-force complexity:</a:t>
            </a:r>
            <a:br>
              <a:rPr lang="en-US" altLang="zh-CN" sz="2000" dirty="0"/>
            </a:br>
            <a:r>
              <a:rPr lang="en-US" altLang="zh-CN" sz="2000" dirty="0">
                <a:solidFill>
                  <a:srgbClr val="FF0000"/>
                </a:solidFill>
              </a:rPr>
              <a:t>2*2^56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206C4524-F5C2-C2E1-3CC8-E052A48C5BDA}"/>
              </a:ext>
            </a:extLst>
          </p:cNvPr>
          <p:cNvSpPr/>
          <p:nvPr/>
        </p:nvSpPr>
        <p:spPr>
          <a:xfrm rot="10800000">
            <a:off x="5749640" y="2400687"/>
            <a:ext cx="988291" cy="397164"/>
          </a:xfrm>
          <a:prstGeom prst="right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909E975A-5E35-97C9-605E-FE536B87428D}"/>
              </a:ext>
            </a:extLst>
          </p:cNvPr>
          <p:cNvSpPr/>
          <p:nvPr/>
        </p:nvSpPr>
        <p:spPr>
          <a:xfrm>
            <a:off x="4680828" y="2047328"/>
            <a:ext cx="988291" cy="397164"/>
          </a:xfrm>
          <a:prstGeom prst="right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E2F218C-D13C-4D20-6EC8-D8528752D129}"/>
              </a:ext>
            </a:extLst>
          </p:cNvPr>
          <p:cNvSpPr txBox="1"/>
          <p:nvPr/>
        </p:nvSpPr>
        <p:spPr>
          <a:xfrm>
            <a:off x="5589302" y="1870884"/>
            <a:ext cx="5013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Y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6E5145E-41DA-CAE2-73FD-0D28DB6FC6CC}"/>
              </a:ext>
            </a:extLst>
          </p:cNvPr>
          <p:cNvSpPr txBox="1"/>
          <p:nvPr/>
        </p:nvSpPr>
        <p:spPr>
          <a:xfrm>
            <a:off x="5621632" y="2703879"/>
            <a:ext cx="5013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Y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82373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7235F-27D8-DD91-FDE6-F633CE011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B0058-84E1-EA19-B324-0EF8F0DB0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46050"/>
            <a:ext cx="10353762" cy="1257300"/>
          </a:xfrm>
        </p:spPr>
        <p:txBody>
          <a:bodyPr/>
          <a:lstStyle/>
          <a:p>
            <a:r>
              <a:rPr lang="en-AU"/>
              <a:t>Key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A9A2F-246C-3692-740D-0C0150516C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43" y="1403350"/>
            <a:ext cx="10353762" cy="3714749"/>
          </a:xfrm>
        </p:spPr>
        <p:txBody>
          <a:bodyPr/>
          <a:lstStyle/>
          <a:p>
            <a:r>
              <a:rPr lang="en-AU" dirty="0"/>
              <a:t>Tripple DES: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84D447E-94DD-390F-2876-3ABEB5C66B44}"/>
              </a:ext>
            </a:extLst>
          </p:cNvPr>
          <p:cNvSpPr/>
          <p:nvPr/>
        </p:nvSpPr>
        <p:spPr>
          <a:xfrm>
            <a:off x="2356080" y="2496415"/>
            <a:ext cx="1560945" cy="895927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Encryption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CD9077A-96E7-88EA-D900-E37C963C8AFC}"/>
              </a:ext>
            </a:extLst>
          </p:cNvPr>
          <p:cNvSpPr/>
          <p:nvPr/>
        </p:nvSpPr>
        <p:spPr>
          <a:xfrm>
            <a:off x="5324764" y="2496415"/>
            <a:ext cx="1560945" cy="895927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Decryption</a:t>
            </a:r>
            <a:endParaRPr lang="zh-CN" altLang="en-US" dirty="0"/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274964EA-727A-41F2-8ECC-C04BCADAF0A6}"/>
              </a:ext>
            </a:extLst>
          </p:cNvPr>
          <p:cNvSpPr/>
          <p:nvPr/>
        </p:nvSpPr>
        <p:spPr>
          <a:xfrm>
            <a:off x="1367789" y="2791978"/>
            <a:ext cx="988291" cy="397164"/>
          </a:xfrm>
          <a:prstGeom prst="right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1691FC9-DF14-CDE3-38D2-87105AD2880D}"/>
              </a:ext>
            </a:extLst>
          </p:cNvPr>
          <p:cNvSpPr txBox="1"/>
          <p:nvPr/>
        </p:nvSpPr>
        <p:spPr>
          <a:xfrm>
            <a:off x="924443" y="2801214"/>
            <a:ext cx="4433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P</a:t>
            </a:r>
            <a:endParaRPr lang="zh-CN" altLang="en-US" sz="2000" dirty="0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A51A2816-344D-3729-E766-1A9D3FC75CD9}"/>
              </a:ext>
            </a:extLst>
          </p:cNvPr>
          <p:cNvSpPr/>
          <p:nvPr/>
        </p:nvSpPr>
        <p:spPr>
          <a:xfrm>
            <a:off x="3927673" y="2791978"/>
            <a:ext cx="1397091" cy="397164"/>
          </a:xfrm>
          <a:prstGeom prst="right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A886DB1-283E-8C9E-F67E-D8D4C55AAFE1}"/>
              </a:ext>
            </a:extLst>
          </p:cNvPr>
          <p:cNvSpPr txBox="1"/>
          <p:nvPr/>
        </p:nvSpPr>
        <p:spPr>
          <a:xfrm>
            <a:off x="10908699" y="2801215"/>
            <a:ext cx="4433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C</a:t>
            </a:r>
            <a:endParaRPr lang="zh-CN" altLang="en-US" sz="20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AFFB857-2BD3-9C9F-5D72-3BECE2A71EC4}"/>
              </a:ext>
            </a:extLst>
          </p:cNvPr>
          <p:cNvSpPr txBox="1"/>
          <p:nvPr/>
        </p:nvSpPr>
        <p:spPr>
          <a:xfrm>
            <a:off x="2914879" y="1914234"/>
            <a:ext cx="604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K1</a:t>
            </a:r>
            <a:endParaRPr lang="zh-CN" altLang="en-US" sz="20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BAD5823-B1B1-EE2D-9AAC-112C6FDBD67E}"/>
              </a:ext>
            </a:extLst>
          </p:cNvPr>
          <p:cNvSpPr txBox="1"/>
          <p:nvPr/>
        </p:nvSpPr>
        <p:spPr>
          <a:xfrm>
            <a:off x="5802745" y="1914234"/>
            <a:ext cx="604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K2</a:t>
            </a:r>
            <a:endParaRPr lang="zh-CN" altLang="en-US" sz="2000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333E93E-0635-6DCA-138C-5C107C3B9ED9}"/>
              </a:ext>
            </a:extLst>
          </p:cNvPr>
          <p:cNvSpPr/>
          <p:nvPr/>
        </p:nvSpPr>
        <p:spPr>
          <a:xfrm>
            <a:off x="8304096" y="2496415"/>
            <a:ext cx="1560945" cy="895927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Encryption</a:t>
            </a:r>
            <a:endParaRPr lang="zh-CN" altLang="en-US" dirty="0"/>
          </a:p>
        </p:txBody>
      </p:sp>
      <p:sp>
        <p:nvSpPr>
          <p:cNvPr id="23" name="箭头: 右 22">
            <a:extLst>
              <a:ext uri="{FF2B5EF4-FFF2-40B4-BE49-F238E27FC236}">
                <a16:creationId xmlns:a16="http://schemas.microsoft.com/office/drawing/2014/main" id="{ECB2E5AF-927D-8760-6955-619EFFC45019}"/>
              </a:ext>
            </a:extLst>
          </p:cNvPr>
          <p:cNvSpPr/>
          <p:nvPr/>
        </p:nvSpPr>
        <p:spPr>
          <a:xfrm>
            <a:off x="6896357" y="2804160"/>
            <a:ext cx="1397091" cy="397164"/>
          </a:xfrm>
          <a:prstGeom prst="right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6256B51-373E-B401-E686-4F9AFCC35345}"/>
              </a:ext>
            </a:extLst>
          </p:cNvPr>
          <p:cNvSpPr txBox="1"/>
          <p:nvPr/>
        </p:nvSpPr>
        <p:spPr>
          <a:xfrm>
            <a:off x="8833572" y="1925433"/>
            <a:ext cx="604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K3</a:t>
            </a:r>
            <a:endParaRPr lang="zh-CN" altLang="en-US" sz="2000" dirty="0"/>
          </a:p>
        </p:txBody>
      </p:sp>
      <p:sp>
        <p:nvSpPr>
          <p:cNvPr id="25" name="箭头: 右 24">
            <a:extLst>
              <a:ext uri="{FF2B5EF4-FFF2-40B4-BE49-F238E27FC236}">
                <a16:creationId xmlns:a16="http://schemas.microsoft.com/office/drawing/2014/main" id="{6C0EA8B1-14B5-F19D-4AE0-F0196E64B919}"/>
              </a:ext>
            </a:extLst>
          </p:cNvPr>
          <p:cNvSpPr/>
          <p:nvPr/>
        </p:nvSpPr>
        <p:spPr>
          <a:xfrm>
            <a:off x="9875689" y="2791979"/>
            <a:ext cx="988291" cy="397164"/>
          </a:xfrm>
          <a:prstGeom prst="right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7188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6B376-A44B-D8D7-2ECE-D0BEB6A18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6AC5C-4FCB-9B24-53F5-4DDD2C2BE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46050"/>
            <a:ext cx="10353762" cy="1257300"/>
          </a:xfrm>
        </p:spPr>
        <p:txBody>
          <a:bodyPr/>
          <a:lstStyle/>
          <a:p>
            <a:r>
              <a:rPr lang="en-AU"/>
              <a:t>Key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C291B-5BC3-F233-2E62-180FE62771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43" y="1403350"/>
            <a:ext cx="10353762" cy="3714749"/>
          </a:xfrm>
        </p:spPr>
        <p:txBody>
          <a:bodyPr/>
          <a:lstStyle/>
          <a:p>
            <a:r>
              <a:rPr lang="en-AU" dirty="0"/>
              <a:t>Tripple DES: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360EEEF-912A-618C-D883-842DFB50BED1}"/>
              </a:ext>
            </a:extLst>
          </p:cNvPr>
          <p:cNvSpPr/>
          <p:nvPr/>
        </p:nvSpPr>
        <p:spPr>
          <a:xfrm>
            <a:off x="2356080" y="2496415"/>
            <a:ext cx="1560945" cy="895927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Encryption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C41D105-1868-F794-B1E8-DBA839ACB257}"/>
              </a:ext>
            </a:extLst>
          </p:cNvPr>
          <p:cNvSpPr/>
          <p:nvPr/>
        </p:nvSpPr>
        <p:spPr>
          <a:xfrm>
            <a:off x="5324764" y="2496415"/>
            <a:ext cx="1560945" cy="895927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Decryption</a:t>
            </a:r>
            <a:endParaRPr lang="zh-CN" altLang="en-US" dirty="0"/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BDD9FAE2-6B91-EA3D-521B-463221B28B11}"/>
              </a:ext>
            </a:extLst>
          </p:cNvPr>
          <p:cNvSpPr/>
          <p:nvPr/>
        </p:nvSpPr>
        <p:spPr>
          <a:xfrm>
            <a:off x="1367789" y="2791978"/>
            <a:ext cx="988291" cy="397164"/>
          </a:xfrm>
          <a:prstGeom prst="right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C80B8FE-7DAB-884E-6299-460154008100}"/>
              </a:ext>
            </a:extLst>
          </p:cNvPr>
          <p:cNvSpPr txBox="1"/>
          <p:nvPr/>
        </p:nvSpPr>
        <p:spPr>
          <a:xfrm>
            <a:off x="924443" y="2801214"/>
            <a:ext cx="4433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P</a:t>
            </a:r>
            <a:endParaRPr lang="zh-CN" altLang="en-US" sz="2000" dirty="0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FDC979F2-73D1-2F92-909B-AB99FAF6C95B}"/>
              </a:ext>
            </a:extLst>
          </p:cNvPr>
          <p:cNvSpPr/>
          <p:nvPr/>
        </p:nvSpPr>
        <p:spPr>
          <a:xfrm>
            <a:off x="3927673" y="2791978"/>
            <a:ext cx="1397091" cy="397164"/>
          </a:xfrm>
          <a:prstGeom prst="right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F021B19-9A48-F97E-40CE-08D93F6759A9}"/>
              </a:ext>
            </a:extLst>
          </p:cNvPr>
          <p:cNvSpPr txBox="1"/>
          <p:nvPr/>
        </p:nvSpPr>
        <p:spPr>
          <a:xfrm>
            <a:off x="10908699" y="2801215"/>
            <a:ext cx="4433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C</a:t>
            </a:r>
            <a:endParaRPr lang="zh-CN" altLang="en-US" sz="20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7517C9F-8F4D-C2F7-E548-149B06316868}"/>
              </a:ext>
            </a:extLst>
          </p:cNvPr>
          <p:cNvSpPr txBox="1"/>
          <p:nvPr/>
        </p:nvSpPr>
        <p:spPr>
          <a:xfrm>
            <a:off x="2914879" y="1914234"/>
            <a:ext cx="604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K1</a:t>
            </a:r>
            <a:endParaRPr lang="zh-CN" altLang="en-US" sz="20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A3D5A14-0142-7908-53F8-B4EEFE53D216}"/>
              </a:ext>
            </a:extLst>
          </p:cNvPr>
          <p:cNvSpPr txBox="1"/>
          <p:nvPr/>
        </p:nvSpPr>
        <p:spPr>
          <a:xfrm>
            <a:off x="5802745" y="1914234"/>
            <a:ext cx="604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K2</a:t>
            </a:r>
            <a:endParaRPr lang="zh-CN" altLang="en-US" sz="2000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5CA53CE-45D6-B268-3C26-DF50362EC535}"/>
              </a:ext>
            </a:extLst>
          </p:cNvPr>
          <p:cNvSpPr/>
          <p:nvPr/>
        </p:nvSpPr>
        <p:spPr>
          <a:xfrm>
            <a:off x="8304096" y="2496415"/>
            <a:ext cx="1560945" cy="895927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Encryption</a:t>
            </a:r>
            <a:endParaRPr lang="zh-CN" altLang="en-US" dirty="0"/>
          </a:p>
        </p:txBody>
      </p:sp>
      <p:sp>
        <p:nvSpPr>
          <p:cNvPr id="23" name="箭头: 右 22">
            <a:extLst>
              <a:ext uri="{FF2B5EF4-FFF2-40B4-BE49-F238E27FC236}">
                <a16:creationId xmlns:a16="http://schemas.microsoft.com/office/drawing/2014/main" id="{8B3AC91D-ADCD-5736-570D-ED055D9F4F21}"/>
              </a:ext>
            </a:extLst>
          </p:cNvPr>
          <p:cNvSpPr/>
          <p:nvPr/>
        </p:nvSpPr>
        <p:spPr>
          <a:xfrm>
            <a:off x="6896357" y="2804160"/>
            <a:ext cx="1397091" cy="397164"/>
          </a:xfrm>
          <a:prstGeom prst="right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96B1424-1F72-3DA5-41D7-C1A95104FCBF}"/>
              </a:ext>
            </a:extLst>
          </p:cNvPr>
          <p:cNvSpPr txBox="1"/>
          <p:nvPr/>
        </p:nvSpPr>
        <p:spPr>
          <a:xfrm>
            <a:off x="8833572" y="1925433"/>
            <a:ext cx="604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K3</a:t>
            </a:r>
            <a:endParaRPr lang="zh-CN" altLang="en-US" sz="2000" dirty="0"/>
          </a:p>
        </p:txBody>
      </p:sp>
      <p:sp>
        <p:nvSpPr>
          <p:cNvPr id="25" name="箭头: 右 24">
            <a:extLst>
              <a:ext uri="{FF2B5EF4-FFF2-40B4-BE49-F238E27FC236}">
                <a16:creationId xmlns:a16="http://schemas.microsoft.com/office/drawing/2014/main" id="{738022D4-C12A-9EB8-A25D-BD43E1DD5683}"/>
              </a:ext>
            </a:extLst>
          </p:cNvPr>
          <p:cNvSpPr/>
          <p:nvPr/>
        </p:nvSpPr>
        <p:spPr>
          <a:xfrm>
            <a:off x="9875689" y="2791979"/>
            <a:ext cx="988291" cy="397164"/>
          </a:xfrm>
          <a:prstGeom prst="right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6" name="表格 25">
            <a:extLst>
              <a:ext uri="{FF2B5EF4-FFF2-40B4-BE49-F238E27FC236}">
                <a16:creationId xmlns:a16="http://schemas.microsoft.com/office/drawing/2014/main" id="{8C5F8D7D-9456-1E33-9028-B1D0F35068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2066867"/>
              </p:ext>
            </p:extLst>
          </p:nvPr>
        </p:nvGraphicFramePr>
        <p:xfrm>
          <a:off x="4626218" y="3971290"/>
          <a:ext cx="312189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9437">
                  <a:extLst>
                    <a:ext uri="{9D8B030D-6E8A-4147-A177-3AD203B41FA5}">
                      <a16:colId xmlns:a16="http://schemas.microsoft.com/office/drawing/2014/main" val="3876605918"/>
                    </a:ext>
                  </a:extLst>
                </a:gridCol>
                <a:gridCol w="1592454">
                  <a:extLst>
                    <a:ext uri="{9D8B030D-6E8A-4147-A177-3AD203B41FA5}">
                      <a16:colId xmlns:a16="http://schemas.microsoft.com/office/drawing/2014/main" val="38252078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Mode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Key Space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565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trike="sngStrike" dirty="0"/>
                        <a:t>K1=K2=K3</a:t>
                      </a:r>
                      <a:endParaRPr lang="zh-CN" altLang="en-US" strike="sngStri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trike="sngStrike" dirty="0"/>
                        <a:t>2^56</a:t>
                      </a:r>
                      <a:endParaRPr lang="zh-CN" altLang="en-US" strike="sngStri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7616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K1=K3, K2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2^112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644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K1, K2, K3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2^168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5401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48513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AB4B3-2123-4AB2-AB02-A3E645B4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46050"/>
            <a:ext cx="10353762" cy="1257300"/>
          </a:xfrm>
        </p:spPr>
        <p:txBody>
          <a:bodyPr/>
          <a:lstStyle/>
          <a:p>
            <a:r>
              <a:rPr lang="en-AU"/>
              <a:t>Key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D72D1-256A-4B1B-9CB0-BCD3A2038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43" y="1403350"/>
            <a:ext cx="10353762" cy="3714749"/>
          </a:xfrm>
        </p:spPr>
        <p:txBody>
          <a:bodyPr/>
          <a:lstStyle/>
          <a:p>
            <a:r>
              <a:rPr lang="en-AU"/>
              <a:t>AES</a:t>
            </a:r>
          </a:p>
        </p:txBody>
      </p:sp>
    </p:spTree>
    <p:extLst>
      <p:ext uri="{BB962C8B-B14F-4D97-AF65-F5344CB8AC3E}">
        <p14:creationId xmlns:p14="http://schemas.microsoft.com/office/powerpoint/2010/main" val="32184620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AB4B3-2123-4AB2-AB02-A3E645B4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46050"/>
            <a:ext cx="10353762" cy="1257300"/>
          </a:xfrm>
        </p:spPr>
        <p:txBody>
          <a:bodyPr/>
          <a:lstStyle/>
          <a:p>
            <a:r>
              <a:rPr lang="en-AU"/>
              <a:t>Key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D72D1-256A-4B1B-9CB0-BCD3A2038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43" y="1403350"/>
            <a:ext cx="10353762" cy="3714749"/>
          </a:xfrm>
        </p:spPr>
        <p:txBody>
          <a:bodyPr/>
          <a:lstStyle/>
          <a:p>
            <a:r>
              <a:rPr lang="en-AU"/>
              <a:t>AES: 2^128, 2^192 or 2^256</a:t>
            </a:r>
          </a:p>
        </p:txBody>
      </p:sp>
    </p:spTree>
    <p:extLst>
      <p:ext uri="{BB962C8B-B14F-4D97-AF65-F5344CB8AC3E}">
        <p14:creationId xmlns:p14="http://schemas.microsoft.com/office/powerpoint/2010/main" val="27613487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E9D0F-935C-772C-E5DE-DFC8DF9DD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2F837-EBCE-92AC-6FB4-D9F48FC15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Sharing secrets?</a:t>
            </a:r>
          </a:p>
        </p:txBody>
      </p:sp>
    </p:spTree>
    <p:extLst>
      <p:ext uri="{BB962C8B-B14F-4D97-AF65-F5344CB8AC3E}">
        <p14:creationId xmlns:p14="http://schemas.microsoft.com/office/powerpoint/2010/main" val="5878659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6845A-3DF0-B9B4-6DCE-B8C721BAB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E98F7-78EF-428C-9B60-6FE269BB1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Sharing secrets?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D791CE-A36F-DB4E-E1C2-0E23B02300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99" b="2699"/>
          <a:stretch>
            <a:fillRect/>
          </a:stretch>
        </p:blipFill>
        <p:spPr>
          <a:xfrm>
            <a:off x="4333875" y="1980324"/>
            <a:ext cx="4005652" cy="3963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9841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4477D-8A58-4AC9-B69E-52EF6FC98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Sharing secrets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F833C-991C-4544-A491-7BD219AB4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/>
              <a:t>Our symmetric key cipher systems are fast and secure.</a:t>
            </a:r>
          </a:p>
          <a:p>
            <a:r>
              <a:rPr lang="en-AU"/>
              <a:t>But how do we make sure the key is shared between the two parties securely?</a:t>
            </a:r>
          </a:p>
          <a:p>
            <a:r>
              <a:rPr lang="en-AU"/>
              <a:t>Answer: Asymmetric key cipher – public key cryptography (PKC), e.g., RSA.</a:t>
            </a:r>
          </a:p>
          <a:p>
            <a:r>
              <a:rPr lang="en-AU"/>
              <a:t>But how to use PKC for secrets sharing?</a:t>
            </a:r>
          </a:p>
        </p:txBody>
      </p:sp>
    </p:spTree>
    <p:extLst>
      <p:ext uri="{BB962C8B-B14F-4D97-AF65-F5344CB8AC3E}">
        <p14:creationId xmlns:p14="http://schemas.microsoft.com/office/powerpoint/2010/main" val="10962291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D6909-CAB0-45B9-9F90-BAD20E0D9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640" y="82604"/>
            <a:ext cx="10353762" cy="1257300"/>
          </a:xfrm>
        </p:spPr>
        <p:txBody>
          <a:bodyPr/>
          <a:lstStyle/>
          <a:p>
            <a:r>
              <a:rPr lang="en-AU"/>
              <a:t>share a key</a:t>
            </a:r>
          </a:p>
        </p:txBody>
      </p:sp>
      <p:pic>
        <p:nvPicPr>
          <p:cNvPr id="4" name="Picture 2" descr="Related image">
            <a:extLst>
              <a:ext uri="{FF2B5EF4-FFF2-40B4-BE49-F238E27FC236}">
                <a16:creationId xmlns:a16="http://schemas.microsoft.com/office/drawing/2014/main" id="{B4A2069F-C6DB-4509-8086-DAEA1B8582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96" t="3402" r="30830" b="3843"/>
          <a:stretch/>
        </p:blipFill>
        <p:spPr bwMode="auto">
          <a:xfrm>
            <a:off x="721558" y="3205088"/>
            <a:ext cx="1056639" cy="1256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FBFBE82-BACE-4CAD-BEE0-B3747E50029A}"/>
              </a:ext>
            </a:extLst>
          </p:cNvPr>
          <p:cNvSpPr/>
          <p:nvPr/>
        </p:nvSpPr>
        <p:spPr>
          <a:xfrm>
            <a:off x="5982081" y="2357119"/>
            <a:ext cx="337440" cy="3142727"/>
          </a:xfrm>
          <a:prstGeom prst="roundRect">
            <a:avLst/>
          </a:prstGeom>
          <a:solidFill>
            <a:schemeClr val="tx1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A3D411-4C5E-4F0C-8DB9-8E2DF8E518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6000" y="4903416"/>
            <a:ext cx="1056640" cy="12293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216A960-8E26-491A-8201-9E461E532D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934" y="3232273"/>
            <a:ext cx="1249312" cy="122936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3FA1737C-3202-42DC-A594-9B3C414073C9}"/>
              </a:ext>
            </a:extLst>
          </p:cNvPr>
          <p:cNvSpPr txBox="1">
            <a:spLocks/>
          </p:cNvSpPr>
          <p:nvPr/>
        </p:nvSpPr>
        <p:spPr>
          <a:xfrm>
            <a:off x="3698240" y="1280430"/>
            <a:ext cx="5080000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/>
              <a:t>Insecure Internet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E775B07-50F3-44D7-8CC4-97181EE5EA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808" y="1241132"/>
            <a:ext cx="885664" cy="44944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3746624-141B-4F59-9E22-B49222A121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808" y="1926752"/>
            <a:ext cx="885664" cy="430367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4ED8B415-1EE3-4D63-B16C-ECBAB52D8A45}"/>
              </a:ext>
            </a:extLst>
          </p:cNvPr>
          <p:cNvSpPr txBox="1">
            <a:spLocks/>
          </p:cNvSpPr>
          <p:nvPr/>
        </p:nvSpPr>
        <p:spPr>
          <a:xfrm>
            <a:off x="416940" y="4396158"/>
            <a:ext cx="1665874" cy="75691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/>
              <a:t>Alice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62F01484-D518-4F5A-9046-1E5F3D0099A2}"/>
              </a:ext>
            </a:extLst>
          </p:cNvPr>
          <p:cNvSpPr txBox="1">
            <a:spLocks/>
          </p:cNvSpPr>
          <p:nvPr/>
        </p:nvSpPr>
        <p:spPr>
          <a:xfrm>
            <a:off x="10380100" y="4396158"/>
            <a:ext cx="1704980" cy="75691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/>
              <a:t>Bob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2E070689-F703-4386-A4AC-6C057856BDEE}"/>
              </a:ext>
            </a:extLst>
          </p:cNvPr>
          <p:cNvSpPr txBox="1">
            <a:spLocks/>
          </p:cNvSpPr>
          <p:nvPr/>
        </p:nvSpPr>
        <p:spPr>
          <a:xfrm>
            <a:off x="910852" y="1108142"/>
            <a:ext cx="3462009" cy="75691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/>
              <a:t>Bob’s public key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0E54ABE7-DC16-44B7-9B3D-62A0C257234B}"/>
              </a:ext>
            </a:extLst>
          </p:cNvPr>
          <p:cNvSpPr txBox="1">
            <a:spLocks/>
          </p:cNvSpPr>
          <p:nvPr/>
        </p:nvSpPr>
        <p:spPr>
          <a:xfrm>
            <a:off x="955486" y="1748078"/>
            <a:ext cx="3462009" cy="75691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/>
              <a:t>Bob’s private key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A9152BF-8343-4EFF-B2CB-5F67649DFE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58191" y="2780183"/>
            <a:ext cx="885664" cy="449441"/>
          </a:xfrm>
          <a:prstGeom prst="rect">
            <a:avLst/>
          </a:prstGeom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B1CC2474-C06A-4288-8261-EAFE5E1EA692}"/>
              </a:ext>
            </a:extLst>
          </p:cNvPr>
          <p:cNvSpPr txBox="1">
            <a:spLocks/>
          </p:cNvSpPr>
          <p:nvPr/>
        </p:nvSpPr>
        <p:spPr>
          <a:xfrm>
            <a:off x="1997316" y="3608565"/>
            <a:ext cx="1805927" cy="565812"/>
          </a:xfrm>
          <a:prstGeom prst="rect">
            <a:avLst/>
          </a:prstGeom>
          <a:solidFill>
            <a:srgbClr val="FFC000"/>
          </a:solidFill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>
                <a:solidFill>
                  <a:schemeClr val="bg1"/>
                </a:solidFill>
              </a:rPr>
              <a:t>a shared key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AD34E41-CF66-4DA3-8330-E25E4437EE1E}"/>
              </a:ext>
            </a:extLst>
          </p:cNvPr>
          <p:cNvCxnSpPr>
            <a:cxnSpLocks/>
            <a:stCxn id="23" idx="2"/>
            <a:endCxn id="24" idx="0"/>
          </p:cNvCxnSpPr>
          <p:nvPr/>
        </p:nvCxnSpPr>
        <p:spPr>
          <a:xfrm flipH="1">
            <a:off x="2900280" y="3229624"/>
            <a:ext cx="743" cy="378941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FF945A4-E889-4E6B-910C-235F9B3E3F8E}"/>
              </a:ext>
            </a:extLst>
          </p:cNvPr>
          <p:cNvCxnSpPr>
            <a:cxnSpLocks/>
            <a:stCxn id="24" idx="3"/>
            <a:endCxn id="31" idx="1"/>
          </p:cNvCxnSpPr>
          <p:nvPr/>
        </p:nvCxnSpPr>
        <p:spPr>
          <a:xfrm>
            <a:off x="3803243" y="3891471"/>
            <a:ext cx="902964" cy="2736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itle 1">
            <a:extLst>
              <a:ext uri="{FF2B5EF4-FFF2-40B4-BE49-F238E27FC236}">
                <a16:creationId xmlns:a16="http://schemas.microsoft.com/office/drawing/2014/main" id="{F5032691-2067-4FC3-8A6E-E6B4170FF3A8}"/>
              </a:ext>
            </a:extLst>
          </p:cNvPr>
          <p:cNvSpPr txBox="1">
            <a:spLocks/>
          </p:cNvSpPr>
          <p:nvPr/>
        </p:nvSpPr>
        <p:spPr>
          <a:xfrm>
            <a:off x="4706207" y="3611301"/>
            <a:ext cx="2764268" cy="565812"/>
          </a:xfrm>
          <a:prstGeom prst="rect">
            <a:avLst/>
          </a:prstGeom>
          <a:solidFill>
            <a:srgbClr val="FFC000"/>
          </a:solidFill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>
                <a:solidFill>
                  <a:schemeClr val="bg1"/>
                </a:solidFill>
              </a:rPr>
              <a:t>encrypted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8FE9A9D6-8378-4B50-9305-8B7C91BD2BA1}"/>
              </a:ext>
            </a:extLst>
          </p:cNvPr>
          <p:cNvSpPr txBox="1">
            <a:spLocks/>
          </p:cNvSpPr>
          <p:nvPr/>
        </p:nvSpPr>
        <p:spPr>
          <a:xfrm>
            <a:off x="8603362" y="3608565"/>
            <a:ext cx="1805927" cy="565812"/>
          </a:xfrm>
          <a:prstGeom prst="rect">
            <a:avLst/>
          </a:prstGeom>
          <a:solidFill>
            <a:srgbClr val="FFC000"/>
          </a:solidFill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>
                <a:solidFill>
                  <a:schemeClr val="bg1"/>
                </a:solidFill>
              </a:rPr>
              <a:t>a shared key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E956C17-E993-460C-A9F3-CC0831F7634E}"/>
              </a:ext>
            </a:extLst>
          </p:cNvPr>
          <p:cNvCxnSpPr>
            <a:cxnSpLocks/>
            <a:stCxn id="31" idx="3"/>
            <a:endCxn id="32" idx="1"/>
          </p:cNvCxnSpPr>
          <p:nvPr/>
        </p:nvCxnSpPr>
        <p:spPr>
          <a:xfrm flipV="1">
            <a:off x="7470475" y="3891471"/>
            <a:ext cx="1132887" cy="2736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Picture 38">
            <a:extLst>
              <a:ext uri="{FF2B5EF4-FFF2-40B4-BE49-F238E27FC236}">
                <a16:creationId xmlns:a16="http://schemas.microsoft.com/office/drawing/2014/main" id="{03E31EF2-5F20-42CD-B23B-4B1A65C052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4951" y="2784233"/>
            <a:ext cx="885664" cy="430367"/>
          </a:xfrm>
          <a:prstGeom prst="rect">
            <a:avLst/>
          </a:prstGeom>
        </p:spPr>
      </p:pic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479634D-6E80-4852-A3DC-686C5DE59E6A}"/>
              </a:ext>
            </a:extLst>
          </p:cNvPr>
          <p:cNvCxnSpPr>
            <a:cxnSpLocks/>
          </p:cNvCxnSpPr>
          <p:nvPr/>
        </p:nvCxnSpPr>
        <p:spPr>
          <a:xfrm flipH="1">
            <a:off x="7997040" y="3239529"/>
            <a:ext cx="744" cy="654678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0347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D6909-CAB0-45B9-9F90-BAD20E0D9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640" y="82604"/>
            <a:ext cx="9995052" cy="1049952"/>
          </a:xfrm>
        </p:spPr>
        <p:txBody>
          <a:bodyPr/>
          <a:lstStyle/>
          <a:p>
            <a:r>
              <a:rPr lang="en-AU"/>
              <a:t>share a key</a:t>
            </a:r>
          </a:p>
        </p:txBody>
      </p:sp>
      <p:pic>
        <p:nvPicPr>
          <p:cNvPr id="4" name="Picture 2" descr="Related image">
            <a:extLst>
              <a:ext uri="{FF2B5EF4-FFF2-40B4-BE49-F238E27FC236}">
                <a16:creationId xmlns:a16="http://schemas.microsoft.com/office/drawing/2014/main" id="{B4A2069F-C6DB-4509-8086-DAEA1B8582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96" t="3402" r="30830" b="3843"/>
          <a:stretch/>
        </p:blipFill>
        <p:spPr bwMode="auto">
          <a:xfrm>
            <a:off x="721558" y="2770378"/>
            <a:ext cx="1056639" cy="1256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FBFBE82-BACE-4CAD-BEE0-B3747E50029A}"/>
              </a:ext>
            </a:extLst>
          </p:cNvPr>
          <p:cNvSpPr/>
          <p:nvPr/>
        </p:nvSpPr>
        <p:spPr>
          <a:xfrm>
            <a:off x="5982081" y="2177239"/>
            <a:ext cx="337440" cy="3261249"/>
          </a:xfrm>
          <a:prstGeom prst="roundRect">
            <a:avLst/>
          </a:prstGeom>
          <a:solidFill>
            <a:schemeClr val="tx1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A3D411-4C5E-4F0C-8DB9-8E2DF8E518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2481" y="5438488"/>
            <a:ext cx="1056640" cy="12293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216A960-8E26-491A-8201-9E461E532D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934" y="2797563"/>
            <a:ext cx="1249312" cy="122936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3FA1737C-3202-42DC-A594-9B3C414073C9}"/>
              </a:ext>
            </a:extLst>
          </p:cNvPr>
          <p:cNvSpPr txBox="1">
            <a:spLocks/>
          </p:cNvSpPr>
          <p:nvPr/>
        </p:nvSpPr>
        <p:spPr>
          <a:xfrm>
            <a:off x="3698240" y="1100550"/>
            <a:ext cx="5080000" cy="102026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/>
              <a:t>Insecure Internet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E775B07-50F3-44D7-8CC4-97181EE5EA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808" y="1061252"/>
            <a:ext cx="885664" cy="44944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3746624-141B-4F59-9E22-B49222A121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808" y="1746872"/>
            <a:ext cx="885664" cy="430367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4ED8B415-1EE3-4D63-B16C-ECBAB52D8A45}"/>
              </a:ext>
            </a:extLst>
          </p:cNvPr>
          <p:cNvSpPr txBox="1">
            <a:spLocks/>
          </p:cNvSpPr>
          <p:nvPr/>
        </p:nvSpPr>
        <p:spPr>
          <a:xfrm>
            <a:off x="447007" y="4092457"/>
            <a:ext cx="1665874" cy="75691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 dirty="0"/>
              <a:t>Alice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62F01484-D518-4F5A-9046-1E5F3D0099A2}"/>
              </a:ext>
            </a:extLst>
          </p:cNvPr>
          <p:cNvSpPr txBox="1">
            <a:spLocks/>
          </p:cNvSpPr>
          <p:nvPr/>
        </p:nvSpPr>
        <p:spPr>
          <a:xfrm>
            <a:off x="10380100" y="4061409"/>
            <a:ext cx="1704980" cy="75691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/>
              <a:t>Bob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2E070689-F703-4386-A4AC-6C057856BDEE}"/>
              </a:ext>
            </a:extLst>
          </p:cNvPr>
          <p:cNvSpPr txBox="1">
            <a:spLocks/>
          </p:cNvSpPr>
          <p:nvPr/>
        </p:nvSpPr>
        <p:spPr>
          <a:xfrm>
            <a:off x="910852" y="928262"/>
            <a:ext cx="3462009" cy="75691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/>
              <a:t>Bob’s public key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0E54ABE7-DC16-44B7-9B3D-62A0C257234B}"/>
              </a:ext>
            </a:extLst>
          </p:cNvPr>
          <p:cNvSpPr txBox="1">
            <a:spLocks/>
          </p:cNvSpPr>
          <p:nvPr/>
        </p:nvSpPr>
        <p:spPr>
          <a:xfrm>
            <a:off x="955486" y="1568198"/>
            <a:ext cx="3462009" cy="75691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/>
              <a:t>Bob’s private key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A9152BF-8343-4EFF-B2CB-5F67649DFE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9506" y="2345473"/>
            <a:ext cx="885664" cy="449441"/>
          </a:xfrm>
          <a:prstGeom prst="rect">
            <a:avLst/>
          </a:prstGeom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B1CC2474-C06A-4288-8261-EAFE5E1EA692}"/>
              </a:ext>
            </a:extLst>
          </p:cNvPr>
          <p:cNvSpPr txBox="1">
            <a:spLocks/>
          </p:cNvSpPr>
          <p:nvPr/>
        </p:nvSpPr>
        <p:spPr>
          <a:xfrm>
            <a:off x="2137797" y="3173855"/>
            <a:ext cx="1665446" cy="565812"/>
          </a:xfrm>
          <a:prstGeom prst="rect">
            <a:avLst/>
          </a:prstGeom>
          <a:solidFill>
            <a:srgbClr val="FFC000"/>
          </a:solidFill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 dirty="0">
                <a:solidFill>
                  <a:schemeClr val="bg1"/>
                </a:solidFill>
              </a:rPr>
              <a:t>a shared key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AD34E41-CF66-4DA3-8330-E25E4437EE1E}"/>
              </a:ext>
            </a:extLst>
          </p:cNvPr>
          <p:cNvCxnSpPr>
            <a:cxnSpLocks/>
            <a:stCxn id="23" idx="2"/>
            <a:endCxn id="24" idx="0"/>
          </p:cNvCxnSpPr>
          <p:nvPr/>
        </p:nvCxnSpPr>
        <p:spPr>
          <a:xfrm>
            <a:off x="2962338" y="2794914"/>
            <a:ext cx="8182" cy="378941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FF945A4-E889-4E6B-910C-235F9B3E3F8E}"/>
              </a:ext>
            </a:extLst>
          </p:cNvPr>
          <p:cNvCxnSpPr>
            <a:cxnSpLocks/>
            <a:stCxn id="24" idx="3"/>
            <a:endCxn id="31" idx="1"/>
          </p:cNvCxnSpPr>
          <p:nvPr/>
        </p:nvCxnSpPr>
        <p:spPr>
          <a:xfrm>
            <a:off x="3803243" y="3456761"/>
            <a:ext cx="902964" cy="2736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itle 1">
            <a:extLst>
              <a:ext uri="{FF2B5EF4-FFF2-40B4-BE49-F238E27FC236}">
                <a16:creationId xmlns:a16="http://schemas.microsoft.com/office/drawing/2014/main" id="{F5032691-2067-4FC3-8A6E-E6B4170FF3A8}"/>
              </a:ext>
            </a:extLst>
          </p:cNvPr>
          <p:cNvSpPr txBox="1">
            <a:spLocks/>
          </p:cNvSpPr>
          <p:nvPr/>
        </p:nvSpPr>
        <p:spPr>
          <a:xfrm>
            <a:off x="4706207" y="3176591"/>
            <a:ext cx="2764268" cy="565812"/>
          </a:xfrm>
          <a:prstGeom prst="rect">
            <a:avLst/>
          </a:prstGeom>
          <a:solidFill>
            <a:srgbClr val="FFC000"/>
          </a:solidFill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>
                <a:solidFill>
                  <a:schemeClr val="bg1"/>
                </a:solidFill>
              </a:rPr>
              <a:t>encrypted key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8FE9A9D6-8378-4B50-9305-8B7C91BD2BA1}"/>
              </a:ext>
            </a:extLst>
          </p:cNvPr>
          <p:cNvSpPr txBox="1">
            <a:spLocks/>
          </p:cNvSpPr>
          <p:nvPr/>
        </p:nvSpPr>
        <p:spPr>
          <a:xfrm>
            <a:off x="8720774" y="3173855"/>
            <a:ext cx="1688515" cy="565812"/>
          </a:xfrm>
          <a:prstGeom prst="rect">
            <a:avLst/>
          </a:prstGeom>
          <a:solidFill>
            <a:srgbClr val="FFC000"/>
          </a:solidFill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>
                <a:solidFill>
                  <a:schemeClr val="bg1"/>
                </a:solidFill>
              </a:rPr>
              <a:t>a shared key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E956C17-E993-460C-A9F3-CC0831F7634E}"/>
              </a:ext>
            </a:extLst>
          </p:cNvPr>
          <p:cNvCxnSpPr>
            <a:cxnSpLocks/>
            <a:stCxn id="31" idx="3"/>
            <a:endCxn id="32" idx="1"/>
          </p:cNvCxnSpPr>
          <p:nvPr/>
        </p:nvCxnSpPr>
        <p:spPr>
          <a:xfrm flipV="1">
            <a:off x="7470475" y="3456761"/>
            <a:ext cx="1250299" cy="2736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Picture 38">
            <a:extLst>
              <a:ext uri="{FF2B5EF4-FFF2-40B4-BE49-F238E27FC236}">
                <a16:creationId xmlns:a16="http://schemas.microsoft.com/office/drawing/2014/main" id="{03E31EF2-5F20-42CD-B23B-4B1A65C052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4951" y="2349523"/>
            <a:ext cx="885664" cy="430367"/>
          </a:xfrm>
          <a:prstGeom prst="rect">
            <a:avLst/>
          </a:prstGeom>
        </p:spPr>
      </p:pic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479634D-6E80-4852-A3DC-686C5DE59E6A}"/>
              </a:ext>
            </a:extLst>
          </p:cNvPr>
          <p:cNvCxnSpPr>
            <a:cxnSpLocks/>
          </p:cNvCxnSpPr>
          <p:nvPr/>
        </p:nvCxnSpPr>
        <p:spPr>
          <a:xfrm flipH="1">
            <a:off x="7997040" y="2804819"/>
            <a:ext cx="744" cy="654678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 descr="Age Adjusted D-Dimer Testing - R.E.B.E.L. EM - Emergency ...">
            <a:extLst>
              <a:ext uri="{FF2B5EF4-FFF2-40B4-BE49-F238E27FC236}">
                <a16:creationId xmlns:a16="http://schemas.microsoft.com/office/drawing/2014/main" id="{71FD827D-4313-4E14-B2ED-2F1C80CCF96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8399" y="4241149"/>
            <a:ext cx="852686" cy="824263"/>
          </a:xfrm>
          <a:prstGeom prst="rect">
            <a:avLst/>
          </a:prstGeom>
        </p:spPr>
      </p:pic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915AC68-AF7A-4974-AA11-453CD8E75018}"/>
              </a:ext>
            </a:extLst>
          </p:cNvPr>
          <p:cNvCxnSpPr>
            <a:cxnSpLocks/>
            <a:stCxn id="24" idx="2"/>
            <a:endCxn id="26" idx="0"/>
          </p:cNvCxnSpPr>
          <p:nvPr/>
        </p:nvCxnSpPr>
        <p:spPr>
          <a:xfrm>
            <a:off x="2970520" y="3739667"/>
            <a:ext cx="24222" cy="501482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itle 1">
            <a:extLst>
              <a:ext uri="{FF2B5EF4-FFF2-40B4-BE49-F238E27FC236}">
                <a16:creationId xmlns:a16="http://schemas.microsoft.com/office/drawing/2014/main" id="{2A2EE935-FE7D-42DD-B10F-3D3D8832AD1B}"/>
              </a:ext>
            </a:extLst>
          </p:cNvPr>
          <p:cNvSpPr txBox="1">
            <a:spLocks/>
          </p:cNvSpPr>
          <p:nvPr/>
        </p:nvSpPr>
        <p:spPr>
          <a:xfrm>
            <a:off x="4706207" y="4339905"/>
            <a:ext cx="2764268" cy="565812"/>
          </a:xfrm>
          <a:prstGeom prst="rect">
            <a:avLst/>
          </a:prstGeom>
          <a:solidFill>
            <a:srgbClr val="FFC000"/>
          </a:solidFill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>
                <a:solidFill>
                  <a:schemeClr val="bg1"/>
                </a:solidFill>
              </a:rPr>
              <a:t>encrypted key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758DA52-3A04-40C2-AB14-A29344B19FD9}"/>
              </a:ext>
            </a:extLst>
          </p:cNvPr>
          <p:cNvCxnSpPr>
            <a:cxnSpLocks/>
            <a:endCxn id="30" idx="1"/>
          </p:cNvCxnSpPr>
          <p:nvPr/>
        </p:nvCxnSpPr>
        <p:spPr>
          <a:xfrm flipV="1">
            <a:off x="3343855" y="4622811"/>
            <a:ext cx="1362352" cy="2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itle 1">
            <a:extLst>
              <a:ext uri="{FF2B5EF4-FFF2-40B4-BE49-F238E27FC236}">
                <a16:creationId xmlns:a16="http://schemas.microsoft.com/office/drawing/2014/main" id="{DC5F7FED-EC01-4E0D-B17C-394EFA993F4E}"/>
              </a:ext>
            </a:extLst>
          </p:cNvPr>
          <p:cNvSpPr txBox="1">
            <a:spLocks/>
          </p:cNvSpPr>
          <p:nvPr/>
        </p:nvSpPr>
        <p:spPr>
          <a:xfrm>
            <a:off x="7399449" y="5223049"/>
            <a:ext cx="1688515" cy="565812"/>
          </a:xfrm>
          <a:prstGeom prst="rect">
            <a:avLst/>
          </a:prstGeom>
          <a:solidFill>
            <a:srgbClr val="FFC000"/>
          </a:solidFill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 dirty="0">
                <a:solidFill>
                  <a:schemeClr val="bg1"/>
                </a:solidFill>
              </a:rPr>
              <a:t>a shared key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D81C1B2-8B86-4F63-AB39-20EBC2BE8B1F}"/>
              </a:ext>
            </a:extLst>
          </p:cNvPr>
          <p:cNvCxnSpPr>
            <a:cxnSpLocks/>
            <a:stCxn id="30" idx="3"/>
            <a:endCxn id="45" idx="1"/>
          </p:cNvCxnSpPr>
          <p:nvPr/>
        </p:nvCxnSpPr>
        <p:spPr>
          <a:xfrm>
            <a:off x="7470475" y="4622811"/>
            <a:ext cx="1332328" cy="0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Picture 44" descr="Age Adjusted D-Dimer Testing - R.E.B.E.L. EM - Emergency ...">
            <a:extLst>
              <a:ext uri="{FF2B5EF4-FFF2-40B4-BE49-F238E27FC236}">
                <a16:creationId xmlns:a16="http://schemas.microsoft.com/office/drawing/2014/main" id="{CA4EF2BF-474E-4676-B1F2-8366C095600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2803" y="4210679"/>
            <a:ext cx="852686" cy="824263"/>
          </a:xfrm>
          <a:prstGeom prst="rect">
            <a:avLst/>
          </a:prstGeom>
        </p:spPr>
      </p:pic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084ADD2-4A4C-4A0C-8902-6ABD6915A81F}"/>
              </a:ext>
            </a:extLst>
          </p:cNvPr>
          <p:cNvCxnSpPr>
            <a:cxnSpLocks/>
            <a:stCxn id="35" idx="0"/>
          </p:cNvCxnSpPr>
          <p:nvPr/>
        </p:nvCxnSpPr>
        <p:spPr>
          <a:xfrm flipV="1">
            <a:off x="8243707" y="4559697"/>
            <a:ext cx="0" cy="663352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43174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CEFEB-3C59-724C-9F6C-6099AD6EB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Non-Repudiation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77822-F08B-5D4F-9AFF-451D6BF54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866900"/>
            <a:ext cx="10353762" cy="3924299"/>
          </a:xfrm>
        </p:spPr>
        <p:txBody>
          <a:bodyPr>
            <a:normAutofit/>
          </a:bodyPr>
          <a:lstStyle/>
          <a:p>
            <a:r>
              <a:rPr lang="en-AU" b="1" dirty="0"/>
              <a:t>To </a:t>
            </a:r>
            <a:r>
              <a:rPr lang="en-AU" b="1" dirty="0">
                <a:solidFill>
                  <a:srgbClr val="FF0000"/>
                </a:solidFill>
              </a:rPr>
              <a:t>prove that Alice was the one that sent the message</a:t>
            </a:r>
          </a:p>
          <a:p>
            <a:r>
              <a:rPr lang="en-AU" b="1" dirty="0"/>
              <a:t>Alice encrypts the document with her private key and Bob decrypts it with Alice’s public key</a:t>
            </a:r>
          </a:p>
          <a:p>
            <a:r>
              <a:rPr lang="en-AU" b="1" dirty="0"/>
              <a:t>It must be Alice because only she would have her private key</a:t>
            </a:r>
          </a:p>
          <a:p>
            <a:r>
              <a:rPr lang="en-AU" b="1" dirty="0"/>
              <a:t>This also authenticates Alice</a:t>
            </a:r>
          </a:p>
          <a:p>
            <a:r>
              <a:rPr lang="en-AU" b="1" dirty="0"/>
              <a:t>In practice, we don’t need to encrypt the entire document but can </a:t>
            </a:r>
            <a:r>
              <a:rPr lang="en-AU" b="1" dirty="0">
                <a:solidFill>
                  <a:srgbClr val="FF0000"/>
                </a:solidFill>
              </a:rPr>
              <a:t>do a hash </a:t>
            </a:r>
            <a:r>
              <a:rPr lang="en-AU" b="1" dirty="0">
                <a:solidFill>
                  <a:schemeClr val="tx1"/>
                </a:solidFill>
              </a:rPr>
              <a:t>of the </a:t>
            </a:r>
            <a:r>
              <a:rPr lang="en-AU" b="1" dirty="0"/>
              <a:t>document</a:t>
            </a:r>
            <a:endParaRPr lang="en-US" b="1" dirty="0"/>
          </a:p>
          <a:p>
            <a:pPr lvl="1"/>
            <a:endParaRPr lang="en-AU" dirty="0"/>
          </a:p>
          <a:p>
            <a:endParaRPr lang="en-AU" dirty="0"/>
          </a:p>
          <a:p>
            <a:pPr lvl="1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359217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CEFEB-3C59-724C-9F6C-6099AD6EB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Non-Repudiation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77822-F08B-5D4F-9AFF-451D6BF54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866900"/>
            <a:ext cx="10353762" cy="3924299"/>
          </a:xfrm>
        </p:spPr>
        <p:txBody>
          <a:bodyPr>
            <a:normAutofit/>
          </a:bodyPr>
          <a:lstStyle/>
          <a:p>
            <a:pPr lvl="1"/>
            <a:endParaRPr lang="en-AU" dirty="0"/>
          </a:p>
          <a:p>
            <a:endParaRPr lang="en-AU" dirty="0"/>
          </a:p>
          <a:p>
            <a:pPr lvl="1"/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F7CBBC-7271-4144-8E2B-96FB1BD76AAF}"/>
              </a:ext>
            </a:extLst>
          </p:cNvPr>
          <p:cNvSpPr txBox="1"/>
          <p:nvPr/>
        </p:nvSpPr>
        <p:spPr>
          <a:xfrm>
            <a:off x="3008697" y="3981449"/>
            <a:ext cx="193813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Encryption</a:t>
            </a:r>
          </a:p>
        </p:txBody>
      </p:sp>
      <p:pic>
        <p:nvPicPr>
          <p:cNvPr id="5" name="Graphic 4" descr="Key outline">
            <a:extLst>
              <a:ext uri="{FF2B5EF4-FFF2-40B4-BE49-F238E27FC236}">
                <a16:creationId xmlns:a16="http://schemas.microsoft.com/office/drawing/2014/main" id="{B033B4F8-BAC3-FB41-869F-DB9857ECA1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20562" y="2520516"/>
            <a:ext cx="914400" cy="914400"/>
          </a:xfrm>
          <a:prstGeom prst="rect">
            <a:avLst/>
          </a:prstGeom>
        </p:spPr>
      </p:pic>
      <p:pic>
        <p:nvPicPr>
          <p:cNvPr id="6" name="Graphic 5" descr="Document with solid fill">
            <a:extLst>
              <a:ext uri="{FF2B5EF4-FFF2-40B4-BE49-F238E27FC236}">
                <a16:creationId xmlns:a16="http://schemas.microsoft.com/office/drawing/2014/main" id="{64F09791-2795-254D-B15B-4454F04B65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29140" y="3708915"/>
            <a:ext cx="914400" cy="9144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CCD51644-D46D-194B-AE67-89C2BACB8329}"/>
              </a:ext>
            </a:extLst>
          </p:cNvPr>
          <p:cNvGrpSpPr/>
          <p:nvPr/>
        </p:nvGrpSpPr>
        <p:grpSpPr>
          <a:xfrm>
            <a:off x="5766930" y="3708915"/>
            <a:ext cx="997033" cy="1158823"/>
            <a:chOff x="5633476" y="2971800"/>
            <a:chExt cx="997033" cy="1158823"/>
          </a:xfrm>
        </p:grpSpPr>
        <p:pic>
          <p:nvPicPr>
            <p:cNvPr id="8" name="Graphic 7" descr="Lock outline">
              <a:extLst>
                <a:ext uri="{FF2B5EF4-FFF2-40B4-BE49-F238E27FC236}">
                  <a16:creationId xmlns:a16="http://schemas.microsoft.com/office/drawing/2014/main" id="{1E612868-C765-FA4D-AA0B-102E5F542B0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115231" y="3615345"/>
              <a:ext cx="515278" cy="515278"/>
            </a:xfrm>
            <a:prstGeom prst="rect">
              <a:avLst/>
            </a:prstGeom>
          </p:spPr>
        </p:pic>
        <p:pic>
          <p:nvPicPr>
            <p:cNvPr id="9" name="Graphic 8" descr="Document with solid fill">
              <a:extLst>
                <a:ext uri="{FF2B5EF4-FFF2-40B4-BE49-F238E27FC236}">
                  <a16:creationId xmlns:a16="http://schemas.microsoft.com/office/drawing/2014/main" id="{C8A93F85-9172-0C4B-890C-A56D02F09F2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633476" y="2971800"/>
              <a:ext cx="914400" cy="914400"/>
            </a:xfrm>
            <a:prstGeom prst="rect">
              <a:avLst/>
            </a:prstGeom>
          </p:spPr>
        </p:pic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8E0438D-F538-1C44-91ED-F8B9B1AEECEC}"/>
              </a:ext>
            </a:extLst>
          </p:cNvPr>
          <p:cNvCxnSpPr>
            <a:stCxn id="6" idx="3"/>
            <a:endCxn id="4" idx="1"/>
          </p:cNvCxnSpPr>
          <p:nvPr/>
        </p:nvCxnSpPr>
        <p:spPr>
          <a:xfrm>
            <a:off x="2343540" y="4166115"/>
            <a:ext cx="665157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76CE84D-64E6-8247-9C51-44F2C7BDF76F}"/>
              </a:ext>
            </a:extLst>
          </p:cNvPr>
          <p:cNvCxnSpPr>
            <a:cxnSpLocks/>
            <a:stCxn id="5" idx="2"/>
            <a:endCxn id="4" idx="0"/>
          </p:cNvCxnSpPr>
          <p:nvPr/>
        </p:nvCxnSpPr>
        <p:spPr>
          <a:xfrm>
            <a:off x="3977762" y="3434916"/>
            <a:ext cx="1" cy="546533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53EBF87-6803-F24B-AFFC-BA4F70FB61F0}"/>
              </a:ext>
            </a:extLst>
          </p:cNvPr>
          <p:cNvCxnSpPr>
            <a:cxnSpLocks/>
            <a:stCxn id="4" idx="3"/>
            <a:endCxn id="9" idx="1"/>
          </p:cNvCxnSpPr>
          <p:nvPr/>
        </p:nvCxnSpPr>
        <p:spPr>
          <a:xfrm>
            <a:off x="4946828" y="4166115"/>
            <a:ext cx="820102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AF92087-3BD1-8A4A-9EC4-1834E4D78BD3}"/>
              </a:ext>
            </a:extLst>
          </p:cNvPr>
          <p:cNvSpPr txBox="1"/>
          <p:nvPr/>
        </p:nvSpPr>
        <p:spPr>
          <a:xfrm>
            <a:off x="3211921" y="2135106"/>
            <a:ext cx="1877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Alice’s Private Key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76111B-0BE0-FB49-AA38-32BE82E09C98}"/>
              </a:ext>
            </a:extLst>
          </p:cNvPr>
          <p:cNvSpPr txBox="1"/>
          <p:nvPr/>
        </p:nvSpPr>
        <p:spPr>
          <a:xfrm>
            <a:off x="1442136" y="4818346"/>
            <a:ext cx="971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Plaintext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CB2D72-5901-ED40-A75E-0E66BFB66B45}"/>
              </a:ext>
            </a:extLst>
          </p:cNvPr>
          <p:cNvSpPr txBox="1"/>
          <p:nvPr/>
        </p:nvSpPr>
        <p:spPr>
          <a:xfrm>
            <a:off x="5735072" y="4818346"/>
            <a:ext cx="1143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Ciphertext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8F459D-A177-0E4B-B30C-889285301151}"/>
              </a:ext>
            </a:extLst>
          </p:cNvPr>
          <p:cNvSpPr txBox="1"/>
          <p:nvPr/>
        </p:nvSpPr>
        <p:spPr>
          <a:xfrm>
            <a:off x="7281399" y="3981449"/>
            <a:ext cx="193813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Decryption</a:t>
            </a:r>
          </a:p>
        </p:txBody>
      </p:sp>
      <p:pic>
        <p:nvPicPr>
          <p:cNvPr id="17" name="Graphic 16" descr="Key outline">
            <a:extLst>
              <a:ext uri="{FF2B5EF4-FFF2-40B4-BE49-F238E27FC236}">
                <a16:creationId xmlns:a16="http://schemas.microsoft.com/office/drawing/2014/main" id="{16D27A3A-ACCC-8147-992B-A7CBF01DED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88442" y="2514600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2BE485D-A949-F448-B7C8-F4E2F7D6234C}"/>
              </a:ext>
            </a:extLst>
          </p:cNvPr>
          <p:cNvSpPr txBox="1"/>
          <p:nvPr/>
        </p:nvSpPr>
        <p:spPr>
          <a:xfrm>
            <a:off x="7524419" y="2157046"/>
            <a:ext cx="1794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Alice’s Public Key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26838B7-0B5F-4142-B09C-BCB414B5234B}"/>
              </a:ext>
            </a:extLst>
          </p:cNvPr>
          <p:cNvCxnSpPr>
            <a:cxnSpLocks/>
            <a:stCxn id="17" idx="2"/>
            <a:endCxn id="16" idx="0"/>
          </p:cNvCxnSpPr>
          <p:nvPr/>
        </p:nvCxnSpPr>
        <p:spPr>
          <a:xfrm>
            <a:off x="8245642" y="3429000"/>
            <a:ext cx="4823" cy="552449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F7C62B9-92E1-334D-AE9C-C5A76D4E1E06}"/>
              </a:ext>
            </a:extLst>
          </p:cNvPr>
          <p:cNvCxnSpPr>
            <a:cxnSpLocks/>
            <a:stCxn id="9" idx="3"/>
            <a:endCxn id="16" idx="1"/>
          </p:cNvCxnSpPr>
          <p:nvPr/>
        </p:nvCxnSpPr>
        <p:spPr>
          <a:xfrm>
            <a:off x="6681330" y="4166115"/>
            <a:ext cx="600069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6840D1E-7A19-854C-996A-8AAB7F8C1379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9219530" y="4166115"/>
            <a:ext cx="885190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Graphic 21" descr="Document with solid fill">
            <a:extLst>
              <a:ext uri="{FF2B5EF4-FFF2-40B4-BE49-F238E27FC236}">
                <a16:creationId xmlns:a16="http://schemas.microsoft.com/office/drawing/2014/main" id="{8F415931-E791-7343-9847-E2D925F5AE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04720" y="3722131"/>
            <a:ext cx="914400" cy="9144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C0DEC45-FBCB-9B44-8018-1F58510B6438}"/>
              </a:ext>
            </a:extLst>
          </p:cNvPr>
          <p:cNvSpPr txBox="1"/>
          <p:nvPr/>
        </p:nvSpPr>
        <p:spPr>
          <a:xfrm>
            <a:off x="10199529" y="4795006"/>
            <a:ext cx="971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Plaintext</a:t>
            </a:r>
          </a:p>
        </p:txBody>
      </p:sp>
      <p:pic>
        <p:nvPicPr>
          <p:cNvPr id="24" name="Graphic 23" descr="User Crown Female outline">
            <a:extLst>
              <a:ext uri="{FF2B5EF4-FFF2-40B4-BE49-F238E27FC236}">
                <a16:creationId xmlns:a16="http://schemas.microsoft.com/office/drawing/2014/main" id="{CA6E2419-E68D-BE4B-9441-54B22E806A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38213" y="2514600"/>
            <a:ext cx="705002" cy="705002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3F02B36-B7A1-594E-B582-BE69A76F0ECB}"/>
              </a:ext>
            </a:extLst>
          </p:cNvPr>
          <p:cNvCxnSpPr>
            <a:cxnSpLocks/>
            <a:stCxn id="24" idx="2"/>
            <a:endCxn id="6" idx="0"/>
          </p:cNvCxnSpPr>
          <p:nvPr/>
        </p:nvCxnSpPr>
        <p:spPr>
          <a:xfrm flipH="1">
            <a:off x="1886340" y="3219602"/>
            <a:ext cx="4374" cy="489313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Graphic 25" descr="User Crown Male outline">
            <a:extLst>
              <a:ext uri="{FF2B5EF4-FFF2-40B4-BE49-F238E27FC236}">
                <a16:creationId xmlns:a16="http://schemas.microsoft.com/office/drawing/2014/main" id="{991FBC5D-BE54-9148-8A5F-2357D3AB3E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09919" y="2515601"/>
            <a:ext cx="704001" cy="704001"/>
          </a:xfrm>
          <a:prstGeom prst="rect">
            <a:avLst/>
          </a:prstGeom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F519C76-D7F5-2F40-88C4-6C954C87137A}"/>
              </a:ext>
            </a:extLst>
          </p:cNvPr>
          <p:cNvCxnSpPr>
            <a:cxnSpLocks/>
            <a:stCxn id="22" idx="0"/>
            <a:endCxn id="26" idx="2"/>
          </p:cNvCxnSpPr>
          <p:nvPr/>
        </p:nvCxnSpPr>
        <p:spPr>
          <a:xfrm flipV="1">
            <a:off x="10561920" y="3219602"/>
            <a:ext cx="0" cy="502529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5DD11E3-7566-8947-816E-02E963D9BEF6}"/>
              </a:ext>
            </a:extLst>
          </p:cNvPr>
          <p:cNvSpPr txBox="1"/>
          <p:nvPr/>
        </p:nvSpPr>
        <p:spPr>
          <a:xfrm>
            <a:off x="1571189" y="2085278"/>
            <a:ext cx="6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Alice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3928993-84D0-0D4F-9448-3248EE5A3E0F}"/>
              </a:ext>
            </a:extLst>
          </p:cNvPr>
          <p:cNvSpPr txBox="1"/>
          <p:nvPr/>
        </p:nvSpPr>
        <p:spPr>
          <a:xfrm>
            <a:off x="10294057" y="2085278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Bob</a:t>
            </a:r>
          </a:p>
        </p:txBody>
      </p:sp>
    </p:spTree>
    <p:extLst>
      <p:ext uri="{BB962C8B-B14F-4D97-AF65-F5344CB8AC3E}">
        <p14:creationId xmlns:p14="http://schemas.microsoft.com/office/powerpoint/2010/main" val="7452331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CEFEB-3C59-724C-9F6C-6099AD6EB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Confidentiality and Authentication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77822-F08B-5D4F-9AFF-451D6BF54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866900"/>
            <a:ext cx="10353762" cy="3924299"/>
          </a:xfrm>
        </p:spPr>
        <p:txBody>
          <a:bodyPr>
            <a:normAutofit/>
          </a:bodyPr>
          <a:lstStyle/>
          <a:p>
            <a:r>
              <a:rPr lang="en-AU" b="1" dirty="0"/>
              <a:t>Combine the two processes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 b="1" dirty="0"/>
              <a:t>Alice encrypts the document with her private key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 b="1" dirty="0"/>
              <a:t>Alice then encrypts again with Bob’s public key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 b="1" dirty="0"/>
              <a:t>Bob decrypts the document with Bob’s private key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 b="1" dirty="0"/>
              <a:t>Bob decrypts the document with Alice’s public key</a:t>
            </a:r>
            <a:endParaRPr lang="en-US" b="1" dirty="0"/>
          </a:p>
          <a:p>
            <a:pPr lvl="1"/>
            <a:endParaRPr lang="en-AU" dirty="0"/>
          </a:p>
          <a:p>
            <a:endParaRPr lang="en-AU" dirty="0"/>
          </a:p>
          <a:p>
            <a:pPr lvl="1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297916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17A7D-6AA7-45DB-9376-C89319D0A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Possible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64B8-29C3-4ED4-AFEB-2F67EFE7B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Easy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 dirty="0"/>
              <a:t>Why do we salt passwords before hashing them?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 dirty="0"/>
              <a:t>Are hash functions secure?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 dirty="0"/>
              <a:t>Your Diffie-Hellman key exchange didn’t work, what went wrong?</a:t>
            </a:r>
          </a:p>
        </p:txBody>
      </p:sp>
    </p:spTree>
    <p:extLst>
      <p:ext uri="{BB962C8B-B14F-4D97-AF65-F5344CB8AC3E}">
        <p14:creationId xmlns:p14="http://schemas.microsoft.com/office/powerpoint/2010/main" val="16000423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17A7D-6AA7-45DB-9376-C89319D0A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Possible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64B8-29C3-4ED4-AFEB-2F67EFE7B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/>
              <a:t>Easy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/>
              <a:t>Why do we salt passwords before hashing them?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FE8FC19-5603-4FFE-ED93-7A398E9DA05A}"/>
              </a:ext>
            </a:extLst>
          </p:cNvPr>
          <p:cNvSpPr txBox="1">
            <a:spLocks/>
          </p:cNvSpPr>
          <p:nvPr/>
        </p:nvSpPr>
        <p:spPr>
          <a:xfrm>
            <a:off x="1583432" y="3031837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dirty="0"/>
              <a:t>Algorithm that maps data of arbitrary size to a bit string of a fixed size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dirty="0"/>
              <a:t>Designed to operate only one way (can’t be inverted)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dirty="0"/>
              <a:t>Properties: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/>
              <a:t>deterministic - the same message results in the same hash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/>
              <a:t>fast to compute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/>
              <a:t>very difficult to generate a message from its hash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/>
              <a:t>small changes to message result in large changes to hash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/>
              <a:t>two different messages are very unlikely to generate the same hash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dirty="0"/>
              <a:t>MD5 was invented by Ron Rivest in 1992 and very common but proved flawed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dirty="0"/>
              <a:t>SHA-2 recommended now although it comes from the NSA </a:t>
            </a:r>
            <a:r>
              <a:rPr lang="mr-IN" sz="1600" b="1" dirty="0"/>
              <a:t>–</a:t>
            </a:r>
            <a:r>
              <a:rPr lang="en-US" sz="1600" b="1" dirty="0"/>
              <a:t> can output various sizes of hash (224, 256, 384 and 512 bits)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dirty="0"/>
              <a:t>SHA-3 released by NIST in 2015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283400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17A7D-6AA7-45DB-9376-C89319D0A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Possible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64B8-29C3-4ED4-AFEB-2F67EFE7B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/>
              <a:t>Easy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/>
              <a:t>Why do we salt passwords before hashing them?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CA89A6B-027C-14AF-BC7F-5C9D0FA61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032" y="3191955"/>
            <a:ext cx="10555173" cy="313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7249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17A7D-6AA7-45DB-9376-C89319D0A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Possible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64B8-29C3-4ED4-AFEB-2F67EFE7B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Easy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 dirty="0"/>
              <a:t>Why do we salt passwords before hashing them?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 dirty="0"/>
              <a:t>Are hash functions secure?</a:t>
            </a:r>
          </a:p>
        </p:txBody>
      </p:sp>
    </p:spTree>
    <p:extLst>
      <p:ext uri="{BB962C8B-B14F-4D97-AF65-F5344CB8AC3E}">
        <p14:creationId xmlns:p14="http://schemas.microsoft.com/office/powerpoint/2010/main" val="5212634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17A7D-6AA7-45DB-9376-C89319D0A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Possible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64B8-29C3-4ED4-AFEB-2F67EFE7B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76450"/>
            <a:ext cx="10353762" cy="4171950"/>
          </a:xfrm>
        </p:spPr>
        <p:txBody>
          <a:bodyPr/>
          <a:lstStyle/>
          <a:p>
            <a:r>
              <a:rPr lang="en-AU"/>
              <a:t>Easy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/>
              <a:t>Why do we salt passwords before hashing them?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/>
              <a:t>Are hash functions secure?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/>
              <a:t>Your Diffie-Hellman key exchange didn’t work, what went wrong?</a:t>
            </a:r>
          </a:p>
        </p:txBody>
      </p:sp>
    </p:spTree>
    <p:extLst>
      <p:ext uri="{BB962C8B-B14F-4D97-AF65-F5344CB8AC3E}">
        <p14:creationId xmlns:p14="http://schemas.microsoft.com/office/powerpoint/2010/main" val="95171756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5F910-C56A-6440-2506-8B581FDA9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FE295-1192-2E10-3399-1C44CA4DE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Possible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DABD3-B977-C0AF-0309-B3B7F997F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76450"/>
            <a:ext cx="10353762" cy="4171950"/>
          </a:xfrm>
        </p:spPr>
        <p:txBody>
          <a:bodyPr/>
          <a:lstStyle/>
          <a:p>
            <a:r>
              <a:rPr lang="en-AU" dirty="0"/>
              <a:t>Easy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 dirty="0"/>
              <a:t>Why do we salt passwords before hashing them?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 dirty="0"/>
              <a:t>Are hash functions secure?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 dirty="0"/>
              <a:t>Your Diffie-Hellman key exchange didn’t work, what went wrong? (</a:t>
            </a:r>
            <a:r>
              <a:rPr lang="en-AU" dirty="0">
                <a:solidFill>
                  <a:srgbClr val="FF0000"/>
                </a:solidFill>
              </a:rPr>
              <a:t>Man-in-the-Middle Attack</a:t>
            </a:r>
            <a:r>
              <a:rPr lang="en-AU" dirty="0"/>
              <a:t>)</a:t>
            </a:r>
          </a:p>
        </p:txBody>
      </p:sp>
      <p:pic>
        <p:nvPicPr>
          <p:cNvPr id="4" name="Picture 2" descr="Related image">
            <a:extLst>
              <a:ext uri="{FF2B5EF4-FFF2-40B4-BE49-F238E27FC236}">
                <a16:creationId xmlns:a16="http://schemas.microsoft.com/office/drawing/2014/main" id="{4D29F801-A732-6F37-E523-28266AFDBD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96" t="3402" r="30830" b="3843"/>
          <a:stretch/>
        </p:blipFill>
        <p:spPr bwMode="auto">
          <a:xfrm>
            <a:off x="2947520" y="4126524"/>
            <a:ext cx="1056639" cy="1256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1B28C430-2F8E-E9FF-4191-D4CFEEB563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8663" y="5383069"/>
            <a:ext cx="1056640" cy="1229360"/>
          </a:xfrm>
          <a:prstGeom prst="rect">
            <a:avLst/>
          </a:prstGeom>
        </p:spPr>
      </p:pic>
      <p:pic>
        <p:nvPicPr>
          <p:cNvPr id="6" name="Picture 8">
            <a:extLst>
              <a:ext uri="{FF2B5EF4-FFF2-40B4-BE49-F238E27FC236}">
                <a16:creationId xmlns:a16="http://schemas.microsoft.com/office/drawing/2014/main" id="{927B322E-5B09-97FC-F4BF-7462C5CDF2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7842" y="4007525"/>
            <a:ext cx="1249312" cy="122936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DBBD7DC0-1252-DEBC-D2E7-63FB22650FA5}"/>
              </a:ext>
            </a:extLst>
          </p:cNvPr>
          <p:cNvSpPr txBox="1">
            <a:spLocks/>
          </p:cNvSpPr>
          <p:nvPr/>
        </p:nvSpPr>
        <p:spPr>
          <a:xfrm>
            <a:off x="2642902" y="5437277"/>
            <a:ext cx="1665874" cy="75691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 dirty="0"/>
              <a:t>Alice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BC81DFA-E307-2AD9-8D7A-E5E8C6269198}"/>
              </a:ext>
            </a:extLst>
          </p:cNvPr>
          <p:cNvSpPr txBox="1">
            <a:spLocks/>
          </p:cNvSpPr>
          <p:nvPr/>
        </p:nvSpPr>
        <p:spPr>
          <a:xfrm>
            <a:off x="7979561" y="5364185"/>
            <a:ext cx="1665874" cy="75691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 dirty="0"/>
              <a:t>Bob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630D522-7E73-789B-098B-F182F8D0195A}"/>
              </a:ext>
            </a:extLst>
          </p:cNvPr>
          <p:cNvSpPr txBox="1">
            <a:spLocks/>
          </p:cNvSpPr>
          <p:nvPr/>
        </p:nvSpPr>
        <p:spPr>
          <a:xfrm>
            <a:off x="5316221" y="4722469"/>
            <a:ext cx="1665874" cy="75691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 dirty="0"/>
              <a:t>Eve</a:t>
            </a:r>
          </a:p>
        </p:txBody>
      </p:sp>
      <p:sp>
        <p:nvSpPr>
          <p:cNvPr id="10" name="箭头: 左右 9">
            <a:extLst>
              <a:ext uri="{FF2B5EF4-FFF2-40B4-BE49-F238E27FC236}">
                <a16:creationId xmlns:a16="http://schemas.microsoft.com/office/drawing/2014/main" id="{0A1EFC17-95F5-6EBD-20E4-7D6184C9B97A}"/>
              </a:ext>
            </a:extLst>
          </p:cNvPr>
          <p:cNvSpPr/>
          <p:nvPr/>
        </p:nvSpPr>
        <p:spPr>
          <a:xfrm>
            <a:off x="4004159" y="4522840"/>
            <a:ext cx="4183683" cy="383458"/>
          </a:xfrm>
          <a:prstGeom prst="leftRight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C2FC1D7-CE8D-D0D2-5B94-F774F79EE548}"/>
              </a:ext>
            </a:extLst>
          </p:cNvPr>
          <p:cNvSpPr txBox="1"/>
          <p:nvPr/>
        </p:nvSpPr>
        <p:spPr>
          <a:xfrm>
            <a:off x="5833046" y="4207216"/>
            <a:ext cx="689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K_AB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2995882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EAD53-4806-6440-1923-48A2B89BA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94303-FD51-FFE1-3D2B-DC3E14A1A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Possible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70D80-38BC-B363-F6D0-5BAB2622DA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76450"/>
            <a:ext cx="10353762" cy="4171950"/>
          </a:xfrm>
        </p:spPr>
        <p:txBody>
          <a:bodyPr/>
          <a:lstStyle/>
          <a:p>
            <a:r>
              <a:rPr lang="en-AU" dirty="0"/>
              <a:t>Easy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 dirty="0"/>
              <a:t>Why do we salt passwords before hashing them?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 dirty="0"/>
              <a:t>Are hash functions secure?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 dirty="0"/>
              <a:t>Your Diffie-Hellman key exchange didn’t work, what went wrong? (</a:t>
            </a:r>
            <a:r>
              <a:rPr lang="en-AU" dirty="0">
                <a:solidFill>
                  <a:srgbClr val="FF0000"/>
                </a:solidFill>
              </a:rPr>
              <a:t>Man-in-the-Middle Attack</a:t>
            </a:r>
            <a:r>
              <a:rPr lang="en-AU" dirty="0"/>
              <a:t>)</a:t>
            </a:r>
          </a:p>
        </p:txBody>
      </p:sp>
      <p:pic>
        <p:nvPicPr>
          <p:cNvPr id="4" name="Picture 2" descr="Related image">
            <a:extLst>
              <a:ext uri="{FF2B5EF4-FFF2-40B4-BE49-F238E27FC236}">
                <a16:creationId xmlns:a16="http://schemas.microsoft.com/office/drawing/2014/main" id="{332B7489-D2FD-7D90-3EA0-3C27B320BB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96" t="3402" r="30830" b="3843"/>
          <a:stretch/>
        </p:blipFill>
        <p:spPr bwMode="auto">
          <a:xfrm>
            <a:off x="2947520" y="4126524"/>
            <a:ext cx="1056639" cy="1256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B49158C4-6D29-E771-C00A-BC475762C5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8663" y="5383069"/>
            <a:ext cx="1056640" cy="1229360"/>
          </a:xfrm>
          <a:prstGeom prst="rect">
            <a:avLst/>
          </a:prstGeom>
        </p:spPr>
      </p:pic>
      <p:pic>
        <p:nvPicPr>
          <p:cNvPr id="6" name="Picture 8">
            <a:extLst>
              <a:ext uri="{FF2B5EF4-FFF2-40B4-BE49-F238E27FC236}">
                <a16:creationId xmlns:a16="http://schemas.microsoft.com/office/drawing/2014/main" id="{431485C7-440D-126E-4162-3BDBED4833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7842" y="4007525"/>
            <a:ext cx="1249312" cy="122936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F7DEC24-6047-546C-73E6-710B40941C73}"/>
              </a:ext>
            </a:extLst>
          </p:cNvPr>
          <p:cNvSpPr txBox="1">
            <a:spLocks/>
          </p:cNvSpPr>
          <p:nvPr/>
        </p:nvSpPr>
        <p:spPr>
          <a:xfrm>
            <a:off x="2642902" y="5437277"/>
            <a:ext cx="1665874" cy="75691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 dirty="0"/>
              <a:t>Alice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DEF591F-F3D3-C4D0-8782-F93D5F98806E}"/>
              </a:ext>
            </a:extLst>
          </p:cNvPr>
          <p:cNvSpPr txBox="1">
            <a:spLocks/>
          </p:cNvSpPr>
          <p:nvPr/>
        </p:nvSpPr>
        <p:spPr>
          <a:xfrm>
            <a:off x="7979561" y="5364185"/>
            <a:ext cx="1665874" cy="75691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 dirty="0"/>
              <a:t>Bob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FB115CF-1F66-86BD-5BA7-C2598D7AA6B7}"/>
              </a:ext>
            </a:extLst>
          </p:cNvPr>
          <p:cNvSpPr txBox="1">
            <a:spLocks/>
          </p:cNvSpPr>
          <p:nvPr/>
        </p:nvSpPr>
        <p:spPr>
          <a:xfrm>
            <a:off x="5316221" y="4722469"/>
            <a:ext cx="1665874" cy="75691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 dirty="0"/>
              <a:t>Eve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75A9E82-9859-7C27-8748-D8F66DCBA1E1}"/>
              </a:ext>
            </a:extLst>
          </p:cNvPr>
          <p:cNvSpPr txBox="1"/>
          <p:nvPr/>
        </p:nvSpPr>
        <p:spPr>
          <a:xfrm>
            <a:off x="4622203" y="4867553"/>
            <a:ext cx="56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K_A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D09E5DF-7FFC-C6E8-2776-950A38114987}"/>
              </a:ext>
            </a:extLst>
          </p:cNvPr>
          <p:cNvSpPr txBox="1"/>
          <p:nvPr/>
        </p:nvSpPr>
        <p:spPr>
          <a:xfrm>
            <a:off x="7018787" y="4754796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K_B</a:t>
            </a:r>
            <a:endParaRPr lang="zh-CN" altLang="en-US" dirty="0"/>
          </a:p>
        </p:txBody>
      </p:sp>
      <p:sp>
        <p:nvSpPr>
          <p:cNvPr id="13" name="箭头: 左右 12">
            <a:extLst>
              <a:ext uri="{FF2B5EF4-FFF2-40B4-BE49-F238E27FC236}">
                <a16:creationId xmlns:a16="http://schemas.microsoft.com/office/drawing/2014/main" id="{864FD145-758F-F550-ECA6-58DF2650DA3C}"/>
              </a:ext>
            </a:extLst>
          </p:cNvPr>
          <p:cNvSpPr/>
          <p:nvPr/>
        </p:nvSpPr>
        <p:spPr>
          <a:xfrm rot="1958993">
            <a:off x="3813764" y="5268548"/>
            <a:ext cx="2018344" cy="383458"/>
          </a:xfrm>
          <a:prstGeom prst="left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4" name="箭头: 左右 13">
            <a:extLst>
              <a:ext uri="{FF2B5EF4-FFF2-40B4-BE49-F238E27FC236}">
                <a16:creationId xmlns:a16="http://schemas.microsoft.com/office/drawing/2014/main" id="{A0628BFC-9314-0580-ECB2-BB05814AEA22}"/>
              </a:ext>
            </a:extLst>
          </p:cNvPr>
          <p:cNvSpPr/>
          <p:nvPr/>
        </p:nvSpPr>
        <p:spPr>
          <a:xfrm rot="8139223">
            <a:off x="6433502" y="5176176"/>
            <a:ext cx="2013421" cy="383458"/>
          </a:xfrm>
          <a:prstGeom prst="left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23838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17A7D-6AA7-45DB-9376-C89319D0A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Possible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64B8-29C3-4ED4-AFEB-2F67EFE7B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76450"/>
            <a:ext cx="10353762" cy="4171950"/>
          </a:xfrm>
        </p:spPr>
        <p:txBody>
          <a:bodyPr/>
          <a:lstStyle/>
          <a:p>
            <a:r>
              <a:rPr lang="en-AU" dirty="0"/>
              <a:t>Easy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 dirty="0"/>
              <a:t>Why do we salt passwords before hashing them?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 dirty="0"/>
              <a:t>Are hash functions secure?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 dirty="0"/>
              <a:t>Your Diffie-Hellman key exchange didn’t work, what went wrong?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 dirty="0"/>
              <a:t>What are differences between Diffie-Hellman and RSA?</a:t>
            </a:r>
          </a:p>
          <a:p>
            <a:pPr marL="1213200" lvl="2" indent="-457200">
              <a:buFont typeface="+mj-lt"/>
              <a:buAutoNum type="arabicPeriod"/>
            </a:pPr>
            <a:r>
              <a:rPr lang="en-AU" dirty="0">
                <a:hlinkClick r:id="rId3"/>
              </a:rPr>
              <a:t>https://www.youtube.com/watch?v=85oMrKd8afY</a:t>
            </a:r>
            <a:r>
              <a:rPr lang="en-AU" dirty="0"/>
              <a:t> (</a:t>
            </a:r>
            <a:r>
              <a:rPr lang="en-AU" altLang="zh-CN" dirty="0"/>
              <a:t>Diffie-Hellman Explained</a:t>
            </a:r>
            <a:r>
              <a:rPr lang="en-AU" dirty="0"/>
              <a:t>)</a:t>
            </a:r>
          </a:p>
          <a:p>
            <a:pPr marL="1213200" lvl="2" indent="-457200">
              <a:buFont typeface="+mj-lt"/>
              <a:buAutoNum type="arabicPeriod"/>
            </a:pPr>
            <a:r>
              <a:rPr lang="en-AU" dirty="0">
                <a:hlinkClick r:id="rId4"/>
              </a:rPr>
              <a:t>https://www.youtube.com/watch?v=wcbH4t5SJpg</a:t>
            </a:r>
            <a:r>
              <a:rPr lang="en-AU" dirty="0"/>
              <a:t> (RSA explained)</a:t>
            </a:r>
          </a:p>
          <a:p>
            <a:pPr marL="1213200" lvl="2" indent="-457200">
              <a:buFont typeface="+mj-lt"/>
              <a:buAutoNum type="arabicPeriod"/>
            </a:pPr>
            <a:r>
              <a:rPr lang="en-AU" dirty="0">
                <a:hlinkClick r:id="rId5"/>
              </a:rPr>
              <a:t>https://www.geeksforgeeks.org/computer-networks/difference-between-diffie-hellman-and-rsa/</a:t>
            </a:r>
            <a:r>
              <a:rPr lang="en-AU" dirty="0"/>
              <a:t> (Differences)</a:t>
            </a:r>
          </a:p>
        </p:txBody>
      </p:sp>
    </p:spTree>
    <p:extLst>
      <p:ext uri="{BB962C8B-B14F-4D97-AF65-F5344CB8AC3E}">
        <p14:creationId xmlns:p14="http://schemas.microsoft.com/office/powerpoint/2010/main" val="39989285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17A7D-6AA7-45DB-9376-C89319D0A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71670"/>
            <a:ext cx="10353762" cy="1257300"/>
          </a:xfrm>
        </p:spPr>
        <p:txBody>
          <a:bodyPr/>
          <a:lstStyle/>
          <a:p>
            <a:r>
              <a:rPr lang="en-AU"/>
              <a:t>Possible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64B8-29C3-4ED4-AFEB-2F67EFE7B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808922"/>
            <a:ext cx="10353762" cy="3982277"/>
          </a:xfrm>
        </p:spPr>
        <p:txBody>
          <a:bodyPr/>
          <a:lstStyle/>
          <a:p>
            <a:r>
              <a:rPr lang="en-AU" dirty="0"/>
              <a:t>Medium - hard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 dirty="0"/>
              <a:t>In what scenario is it safe to use EBC mode?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 dirty="0"/>
              <a:t>If the performance isn’t an issue, does n-DES improve security? Why? Any limitations?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 dirty="0"/>
              <a:t>Does adding additional substitution and/or transposition layers in an encryption improve security? </a:t>
            </a:r>
          </a:p>
        </p:txBody>
      </p:sp>
    </p:spTree>
    <p:extLst>
      <p:ext uri="{BB962C8B-B14F-4D97-AF65-F5344CB8AC3E}">
        <p14:creationId xmlns:p14="http://schemas.microsoft.com/office/powerpoint/2010/main" val="39401953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17A7D-6AA7-45DB-9376-C89319D0A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71670"/>
            <a:ext cx="10353762" cy="1257300"/>
          </a:xfrm>
        </p:spPr>
        <p:txBody>
          <a:bodyPr/>
          <a:lstStyle/>
          <a:p>
            <a:r>
              <a:rPr lang="en-AU"/>
              <a:t>Possible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64B8-29C3-4ED4-AFEB-2F67EFE7B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099" y="1437861"/>
            <a:ext cx="10353762" cy="3982277"/>
          </a:xfrm>
        </p:spPr>
        <p:txBody>
          <a:bodyPr/>
          <a:lstStyle/>
          <a:p>
            <a:r>
              <a:rPr lang="en-AU"/>
              <a:t>Medium - hard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/>
              <a:t>In what scenario is it safe to use ECB mode?</a:t>
            </a:r>
          </a:p>
          <a:p>
            <a:pPr marL="907200" lvl="1" indent="-457200">
              <a:buFont typeface="+mj-lt"/>
              <a:buAutoNum type="arabicPeriod"/>
            </a:pPr>
            <a:endParaRPr lang="en-AU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53CB3FF-7768-4C44-9936-31F2A2827EA3}"/>
              </a:ext>
            </a:extLst>
          </p:cNvPr>
          <p:cNvSpPr txBox="1">
            <a:spLocks/>
          </p:cNvSpPr>
          <p:nvPr/>
        </p:nvSpPr>
        <p:spPr>
          <a:xfrm>
            <a:off x="1238687" y="2397350"/>
            <a:ext cx="10353762" cy="86539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en-AU" sz="1900" dirty="0"/>
              <a:t>ECB (Electronic Codebook): Each block is encrypted independently</a:t>
            </a:r>
            <a:endParaRPr lang="en-AU" sz="1600" b="1" dirty="0"/>
          </a:p>
          <a:p>
            <a:pPr lvl="1"/>
            <a:endParaRPr lang="en-AU" sz="1600" b="1" dirty="0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C37C7A8D-9496-C244-B480-0C263E980F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5311" y="3262745"/>
            <a:ext cx="8472651" cy="2859518"/>
          </a:xfrm>
          <a:prstGeom prst="rect">
            <a:avLst/>
          </a:prstGeom>
        </p:spPr>
      </p:pic>
      <p:pic>
        <p:nvPicPr>
          <p:cNvPr id="1026" name="Picture 2" descr="What is ECB?">
            <a:extLst>
              <a:ext uri="{FF2B5EF4-FFF2-40B4-BE49-F238E27FC236}">
                <a16:creationId xmlns:a16="http://schemas.microsoft.com/office/drawing/2014/main" id="{42E764B5-4723-7F33-0906-4DE70D3882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8202" y="1294273"/>
            <a:ext cx="3162011" cy="133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778868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CEFEB-3C59-724C-9F6C-6099AD6EB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905" y="845387"/>
            <a:ext cx="3470310" cy="1066689"/>
          </a:xfrm>
        </p:spPr>
        <p:txBody>
          <a:bodyPr anchor="b">
            <a:normAutofit/>
          </a:bodyPr>
          <a:lstStyle/>
          <a:p>
            <a:pPr algn="l"/>
            <a:r>
              <a:rPr lang="en-AU" sz="2400"/>
              <a:t>CBC 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77822-F08B-5D4F-9AFF-451D6BF54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9905" y="2147862"/>
            <a:ext cx="3405573" cy="3499563"/>
          </a:xfrm>
        </p:spPr>
        <p:txBody>
          <a:bodyPr anchor="t">
            <a:normAutofit/>
          </a:bodyPr>
          <a:lstStyle/>
          <a:p>
            <a:r>
              <a:rPr lang="en-AU" sz="1800" b="1" dirty="0"/>
              <a:t>CBC (Cipher Block Chaining) Each encrypted block is </a:t>
            </a:r>
            <a:r>
              <a:rPr lang="en-AU" sz="1800" b="1" dirty="0" err="1"/>
              <a:t>XOR’d</a:t>
            </a:r>
            <a:r>
              <a:rPr lang="en-AU" sz="1800" b="1" dirty="0"/>
              <a:t> with the next block. Start with the IV</a:t>
            </a:r>
          </a:p>
          <a:p>
            <a:pPr lvl="1"/>
            <a:endParaRPr lang="en-AU" sz="1600" b="1" dirty="0"/>
          </a:p>
          <a:p>
            <a:endParaRPr lang="en-AU" sz="1600" b="1" dirty="0"/>
          </a:p>
          <a:p>
            <a:pPr lvl="1"/>
            <a:endParaRPr lang="en-AU" sz="1600" b="1" dirty="0"/>
          </a:p>
        </p:txBody>
      </p:sp>
      <p:pic>
        <p:nvPicPr>
          <p:cNvPr id="6" name="Picture 5" descr="Diagram, schematic&#10;&#10;Description automatically generated">
            <a:extLst>
              <a:ext uri="{FF2B5EF4-FFF2-40B4-BE49-F238E27FC236}">
                <a16:creationId xmlns:a16="http://schemas.microsoft.com/office/drawing/2014/main" id="{49124C87-1748-994D-B8A6-88AFD34FF4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7351" y="2448084"/>
            <a:ext cx="6161183" cy="1971578"/>
          </a:xfrm>
          <a:prstGeom prst="rect">
            <a:avLst/>
          </a:prstGeom>
        </p:spPr>
      </p:pic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7A1322D-7669-04FF-AEE3-44A058A7F2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7250513"/>
              </p:ext>
            </p:extLst>
          </p:nvPr>
        </p:nvGraphicFramePr>
        <p:xfrm>
          <a:off x="1852307" y="4809194"/>
          <a:ext cx="1680192" cy="185420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560064">
                  <a:extLst>
                    <a:ext uri="{9D8B030D-6E8A-4147-A177-3AD203B41FA5}">
                      <a16:colId xmlns:a16="http://schemas.microsoft.com/office/drawing/2014/main" val="2139863849"/>
                    </a:ext>
                  </a:extLst>
                </a:gridCol>
                <a:gridCol w="560064">
                  <a:extLst>
                    <a:ext uri="{9D8B030D-6E8A-4147-A177-3AD203B41FA5}">
                      <a16:colId xmlns:a16="http://schemas.microsoft.com/office/drawing/2014/main" val="4193336218"/>
                    </a:ext>
                  </a:extLst>
                </a:gridCol>
                <a:gridCol w="560064">
                  <a:extLst>
                    <a:ext uri="{9D8B030D-6E8A-4147-A177-3AD203B41FA5}">
                      <a16:colId xmlns:a16="http://schemas.microsoft.com/office/drawing/2014/main" val="37742792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3627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98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456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5712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8968365"/>
                  </a:ext>
                </a:extLst>
              </a:tr>
            </a:tbl>
          </a:graphicData>
        </a:graphic>
      </p:graphicFrame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E49DC30-0DBF-DFEB-E2A4-CFBEF9F032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7636280"/>
              </p:ext>
            </p:extLst>
          </p:nvPr>
        </p:nvGraphicFramePr>
        <p:xfrm>
          <a:off x="4229293" y="4809194"/>
          <a:ext cx="1680192" cy="185420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560064">
                  <a:extLst>
                    <a:ext uri="{9D8B030D-6E8A-4147-A177-3AD203B41FA5}">
                      <a16:colId xmlns:a16="http://schemas.microsoft.com/office/drawing/2014/main" val="2139863849"/>
                    </a:ext>
                  </a:extLst>
                </a:gridCol>
                <a:gridCol w="560064">
                  <a:extLst>
                    <a:ext uri="{9D8B030D-6E8A-4147-A177-3AD203B41FA5}">
                      <a16:colId xmlns:a16="http://schemas.microsoft.com/office/drawing/2014/main" val="4193336218"/>
                    </a:ext>
                  </a:extLst>
                </a:gridCol>
                <a:gridCol w="560064">
                  <a:extLst>
                    <a:ext uri="{9D8B030D-6E8A-4147-A177-3AD203B41FA5}">
                      <a16:colId xmlns:a16="http://schemas.microsoft.com/office/drawing/2014/main" val="37742792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5367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98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456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5712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8968365"/>
                  </a:ext>
                </a:extLst>
              </a:tr>
            </a:tbl>
          </a:graphicData>
        </a:graphic>
      </p:graphicFrame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7BC8233E-775D-C2D7-6CF2-7DC459D13A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5040447"/>
              </p:ext>
            </p:extLst>
          </p:nvPr>
        </p:nvGraphicFramePr>
        <p:xfrm>
          <a:off x="6606279" y="4839758"/>
          <a:ext cx="1680192" cy="185420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560064">
                  <a:extLst>
                    <a:ext uri="{9D8B030D-6E8A-4147-A177-3AD203B41FA5}">
                      <a16:colId xmlns:a16="http://schemas.microsoft.com/office/drawing/2014/main" val="2139863849"/>
                    </a:ext>
                  </a:extLst>
                </a:gridCol>
                <a:gridCol w="560064">
                  <a:extLst>
                    <a:ext uri="{9D8B030D-6E8A-4147-A177-3AD203B41FA5}">
                      <a16:colId xmlns:a16="http://schemas.microsoft.com/office/drawing/2014/main" val="4193336218"/>
                    </a:ext>
                  </a:extLst>
                </a:gridCol>
                <a:gridCol w="560064">
                  <a:extLst>
                    <a:ext uri="{9D8B030D-6E8A-4147-A177-3AD203B41FA5}">
                      <a16:colId xmlns:a16="http://schemas.microsoft.com/office/drawing/2014/main" val="37742792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4126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98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456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5712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896836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67AD71A-D709-17F7-C562-2366EF24EB02}"/>
              </a:ext>
            </a:extLst>
          </p:cNvPr>
          <p:cNvSpPr txBox="1"/>
          <p:nvPr/>
        </p:nvSpPr>
        <p:spPr>
          <a:xfrm>
            <a:off x="2440375" y="4388742"/>
            <a:ext cx="2184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A9405F-1A33-C0BF-A5DC-8906B48AC4B5}"/>
              </a:ext>
            </a:extLst>
          </p:cNvPr>
          <p:cNvSpPr txBox="1"/>
          <p:nvPr/>
        </p:nvSpPr>
        <p:spPr>
          <a:xfrm>
            <a:off x="4817361" y="4414480"/>
            <a:ext cx="2184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OR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57D8DA-193E-1B28-3838-263784EBF730}"/>
              </a:ext>
            </a:extLst>
          </p:cNvPr>
          <p:cNvSpPr txBox="1"/>
          <p:nvPr/>
        </p:nvSpPr>
        <p:spPr>
          <a:xfrm>
            <a:off x="7123515" y="4439862"/>
            <a:ext cx="28830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XOR</a:t>
            </a:r>
          </a:p>
        </p:txBody>
      </p:sp>
    </p:spTree>
    <p:extLst>
      <p:ext uri="{BB962C8B-B14F-4D97-AF65-F5344CB8AC3E}">
        <p14:creationId xmlns:p14="http://schemas.microsoft.com/office/powerpoint/2010/main" val="395134098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CEFEB-3C59-724C-9F6C-6099AD6EB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905" y="845387"/>
            <a:ext cx="3470310" cy="1066689"/>
          </a:xfrm>
        </p:spPr>
        <p:txBody>
          <a:bodyPr anchor="b">
            <a:normAutofit/>
          </a:bodyPr>
          <a:lstStyle/>
          <a:p>
            <a:pPr algn="l"/>
            <a:r>
              <a:rPr lang="en-AU" sz="2400"/>
              <a:t>CFB 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77822-F08B-5D4F-9AFF-451D6BF54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9905" y="2147862"/>
            <a:ext cx="3405573" cy="3499563"/>
          </a:xfrm>
        </p:spPr>
        <p:txBody>
          <a:bodyPr anchor="t">
            <a:normAutofit/>
          </a:bodyPr>
          <a:lstStyle/>
          <a:p>
            <a:r>
              <a:rPr lang="en-AU" sz="1800" b="1" dirty="0"/>
              <a:t>CFB (Cipher Feedback) Same mechanism as CBC but operates as a stream of real time data</a:t>
            </a:r>
          </a:p>
          <a:p>
            <a:pPr lvl="1"/>
            <a:endParaRPr lang="en-AU" sz="1600" dirty="0"/>
          </a:p>
          <a:p>
            <a:endParaRPr lang="en-AU" sz="1600" dirty="0"/>
          </a:p>
          <a:p>
            <a:pPr lvl="1"/>
            <a:endParaRPr lang="en-AU" sz="1600" dirty="0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03D94FB1-E984-C54B-9D9F-7F45AA39C0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7351" y="2448084"/>
            <a:ext cx="6161183" cy="1971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97583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CEFEB-3C59-724C-9F6C-6099AD6EB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905" y="845387"/>
            <a:ext cx="3470310" cy="1066689"/>
          </a:xfrm>
        </p:spPr>
        <p:txBody>
          <a:bodyPr anchor="b">
            <a:normAutofit/>
          </a:bodyPr>
          <a:lstStyle/>
          <a:p>
            <a:pPr algn="l"/>
            <a:r>
              <a:rPr lang="en-AU" sz="2400"/>
              <a:t>OFB 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77822-F08B-5D4F-9AFF-451D6BF54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9905" y="2147862"/>
            <a:ext cx="3405573" cy="3499563"/>
          </a:xfrm>
        </p:spPr>
        <p:txBody>
          <a:bodyPr anchor="t">
            <a:normAutofit/>
          </a:bodyPr>
          <a:lstStyle/>
          <a:p>
            <a:r>
              <a:rPr lang="en-AU" sz="1800" b="1" dirty="0"/>
              <a:t>OFB (Output Feedback) Same as CFB but uses the IV and encrypted versions of the IV as input to successive blocks</a:t>
            </a:r>
          </a:p>
          <a:p>
            <a:pPr lvl="1"/>
            <a:endParaRPr lang="en-AU" sz="1600" b="1" dirty="0"/>
          </a:p>
          <a:p>
            <a:endParaRPr lang="en-AU" sz="1600" b="1" dirty="0"/>
          </a:p>
          <a:p>
            <a:pPr lvl="1"/>
            <a:endParaRPr lang="en-AU" sz="1600" b="1" dirty="0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2D2C059E-F774-A641-8452-46AD462073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7351" y="2409577"/>
            <a:ext cx="6161183" cy="2048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95951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CEFEB-3C59-724C-9F6C-6099AD6EB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905" y="845387"/>
            <a:ext cx="3470310" cy="1066689"/>
          </a:xfrm>
        </p:spPr>
        <p:txBody>
          <a:bodyPr anchor="b">
            <a:normAutofit/>
          </a:bodyPr>
          <a:lstStyle/>
          <a:p>
            <a:pPr algn="l"/>
            <a:r>
              <a:rPr lang="en-AU" sz="2400" dirty="0"/>
              <a:t>CTR 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77822-F08B-5D4F-9AFF-451D6BF54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9905" y="2147862"/>
            <a:ext cx="3405573" cy="3499563"/>
          </a:xfrm>
        </p:spPr>
        <p:txBody>
          <a:bodyPr anchor="t">
            <a:normAutofit/>
          </a:bodyPr>
          <a:lstStyle/>
          <a:p>
            <a:r>
              <a:rPr lang="en-AU" sz="1800" b="1" dirty="0"/>
              <a:t>CTR (Counter) Same as OFB but uses a simple counter to alter seed input to each encryption</a:t>
            </a:r>
          </a:p>
          <a:p>
            <a:pPr lvl="1"/>
            <a:endParaRPr lang="en-AU" sz="1600" dirty="0"/>
          </a:p>
          <a:p>
            <a:endParaRPr lang="en-AU" sz="1600" dirty="0"/>
          </a:p>
          <a:p>
            <a:pPr lvl="1"/>
            <a:endParaRPr lang="en-AU" sz="1600" dirty="0"/>
          </a:p>
        </p:txBody>
      </p:sp>
      <p:pic>
        <p:nvPicPr>
          <p:cNvPr id="5" name="Picture 4" descr="Diagram, schematic&#10;&#10;Description automatically generated">
            <a:extLst>
              <a:ext uri="{FF2B5EF4-FFF2-40B4-BE49-F238E27FC236}">
                <a16:creationId xmlns:a16="http://schemas.microsoft.com/office/drawing/2014/main" id="{978D27F0-BEEE-2645-87B1-C6CBAB2C6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7351" y="2401875"/>
            <a:ext cx="6161183" cy="2063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4599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CEFEB-3C59-724C-9F6C-6099AD6EB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Pros and Cons of Modes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77822-F08B-5D4F-9AFF-451D6BF54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866900"/>
            <a:ext cx="10353762" cy="3924299"/>
          </a:xfrm>
        </p:spPr>
        <p:txBody>
          <a:bodyPr>
            <a:normAutofit/>
          </a:bodyPr>
          <a:lstStyle/>
          <a:p>
            <a:r>
              <a:rPr lang="en-AU" b="1" dirty="0"/>
              <a:t>CBC  and CFB mode propagates errors and this will corrupt attempts to decrypt</a:t>
            </a:r>
          </a:p>
          <a:p>
            <a:r>
              <a:rPr lang="en-AU" b="1" dirty="0"/>
              <a:t>OFB does not propagate errors in blocks</a:t>
            </a:r>
          </a:p>
          <a:p>
            <a:r>
              <a:rPr lang="en-AU" b="1" dirty="0"/>
              <a:t>ECB and CTR can be parallelized and so are fast</a:t>
            </a:r>
          </a:p>
          <a:p>
            <a:pPr lvl="1"/>
            <a:endParaRPr lang="en-AU" dirty="0"/>
          </a:p>
          <a:p>
            <a:endParaRPr lang="en-AU" dirty="0"/>
          </a:p>
          <a:p>
            <a:pPr lvl="1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8862097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17A7D-6AA7-45DB-9376-C89319D0A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Possible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64B8-29C3-4ED4-AFEB-2F67EFE7B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/>
              <a:t>Medium - hard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/>
              <a:t>In what scenario is it safe to use ECB mode?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/>
              <a:t>If the performance isn’t an issue, does n-DES improve security? Why? Any limitations?</a:t>
            </a:r>
          </a:p>
        </p:txBody>
      </p:sp>
    </p:spTree>
    <p:extLst>
      <p:ext uri="{BB962C8B-B14F-4D97-AF65-F5344CB8AC3E}">
        <p14:creationId xmlns:p14="http://schemas.microsoft.com/office/powerpoint/2010/main" val="109145744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17A7D-6AA7-45DB-9376-C89319D0A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1066801"/>
          </a:xfrm>
        </p:spPr>
        <p:txBody>
          <a:bodyPr/>
          <a:lstStyle/>
          <a:p>
            <a:r>
              <a:rPr lang="en-AU"/>
              <a:t>Possible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64B8-29C3-4ED4-AFEB-2F67EFE7B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066801"/>
            <a:ext cx="10353762" cy="3982277"/>
          </a:xfrm>
        </p:spPr>
        <p:txBody>
          <a:bodyPr/>
          <a:lstStyle/>
          <a:p>
            <a:r>
              <a:rPr lang="en-AU" dirty="0"/>
              <a:t>Medium - hard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 dirty="0"/>
              <a:t>In what scenario is it safe to use EBC mode?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 dirty="0"/>
              <a:t>If the performance isn’t an issue, does n-DES improve security? Why? Any limitations?</a:t>
            </a:r>
          </a:p>
          <a:p>
            <a:pPr marL="907200" lvl="1" indent="-457200">
              <a:buFont typeface="+mj-lt"/>
              <a:buAutoNum type="arabicPeriod"/>
            </a:pPr>
            <a:r>
              <a:rPr lang="en-AU" dirty="0"/>
              <a:t>Does adding additional substitution and/or transposition layers in an encryption improve security? Why?</a:t>
            </a:r>
          </a:p>
        </p:txBody>
      </p:sp>
    </p:spTree>
    <p:extLst>
      <p:ext uri="{BB962C8B-B14F-4D97-AF65-F5344CB8AC3E}">
        <p14:creationId xmlns:p14="http://schemas.microsoft.com/office/powerpoint/2010/main" val="233066426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64B8-29C3-4ED4-AFEB-2F67EFE7B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119" y="453037"/>
            <a:ext cx="10353762" cy="622292"/>
          </a:xfrm>
        </p:spPr>
        <p:txBody>
          <a:bodyPr/>
          <a:lstStyle/>
          <a:p>
            <a:r>
              <a:rPr lang="en-AU"/>
              <a:t>An example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51E4BE7-5001-461F-AB68-2F50D11EA33B}"/>
              </a:ext>
            </a:extLst>
          </p:cNvPr>
          <p:cNvGraphicFramePr>
            <a:graphicFrameLocks noGrp="1"/>
          </p:cNvGraphicFramePr>
          <p:nvPr/>
        </p:nvGraphicFramePr>
        <p:xfrm>
          <a:off x="1068296" y="1222716"/>
          <a:ext cx="2875923" cy="12074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9505">
                  <a:extLst>
                    <a:ext uri="{9D8B030D-6E8A-4147-A177-3AD203B41FA5}">
                      <a16:colId xmlns:a16="http://schemas.microsoft.com/office/drawing/2014/main" val="3681768741"/>
                    </a:ext>
                  </a:extLst>
                </a:gridCol>
                <a:gridCol w="826418">
                  <a:extLst>
                    <a:ext uri="{9D8B030D-6E8A-4147-A177-3AD203B41FA5}">
                      <a16:colId xmlns:a16="http://schemas.microsoft.com/office/drawing/2014/main" val="34356268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chemeClr val="tx1"/>
                          </a:solidFill>
                        </a:rPr>
                        <a:t>plaintext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/>
                        <a:t>A</a:t>
                      </a:r>
                      <a:endParaRPr lang="en-AU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1336433"/>
                  </a:ext>
                </a:extLst>
              </a:tr>
              <a:tr h="470884"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chemeClr val="tx1"/>
                          </a:solidFill>
                        </a:rPr>
                        <a:t>Caesar cipher key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0456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chemeClr val="tx1"/>
                          </a:solidFill>
                        </a:rPr>
                        <a:t>ciphertext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1405453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3D4DDE2-74FC-46A6-A116-F904D17AFAE5}"/>
              </a:ext>
            </a:extLst>
          </p:cNvPr>
          <p:cNvGraphicFramePr>
            <a:graphicFrameLocks noGrp="1"/>
          </p:cNvGraphicFramePr>
          <p:nvPr/>
        </p:nvGraphicFramePr>
        <p:xfrm>
          <a:off x="1068296" y="3003332"/>
          <a:ext cx="5027704" cy="16168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837">
                  <a:extLst>
                    <a:ext uri="{9D8B030D-6E8A-4147-A177-3AD203B41FA5}">
                      <a16:colId xmlns:a16="http://schemas.microsoft.com/office/drawing/2014/main" val="3681768741"/>
                    </a:ext>
                  </a:extLst>
                </a:gridCol>
                <a:gridCol w="886803">
                  <a:extLst>
                    <a:ext uri="{9D8B030D-6E8A-4147-A177-3AD203B41FA5}">
                      <a16:colId xmlns:a16="http://schemas.microsoft.com/office/drawing/2014/main" val="3435626841"/>
                    </a:ext>
                  </a:extLst>
                </a:gridCol>
                <a:gridCol w="1626064">
                  <a:extLst>
                    <a:ext uri="{9D8B030D-6E8A-4147-A177-3AD203B41FA5}">
                      <a16:colId xmlns:a16="http://schemas.microsoft.com/office/drawing/2014/main" val="6720116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chemeClr val="tx1"/>
                          </a:solidFill>
                        </a:rPr>
                        <a:t>plaintext</a:t>
                      </a:r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AU"/>
                        <a:t>A</a:t>
                      </a:r>
                      <a:endParaRPr lang="en-AU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1336433"/>
                  </a:ext>
                </a:extLst>
              </a:tr>
              <a:tr h="440126">
                <a:tc rowSpan="2">
                  <a:txBody>
                    <a:bodyPr/>
                    <a:lstStyle/>
                    <a:p>
                      <a:endParaRPr lang="en-AU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AU">
                          <a:solidFill>
                            <a:schemeClr val="tx1"/>
                          </a:solidFill>
                        </a:rPr>
                        <a:t>Caesar cipher key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AU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AU">
                          <a:solidFill>
                            <a:srgbClr val="FF0000"/>
                          </a:solidFill>
                        </a:rPr>
                        <a:t>C (equivalent 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0456595"/>
                  </a:ext>
                </a:extLst>
              </a:tr>
              <a:tr h="440126">
                <a:tc vMerge="1">
                  <a:txBody>
                    <a:bodyPr/>
                    <a:lstStyle/>
                    <a:p>
                      <a:endParaRPr lang="en-AU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A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3421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chemeClr val="tx1"/>
                          </a:solidFill>
                        </a:rPr>
                        <a:t>ciphertext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1405453"/>
                  </a:ext>
                </a:extLst>
              </a:tr>
            </a:tbl>
          </a:graphicData>
        </a:graphic>
      </p:graphicFrame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B8D598-8B24-4C9D-A7FF-BE557117E3FD}"/>
              </a:ext>
            </a:extLst>
          </p:cNvPr>
          <p:cNvSpPr txBox="1">
            <a:spLocks/>
          </p:cNvSpPr>
          <p:nvPr/>
        </p:nvSpPr>
        <p:spPr>
          <a:xfrm>
            <a:off x="954766" y="4949039"/>
            <a:ext cx="8772007" cy="1057624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Clr>
                <a:srgbClr val="A629E7"/>
              </a:buClr>
              <a:buNone/>
            </a:pPr>
            <a:r>
              <a:rPr lang="en-AU"/>
              <a:t>Adding an extra substitution layer essentially does not enhance the security. </a:t>
            </a:r>
          </a:p>
        </p:txBody>
      </p:sp>
    </p:spTree>
    <p:extLst>
      <p:ext uri="{BB962C8B-B14F-4D97-AF65-F5344CB8AC3E}">
        <p14:creationId xmlns:p14="http://schemas.microsoft.com/office/powerpoint/2010/main" val="360655108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58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08106222-633E-4F94-9E9F-49816C6A1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465" y="857251"/>
            <a:ext cx="10726270" cy="1068569"/>
          </a:xfrm>
        </p:spPr>
        <p:txBody>
          <a:bodyPr>
            <a:normAutofit fontScale="92500" lnSpcReduction="10000"/>
          </a:bodyPr>
          <a:lstStyle/>
          <a:p>
            <a:pPr marL="450000" lvl="1" indent="0">
              <a:buNone/>
            </a:pPr>
            <a:endParaRPr lang="en-AU" sz="2800"/>
          </a:p>
          <a:p>
            <a:pPr lvl="1"/>
            <a:r>
              <a:rPr lang="en-AU" sz="2800"/>
              <a:t>Q5: crypto mess</a:t>
            </a:r>
          </a:p>
          <a:p>
            <a:pPr marL="810000" lvl="2" indent="0">
              <a:buNone/>
            </a:pPr>
            <a:endParaRPr lang="en-AU" sz="2800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7AF2CD78-8763-4C94-B120-CC8C0B08A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1495" y="0"/>
            <a:ext cx="8725505" cy="1257300"/>
          </a:xfrm>
        </p:spPr>
        <p:txBody>
          <a:bodyPr/>
          <a:lstStyle/>
          <a:p>
            <a:r>
              <a:rPr lang="en-AU"/>
              <a:t>Lab 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420840-81B5-4296-9E12-752B1EE5EE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46" y="2085910"/>
            <a:ext cx="10804139" cy="284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2188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59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08106222-633E-4F94-9E9F-49816C6A1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512" y="3220523"/>
            <a:ext cx="11573831" cy="3435458"/>
          </a:xfrm>
        </p:spPr>
        <p:txBody>
          <a:bodyPr>
            <a:normAutofit fontScale="92500" lnSpcReduction="10000"/>
          </a:bodyPr>
          <a:lstStyle/>
          <a:p>
            <a:pPr marL="450000" lvl="1" indent="0">
              <a:buNone/>
            </a:pPr>
            <a:endParaRPr lang="en-AU" sz="2600" dirty="0"/>
          </a:p>
          <a:p>
            <a:pPr lvl="1"/>
            <a:r>
              <a:rPr lang="en-AU" sz="2600" dirty="0"/>
              <a:t>Hints: 1. figure out the representing code that is used by the text.</a:t>
            </a:r>
          </a:p>
          <a:p>
            <a:pPr lvl="6"/>
            <a:r>
              <a:rPr lang="en-AU" sz="2600" b="1" dirty="0"/>
              <a:t>What code can generate a text with “=” at the end?</a:t>
            </a:r>
          </a:p>
          <a:p>
            <a:pPr lvl="6"/>
            <a:r>
              <a:rPr lang="en-AU" sz="2600" b="1" dirty="0"/>
              <a:t>What code can generate a text of numbers 0-10 and letters A-F?</a:t>
            </a:r>
          </a:p>
          <a:p>
            <a:pPr marL="1458000" lvl="4" indent="0">
              <a:buNone/>
            </a:pPr>
            <a:r>
              <a:rPr lang="en-AU" sz="2600" dirty="0"/>
              <a:t> 2. figure out the cipher that is used by the text</a:t>
            </a:r>
          </a:p>
          <a:p>
            <a:pPr lvl="6"/>
            <a:r>
              <a:rPr lang="en-AU" sz="2600" b="1" dirty="0"/>
              <a:t>What cipher can generate a text with </a:t>
            </a:r>
            <a:r>
              <a:rPr lang="en-AU" sz="2600" b="1" dirty="0">
                <a:solidFill>
                  <a:srgbClr val="FF0000"/>
                </a:solidFill>
              </a:rPr>
              <a:t>only dot </a:t>
            </a:r>
            <a:r>
              <a:rPr lang="en-AU" sz="2600" b="1" dirty="0"/>
              <a:t>symbol?</a:t>
            </a:r>
          </a:p>
          <a:p>
            <a:pPr lvl="6"/>
            <a:r>
              <a:rPr lang="en-AU" sz="2600" b="1" dirty="0"/>
              <a:t>What cipher can generate a text with </a:t>
            </a:r>
            <a:r>
              <a:rPr lang="en-AU" sz="2600" b="1" dirty="0">
                <a:solidFill>
                  <a:srgbClr val="FF0000"/>
                </a:solidFill>
              </a:rPr>
              <a:t>only dots and dashes</a:t>
            </a:r>
            <a:r>
              <a:rPr lang="en-AU" sz="2600" b="1" dirty="0"/>
              <a:t>?</a:t>
            </a:r>
          </a:p>
          <a:p>
            <a:pPr marL="1458000" lvl="4" indent="0">
              <a:buNone/>
            </a:pPr>
            <a:endParaRPr lang="en-AU" sz="2800" b="1" dirty="0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7AF2CD78-8763-4C94-B120-CC8C0B08A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1495" y="0"/>
            <a:ext cx="8725505" cy="1257300"/>
          </a:xfrm>
        </p:spPr>
        <p:txBody>
          <a:bodyPr/>
          <a:lstStyle/>
          <a:p>
            <a:r>
              <a:rPr lang="en-AU"/>
              <a:t>Lab 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5B203B-EABA-4B3A-8C49-1EF23705B3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930" y="1098111"/>
            <a:ext cx="10804139" cy="2330890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316ECDF0-7685-4013-947A-4C1A1640B3A7}"/>
              </a:ext>
            </a:extLst>
          </p:cNvPr>
          <p:cNvSpPr/>
          <p:nvPr/>
        </p:nvSpPr>
        <p:spPr>
          <a:xfrm flipH="1">
            <a:off x="10544320" y="2263556"/>
            <a:ext cx="953749" cy="1063256"/>
          </a:xfrm>
          <a:prstGeom prst="ellipse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</p:spTree>
    <p:extLst>
      <p:ext uri="{BB962C8B-B14F-4D97-AF65-F5344CB8AC3E}">
        <p14:creationId xmlns:p14="http://schemas.microsoft.com/office/powerpoint/2010/main" val="11985416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AnalogousFromDarkSeedLeftStep">
      <a:dk1>
        <a:srgbClr val="000000"/>
      </a:dk1>
      <a:lt1>
        <a:srgbClr val="FFFFFF"/>
      </a:lt1>
      <a:dk2>
        <a:srgbClr val="243541"/>
      </a:dk2>
      <a:lt2>
        <a:srgbClr val="E4E8E2"/>
      </a:lt2>
      <a:accent1>
        <a:srgbClr val="A629E7"/>
      </a:accent1>
      <a:accent2>
        <a:srgbClr val="6640DC"/>
      </a:accent2>
      <a:accent3>
        <a:srgbClr val="2F4FE7"/>
      </a:accent3>
      <a:accent4>
        <a:srgbClr val="1787D5"/>
      </a:accent4>
      <a:accent5>
        <a:srgbClr val="20B6B5"/>
      </a:accent5>
      <a:accent6>
        <a:srgbClr val="14B973"/>
      </a:accent6>
      <a:hlink>
        <a:srgbClr val="358E9F"/>
      </a:hlink>
      <a:folHlink>
        <a:srgbClr val="7F7F7F"/>
      </a:folHlink>
    </a:clrScheme>
    <a:fontScheme name="Slate">
      <a:majorFont>
        <a:latin typeface="Georgia Pro Cond Ligh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Speak Pro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NoStarch</Template>
  <TotalTime>3448</TotalTime>
  <Words>1982</Words>
  <Application>Microsoft Office PowerPoint</Application>
  <PresentationFormat>Widescreen</PresentationFormat>
  <Paragraphs>590</Paragraphs>
  <Slides>59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7" baseType="lpstr">
      <vt:lpstr>Courier</vt:lpstr>
      <vt:lpstr>Arial</vt:lpstr>
      <vt:lpstr>Calibri</vt:lpstr>
      <vt:lpstr>Georgia Pro Cond Light</vt:lpstr>
      <vt:lpstr>Speak Pro</vt:lpstr>
      <vt:lpstr>Wingdings</vt:lpstr>
      <vt:lpstr>Wingdings 2</vt:lpstr>
      <vt:lpstr>SlateVTI</vt:lpstr>
      <vt:lpstr>CITS1003 Introduction to Cybersecurity [2] Cryptography Exercises</vt:lpstr>
      <vt:lpstr>Outline</vt:lpstr>
      <vt:lpstr>Crack the code</vt:lpstr>
      <vt:lpstr>Crack the code</vt:lpstr>
      <vt:lpstr>Crack the code</vt:lpstr>
      <vt:lpstr>Crack the code</vt:lpstr>
      <vt:lpstr>Crack the code</vt:lpstr>
      <vt:lpstr>Crack the code</vt:lpstr>
      <vt:lpstr>Crack the code</vt:lpstr>
      <vt:lpstr>Crack the code</vt:lpstr>
      <vt:lpstr>Crack the code</vt:lpstr>
      <vt:lpstr>Crack the code</vt:lpstr>
      <vt:lpstr>Key space</vt:lpstr>
      <vt:lpstr>Key space</vt:lpstr>
      <vt:lpstr>Key space</vt:lpstr>
      <vt:lpstr>Key space</vt:lpstr>
      <vt:lpstr>Key space</vt:lpstr>
      <vt:lpstr>Key space</vt:lpstr>
      <vt:lpstr>Key space</vt:lpstr>
      <vt:lpstr>Key space</vt:lpstr>
      <vt:lpstr>Key space</vt:lpstr>
      <vt:lpstr>Key space</vt:lpstr>
      <vt:lpstr>Key space</vt:lpstr>
      <vt:lpstr>Key space</vt:lpstr>
      <vt:lpstr>Key space</vt:lpstr>
      <vt:lpstr>Key space</vt:lpstr>
      <vt:lpstr>Key space</vt:lpstr>
      <vt:lpstr>Key space</vt:lpstr>
      <vt:lpstr>Key space</vt:lpstr>
      <vt:lpstr>Key space</vt:lpstr>
      <vt:lpstr>Key space</vt:lpstr>
      <vt:lpstr>Sharing secrets?</vt:lpstr>
      <vt:lpstr>Sharing secrets?</vt:lpstr>
      <vt:lpstr>Sharing secrets</vt:lpstr>
      <vt:lpstr>share a key</vt:lpstr>
      <vt:lpstr>share a key</vt:lpstr>
      <vt:lpstr>Non-Repudiation</vt:lpstr>
      <vt:lpstr>Non-Repudiation</vt:lpstr>
      <vt:lpstr>Confidentiality and Authentication</vt:lpstr>
      <vt:lpstr>Possible questions</vt:lpstr>
      <vt:lpstr>Possible questions</vt:lpstr>
      <vt:lpstr>Possible questions</vt:lpstr>
      <vt:lpstr>Possible questions</vt:lpstr>
      <vt:lpstr>Possible questions</vt:lpstr>
      <vt:lpstr>Possible questions</vt:lpstr>
      <vt:lpstr>Possible questions</vt:lpstr>
      <vt:lpstr>Possible questions</vt:lpstr>
      <vt:lpstr>Possible questions</vt:lpstr>
      <vt:lpstr>Possible questions</vt:lpstr>
      <vt:lpstr>CBC Mode</vt:lpstr>
      <vt:lpstr>CFB Mode</vt:lpstr>
      <vt:lpstr>OFB Mode</vt:lpstr>
      <vt:lpstr>CTR Mode</vt:lpstr>
      <vt:lpstr>Pros and Cons of Modes</vt:lpstr>
      <vt:lpstr>Possible questions</vt:lpstr>
      <vt:lpstr>Possible questions</vt:lpstr>
      <vt:lpstr>PowerPoint Presentation</vt:lpstr>
      <vt:lpstr>Lab 2</vt:lpstr>
      <vt:lpstr>Lab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CITSXXXX Introduction to Cybersecurity [1] Unit overview</dc:title>
  <dc:creator>David Glance</dc:creator>
  <cp:lastModifiedBy>Garrison Gao</cp:lastModifiedBy>
  <cp:revision>136</cp:revision>
  <dcterms:created xsi:type="dcterms:W3CDTF">2020-01-13T04:26:47Z</dcterms:created>
  <dcterms:modified xsi:type="dcterms:W3CDTF">2026-07-27T03:20:27Z</dcterms:modified>
</cp:coreProperties>
</file>