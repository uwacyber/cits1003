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3" r:id="rId1"/>
  </p:sldMasterIdLst>
  <p:notesMasterIdLst>
    <p:notesMasterId r:id="rId65"/>
  </p:notesMasterIdLst>
  <p:sldIdLst>
    <p:sldId id="256" r:id="rId2"/>
    <p:sldId id="257" r:id="rId3"/>
    <p:sldId id="475" r:id="rId4"/>
    <p:sldId id="476" r:id="rId5"/>
    <p:sldId id="478" r:id="rId6"/>
    <p:sldId id="479" r:id="rId7"/>
    <p:sldId id="513" r:id="rId8"/>
    <p:sldId id="515" r:id="rId9"/>
    <p:sldId id="516" r:id="rId10"/>
    <p:sldId id="519" r:id="rId11"/>
    <p:sldId id="517" r:id="rId12"/>
    <p:sldId id="521" r:id="rId13"/>
    <p:sldId id="523" r:id="rId14"/>
    <p:sldId id="522" r:id="rId15"/>
    <p:sldId id="524" r:id="rId16"/>
    <p:sldId id="543" r:id="rId17"/>
    <p:sldId id="550" r:id="rId18"/>
    <p:sldId id="530" r:id="rId19"/>
    <p:sldId id="549" r:id="rId20"/>
    <p:sldId id="551" r:id="rId21"/>
    <p:sldId id="544" r:id="rId22"/>
    <p:sldId id="545" r:id="rId23"/>
    <p:sldId id="533" r:id="rId24"/>
    <p:sldId id="534" r:id="rId25"/>
    <p:sldId id="535" r:id="rId26"/>
    <p:sldId id="536" r:id="rId27"/>
    <p:sldId id="537" r:id="rId28"/>
    <p:sldId id="538" r:id="rId29"/>
    <p:sldId id="539" r:id="rId30"/>
    <p:sldId id="540" r:id="rId31"/>
    <p:sldId id="541" r:id="rId32"/>
    <p:sldId id="542" r:id="rId33"/>
    <p:sldId id="552" r:id="rId34"/>
    <p:sldId id="553" r:id="rId35"/>
    <p:sldId id="554" r:id="rId36"/>
    <p:sldId id="556" r:id="rId37"/>
    <p:sldId id="525" r:id="rId38"/>
    <p:sldId id="526" r:id="rId39"/>
    <p:sldId id="482" r:id="rId40"/>
    <p:sldId id="555" r:id="rId41"/>
    <p:sldId id="481" r:id="rId42"/>
    <p:sldId id="487" r:id="rId43"/>
    <p:sldId id="485" r:id="rId44"/>
    <p:sldId id="483" r:id="rId45"/>
    <p:sldId id="497" r:id="rId46"/>
    <p:sldId id="492" r:id="rId47"/>
    <p:sldId id="546" r:id="rId48"/>
    <p:sldId id="493" r:id="rId49"/>
    <p:sldId id="494" r:id="rId50"/>
    <p:sldId id="498" r:id="rId51"/>
    <p:sldId id="486" r:id="rId52"/>
    <p:sldId id="501" r:id="rId53"/>
    <p:sldId id="500" r:id="rId54"/>
    <p:sldId id="502" r:id="rId55"/>
    <p:sldId id="548" r:id="rId56"/>
    <p:sldId id="503" r:id="rId57"/>
    <p:sldId id="505" r:id="rId58"/>
    <p:sldId id="506" r:id="rId59"/>
    <p:sldId id="507" r:id="rId60"/>
    <p:sldId id="509" r:id="rId61"/>
    <p:sldId id="510" r:id="rId62"/>
    <p:sldId id="511" r:id="rId63"/>
    <p:sldId id="345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Glance" initials="DG" lastIdx="1" clrIdx="0">
    <p:extLst>
      <p:ext uri="{19B8F6BF-5375-455C-9EA6-DF929625EA0E}">
        <p15:presenceInfo xmlns:p15="http://schemas.microsoft.com/office/powerpoint/2012/main" userId="S::00048920@uwa.edu.au::78f19221-0802-4a87-b561-ec50043bdac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518" autoAdjust="0"/>
    <p:restoredTop sz="95026" autoAdjust="0"/>
  </p:normalViewPr>
  <p:slideViewPr>
    <p:cSldViewPr snapToGrid="0" snapToObjects="1">
      <p:cViewPr varScale="1">
        <p:scale>
          <a:sx n="110" d="100"/>
          <a:sy n="110" d="100"/>
        </p:scale>
        <p:origin x="19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commentAuthors" Target="commentAuthor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张 智" userId="36bdf691fd3510be" providerId="LiveId" clId="{DAB28B79-E42D-4CBB-A9A3-10B10E83C735}"/>
    <pc:docChg chg="undo redo custSel addSld delSld modSld sldOrd">
      <pc:chgData name="张 智" userId="36bdf691fd3510be" providerId="LiveId" clId="{DAB28B79-E42D-4CBB-A9A3-10B10E83C735}" dt="2024-04-15T06:35:56.081" v="9285" actId="478"/>
      <pc:docMkLst>
        <pc:docMk/>
      </pc:docMkLst>
      <pc:sldChg chg="modNotesTx">
        <pc:chgData name="张 智" userId="36bdf691fd3510be" providerId="LiveId" clId="{DAB28B79-E42D-4CBB-A9A3-10B10E83C735}" dt="2024-04-15T01:01:19.067" v="3208" actId="20577"/>
        <pc:sldMkLst>
          <pc:docMk/>
          <pc:sldMk cId="1077586671" sldId="256"/>
        </pc:sldMkLst>
      </pc:sldChg>
      <pc:sldChg chg="modSp mod modNotesTx">
        <pc:chgData name="张 智" userId="36bdf691fd3510be" providerId="LiveId" clId="{DAB28B79-E42D-4CBB-A9A3-10B10E83C735}" dt="2024-04-15T06:30:19.628" v="9266" actId="20577"/>
        <pc:sldMkLst>
          <pc:docMk/>
          <pc:sldMk cId="2748406679" sldId="257"/>
        </pc:sldMkLst>
        <pc:spChg chg="mod">
          <ac:chgData name="张 智" userId="36bdf691fd3510be" providerId="LiveId" clId="{DAB28B79-E42D-4CBB-A9A3-10B10E83C735}" dt="2024-04-15T06:29:51.978" v="9252" actId="20577"/>
          <ac:spMkLst>
            <pc:docMk/>
            <pc:sldMk cId="2748406679" sldId="257"/>
            <ac:spMk id="3" creationId="{84D3C775-F90B-4139-9795-E71E0EF57C14}"/>
          </ac:spMkLst>
        </pc:spChg>
      </pc:sldChg>
      <pc:sldChg chg="addSp delSp modSp add mod modNotesTx">
        <pc:chgData name="张 智" userId="36bdf691fd3510be" providerId="LiveId" clId="{DAB28B79-E42D-4CBB-A9A3-10B10E83C735}" dt="2024-04-15T02:49:43.435" v="7327" actId="20577"/>
        <pc:sldMkLst>
          <pc:docMk/>
          <pc:sldMk cId="1679795274" sldId="345"/>
        </pc:sldMkLst>
        <pc:spChg chg="del">
          <ac:chgData name="张 智" userId="36bdf691fd3510be" providerId="LiveId" clId="{DAB28B79-E42D-4CBB-A9A3-10B10E83C735}" dt="2024-04-14T11:46:16.709" v="1216" actId="478"/>
          <ac:spMkLst>
            <pc:docMk/>
            <pc:sldMk cId="1679795274" sldId="345"/>
            <ac:spMk id="2" creationId="{8871435D-7AB2-4E7C-8EF1-70FB90F05FB6}"/>
          </ac:spMkLst>
        </pc:spChg>
        <pc:spChg chg="mod">
          <ac:chgData name="张 智" userId="36bdf691fd3510be" providerId="LiveId" clId="{DAB28B79-E42D-4CBB-A9A3-10B10E83C735}" dt="2024-04-14T11:46:22.218" v="1218" actId="1076"/>
          <ac:spMkLst>
            <pc:docMk/>
            <pc:sldMk cId="1679795274" sldId="345"/>
            <ac:spMk id="4" creationId="{434FDE27-006A-4168-A8DD-253286BC27F5}"/>
          </ac:spMkLst>
        </pc:spChg>
        <pc:spChg chg="add del mod">
          <ac:chgData name="张 智" userId="36bdf691fd3510be" providerId="LiveId" clId="{DAB28B79-E42D-4CBB-A9A3-10B10E83C735}" dt="2024-04-14T11:46:18.992" v="1217" actId="478"/>
          <ac:spMkLst>
            <pc:docMk/>
            <pc:sldMk cId="1679795274" sldId="345"/>
            <ac:spMk id="6" creationId="{4027BDA3-EC30-4CA3-892D-E28BB80C87EF}"/>
          </ac:spMkLst>
        </pc:spChg>
        <pc:spChg chg="add mod">
          <ac:chgData name="张 智" userId="36bdf691fd3510be" providerId="LiveId" clId="{DAB28B79-E42D-4CBB-A9A3-10B10E83C735}" dt="2024-04-14T11:46:27.897" v="1219"/>
          <ac:spMkLst>
            <pc:docMk/>
            <pc:sldMk cId="1679795274" sldId="345"/>
            <ac:spMk id="7" creationId="{ED578A3F-D61F-45F2-9FAA-0656E0EC848F}"/>
          </ac:spMkLst>
        </pc:spChg>
        <pc:picChg chg="del">
          <ac:chgData name="张 智" userId="36bdf691fd3510be" providerId="LiveId" clId="{DAB28B79-E42D-4CBB-A9A3-10B10E83C735}" dt="2024-04-14T11:46:11.616" v="1215" actId="478"/>
          <ac:picMkLst>
            <pc:docMk/>
            <pc:sldMk cId="1679795274" sldId="345"/>
            <ac:picMk id="5" creationId="{C6BF87B5-BFE5-484D-8B10-F1B5E83CDE46}"/>
          </ac:picMkLst>
        </pc:picChg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475310666" sldId="475"/>
        </pc:sldMkLst>
      </pc:sldChg>
      <pc:sldChg chg="modSp del mod modNotesTx">
        <pc:chgData name="张 智" userId="36bdf691fd3510be" providerId="LiveId" clId="{DAB28B79-E42D-4CBB-A9A3-10B10E83C735}" dt="2024-04-15T06:31:39.582" v="9267" actId="2696"/>
        <pc:sldMkLst>
          <pc:docMk/>
          <pc:sldMk cId="1197411453" sldId="475"/>
        </pc:sldMkLst>
        <pc:spChg chg="mod">
          <ac:chgData name="张 智" userId="36bdf691fd3510be" providerId="LiveId" clId="{DAB28B79-E42D-4CBB-A9A3-10B10E83C735}" dt="2024-04-15T02:50:30.950" v="7328" actId="207"/>
          <ac:spMkLst>
            <pc:docMk/>
            <pc:sldMk cId="1197411453" sldId="475"/>
            <ac:spMk id="5" creationId="{7B5CCB9A-CAAC-4278-82F3-30F13CAC3E88}"/>
          </ac:spMkLst>
        </pc:spChg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2738687284" sldId="476"/>
        </pc:sldMkLst>
      </pc:sldChg>
      <pc:sldChg chg="modSp del mod modNotesTx">
        <pc:chgData name="张 智" userId="36bdf691fd3510be" providerId="LiveId" clId="{DAB28B79-E42D-4CBB-A9A3-10B10E83C735}" dt="2024-04-15T06:31:39.582" v="9267" actId="2696"/>
        <pc:sldMkLst>
          <pc:docMk/>
          <pc:sldMk cId="2983096983" sldId="476"/>
        </pc:sldMkLst>
        <pc:spChg chg="mod">
          <ac:chgData name="张 智" userId="36bdf691fd3510be" providerId="LiveId" clId="{DAB28B79-E42D-4CBB-A9A3-10B10E83C735}" dt="2024-04-15T02:56:34.359" v="7455" actId="20577"/>
          <ac:spMkLst>
            <pc:docMk/>
            <pc:sldMk cId="2983096983" sldId="476"/>
            <ac:spMk id="5" creationId="{7B5CCB9A-CAAC-4278-82F3-30F13CAC3E88}"/>
          </ac:spMkLst>
        </pc:spChg>
      </pc:sldChg>
      <pc:sldChg chg="modSp del mod modNotesTx">
        <pc:chgData name="张 智" userId="36bdf691fd3510be" providerId="LiveId" clId="{DAB28B79-E42D-4CBB-A9A3-10B10E83C735}" dt="2024-04-14T12:55:57.535" v="1643" actId="2696"/>
        <pc:sldMkLst>
          <pc:docMk/>
          <pc:sldMk cId="91813198" sldId="477"/>
        </pc:sldMkLst>
        <pc:spChg chg="mod">
          <ac:chgData name="张 智" userId="36bdf691fd3510be" providerId="LiveId" clId="{DAB28B79-E42D-4CBB-A9A3-10B10E83C735}" dt="2024-04-14T03:09:24.336" v="144" actId="20577"/>
          <ac:spMkLst>
            <pc:docMk/>
            <pc:sldMk cId="91813198" sldId="477"/>
            <ac:spMk id="5" creationId="{7B5CCB9A-CAAC-4278-82F3-30F13CAC3E88}"/>
          </ac:spMkLst>
        </pc:spChg>
      </pc:sldChg>
      <pc:sldChg chg="modSp del mod modNotesTx">
        <pc:chgData name="张 智" userId="36bdf691fd3510be" providerId="LiveId" clId="{DAB28B79-E42D-4CBB-A9A3-10B10E83C735}" dt="2024-04-15T06:31:39.582" v="9267" actId="2696"/>
        <pc:sldMkLst>
          <pc:docMk/>
          <pc:sldMk cId="6844147" sldId="478"/>
        </pc:sldMkLst>
        <pc:spChg chg="mod">
          <ac:chgData name="张 智" userId="36bdf691fd3510be" providerId="LiveId" clId="{DAB28B79-E42D-4CBB-A9A3-10B10E83C735}" dt="2024-04-14T14:21:27.698" v="2311" actId="207"/>
          <ac:spMkLst>
            <pc:docMk/>
            <pc:sldMk cId="6844147" sldId="478"/>
            <ac:spMk id="5" creationId="{7B5CCB9A-CAAC-4278-82F3-30F13CAC3E88}"/>
          </ac:spMkLst>
        </pc:spChg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2064925700" sldId="478"/>
        </pc:sldMkLst>
      </pc:sldChg>
      <pc:sldChg chg="modSp del mod modNotesTx">
        <pc:chgData name="张 智" userId="36bdf691fd3510be" providerId="LiveId" clId="{DAB28B79-E42D-4CBB-A9A3-10B10E83C735}" dt="2024-04-15T06:31:39.582" v="9267" actId="2696"/>
        <pc:sldMkLst>
          <pc:docMk/>
          <pc:sldMk cId="1625964336" sldId="479"/>
        </pc:sldMkLst>
        <pc:spChg chg="mod">
          <ac:chgData name="张 智" userId="36bdf691fd3510be" providerId="LiveId" clId="{DAB28B79-E42D-4CBB-A9A3-10B10E83C735}" dt="2024-04-15T05:53:48.050" v="8889" actId="207"/>
          <ac:spMkLst>
            <pc:docMk/>
            <pc:sldMk cId="1625964336" sldId="479"/>
            <ac:spMk id="5" creationId="{7B5CCB9A-CAAC-4278-82F3-30F13CAC3E88}"/>
          </ac:spMkLst>
        </pc:spChg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2338873494" sldId="479"/>
        </pc:sldMkLst>
      </pc:sldChg>
      <pc:sldChg chg="del">
        <pc:chgData name="张 智" userId="36bdf691fd3510be" providerId="LiveId" clId="{DAB28B79-E42D-4CBB-A9A3-10B10E83C735}" dt="2024-04-14T14:24:44.675" v="2340" actId="2696"/>
        <pc:sldMkLst>
          <pc:docMk/>
          <pc:sldMk cId="577743626" sldId="480"/>
        </pc:sldMkLst>
      </pc:sldChg>
      <pc:sldChg chg="addSp delSp modSp mod modNotesTx">
        <pc:chgData name="张 智" userId="36bdf691fd3510be" providerId="LiveId" clId="{DAB28B79-E42D-4CBB-A9A3-10B10E83C735}" dt="2024-04-15T06:35:56.081" v="9285" actId="478"/>
        <pc:sldMkLst>
          <pc:docMk/>
          <pc:sldMk cId="956326103" sldId="481"/>
        </pc:sldMkLst>
        <pc:picChg chg="add mod">
          <ac:chgData name="张 智" userId="36bdf691fd3510be" providerId="LiveId" clId="{DAB28B79-E42D-4CBB-A9A3-10B10E83C735}" dt="2024-04-15T06:35:33.648" v="9280" actId="14100"/>
          <ac:picMkLst>
            <pc:docMk/>
            <pc:sldMk cId="956326103" sldId="481"/>
            <ac:picMk id="3" creationId="{C5BE493A-01E6-4BB3-B897-50D807BE8166}"/>
          </ac:picMkLst>
        </pc:picChg>
        <pc:picChg chg="add mod">
          <ac:chgData name="张 智" userId="36bdf691fd3510be" providerId="LiveId" clId="{DAB28B79-E42D-4CBB-A9A3-10B10E83C735}" dt="2024-04-15T06:35:38.229" v="9282" actId="1038"/>
          <ac:picMkLst>
            <pc:docMk/>
            <pc:sldMk cId="956326103" sldId="481"/>
            <ac:picMk id="5" creationId="{46AB97BE-54AC-47D9-A717-4CDDB3900EEA}"/>
          </ac:picMkLst>
        </pc:picChg>
        <pc:picChg chg="del">
          <ac:chgData name="张 智" userId="36bdf691fd3510be" providerId="LiveId" clId="{DAB28B79-E42D-4CBB-A9A3-10B10E83C735}" dt="2024-04-15T06:35:23.540" v="9276" actId="478"/>
          <ac:picMkLst>
            <pc:docMk/>
            <pc:sldMk cId="956326103" sldId="481"/>
            <ac:picMk id="8" creationId="{279E6A9F-A8B3-45D1-87FA-3D1F04B369F5}"/>
          </ac:picMkLst>
        </pc:picChg>
        <pc:picChg chg="del">
          <ac:chgData name="张 智" userId="36bdf691fd3510be" providerId="LiveId" clId="{DAB28B79-E42D-4CBB-A9A3-10B10E83C735}" dt="2024-04-15T06:34:51.071" v="9273" actId="478"/>
          <ac:picMkLst>
            <pc:docMk/>
            <pc:sldMk cId="956326103" sldId="481"/>
            <ac:picMk id="10" creationId="{EAE14904-5E53-4B7F-86C6-12B73809697E}"/>
          </ac:picMkLst>
        </pc:picChg>
        <pc:cxnChg chg="mod">
          <ac:chgData name="张 智" userId="36bdf691fd3510be" providerId="LiveId" clId="{DAB28B79-E42D-4CBB-A9A3-10B10E83C735}" dt="2024-04-15T06:35:54.488" v="9284" actId="14100"/>
          <ac:cxnSpMkLst>
            <pc:docMk/>
            <pc:sldMk cId="956326103" sldId="481"/>
            <ac:cxnSpMk id="14" creationId="{2218DA3B-32E3-43B3-94CD-410A869D016D}"/>
          </ac:cxnSpMkLst>
        </pc:cxnChg>
        <pc:cxnChg chg="del">
          <ac:chgData name="张 智" userId="36bdf691fd3510be" providerId="LiveId" clId="{DAB28B79-E42D-4CBB-A9A3-10B10E83C735}" dt="2024-04-15T06:35:56.081" v="9285" actId="478"/>
          <ac:cxnSpMkLst>
            <pc:docMk/>
            <pc:sldMk cId="956326103" sldId="481"/>
            <ac:cxnSpMk id="16" creationId="{B55A2769-FEC4-469B-B56B-7D4C7917A59F}"/>
          </ac:cxnSpMkLst>
        </pc:cxnChg>
      </pc:sldChg>
      <pc:sldChg chg="modSp mod modNotesTx">
        <pc:chgData name="张 智" userId="36bdf691fd3510be" providerId="LiveId" clId="{DAB28B79-E42D-4CBB-A9A3-10B10E83C735}" dt="2024-04-15T05:22:07.232" v="8590" actId="20577"/>
        <pc:sldMkLst>
          <pc:docMk/>
          <pc:sldMk cId="2264988457" sldId="482"/>
        </pc:sldMkLst>
        <pc:spChg chg="mod">
          <ac:chgData name="张 智" userId="36bdf691fd3510be" providerId="LiveId" clId="{DAB28B79-E42D-4CBB-A9A3-10B10E83C735}" dt="2024-04-14T05:18:44.762" v="710" actId="20577"/>
          <ac:spMkLst>
            <pc:docMk/>
            <pc:sldMk cId="2264988457" sldId="482"/>
            <ac:spMk id="5" creationId="{7B5CCB9A-CAAC-4278-82F3-30F13CAC3E88}"/>
          </ac:spMkLst>
        </pc:spChg>
      </pc:sldChg>
      <pc:sldChg chg="add del modNotesTx">
        <pc:chgData name="张 智" userId="36bdf691fd3510be" providerId="LiveId" clId="{DAB28B79-E42D-4CBB-A9A3-10B10E83C735}" dt="2024-04-14T12:56:52.169" v="1645" actId="2696"/>
        <pc:sldMkLst>
          <pc:docMk/>
          <pc:sldMk cId="3838351484" sldId="483"/>
        </pc:sldMkLst>
      </pc:sldChg>
      <pc:sldChg chg="modSp del mod">
        <pc:chgData name="张 智" userId="36bdf691fd3510be" providerId="LiveId" clId="{DAB28B79-E42D-4CBB-A9A3-10B10E83C735}" dt="2024-04-14T05:28:09.838" v="848" actId="2696"/>
        <pc:sldMkLst>
          <pc:docMk/>
          <pc:sldMk cId="3791319808" sldId="484"/>
        </pc:sldMkLst>
        <pc:spChg chg="mod">
          <ac:chgData name="张 智" userId="36bdf691fd3510be" providerId="LiveId" clId="{DAB28B79-E42D-4CBB-A9A3-10B10E83C735}" dt="2024-04-14T05:27:34.878" v="844" actId="20577"/>
          <ac:spMkLst>
            <pc:docMk/>
            <pc:sldMk cId="3791319808" sldId="484"/>
            <ac:spMk id="5" creationId="{7B5CCB9A-CAAC-4278-82F3-30F13CAC3E88}"/>
          </ac:spMkLst>
        </pc:spChg>
      </pc:sldChg>
      <pc:sldChg chg="modSp mod ord modNotesTx">
        <pc:chgData name="张 智" userId="36bdf691fd3510be" providerId="LiveId" clId="{DAB28B79-E42D-4CBB-A9A3-10B10E83C735}" dt="2024-04-15T01:34:52.086" v="4162" actId="20577"/>
        <pc:sldMkLst>
          <pc:docMk/>
          <pc:sldMk cId="1472979451" sldId="485"/>
        </pc:sldMkLst>
        <pc:spChg chg="mod">
          <ac:chgData name="张 智" userId="36bdf691fd3510be" providerId="LiveId" clId="{DAB28B79-E42D-4CBB-A9A3-10B10E83C735}" dt="2024-04-14T05:28:28.480" v="856" actId="20577"/>
          <ac:spMkLst>
            <pc:docMk/>
            <pc:sldMk cId="1472979451" sldId="485"/>
            <ac:spMk id="5" creationId="{7B5CCB9A-CAAC-4278-82F3-30F13CAC3E88}"/>
          </ac:spMkLst>
        </pc:spChg>
      </pc:sldChg>
      <pc:sldChg chg="modNotesTx">
        <pc:chgData name="张 智" userId="36bdf691fd3510be" providerId="LiveId" clId="{DAB28B79-E42D-4CBB-A9A3-10B10E83C735}" dt="2024-04-15T01:55:59.520" v="4869" actId="20577"/>
        <pc:sldMkLst>
          <pc:docMk/>
          <pc:sldMk cId="791130807" sldId="486"/>
        </pc:sldMkLst>
      </pc:sldChg>
      <pc:sldChg chg="addSp delSp modSp add mod modNotesTx">
        <pc:chgData name="张 智" userId="36bdf691fd3510be" providerId="LiveId" clId="{DAB28B79-E42D-4CBB-A9A3-10B10E83C735}" dt="2024-04-15T05:23:32.439" v="8622" actId="20577"/>
        <pc:sldMkLst>
          <pc:docMk/>
          <pc:sldMk cId="2530396064" sldId="487"/>
        </pc:sldMkLst>
        <pc:spChg chg="add del mod">
          <ac:chgData name="张 智" userId="36bdf691fd3510be" providerId="LiveId" clId="{DAB28B79-E42D-4CBB-A9A3-10B10E83C735}" dt="2024-04-14T05:05:09.924" v="157" actId="478"/>
          <ac:spMkLst>
            <pc:docMk/>
            <pc:sldMk cId="2530396064" sldId="487"/>
            <ac:spMk id="4" creationId="{A2B19187-149B-4E69-9892-D4732D31D5B2}"/>
          </ac:spMkLst>
        </pc:spChg>
        <pc:spChg chg="add del mod">
          <ac:chgData name="张 智" userId="36bdf691fd3510be" providerId="LiveId" clId="{DAB28B79-E42D-4CBB-A9A3-10B10E83C735}" dt="2024-04-14T05:05:07.916" v="156" actId="478"/>
          <ac:spMkLst>
            <pc:docMk/>
            <pc:sldMk cId="2530396064" sldId="487"/>
            <ac:spMk id="5" creationId="{C4F9E5B1-8EA7-4FC3-A0ED-1D1506F1E10A}"/>
          </ac:spMkLst>
        </pc:spChg>
        <pc:spChg chg="add mod">
          <ac:chgData name="张 智" userId="36bdf691fd3510be" providerId="LiveId" clId="{DAB28B79-E42D-4CBB-A9A3-10B10E83C735}" dt="2024-04-14T05:05:51.679" v="176" actId="14100"/>
          <ac:spMkLst>
            <pc:docMk/>
            <pc:sldMk cId="2530396064" sldId="487"/>
            <ac:spMk id="6" creationId="{0BFA20A1-0F23-43F0-86E5-A74E8E1A27DA}"/>
          </ac:spMkLst>
        </pc:spChg>
        <pc:spChg chg="add del mod">
          <ac:chgData name="张 智" userId="36bdf691fd3510be" providerId="LiveId" clId="{DAB28B79-E42D-4CBB-A9A3-10B10E83C735}" dt="2024-04-14T05:06:02.020" v="180"/>
          <ac:spMkLst>
            <pc:docMk/>
            <pc:sldMk cId="2530396064" sldId="487"/>
            <ac:spMk id="10" creationId="{DA21908B-DCAB-447D-A422-70443DA18709}"/>
          </ac:spMkLst>
        </pc:spChg>
        <pc:picChg chg="mod">
          <ac:chgData name="张 智" userId="36bdf691fd3510be" providerId="LiveId" clId="{DAB28B79-E42D-4CBB-A9A3-10B10E83C735}" dt="2024-04-14T05:05:54.102" v="177" actId="1076"/>
          <ac:picMkLst>
            <pc:docMk/>
            <pc:sldMk cId="2530396064" sldId="487"/>
            <ac:picMk id="8" creationId="{86254AE2-B37A-49C1-8634-4CFA4DA6C45D}"/>
          </ac:picMkLst>
        </pc:picChg>
        <pc:cxnChg chg="mod">
          <ac:chgData name="张 智" userId="36bdf691fd3510be" providerId="LiveId" clId="{DAB28B79-E42D-4CBB-A9A3-10B10E83C735}" dt="2024-04-14T05:08:47.023" v="478" actId="14100"/>
          <ac:cxnSpMkLst>
            <pc:docMk/>
            <pc:sldMk cId="2530396064" sldId="487"/>
            <ac:cxnSpMk id="9" creationId="{9DA0E551-F952-485C-B72B-FFE0A227C488}"/>
          </ac:cxnSpMkLst>
        </pc:cxnChg>
        <pc:cxnChg chg="add mod">
          <ac:chgData name="张 智" userId="36bdf691fd3510be" providerId="LiveId" clId="{DAB28B79-E42D-4CBB-A9A3-10B10E83C735}" dt="2024-04-14T05:06:08.614" v="185" actId="1037"/>
          <ac:cxnSpMkLst>
            <pc:docMk/>
            <pc:sldMk cId="2530396064" sldId="487"/>
            <ac:cxnSpMk id="11" creationId="{E876FB52-F8D2-4DD7-B527-954197A2907F}"/>
          </ac:cxnSpMkLst>
        </pc:cxnChg>
      </pc:sldChg>
      <pc:sldChg chg="del">
        <pc:chgData name="张 智" userId="36bdf691fd3510be" providerId="LiveId" clId="{DAB28B79-E42D-4CBB-A9A3-10B10E83C735}" dt="2024-04-14T05:04:08.824" v="145" actId="2696"/>
        <pc:sldMkLst>
          <pc:docMk/>
          <pc:sldMk cId="2845979876" sldId="487"/>
        </pc:sldMkLst>
      </pc:sldChg>
      <pc:sldChg chg="del">
        <pc:chgData name="张 智" userId="36bdf691fd3510be" providerId="LiveId" clId="{DAB28B79-E42D-4CBB-A9A3-10B10E83C735}" dt="2024-04-07T13:13:20.943" v="3" actId="2696"/>
        <pc:sldMkLst>
          <pc:docMk/>
          <pc:sldMk cId="2785200676" sldId="488"/>
        </pc:sldMkLst>
      </pc:sldChg>
      <pc:sldChg chg="del">
        <pc:chgData name="张 智" userId="36bdf691fd3510be" providerId="LiveId" clId="{DAB28B79-E42D-4CBB-A9A3-10B10E83C735}" dt="2024-04-07T13:13:20.943" v="3" actId="2696"/>
        <pc:sldMkLst>
          <pc:docMk/>
          <pc:sldMk cId="520445280" sldId="489"/>
        </pc:sldMkLst>
      </pc:sldChg>
      <pc:sldChg chg="del">
        <pc:chgData name="张 智" userId="36bdf691fd3510be" providerId="LiveId" clId="{DAB28B79-E42D-4CBB-A9A3-10B10E83C735}" dt="2024-04-07T13:13:20.943" v="3" actId="2696"/>
        <pc:sldMkLst>
          <pc:docMk/>
          <pc:sldMk cId="2315331010" sldId="490"/>
        </pc:sldMkLst>
      </pc:sldChg>
      <pc:sldChg chg="del">
        <pc:chgData name="张 智" userId="36bdf691fd3510be" providerId="LiveId" clId="{DAB28B79-E42D-4CBB-A9A3-10B10E83C735}" dt="2024-04-07T13:13:20.943" v="3" actId="2696"/>
        <pc:sldMkLst>
          <pc:docMk/>
          <pc:sldMk cId="2974150919" sldId="491"/>
        </pc:sldMkLst>
      </pc:sldChg>
      <pc:sldChg chg="modSp mod modNotesTx">
        <pc:chgData name="张 智" userId="36bdf691fd3510be" providerId="LiveId" clId="{DAB28B79-E42D-4CBB-A9A3-10B10E83C735}" dt="2024-04-15T01:38:32.978" v="4236" actId="20577"/>
        <pc:sldMkLst>
          <pc:docMk/>
          <pc:sldMk cId="1925715513" sldId="492"/>
        </pc:sldMkLst>
        <pc:spChg chg="mod">
          <ac:chgData name="张 智" userId="36bdf691fd3510be" providerId="LiveId" clId="{DAB28B79-E42D-4CBB-A9A3-10B10E83C735}" dt="2024-04-14T06:38:44.925" v="958" actId="207"/>
          <ac:spMkLst>
            <pc:docMk/>
            <pc:sldMk cId="1925715513" sldId="492"/>
            <ac:spMk id="5" creationId="{7B5CCB9A-CAAC-4278-82F3-30F13CAC3E88}"/>
          </ac:spMkLst>
        </pc:spChg>
      </pc:sldChg>
      <pc:sldChg chg="modSp mod modNotesTx">
        <pc:chgData name="张 智" userId="36bdf691fd3510be" providerId="LiveId" clId="{DAB28B79-E42D-4CBB-A9A3-10B10E83C735}" dt="2024-04-15T01:47:27.184" v="4575" actId="20577"/>
        <pc:sldMkLst>
          <pc:docMk/>
          <pc:sldMk cId="1600805580" sldId="493"/>
        </pc:sldMkLst>
        <pc:spChg chg="mod">
          <ac:chgData name="张 智" userId="36bdf691fd3510be" providerId="LiveId" clId="{DAB28B79-E42D-4CBB-A9A3-10B10E83C735}" dt="2024-04-14T06:51:18.461" v="1179" actId="207"/>
          <ac:spMkLst>
            <pc:docMk/>
            <pc:sldMk cId="1600805580" sldId="493"/>
            <ac:spMk id="5" creationId="{7B5CCB9A-CAAC-4278-82F3-30F13CAC3E88}"/>
          </ac:spMkLst>
        </pc:spChg>
      </pc:sldChg>
      <pc:sldChg chg="addSp delSp modSp mod modNotesTx">
        <pc:chgData name="张 智" userId="36bdf691fd3510be" providerId="LiveId" clId="{DAB28B79-E42D-4CBB-A9A3-10B10E83C735}" dt="2024-04-15T05:31:27.987" v="8671" actId="20577"/>
        <pc:sldMkLst>
          <pc:docMk/>
          <pc:sldMk cId="709109661" sldId="494"/>
        </pc:sldMkLst>
        <pc:spChg chg="add del">
          <ac:chgData name="张 智" userId="36bdf691fd3510be" providerId="LiveId" clId="{DAB28B79-E42D-4CBB-A9A3-10B10E83C735}" dt="2024-04-14T13:28:18.760" v="2045"/>
          <ac:spMkLst>
            <pc:docMk/>
            <pc:sldMk cId="709109661" sldId="494"/>
            <ac:spMk id="2" creationId="{C25E0260-1891-4270-8ED6-524D0A2CF052}"/>
          </ac:spMkLst>
        </pc:spChg>
        <pc:spChg chg="mod">
          <ac:chgData name="张 智" userId="36bdf691fd3510be" providerId="LiveId" clId="{DAB28B79-E42D-4CBB-A9A3-10B10E83C735}" dt="2024-04-14T13:38:59.041" v="2214" actId="20577"/>
          <ac:spMkLst>
            <pc:docMk/>
            <pc:sldMk cId="709109661" sldId="494"/>
            <ac:spMk id="5" creationId="{7B5CCB9A-CAAC-4278-82F3-30F13CAC3E88}"/>
          </ac:spMkLst>
        </pc:spChg>
      </pc:sldChg>
      <pc:sldChg chg="modNotesTx">
        <pc:chgData name="张 智" userId="36bdf691fd3510be" providerId="LiveId" clId="{DAB28B79-E42D-4CBB-A9A3-10B10E83C735}" dt="2024-04-15T01:36:46.316" v="4210" actId="20577"/>
        <pc:sldMkLst>
          <pc:docMk/>
          <pc:sldMk cId="3148925576" sldId="497"/>
        </pc:sldMkLst>
      </pc:sldChg>
      <pc:sldChg chg="modSp mod modNotesTx">
        <pc:chgData name="张 智" userId="36bdf691fd3510be" providerId="LiveId" clId="{DAB28B79-E42D-4CBB-A9A3-10B10E83C735}" dt="2024-04-15T01:54:03.906" v="4796" actId="20577"/>
        <pc:sldMkLst>
          <pc:docMk/>
          <pc:sldMk cId="1484853988" sldId="498"/>
        </pc:sldMkLst>
        <pc:spChg chg="mod">
          <ac:chgData name="张 智" userId="36bdf691fd3510be" providerId="LiveId" clId="{DAB28B79-E42D-4CBB-A9A3-10B10E83C735}" dt="2024-04-15T01:53:39.129" v="4773" actId="20577"/>
          <ac:spMkLst>
            <pc:docMk/>
            <pc:sldMk cId="1484853988" sldId="498"/>
            <ac:spMk id="5" creationId="{7B5CCB9A-CAAC-4278-82F3-30F13CAC3E88}"/>
          </ac:spMkLst>
        </pc:spChg>
      </pc:sldChg>
      <pc:sldChg chg="modSp mod modNotesTx">
        <pc:chgData name="张 智" userId="36bdf691fd3510be" providerId="LiveId" clId="{DAB28B79-E42D-4CBB-A9A3-10B10E83C735}" dt="2024-04-15T02:02:04.013" v="5029" actId="20577"/>
        <pc:sldMkLst>
          <pc:docMk/>
          <pc:sldMk cId="971991545" sldId="500"/>
        </pc:sldMkLst>
        <pc:picChg chg="mod ord">
          <ac:chgData name="张 智" userId="36bdf691fd3510be" providerId="LiveId" clId="{DAB28B79-E42D-4CBB-A9A3-10B10E83C735}" dt="2024-04-14T12:35:12.165" v="1300" actId="166"/>
          <ac:picMkLst>
            <pc:docMk/>
            <pc:sldMk cId="971991545" sldId="500"/>
            <ac:picMk id="6" creationId="{E9F94674-05E3-4122-865B-AE5DC9120EEA}"/>
          </ac:picMkLst>
        </pc:picChg>
      </pc:sldChg>
      <pc:sldChg chg="modNotesTx">
        <pc:chgData name="张 智" userId="36bdf691fd3510be" providerId="LiveId" clId="{DAB28B79-E42D-4CBB-A9A3-10B10E83C735}" dt="2024-04-15T01:56:47.878" v="4877" actId="20577"/>
        <pc:sldMkLst>
          <pc:docMk/>
          <pc:sldMk cId="1107258183" sldId="501"/>
        </pc:sldMkLst>
      </pc:sldChg>
      <pc:sldChg chg="addSp delSp modSp mod modNotesTx">
        <pc:chgData name="张 智" userId="36bdf691fd3510be" providerId="LiveId" clId="{DAB28B79-E42D-4CBB-A9A3-10B10E83C735}" dt="2024-04-15T02:11:45.660" v="5573" actId="20577"/>
        <pc:sldMkLst>
          <pc:docMk/>
          <pc:sldMk cId="3126221329" sldId="502"/>
        </pc:sldMkLst>
        <pc:spChg chg="add mod">
          <ac:chgData name="张 智" userId="36bdf691fd3510be" providerId="LiveId" clId="{DAB28B79-E42D-4CBB-A9A3-10B10E83C735}" dt="2024-04-15T02:10:02.673" v="5443" actId="20577"/>
          <ac:spMkLst>
            <pc:docMk/>
            <pc:sldMk cId="3126221329" sldId="502"/>
            <ac:spMk id="9" creationId="{7FC73488-B460-4985-8C8F-0D5BBD00B7DE}"/>
          </ac:spMkLst>
        </pc:spChg>
        <pc:picChg chg="del">
          <ac:chgData name="张 智" userId="36bdf691fd3510be" providerId="LiveId" clId="{DAB28B79-E42D-4CBB-A9A3-10B10E83C735}" dt="2024-04-14T12:33:31.919" v="1283" actId="478"/>
          <ac:picMkLst>
            <pc:docMk/>
            <pc:sldMk cId="3126221329" sldId="502"/>
            <ac:picMk id="3" creationId="{6996B1AB-DBF4-476E-B403-E2EE73F90D97}"/>
          </ac:picMkLst>
        </pc:picChg>
        <pc:picChg chg="add mod">
          <ac:chgData name="张 智" userId="36bdf691fd3510be" providerId="LiveId" clId="{DAB28B79-E42D-4CBB-A9A3-10B10E83C735}" dt="2024-04-14T12:45:59.057" v="1307" actId="1076"/>
          <ac:picMkLst>
            <pc:docMk/>
            <pc:sldMk cId="3126221329" sldId="502"/>
            <ac:picMk id="4" creationId="{ACA18963-4FC8-4483-8A2F-5C1D87A43E0C}"/>
          </ac:picMkLst>
        </pc:picChg>
        <pc:cxnChg chg="del">
          <ac:chgData name="张 智" userId="36bdf691fd3510be" providerId="LiveId" clId="{DAB28B79-E42D-4CBB-A9A3-10B10E83C735}" dt="2024-04-14T12:33:36.339" v="1285" actId="478"/>
          <ac:cxnSpMkLst>
            <pc:docMk/>
            <pc:sldMk cId="3126221329" sldId="502"/>
            <ac:cxnSpMk id="10" creationId="{54D49BD3-1383-4D9D-9080-4A5184CD9A58}"/>
          </ac:cxnSpMkLst>
        </pc:cxnChg>
        <pc:cxnChg chg="del">
          <ac:chgData name="张 智" userId="36bdf691fd3510be" providerId="LiveId" clId="{DAB28B79-E42D-4CBB-A9A3-10B10E83C735}" dt="2024-04-14T12:33:36.339" v="1285" actId="478"/>
          <ac:cxnSpMkLst>
            <pc:docMk/>
            <pc:sldMk cId="3126221329" sldId="502"/>
            <ac:cxnSpMk id="11" creationId="{305103B2-6E36-47CC-B169-D499926BEC15}"/>
          </ac:cxnSpMkLst>
        </pc:cxnChg>
        <pc:cxnChg chg="del">
          <ac:chgData name="张 智" userId="36bdf691fd3510be" providerId="LiveId" clId="{DAB28B79-E42D-4CBB-A9A3-10B10E83C735}" dt="2024-04-14T12:33:36.339" v="1285" actId="478"/>
          <ac:cxnSpMkLst>
            <pc:docMk/>
            <pc:sldMk cId="3126221329" sldId="502"/>
            <ac:cxnSpMk id="14" creationId="{CED0F27E-2670-49AA-B297-CB2AF861F458}"/>
          </ac:cxnSpMkLst>
        </pc:cxnChg>
        <pc:cxnChg chg="del">
          <ac:chgData name="张 智" userId="36bdf691fd3510be" providerId="LiveId" clId="{DAB28B79-E42D-4CBB-A9A3-10B10E83C735}" dt="2024-04-14T12:33:36.339" v="1285" actId="478"/>
          <ac:cxnSpMkLst>
            <pc:docMk/>
            <pc:sldMk cId="3126221329" sldId="502"/>
            <ac:cxnSpMk id="16" creationId="{C77D50DB-1355-4461-9C1D-960C0329E69F}"/>
          </ac:cxnSpMkLst>
        </pc:cxnChg>
      </pc:sldChg>
      <pc:sldChg chg="modNotesTx">
        <pc:chgData name="张 智" userId="36bdf691fd3510be" providerId="LiveId" clId="{DAB28B79-E42D-4CBB-A9A3-10B10E83C735}" dt="2024-04-15T05:41:46.316" v="8737" actId="20577"/>
        <pc:sldMkLst>
          <pc:docMk/>
          <pc:sldMk cId="2577630964" sldId="503"/>
        </pc:sldMkLst>
      </pc:sldChg>
      <pc:sldChg chg="modNotesTx">
        <pc:chgData name="张 智" userId="36bdf691fd3510be" providerId="LiveId" clId="{DAB28B79-E42D-4CBB-A9A3-10B10E83C735}" dt="2024-04-15T02:29:23.901" v="6629" actId="20577"/>
        <pc:sldMkLst>
          <pc:docMk/>
          <pc:sldMk cId="3214777761" sldId="505"/>
        </pc:sldMkLst>
      </pc:sldChg>
      <pc:sldChg chg="addSp delSp modSp mod modNotesTx">
        <pc:chgData name="张 智" userId="36bdf691fd3510be" providerId="LiveId" clId="{DAB28B79-E42D-4CBB-A9A3-10B10E83C735}" dt="2024-04-15T02:34:18.976" v="6745" actId="20577"/>
        <pc:sldMkLst>
          <pc:docMk/>
          <pc:sldMk cId="1635056561" sldId="506"/>
        </pc:sldMkLst>
        <pc:picChg chg="add del">
          <ac:chgData name="张 智" userId="36bdf691fd3510be" providerId="LiveId" clId="{DAB28B79-E42D-4CBB-A9A3-10B10E83C735}" dt="2024-04-14T13:34:48.901" v="2176" actId="478"/>
          <ac:picMkLst>
            <pc:docMk/>
            <pc:sldMk cId="1635056561" sldId="506"/>
            <ac:picMk id="3" creationId="{66C7F6C6-4453-4037-A504-2A3C7275CCF7}"/>
          </ac:picMkLst>
        </pc:picChg>
        <pc:picChg chg="add del">
          <ac:chgData name="张 智" userId="36bdf691fd3510be" providerId="LiveId" clId="{DAB28B79-E42D-4CBB-A9A3-10B10E83C735}" dt="2024-04-14T13:34:46.737" v="2174" actId="22"/>
          <ac:picMkLst>
            <pc:docMk/>
            <pc:sldMk cId="1635056561" sldId="506"/>
            <ac:picMk id="4" creationId="{233EE157-51F0-4EB5-8A3B-A6D2EF67B70C}"/>
          </ac:picMkLst>
        </pc:picChg>
        <pc:picChg chg="add mod">
          <ac:chgData name="张 智" userId="36bdf691fd3510be" providerId="LiveId" clId="{DAB28B79-E42D-4CBB-A9A3-10B10E83C735}" dt="2024-04-14T13:34:56.116" v="2180" actId="1076"/>
          <ac:picMkLst>
            <pc:docMk/>
            <pc:sldMk cId="1635056561" sldId="506"/>
            <ac:picMk id="6" creationId="{D37F2A09-4F1B-4C1B-8EB2-0B0C47ECBACE}"/>
          </ac:picMkLst>
        </pc:picChg>
      </pc:sldChg>
      <pc:sldChg chg="addSp delSp modSp mod modNotesTx">
        <pc:chgData name="张 智" userId="36bdf691fd3510be" providerId="LiveId" clId="{DAB28B79-E42D-4CBB-A9A3-10B10E83C735}" dt="2024-04-15T05:43:35.497" v="8753" actId="20577"/>
        <pc:sldMkLst>
          <pc:docMk/>
          <pc:sldMk cId="3447878456" sldId="507"/>
        </pc:sldMkLst>
        <pc:spChg chg="add mod">
          <ac:chgData name="张 智" userId="36bdf691fd3510be" providerId="LiveId" clId="{DAB28B79-E42D-4CBB-A9A3-10B10E83C735}" dt="2024-04-15T02:38:26.981" v="6797" actId="1076"/>
          <ac:spMkLst>
            <pc:docMk/>
            <pc:sldMk cId="3447878456" sldId="507"/>
            <ac:spMk id="4" creationId="{237A33FF-0801-4048-A2BA-783A2F330067}"/>
          </ac:spMkLst>
        </pc:spChg>
        <pc:picChg chg="add mod">
          <ac:chgData name="张 智" userId="36bdf691fd3510be" providerId="LiveId" clId="{DAB28B79-E42D-4CBB-A9A3-10B10E83C735}" dt="2024-04-14T13:35:57.324" v="2185" actId="14100"/>
          <ac:picMkLst>
            <pc:docMk/>
            <pc:sldMk cId="3447878456" sldId="507"/>
            <ac:picMk id="3" creationId="{08430CA4-DE97-4DF3-81A8-01A8695FEE4F}"/>
          </ac:picMkLst>
        </pc:picChg>
        <pc:picChg chg="del">
          <ac:chgData name="张 智" userId="36bdf691fd3510be" providerId="LiveId" clId="{DAB28B79-E42D-4CBB-A9A3-10B10E83C735}" dt="2024-04-14T13:35:50.514" v="2181" actId="478"/>
          <ac:picMkLst>
            <pc:docMk/>
            <pc:sldMk cId="3447878456" sldId="507"/>
            <ac:picMk id="6" creationId="{4C82B634-8C5E-4782-A3CA-B940D46F2208}"/>
          </ac:picMkLst>
        </pc:picChg>
      </pc:sldChg>
      <pc:sldChg chg="addSp delSp modSp mod modNotesTx">
        <pc:chgData name="张 智" userId="36bdf691fd3510be" providerId="LiveId" clId="{DAB28B79-E42D-4CBB-A9A3-10B10E83C735}" dt="2024-04-15T05:45:03.405" v="8821" actId="20577"/>
        <pc:sldMkLst>
          <pc:docMk/>
          <pc:sldMk cId="3700541804" sldId="509"/>
        </pc:sldMkLst>
        <pc:picChg chg="add del">
          <ac:chgData name="张 智" userId="36bdf691fd3510be" providerId="LiveId" clId="{DAB28B79-E42D-4CBB-A9A3-10B10E83C735}" dt="2024-04-14T13:40:04.206" v="2220" actId="478"/>
          <ac:picMkLst>
            <pc:docMk/>
            <pc:sldMk cId="3700541804" sldId="509"/>
            <ac:picMk id="3" creationId="{025689F2-A429-47B7-9783-5F975E467F00}"/>
          </ac:picMkLst>
        </pc:picChg>
        <pc:picChg chg="add mod">
          <ac:chgData name="张 智" userId="36bdf691fd3510be" providerId="LiveId" clId="{DAB28B79-E42D-4CBB-A9A3-10B10E83C735}" dt="2024-04-14T13:40:46.636" v="2224" actId="1076"/>
          <ac:picMkLst>
            <pc:docMk/>
            <pc:sldMk cId="3700541804" sldId="509"/>
            <ac:picMk id="4" creationId="{8267098C-FF48-4DC0-A945-24E2E13A161F}"/>
          </ac:picMkLst>
        </pc:picChg>
      </pc:sldChg>
      <pc:sldChg chg="addSp delSp modSp mod modNotesTx">
        <pc:chgData name="张 智" userId="36bdf691fd3510be" providerId="LiveId" clId="{DAB28B79-E42D-4CBB-A9A3-10B10E83C735}" dt="2024-04-15T05:48:48.783" v="8867" actId="20577"/>
        <pc:sldMkLst>
          <pc:docMk/>
          <pc:sldMk cId="2553333660" sldId="510"/>
        </pc:sldMkLst>
        <pc:picChg chg="add mod">
          <ac:chgData name="张 智" userId="36bdf691fd3510be" providerId="LiveId" clId="{DAB28B79-E42D-4CBB-A9A3-10B10E83C735}" dt="2024-04-14T13:42:49.380" v="2261" actId="1076"/>
          <ac:picMkLst>
            <pc:docMk/>
            <pc:sldMk cId="2553333660" sldId="510"/>
            <ac:picMk id="3" creationId="{F8967015-A0B8-43BC-88AB-57E065D2BF06}"/>
          </ac:picMkLst>
        </pc:picChg>
        <pc:picChg chg="mod">
          <ac:chgData name="张 智" userId="36bdf691fd3510be" providerId="LiveId" clId="{DAB28B79-E42D-4CBB-A9A3-10B10E83C735}" dt="2024-04-14T13:42:42.199" v="2259" actId="1076"/>
          <ac:picMkLst>
            <pc:docMk/>
            <pc:sldMk cId="2553333660" sldId="510"/>
            <ac:picMk id="4" creationId="{21357C84-286A-4FC5-B85F-92618256E99F}"/>
          </ac:picMkLst>
        </pc:picChg>
        <pc:picChg chg="del">
          <ac:chgData name="张 智" userId="36bdf691fd3510be" providerId="LiveId" clId="{DAB28B79-E42D-4CBB-A9A3-10B10E83C735}" dt="2024-04-14T13:41:53.180" v="2255" actId="478"/>
          <ac:picMkLst>
            <pc:docMk/>
            <pc:sldMk cId="2553333660" sldId="510"/>
            <ac:picMk id="8" creationId="{090C4256-44F0-4287-874F-7E426B22874F}"/>
          </ac:picMkLst>
        </pc:picChg>
      </pc:sldChg>
      <pc:sldChg chg="modNotesTx">
        <pc:chgData name="张 智" userId="36bdf691fd3510be" providerId="LiveId" clId="{DAB28B79-E42D-4CBB-A9A3-10B10E83C735}" dt="2024-04-14T12:24:51.533" v="1280" actId="20577"/>
        <pc:sldMkLst>
          <pc:docMk/>
          <pc:sldMk cId="4234484210" sldId="511"/>
        </pc:sldMkLst>
      </pc:sldChg>
      <pc:sldChg chg="del">
        <pc:chgData name="张 智" userId="36bdf691fd3510be" providerId="LiveId" clId="{DAB28B79-E42D-4CBB-A9A3-10B10E83C735}" dt="2024-04-15T06:31:39.582" v="9267" actId="2696"/>
        <pc:sldMkLst>
          <pc:docMk/>
          <pc:sldMk cId="646598476" sldId="513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3078018119" sldId="513"/>
        </pc:sldMkLst>
      </pc:sldChg>
      <pc:sldChg chg="add del">
        <pc:chgData name="张 智" userId="36bdf691fd3510be" providerId="LiveId" clId="{DAB28B79-E42D-4CBB-A9A3-10B10E83C735}" dt="2024-04-15T03:05:33.814" v="7774" actId="2696"/>
        <pc:sldMkLst>
          <pc:docMk/>
          <pc:sldMk cId="1432872847" sldId="514"/>
        </pc:sldMkLst>
      </pc:sldChg>
      <pc:sldChg chg="del">
        <pc:chgData name="张 智" userId="36bdf691fd3510be" providerId="LiveId" clId="{DAB28B79-E42D-4CBB-A9A3-10B10E83C735}" dt="2024-04-15T06:31:39.582" v="9267" actId="2696"/>
        <pc:sldMkLst>
          <pc:docMk/>
          <pc:sldMk cId="3212531070" sldId="515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3650066078" sldId="515"/>
        </pc:sldMkLst>
      </pc:sldChg>
      <pc:sldChg chg="del modNotesTx">
        <pc:chgData name="张 智" userId="36bdf691fd3510be" providerId="LiveId" clId="{DAB28B79-E42D-4CBB-A9A3-10B10E83C735}" dt="2024-04-15T06:31:39.582" v="9267" actId="2696"/>
        <pc:sldMkLst>
          <pc:docMk/>
          <pc:sldMk cId="36083996" sldId="516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2074940148" sldId="516"/>
        </pc:sldMkLst>
      </pc:sldChg>
      <pc:sldChg chg="modSp del mod modNotesTx">
        <pc:chgData name="张 智" userId="36bdf691fd3510be" providerId="LiveId" clId="{DAB28B79-E42D-4CBB-A9A3-10B10E83C735}" dt="2024-04-15T06:31:39.582" v="9267" actId="2696"/>
        <pc:sldMkLst>
          <pc:docMk/>
          <pc:sldMk cId="631512796" sldId="517"/>
        </pc:sldMkLst>
        <pc:spChg chg="mod">
          <ac:chgData name="张 智" userId="36bdf691fd3510be" providerId="LiveId" clId="{DAB28B79-E42D-4CBB-A9A3-10B10E83C735}" dt="2024-04-15T03:13:19.228" v="8068" actId="1036"/>
          <ac:spMkLst>
            <pc:docMk/>
            <pc:sldMk cId="631512796" sldId="517"/>
            <ac:spMk id="13" creationId="{5BEA751E-C436-40B8-A8A7-2D245683A5E0}"/>
          </ac:spMkLst>
        </pc:spChg>
        <pc:picChg chg="mod">
          <ac:chgData name="张 智" userId="36bdf691fd3510be" providerId="LiveId" clId="{DAB28B79-E42D-4CBB-A9A3-10B10E83C735}" dt="2024-04-15T03:13:13.468" v="8055" actId="1076"/>
          <ac:picMkLst>
            <pc:docMk/>
            <pc:sldMk cId="631512796" sldId="517"/>
            <ac:picMk id="5" creationId="{71C077FD-43D4-46E4-A95C-D0CE2DC2395F}"/>
          </ac:picMkLst>
        </pc:picChg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3193309092" sldId="517"/>
        </pc:sldMkLst>
      </pc:sldChg>
      <pc:sldChg chg="modSp add del mod modNotesTx">
        <pc:chgData name="张 智" userId="36bdf691fd3510be" providerId="LiveId" clId="{DAB28B79-E42D-4CBB-A9A3-10B10E83C735}" dt="2024-04-15T03:05:35.762" v="7775" actId="2696"/>
        <pc:sldMkLst>
          <pc:docMk/>
          <pc:sldMk cId="1565945316" sldId="518"/>
        </pc:sldMkLst>
        <pc:spChg chg="mod">
          <ac:chgData name="张 智" userId="36bdf691fd3510be" providerId="LiveId" clId="{DAB28B79-E42D-4CBB-A9A3-10B10E83C735}" dt="2024-04-14T14:31:41.617" v="2351" actId="20577"/>
          <ac:spMkLst>
            <pc:docMk/>
            <pc:sldMk cId="1565945316" sldId="518"/>
            <ac:spMk id="12" creationId="{7A1ED684-F9C9-4771-B12F-8B3F10F0B4C0}"/>
          </ac:spMkLst>
        </pc:spChg>
      </pc:sldChg>
      <pc:sldChg chg="del modNotesTx">
        <pc:chgData name="张 智" userId="36bdf691fd3510be" providerId="LiveId" clId="{DAB28B79-E42D-4CBB-A9A3-10B10E83C735}" dt="2024-04-15T06:31:39.582" v="9267" actId="2696"/>
        <pc:sldMkLst>
          <pc:docMk/>
          <pc:sldMk cId="447307664" sldId="519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861356693" sldId="519"/>
        </pc:sldMkLst>
      </pc:sldChg>
      <pc:sldChg chg="del">
        <pc:chgData name="张 智" userId="36bdf691fd3510be" providerId="LiveId" clId="{DAB28B79-E42D-4CBB-A9A3-10B10E83C735}" dt="2024-04-15T06:31:39.582" v="9267" actId="2696"/>
        <pc:sldMkLst>
          <pc:docMk/>
          <pc:sldMk cId="1850370754" sldId="521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2004519453" sldId="521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1905110147" sldId="522"/>
        </pc:sldMkLst>
      </pc:sldChg>
      <pc:sldChg chg="del modNotesTx">
        <pc:chgData name="张 智" userId="36bdf691fd3510be" providerId="LiveId" clId="{DAB28B79-E42D-4CBB-A9A3-10B10E83C735}" dt="2024-04-15T06:31:39.582" v="9267" actId="2696"/>
        <pc:sldMkLst>
          <pc:docMk/>
          <pc:sldMk cId="3587041249" sldId="522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1644274452" sldId="523"/>
        </pc:sldMkLst>
      </pc:sldChg>
      <pc:sldChg chg="del modNotesTx">
        <pc:chgData name="张 智" userId="36bdf691fd3510be" providerId="LiveId" clId="{DAB28B79-E42D-4CBB-A9A3-10B10E83C735}" dt="2024-04-15T06:31:39.582" v="9267" actId="2696"/>
        <pc:sldMkLst>
          <pc:docMk/>
          <pc:sldMk cId="3514740102" sldId="523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1250854899" sldId="524"/>
        </pc:sldMkLst>
      </pc:sldChg>
      <pc:sldChg chg="addSp delSp modSp del mod">
        <pc:chgData name="张 智" userId="36bdf691fd3510be" providerId="LiveId" clId="{DAB28B79-E42D-4CBB-A9A3-10B10E83C735}" dt="2024-04-15T06:31:39.582" v="9267" actId="2696"/>
        <pc:sldMkLst>
          <pc:docMk/>
          <pc:sldMk cId="4008920715" sldId="524"/>
        </pc:sldMkLst>
        <pc:picChg chg="add mod">
          <ac:chgData name="张 智" userId="36bdf691fd3510be" providerId="LiveId" clId="{DAB28B79-E42D-4CBB-A9A3-10B10E83C735}" dt="2024-04-14T15:06:43.378" v="2469" actId="1038"/>
          <ac:picMkLst>
            <pc:docMk/>
            <pc:sldMk cId="4008920715" sldId="524"/>
            <ac:picMk id="3" creationId="{BDBE1195-5E93-4B81-8F91-967BBDD5A510}"/>
          </ac:picMkLst>
        </pc:picChg>
        <pc:picChg chg="del">
          <ac:chgData name="张 智" userId="36bdf691fd3510be" providerId="LiveId" clId="{DAB28B79-E42D-4CBB-A9A3-10B10E83C735}" dt="2024-04-14T15:05:44.490" v="2455" actId="478"/>
          <ac:picMkLst>
            <pc:docMk/>
            <pc:sldMk cId="4008920715" sldId="524"/>
            <ac:picMk id="4" creationId="{BE7172D3-75C5-4E6B-A506-FDC2791B1416}"/>
          </ac:picMkLst>
        </pc:picChg>
        <pc:picChg chg="add mod">
          <ac:chgData name="张 智" userId="36bdf691fd3510be" providerId="LiveId" clId="{DAB28B79-E42D-4CBB-A9A3-10B10E83C735}" dt="2024-04-14T15:06:43.378" v="2469" actId="1038"/>
          <ac:picMkLst>
            <pc:docMk/>
            <pc:sldMk cId="4008920715" sldId="524"/>
            <ac:picMk id="6" creationId="{571BB74B-6159-4832-A4C6-B465C0F3B72C}"/>
          </ac:picMkLst>
        </pc:picChg>
      </pc:sldChg>
      <pc:sldChg chg="modSp add mod modNotesTx">
        <pc:chgData name="张 智" userId="36bdf691fd3510be" providerId="LiveId" clId="{DAB28B79-E42D-4CBB-A9A3-10B10E83C735}" dt="2024-04-15T06:32:30.749" v="9272" actId="20577"/>
        <pc:sldMkLst>
          <pc:docMk/>
          <pc:sldMk cId="2383364369" sldId="525"/>
        </pc:sldMkLst>
        <pc:spChg chg="mod">
          <ac:chgData name="张 智" userId="36bdf691fd3510be" providerId="LiveId" clId="{DAB28B79-E42D-4CBB-A9A3-10B10E83C735}" dt="2024-04-15T05:16:32.581" v="8572" actId="20577"/>
          <ac:spMkLst>
            <pc:docMk/>
            <pc:sldMk cId="2383364369" sldId="525"/>
            <ac:spMk id="5" creationId="{7B5CCB9A-CAAC-4278-82F3-30F13CAC3E88}"/>
          </ac:spMkLst>
        </pc:spChg>
      </pc:sldChg>
      <pc:sldChg chg="del modNotesTx">
        <pc:chgData name="张 智" userId="36bdf691fd3510be" providerId="LiveId" clId="{DAB28B79-E42D-4CBB-A9A3-10B10E83C735}" dt="2024-04-14T12:52:18.841" v="1530" actId="2696"/>
        <pc:sldMkLst>
          <pc:docMk/>
          <pc:sldMk cId="4129353062" sldId="525"/>
        </pc:sldMkLst>
      </pc:sldChg>
      <pc:sldChg chg="modSp del mod modNotesTx">
        <pc:chgData name="张 智" userId="36bdf691fd3510be" providerId="LiveId" clId="{DAB28B79-E42D-4CBB-A9A3-10B10E83C735}" dt="2024-04-14T12:52:18.841" v="1530" actId="2696"/>
        <pc:sldMkLst>
          <pc:docMk/>
          <pc:sldMk cId="746592342" sldId="526"/>
        </pc:sldMkLst>
        <pc:spChg chg="mod">
          <ac:chgData name="张 智" userId="36bdf691fd3510be" providerId="LiveId" clId="{DAB28B79-E42D-4CBB-A9A3-10B10E83C735}" dt="2024-04-14T11:50:18.020" v="1226" actId="207"/>
          <ac:spMkLst>
            <pc:docMk/>
            <pc:sldMk cId="746592342" sldId="526"/>
            <ac:spMk id="5" creationId="{7B5CCB9A-CAAC-4278-82F3-30F13CAC3E88}"/>
          </ac:spMkLst>
        </pc:spChg>
      </pc:sldChg>
      <pc:sldChg chg="modSp add mod modNotesTx">
        <pc:chgData name="张 智" userId="36bdf691fd3510be" providerId="LiveId" clId="{DAB28B79-E42D-4CBB-A9A3-10B10E83C735}" dt="2024-04-15T01:10:35.893" v="3386" actId="20577"/>
        <pc:sldMkLst>
          <pc:docMk/>
          <pc:sldMk cId="1827250401" sldId="526"/>
        </pc:sldMkLst>
        <pc:spChg chg="mod">
          <ac:chgData name="张 智" userId="36bdf691fd3510be" providerId="LiveId" clId="{DAB28B79-E42D-4CBB-A9A3-10B10E83C735}" dt="2024-04-14T12:55:42.248" v="1642" actId="108"/>
          <ac:spMkLst>
            <pc:docMk/>
            <pc:sldMk cId="1827250401" sldId="526"/>
            <ac:spMk id="5" creationId="{7B5CCB9A-CAAC-4278-82F3-30F13CAC3E88}"/>
          </ac:spMkLst>
        </pc:spChg>
      </pc:sldChg>
      <pc:sldChg chg="addSp delSp del mod modNotesTx">
        <pc:chgData name="张 智" userId="36bdf691fd3510be" providerId="LiveId" clId="{DAB28B79-E42D-4CBB-A9A3-10B10E83C735}" dt="2024-04-15T06:31:39.582" v="9267" actId="2696"/>
        <pc:sldMkLst>
          <pc:docMk/>
          <pc:sldMk cId="3091133805" sldId="530"/>
        </pc:sldMkLst>
        <pc:picChg chg="add del">
          <ac:chgData name="张 智" userId="36bdf691fd3510be" providerId="LiveId" clId="{DAB28B79-E42D-4CBB-A9A3-10B10E83C735}" dt="2024-04-14T15:02:47.530" v="2452" actId="478"/>
          <ac:picMkLst>
            <pc:docMk/>
            <pc:sldMk cId="3091133805" sldId="530"/>
            <ac:picMk id="4" creationId="{FCDA48D8-8047-4D13-B2E8-84CDC9487A22}"/>
          </ac:picMkLst>
        </pc:picChg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3772440935" sldId="530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89159477" sldId="531"/>
        </pc:sldMkLst>
      </pc:sldChg>
      <pc:sldChg chg="del">
        <pc:chgData name="张 智" userId="36bdf691fd3510be" providerId="LiveId" clId="{DAB28B79-E42D-4CBB-A9A3-10B10E83C735}" dt="2024-04-15T06:31:39.582" v="9267" actId="2696"/>
        <pc:sldMkLst>
          <pc:docMk/>
          <pc:sldMk cId="1386952327" sldId="531"/>
        </pc:sldMkLst>
      </pc:sldChg>
      <pc:sldChg chg="del">
        <pc:chgData name="张 智" userId="36bdf691fd3510be" providerId="LiveId" clId="{DAB28B79-E42D-4CBB-A9A3-10B10E83C735}" dt="2024-04-15T06:31:39.582" v="9267" actId="2696"/>
        <pc:sldMkLst>
          <pc:docMk/>
          <pc:sldMk cId="193090510" sldId="533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2970429579" sldId="533"/>
        </pc:sldMkLst>
      </pc:sldChg>
      <pc:sldChg chg="del">
        <pc:chgData name="张 智" userId="36bdf691fd3510be" providerId="LiveId" clId="{DAB28B79-E42D-4CBB-A9A3-10B10E83C735}" dt="2024-04-15T06:31:39.582" v="9267" actId="2696"/>
        <pc:sldMkLst>
          <pc:docMk/>
          <pc:sldMk cId="44334794" sldId="534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4048360995" sldId="534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177643505" sldId="535"/>
        </pc:sldMkLst>
      </pc:sldChg>
      <pc:sldChg chg="del modNotesTx">
        <pc:chgData name="张 智" userId="36bdf691fd3510be" providerId="LiveId" clId="{DAB28B79-E42D-4CBB-A9A3-10B10E83C735}" dt="2024-04-15T06:31:39.582" v="9267" actId="2696"/>
        <pc:sldMkLst>
          <pc:docMk/>
          <pc:sldMk cId="1425850248" sldId="535"/>
        </pc:sldMkLst>
      </pc:sldChg>
      <pc:sldChg chg="del">
        <pc:chgData name="张 智" userId="36bdf691fd3510be" providerId="LiveId" clId="{DAB28B79-E42D-4CBB-A9A3-10B10E83C735}" dt="2024-04-15T06:31:39.582" v="9267" actId="2696"/>
        <pc:sldMkLst>
          <pc:docMk/>
          <pc:sldMk cId="2089502407" sldId="536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3538240858" sldId="536"/>
        </pc:sldMkLst>
      </pc:sldChg>
      <pc:sldChg chg="del">
        <pc:chgData name="张 智" userId="36bdf691fd3510be" providerId="LiveId" clId="{DAB28B79-E42D-4CBB-A9A3-10B10E83C735}" dt="2024-04-15T06:31:39.582" v="9267" actId="2696"/>
        <pc:sldMkLst>
          <pc:docMk/>
          <pc:sldMk cId="809515568" sldId="537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2593117152" sldId="537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2849986112" sldId="538"/>
        </pc:sldMkLst>
      </pc:sldChg>
      <pc:sldChg chg="del modNotesTx">
        <pc:chgData name="张 智" userId="36bdf691fd3510be" providerId="LiveId" clId="{DAB28B79-E42D-4CBB-A9A3-10B10E83C735}" dt="2024-04-15T06:31:39.582" v="9267" actId="2696"/>
        <pc:sldMkLst>
          <pc:docMk/>
          <pc:sldMk cId="4048418336" sldId="538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330209129" sldId="539"/>
        </pc:sldMkLst>
      </pc:sldChg>
      <pc:sldChg chg="del">
        <pc:chgData name="张 智" userId="36bdf691fd3510be" providerId="LiveId" clId="{DAB28B79-E42D-4CBB-A9A3-10B10E83C735}" dt="2024-04-15T06:31:39.582" v="9267" actId="2696"/>
        <pc:sldMkLst>
          <pc:docMk/>
          <pc:sldMk cId="832585121" sldId="539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2482545346" sldId="540"/>
        </pc:sldMkLst>
      </pc:sldChg>
      <pc:sldChg chg="del">
        <pc:chgData name="张 智" userId="36bdf691fd3510be" providerId="LiveId" clId="{DAB28B79-E42D-4CBB-A9A3-10B10E83C735}" dt="2024-04-15T06:31:39.582" v="9267" actId="2696"/>
        <pc:sldMkLst>
          <pc:docMk/>
          <pc:sldMk cId="3636995054" sldId="540"/>
        </pc:sldMkLst>
      </pc:sldChg>
      <pc:sldChg chg="del">
        <pc:chgData name="张 智" userId="36bdf691fd3510be" providerId="LiveId" clId="{DAB28B79-E42D-4CBB-A9A3-10B10E83C735}" dt="2024-04-15T06:31:39.582" v="9267" actId="2696"/>
        <pc:sldMkLst>
          <pc:docMk/>
          <pc:sldMk cId="1032367609" sldId="541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3699453606" sldId="541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147295076" sldId="542"/>
        </pc:sldMkLst>
      </pc:sldChg>
      <pc:sldChg chg="del modNotesTx">
        <pc:chgData name="张 智" userId="36bdf691fd3510be" providerId="LiveId" clId="{DAB28B79-E42D-4CBB-A9A3-10B10E83C735}" dt="2024-04-15T06:31:39.582" v="9267" actId="2696"/>
        <pc:sldMkLst>
          <pc:docMk/>
          <pc:sldMk cId="3897174157" sldId="542"/>
        </pc:sldMkLst>
      </pc:sldChg>
      <pc:sldChg chg="addSp delSp modSp del mod modNotesTx">
        <pc:chgData name="张 智" userId="36bdf691fd3510be" providerId="LiveId" clId="{DAB28B79-E42D-4CBB-A9A3-10B10E83C735}" dt="2024-04-15T06:31:39.582" v="9267" actId="2696"/>
        <pc:sldMkLst>
          <pc:docMk/>
          <pc:sldMk cId="3612713400" sldId="543"/>
        </pc:sldMkLst>
        <pc:picChg chg="add mod">
          <ac:chgData name="张 智" userId="36bdf691fd3510be" providerId="LiveId" clId="{DAB28B79-E42D-4CBB-A9A3-10B10E83C735}" dt="2024-04-14T15:09:29.666" v="2532" actId="14100"/>
          <ac:picMkLst>
            <pc:docMk/>
            <pc:sldMk cId="3612713400" sldId="543"/>
            <ac:picMk id="3" creationId="{83BDB571-C1B7-443B-8220-12A1846D4256}"/>
          </ac:picMkLst>
        </pc:picChg>
        <pc:picChg chg="del">
          <ac:chgData name="张 智" userId="36bdf691fd3510be" providerId="LiveId" clId="{DAB28B79-E42D-4CBB-A9A3-10B10E83C735}" dt="2024-04-14T15:08:36.904" v="2522" actId="478"/>
          <ac:picMkLst>
            <pc:docMk/>
            <pc:sldMk cId="3612713400" sldId="543"/>
            <ac:picMk id="4" creationId="{BE7172D3-75C5-4E6B-A506-FDC2791B1416}"/>
          </ac:picMkLst>
        </pc:picChg>
        <pc:picChg chg="add mod">
          <ac:chgData name="张 智" userId="36bdf691fd3510be" providerId="LiveId" clId="{DAB28B79-E42D-4CBB-A9A3-10B10E83C735}" dt="2024-04-14T15:09:31.283" v="2533" actId="1076"/>
          <ac:picMkLst>
            <pc:docMk/>
            <pc:sldMk cId="3612713400" sldId="543"/>
            <ac:picMk id="6" creationId="{FDB5E369-1471-4129-B32F-1D52FD2FD8BC}"/>
          </ac:picMkLst>
        </pc:picChg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3646882416" sldId="543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2649076992" sldId="544"/>
        </pc:sldMkLst>
      </pc:sldChg>
      <pc:sldChg chg="del modNotesTx">
        <pc:chgData name="张 智" userId="36bdf691fd3510be" providerId="LiveId" clId="{DAB28B79-E42D-4CBB-A9A3-10B10E83C735}" dt="2024-04-15T06:31:39.582" v="9267" actId="2696"/>
        <pc:sldMkLst>
          <pc:docMk/>
          <pc:sldMk cId="3081500958" sldId="544"/>
        </pc:sldMkLst>
      </pc:sldChg>
      <pc:sldChg chg="del">
        <pc:chgData name="张 智" userId="36bdf691fd3510be" providerId="LiveId" clId="{DAB28B79-E42D-4CBB-A9A3-10B10E83C735}" dt="2024-04-15T06:31:39.582" v="9267" actId="2696"/>
        <pc:sldMkLst>
          <pc:docMk/>
          <pc:sldMk cId="3551223016" sldId="545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4239119223" sldId="545"/>
        </pc:sldMkLst>
      </pc:sldChg>
      <pc:sldChg chg="modSp add mod modNotesTx">
        <pc:chgData name="张 智" userId="36bdf691fd3510be" providerId="LiveId" clId="{DAB28B79-E42D-4CBB-A9A3-10B10E83C735}" dt="2024-04-15T05:29:05.378" v="8628" actId="20577"/>
        <pc:sldMkLst>
          <pc:docMk/>
          <pc:sldMk cId="2309073967" sldId="546"/>
        </pc:sldMkLst>
        <pc:spChg chg="mod">
          <ac:chgData name="张 智" userId="36bdf691fd3510be" providerId="LiveId" clId="{DAB28B79-E42D-4CBB-A9A3-10B10E83C735}" dt="2024-04-15T05:29:05.378" v="8628" actId="20577"/>
          <ac:spMkLst>
            <pc:docMk/>
            <pc:sldMk cId="2309073967" sldId="546"/>
            <ac:spMk id="5" creationId="{7B5CCB9A-CAAC-4278-82F3-30F13CAC3E88}"/>
          </ac:spMkLst>
        </pc:spChg>
      </pc:sldChg>
      <pc:sldChg chg="modSp add del mod modNotesTx">
        <pc:chgData name="张 智" userId="36bdf691fd3510be" providerId="LiveId" clId="{DAB28B79-E42D-4CBB-A9A3-10B10E83C735}" dt="2024-04-14T13:26:02.764" v="1966" actId="2696"/>
        <pc:sldMkLst>
          <pc:docMk/>
          <pc:sldMk cId="2322682221" sldId="547"/>
        </pc:sldMkLst>
        <pc:spChg chg="mod">
          <ac:chgData name="张 智" userId="36bdf691fd3510be" providerId="LiveId" clId="{DAB28B79-E42D-4CBB-A9A3-10B10E83C735}" dt="2024-04-14T13:14:46.699" v="1742" actId="20577"/>
          <ac:spMkLst>
            <pc:docMk/>
            <pc:sldMk cId="2322682221" sldId="547"/>
            <ac:spMk id="5" creationId="{7B5CCB9A-CAAC-4278-82F3-30F13CAC3E88}"/>
          </ac:spMkLst>
        </pc:spChg>
      </pc:sldChg>
      <pc:sldChg chg="addSp delSp modSp add mod modNotesTx">
        <pc:chgData name="张 智" userId="36bdf691fd3510be" providerId="LiveId" clId="{DAB28B79-E42D-4CBB-A9A3-10B10E83C735}" dt="2024-04-15T02:23:17.833" v="6217" actId="20577"/>
        <pc:sldMkLst>
          <pc:docMk/>
          <pc:sldMk cId="1998758651" sldId="548"/>
        </pc:sldMkLst>
        <pc:picChg chg="mod">
          <ac:chgData name="张 智" userId="36bdf691fd3510be" providerId="LiveId" clId="{DAB28B79-E42D-4CBB-A9A3-10B10E83C735}" dt="2024-04-15T02:12:47" v="5602" actId="1076"/>
          <ac:picMkLst>
            <pc:docMk/>
            <pc:sldMk cId="1998758651" sldId="548"/>
            <ac:picMk id="3" creationId="{6996B1AB-DBF4-476E-B403-E2EE73F90D97}"/>
          </ac:picMkLst>
        </pc:picChg>
        <pc:picChg chg="del">
          <ac:chgData name="张 智" userId="36bdf691fd3510be" providerId="LiveId" clId="{DAB28B79-E42D-4CBB-A9A3-10B10E83C735}" dt="2024-04-14T12:43:01.101" v="1301" actId="478"/>
          <ac:picMkLst>
            <pc:docMk/>
            <pc:sldMk cId="1998758651" sldId="548"/>
            <ac:picMk id="4" creationId="{ACA18963-4FC8-4483-8A2F-5C1D87A43E0C}"/>
          </ac:picMkLst>
        </pc:picChg>
        <pc:cxnChg chg="add del mod">
          <ac:chgData name="张 智" userId="36bdf691fd3510be" providerId="LiveId" clId="{DAB28B79-E42D-4CBB-A9A3-10B10E83C735}" dt="2024-04-15T02:17:04.320" v="5653" actId="478"/>
          <ac:cxnSpMkLst>
            <pc:docMk/>
            <pc:sldMk cId="1998758651" sldId="548"/>
            <ac:cxnSpMk id="8" creationId="{F22F1322-FDCD-4159-B291-5A44DA35AA50}"/>
          </ac:cxnSpMkLst>
        </pc:cxnChg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1827031149" sldId="549"/>
        </pc:sldMkLst>
      </pc:sldChg>
      <pc:sldChg chg="modSp add del mod modNotesTx">
        <pc:chgData name="张 智" userId="36bdf691fd3510be" providerId="LiveId" clId="{DAB28B79-E42D-4CBB-A9A3-10B10E83C735}" dt="2024-04-15T06:31:39.582" v="9267" actId="2696"/>
        <pc:sldMkLst>
          <pc:docMk/>
          <pc:sldMk cId="2595022067" sldId="549"/>
        </pc:sldMkLst>
        <pc:picChg chg="mod">
          <ac:chgData name="张 智" userId="36bdf691fd3510be" providerId="LiveId" clId="{DAB28B79-E42D-4CBB-A9A3-10B10E83C735}" dt="2024-04-14T15:02:21.060" v="2450" actId="14100"/>
          <ac:picMkLst>
            <pc:docMk/>
            <pc:sldMk cId="2595022067" sldId="549"/>
            <ac:picMk id="4" creationId="{FCDA48D8-8047-4D13-B2E8-84CDC9487A22}"/>
          </ac:picMkLst>
        </pc:picChg>
        <pc:picChg chg="mod">
          <ac:chgData name="张 智" userId="36bdf691fd3510be" providerId="LiveId" clId="{DAB28B79-E42D-4CBB-A9A3-10B10E83C735}" dt="2024-04-14T15:02:15.164" v="2447" actId="1076"/>
          <ac:picMkLst>
            <pc:docMk/>
            <pc:sldMk cId="2595022067" sldId="549"/>
            <ac:picMk id="24" creationId="{7D770456-6F9F-4C9F-8A1D-53814B8F30E3}"/>
          </ac:picMkLst>
        </pc:picChg>
      </pc:sldChg>
      <pc:sldChg chg="add del modNotesTx">
        <pc:chgData name="张 智" userId="36bdf691fd3510be" providerId="LiveId" clId="{DAB28B79-E42D-4CBB-A9A3-10B10E83C735}" dt="2024-04-15T06:31:39.582" v="9267" actId="2696"/>
        <pc:sldMkLst>
          <pc:docMk/>
          <pc:sldMk cId="2660551109" sldId="550"/>
        </pc:sldMkLst>
      </pc:sldChg>
      <pc:sldChg chg="add">
        <pc:chgData name="张 智" userId="36bdf691fd3510be" providerId="LiveId" clId="{DAB28B79-E42D-4CBB-A9A3-10B10E83C735}" dt="2024-04-15T06:31:45.765" v="9268"/>
        <pc:sldMkLst>
          <pc:docMk/>
          <pc:sldMk cId="3311270867" sldId="55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D7260-B7E4-B548-BD1F-84ED14536037}" type="datetimeFigureOut">
              <a:rPr lang="en-AU" smtClean="0"/>
              <a:t>6/04/2025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30C05-EF6C-9847-8923-580D76870F8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3409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209217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331583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167274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997066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905DCECA-C050-482C-8F8B-8D0508012B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9501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444B660A-C115-42B8-889F-50962CEDA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95694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050606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40846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21894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4489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81880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354740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238928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506796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986361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363503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021025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638430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753832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D66FB-8C12-39C4-D298-927B41D15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91C210F0-63A1-AD6B-9902-643B656C25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372129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062062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563111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66706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253322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4662494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860829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1719192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5214603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3538899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9794271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4246443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E658EC99-F1E9-439E-A40D-F097B4B53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6489967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FD900-9238-B41F-6017-AF8FF689B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AAF5BBF7-E428-9633-4274-7653F9E490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146076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78335-E776-6489-CF8A-B43E7070B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61D8DB21-5CA1-1513-D8A6-FDBBD3978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13760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D240B-2DC1-E6DA-89B4-792009E17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7969C946-AC76-A615-8D8F-C190DA6D6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1360539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619ED-FCB7-CC2C-0A94-905FFC4AD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03812375-9549-B2D7-D44E-554CEB529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8240770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1738DDE4-E40D-432A-BF17-4D46EF89B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3721099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1738DDE4-E40D-432A-BF17-4D46EF89B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39733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9218608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74200-3F66-9309-63CC-488280010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CCDD7-63A5-13EB-85E2-69C511C440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3C0736-15FD-4CF9-FEEF-D90CD05594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ED0485-377F-C800-C172-96642F849C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6479557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314AF099-EB78-484B-A88A-C69D4135F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DCEF4E50-3609-4D2D-A085-1E3B85013B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515687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8322064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DCEF4E50-3609-4D2D-A085-1E3B85013B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2609995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DCEF4E50-3609-4D2D-A085-1E3B85013B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3446325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7694371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2934757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716395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555355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6028925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6464823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9458144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092894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914765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767420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1953323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6044018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238573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2547177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9877240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8259091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Symbol" panose="05050102010706020507" pitchFamily="18" charset="2"/>
              <a:buNone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8398817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291319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4/6/2025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9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4/6/2025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118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4/6/2025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894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4/6/2025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2988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4/6/2025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553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4/6/2025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9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4/6/2025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986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4/6/2025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58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4/6/2025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93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4/6/2025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17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4/6/2025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4/6/2025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37229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4/6/2025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4648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4/6/2025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530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4/6/2025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571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4/6/2025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5967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4/6/2025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992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4/6/2025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3989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9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9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7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8E16CA-BF32-4E68-AAAF-189A3408C6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3986" b="1744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4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271651" y="1762886"/>
            <a:ext cx="7656919" cy="3332229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:a16="http://schemas.microsoft.com/office/drawing/2014/main" xmlns:p14="http://schemas.microsoft.com/office/powerpoint/2010/main"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2B5DE-6445-CC49-9F8E-7C9072991A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0733" y="2074339"/>
            <a:ext cx="7219954" cy="182880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CITS1003 Introduction to Cybersecurity</a:t>
            </a:r>
            <a:br>
              <a:rPr lang="en-US" sz="4800" dirty="0"/>
            </a:br>
            <a:r>
              <a:rPr lang="en-US" sz="4800" dirty="0"/>
              <a:t>[7] Incidents exercises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04B053-88E2-6F47-B5CB-F0B21DD68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0733" y="3903138"/>
            <a:ext cx="7219954" cy="104986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20D1FF"/>
                </a:solidFill>
              </a:rPr>
              <a:t>Dr Garrison Gao</a:t>
            </a:r>
          </a:p>
        </p:txBody>
      </p:sp>
    </p:spTree>
    <p:extLst>
      <p:ext uri="{BB962C8B-B14F-4D97-AF65-F5344CB8AC3E}">
        <p14:creationId xmlns:p14="http://schemas.microsoft.com/office/powerpoint/2010/main" val="107758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3C775-F90B-4139-9795-E71E0EF57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042416"/>
            <a:ext cx="10353762" cy="4748783"/>
          </a:xfrm>
        </p:spPr>
        <p:txBody>
          <a:bodyPr/>
          <a:lstStyle/>
          <a:p>
            <a:r>
              <a:rPr lang="en-AU" sz="2800" dirty="0"/>
              <a:t>Incident Analysis and Modelling</a:t>
            </a:r>
            <a:endParaRPr lang="en-AU" sz="2600" dirty="0"/>
          </a:p>
          <a:p>
            <a:pPr lvl="1"/>
            <a:r>
              <a:rPr lang="en-AU" sz="2600" dirty="0" err="1"/>
              <a:t>ADTool</a:t>
            </a:r>
            <a:endParaRPr lang="en-AU" sz="2600" dirty="0"/>
          </a:p>
          <a:p>
            <a:pPr lvl="1"/>
            <a:r>
              <a:rPr lang="en-AU" sz="2600" dirty="0"/>
              <a:t>CALDERA</a:t>
            </a:r>
          </a:p>
          <a:p>
            <a:pPr marL="3690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48406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70746"/>
            <a:ext cx="10353762" cy="935421"/>
          </a:xfrm>
        </p:spPr>
        <p:txBody>
          <a:bodyPr/>
          <a:lstStyle/>
          <a:p>
            <a:r>
              <a:rPr lang="en-AU" dirty="0" err="1"/>
              <a:t>ADTool</a:t>
            </a:r>
            <a:endParaRPr lang="en-AU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B5CCB9A-CAAC-4278-82F3-30F13CAC3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8" y="1571625"/>
            <a:ext cx="11411722" cy="3714749"/>
          </a:xfrm>
        </p:spPr>
        <p:txBody>
          <a:bodyPr>
            <a:normAutofit/>
          </a:bodyPr>
          <a:lstStyle/>
          <a:p>
            <a:r>
              <a:rPr lang="en-AU" sz="2800" dirty="0"/>
              <a:t>What is </a:t>
            </a:r>
            <a:r>
              <a:rPr lang="en-US" sz="2800" dirty="0" err="1"/>
              <a:t>ADTool</a:t>
            </a:r>
            <a:r>
              <a:rPr lang="en-US" sz="2800" dirty="0"/>
              <a:t>?</a:t>
            </a:r>
          </a:p>
          <a:p>
            <a:pPr lvl="1"/>
            <a:r>
              <a:rPr lang="en-US" sz="2800" dirty="0" err="1"/>
              <a:t>ADTool</a:t>
            </a:r>
            <a:r>
              <a:rPr lang="en-US" sz="2800" dirty="0"/>
              <a:t>, short for Attack-Defense Tree Tool, allows a user to </a:t>
            </a:r>
            <a:r>
              <a:rPr lang="en-US" sz="2800" dirty="0">
                <a:solidFill>
                  <a:srgbClr val="FF0000"/>
                </a:solidFill>
              </a:rPr>
              <a:t>model and analyze attack-defense scenarios </a:t>
            </a:r>
            <a:r>
              <a:rPr lang="en-US" sz="2800" dirty="0"/>
              <a:t>using attack-defense trees.</a:t>
            </a:r>
          </a:p>
          <a:p>
            <a:pPr lvl="1"/>
            <a:r>
              <a:rPr lang="en-US" sz="2800" dirty="0"/>
              <a:t>Attack-Defense tree is an </a:t>
            </a:r>
            <a:r>
              <a:rPr lang="en-US" sz="2800" dirty="0">
                <a:solidFill>
                  <a:srgbClr val="FF0000"/>
                </a:solidFill>
              </a:rPr>
              <a:t>extension of attack tree </a:t>
            </a:r>
            <a:r>
              <a:rPr lang="en-AU" sz="2800" dirty="0"/>
              <a:t>by including not only the actions of an attacker, but also </a:t>
            </a:r>
            <a:r>
              <a:rPr lang="en-AU" sz="2800" dirty="0">
                <a:solidFill>
                  <a:srgbClr val="FF0000"/>
                </a:solidFill>
              </a:rPr>
              <a:t>possible counteractions of a defender</a:t>
            </a:r>
            <a:r>
              <a:rPr lang="en-AU" sz="2800" dirty="0"/>
              <a:t>.</a:t>
            </a:r>
            <a:endParaRPr lang="en-US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75310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94592"/>
            <a:ext cx="10353762" cy="935421"/>
          </a:xfrm>
        </p:spPr>
        <p:txBody>
          <a:bodyPr/>
          <a:lstStyle/>
          <a:p>
            <a:r>
              <a:rPr lang="en-AU" dirty="0" err="1"/>
              <a:t>ADTool</a:t>
            </a:r>
            <a:endParaRPr lang="en-AU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B5CCB9A-CAAC-4278-82F3-30F13CAC3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297" y="1030013"/>
            <a:ext cx="11625775" cy="3714749"/>
          </a:xfrm>
        </p:spPr>
        <p:txBody>
          <a:bodyPr>
            <a:normAutofit/>
          </a:bodyPr>
          <a:lstStyle/>
          <a:p>
            <a:r>
              <a:rPr lang="en-AU" sz="2800" dirty="0"/>
              <a:t>Installation</a:t>
            </a:r>
            <a:endParaRPr lang="en-US" sz="2800" dirty="0"/>
          </a:p>
          <a:p>
            <a:pPr lvl="1"/>
            <a:r>
              <a:rPr lang="en-US" sz="2800" dirty="0"/>
              <a:t>In a windows OS, download JDK (Java Development Kit): </a:t>
            </a:r>
            <a:endParaRPr lang="en-US" sz="2800" dirty="0">
              <a:solidFill>
                <a:schemeClr val="accent1"/>
              </a:solidFill>
            </a:endParaRPr>
          </a:p>
          <a:p>
            <a:pPr lvl="2"/>
            <a:r>
              <a:rPr lang="en-US" sz="2600" dirty="0"/>
              <a:t>Filename: jdk-23_windows-x64_bin.exe</a:t>
            </a:r>
          </a:p>
          <a:p>
            <a:pPr lvl="2"/>
            <a:r>
              <a:rPr lang="en-US" sz="2400" dirty="0">
                <a:solidFill>
                  <a:schemeClr val="accent1"/>
                </a:solidFill>
              </a:rPr>
              <a:t>https://www.oracle.com/java/technologies/downloads/</a:t>
            </a:r>
            <a:endParaRPr lang="en-US" sz="2600" dirty="0"/>
          </a:p>
          <a:p>
            <a:pPr lvl="1"/>
            <a:r>
              <a:rPr lang="en-US" sz="2800" dirty="0"/>
              <a:t>Install JDK</a:t>
            </a:r>
          </a:p>
          <a:p>
            <a:pPr lvl="2"/>
            <a:r>
              <a:rPr lang="en-US" sz="2600" dirty="0"/>
              <a:t>Double click the exe file</a:t>
            </a:r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38687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94592"/>
            <a:ext cx="10353762" cy="935421"/>
          </a:xfrm>
        </p:spPr>
        <p:txBody>
          <a:bodyPr/>
          <a:lstStyle/>
          <a:p>
            <a:r>
              <a:rPr lang="en-AU" dirty="0" err="1"/>
              <a:t>ADTool</a:t>
            </a:r>
            <a:endParaRPr lang="en-AU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B5CCB9A-CAAC-4278-82F3-30F13CAC3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297" y="1030013"/>
            <a:ext cx="11625775" cy="3714749"/>
          </a:xfrm>
        </p:spPr>
        <p:txBody>
          <a:bodyPr>
            <a:normAutofit/>
          </a:bodyPr>
          <a:lstStyle/>
          <a:p>
            <a:r>
              <a:rPr lang="en-AU" sz="2800" dirty="0"/>
              <a:t>Installation</a:t>
            </a:r>
            <a:endParaRPr lang="en-US" sz="2800" dirty="0"/>
          </a:p>
          <a:p>
            <a:pPr lvl="1"/>
            <a:r>
              <a:rPr lang="en-US" sz="2800" dirty="0"/>
              <a:t>Download JDK</a:t>
            </a:r>
          </a:p>
          <a:p>
            <a:pPr lvl="1"/>
            <a:r>
              <a:rPr lang="en-US" sz="2800" dirty="0"/>
              <a:t>Install JDK</a:t>
            </a:r>
          </a:p>
          <a:p>
            <a:pPr lvl="1"/>
            <a:r>
              <a:rPr lang="en-US" sz="2800" dirty="0"/>
              <a:t>Download </a:t>
            </a:r>
            <a:r>
              <a:rPr lang="en-US" sz="2800" dirty="0" err="1"/>
              <a:t>ADTool</a:t>
            </a:r>
            <a:r>
              <a:rPr lang="en-US" sz="2800" dirty="0"/>
              <a:t>: </a:t>
            </a:r>
            <a:r>
              <a:rPr lang="en-AU" sz="2800" dirty="0">
                <a:solidFill>
                  <a:schemeClr val="accent1"/>
                </a:solidFill>
              </a:rPr>
              <a:t>https://satoss.uni.lu/members/piotr/adtool/</a:t>
            </a:r>
            <a:r>
              <a:rPr lang="en-US" sz="2800" dirty="0"/>
              <a:t> </a:t>
            </a:r>
          </a:p>
          <a:p>
            <a:pPr lvl="2"/>
            <a:r>
              <a:rPr lang="en-US" sz="2600" dirty="0"/>
              <a:t>Filename: ADTool-1.4-jar-with-dependencies.jar</a:t>
            </a:r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64925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94592"/>
            <a:ext cx="10353762" cy="935421"/>
          </a:xfrm>
        </p:spPr>
        <p:txBody>
          <a:bodyPr/>
          <a:lstStyle/>
          <a:p>
            <a:r>
              <a:rPr lang="en-AU" dirty="0" err="1"/>
              <a:t>ADTool</a:t>
            </a:r>
            <a:endParaRPr lang="en-AU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B5CCB9A-CAAC-4278-82F3-30F13CAC3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297" y="1030013"/>
            <a:ext cx="11625775" cy="3714749"/>
          </a:xfrm>
        </p:spPr>
        <p:txBody>
          <a:bodyPr>
            <a:normAutofit/>
          </a:bodyPr>
          <a:lstStyle/>
          <a:p>
            <a:r>
              <a:rPr lang="en-AU" sz="2800" dirty="0"/>
              <a:t>Installation</a:t>
            </a:r>
            <a:endParaRPr lang="en-US" sz="2800" dirty="0"/>
          </a:p>
          <a:p>
            <a:pPr lvl="1"/>
            <a:r>
              <a:rPr lang="en-US" sz="2800" dirty="0"/>
              <a:t>Download JDK</a:t>
            </a:r>
          </a:p>
          <a:p>
            <a:pPr lvl="1"/>
            <a:r>
              <a:rPr lang="en-US" sz="2800" dirty="0"/>
              <a:t>Download </a:t>
            </a:r>
            <a:r>
              <a:rPr lang="en-US" sz="2800" dirty="0" err="1"/>
              <a:t>ADTool</a:t>
            </a:r>
            <a:r>
              <a:rPr lang="en-US" sz="2800" dirty="0"/>
              <a:t> </a:t>
            </a:r>
          </a:p>
          <a:p>
            <a:pPr lvl="1"/>
            <a:r>
              <a:rPr lang="en-US" sz="2800" dirty="0"/>
              <a:t>Run the tool</a:t>
            </a:r>
          </a:p>
          <a:p>
            <a:pPr lvl="2"/>
            <a:r>
              <a:rPr lang="en-US" sz="2600" dirty="0"/>
              <a:t>Open PowerShell from the directory where the tool is downloaded</a:t>
            </a:r>
          </a:p>
          <a:p>
            <a:pPr lvl="2"/>
            <a:r>
              <a:rPr lang="en-US" sz="2600" dirty="0"/>
              <a:t>Run this command: </a:t>
            </a:r>
            <a:r>
              <a:rPr lang="en-US" sz="2600" dirty="0">
                <a:solidFill>
                  <a:srgbClr val="FF0000"/>
                </a:solidFill>
              </a:rPr>
              <a:t>java -jar ./ADTool-1.4-jar-with-dependencies.jar</a:t>
            </a:r>
          </a:p>
          <a:p>
            <a:pPr lvl="2"/>
            <a:endParaRPr lang="en-AU" sz="2600" dirty="0">
              <a:solidFill>
                <a:srgbClr val="FF0000"/>
              </a:solidFill>
            </a:endParaRPr>
          </a:p>
          <a:p>
            <a:pPr lvl="1"/>
            <a:endParaRPr lang="en-US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388734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674BDA1-A3EA-46F9-A9FD-D9EC4EFEE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7129" y="671127"/>
            <a:ext cx="9718920" cy="5771749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D83D6BF5-52B2-F0CC-1A2A-265227BC13BF}"/>
              </a:ext>
            </a:extLst>
          </p:cNvPr>
          <p:cNvSpPr txBox="1"/>
          <p:nvPr/>
        </p:nvSpPr>
        <p:spPr>
          <a:xfrm>
            <a:off x="3690884" y="4368271"/>
            <a:ext cx="971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altLang="zh-CN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ADTree</a:t>
            </a:r>
            <a:endParaRPr lang="zh-CN" altLang="en-US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28B1E2A-9362-C8DD-0B73-62189565BA56}"/>
              </a:ext>
            </a:extLst>
          </p:cNvPr>
          <p:cNvSpPr txBox="1"/>
          <p:nvPr/>
        </p:nvSpPr>
        <p:spPr>
          <a:xfrm>
            <a:off x="3643755" y="1355265"/>
            <a:ext cx="1018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altLang="zh-CN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ADTerm</a:t>
            </a:r>
            <a:endParaRPr lang="zh-CN" altLang="en-US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01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674BDA1-A3EA-46F9-A9FD-D9EC4EFEE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200" y="543125"/>
            <a:ext cx="9718920" cy="5771749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3E9521CE-FF4E-4775-8C31-260764DCBA25}"/>
              </a:ext>
            </a:extLst>
          </p:cNvPr>
          <p:cNvSpPr/>
          <p:nvPr/>
        </p:nvSpPr>
        <p:spPr>
          <a:xfrm>
            <a:off x="1721224" y="1652575"/>
            <a:ext cx="788537" cy="666975"/>
          </a:xfrm>
          <a:prstGeom prst="ellipse">
            <a:avLst/>
          </a:prstGeom>
          <a:noFill/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403F99-6242-4237-B99F-1F327F0571DE}"/>
              </a:ext>
            </a:extLst>
          </p:cNvPr>
          <p:cNvSpPr/>
          <p:nvPr/>
        </p:nvSpPr>
        <p:spPr>
          <a:xfrm>
            <a:off x="-13447" y="1652574"/>
            <a:ext cx="1864659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b="1" dirty="0">
                <a:solidFill>
                  <a:schemeClr val="tx1"/>
                </a:solidFill>
              </a:rPr>
              <a:t>or proponents</a:t>
            </a:r>
          </a:p>
        </p:txBody>
      </p:sp>
    </p:spTree>
    <p:extLst>
      <p:ext uri="{BB962C8B-B14F-4D97-AF65-F5344CB8AC3E}">
        <p14:creationId xmlns:p14="http://schemas.microsoft.com/office/powerpoint/2010/main" val="3650066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674BDA1-A3EA-46F9-A9FD-D9EC4EFEE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200" y="543125"/>
            <a:ext cx="9718920" cy="5771749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3E9521CE-FF4E-4775-8C31-260764DCBA25}"/>
              </a:ext>
            </a:extLst>
          </p:cNvPr>
          <p:cNvSpPr/>
          <p:nvPr/>
        </p:nvSpPr>
        <p:spPr>
          <a:xfrm>
            <a:off x="1721224" y="1652575"/>
            <a:ext cx="788537" cy="666975"/>
          </a:xfrm>
          <a:prstGeom prst="ellipse">
            <a:avLst/>
          </a:prstGeom>
          <a:noFill/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403F99-6242-4237-B99F-1F327F0571DE}"/>
              </a:ext>
            </a:extLst>
          </p:cNvPr>
          <p:cNvSpPr/>
          <p:nvPr/>
        </p:nvSpPr>
        <p:spPr>
          <a:xfrm>
            <a:off x="-13447" y="1652574"/>
            <a:ext cx="1864659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b="1" dirty="0">
                <a:solidFill>
                  <a:schemeClr val="tx1"/>
                </a:solidFill>
              </a:rPr>
              <a:t>or proponents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4E6905-6A0F-4F7F-BA27-4DABA3BECC96}"/>
              </a:ext>
            </a:extLst>
          </p:cNvPr>
          <p:cNvSpPr/>
          <p:nvPr/>
        </p:nvSpPr>
        <p:spPr>
          <a:xfrm>
            <a:off x="85999" y="4871937"/>
            <a:ext cx="1511732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b="1" dirty="0">
                <a:solidFill>
                  <a:schemeClr val="tx1"/>
                </a:solidFill>
              </a:rPr>
              <a:t>proponents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534F74-3C3A-4AA5-AB3B-4F087E958EA2}"/>
              </a:ext>
            </a:extLst>
          </p:cNvPr>
          <p:cNvSpPr/>
          <p:nvPr/>
        </p:nvSpPr>
        <p:spPr>
          <a:xfrm>
            <a:off x="491880" y="4095975"/>
            <a:ext cx="1511732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b="1" dirty="0">
                <a:solidFill>
                  <a:schemeClr val="tx1"/>
                </a:solidFill>
              </a:rPr>
              <a:t>or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99D54EC-1D01-43D3-8D57-13EEB56947EC}"/>
              </a:ext>
            </a:extLst>
          </p:cNvPr>
          <p:cNvCxnSpPr/>
          <p:nvPr/>
        </p:nvCxnSpPr>
        <p:spPr>
          <a:xfrm>
            <a:off x="1474237" y="4429462"/>
            <a:ext cx="3956179" cy="1611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67CFED2-6330-4DB8-BBC9-852ABF13A526}"/>
              </a:ext>
            </a:extLst>
          </p:cNvPr>
          <p:cNvCxnSpPr>
            <a:cxnSpLocks/>
          </p:cNvCxnSpPr>
          <p:nvPr/>
        </p:nvCxnSpPr>
        <p:spPr>
          <a:xfrm>
            <a:off x="1441785" y="5198768"/>
            <a:ext cx="673707" cy="665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49401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674BDA1-A3EA-46F9-A9FD-D9EC4EFEE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6540" y="543125"/>
            <a:ext cx="9718920" cy="5771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3566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C077FD-43D4-46E4-A95C-D0CE2DC23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450" y="501303"/>
            <a:ext cx="10764980" cy="585539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FAD11EA-8A1D-4DB1-A67E-1ADF90C1B240}"/>
              </a:ext>
            </a:extLst>
          </p:cNvPr>
          <p:cNvSpPr/>
          <p:nvPr/>
        </p:nvSpPr>
        <p:spPr>
          <a:xfrm>
            <a:off x="2542717" y="1063423"/>
            <a:ext cx="1864659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or proponents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2E685D6-0EC7-4228-A076-47D2F2850A4E}"/>
              </a:ext>
            </a:extLst>
          </p:cNvPr>
          <p:cNvSpPr/>
          <p:nvPr/>
        </p:nvSpPr>
        <p:spPr>
          <a:xfrm>
            <a:off x="763450" y="3173820"/>
            <a:ext cx="1993832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C236C9-26AA-4AC1-A4C1-C03C76077BFB}"/>
              </a:ext>
            </a:extLst>
          </p:cNvPr>
          <p:cNvSpPr/>
          <p:nvPr/>
        </p:nvSpPr>
        <p:spPr>
          <a:xfrm>
            <a:off x="4512736" y="3173820"/>
            <a:ext cx="876909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EA751E-C436-40B8-A8A7-2D245683A5E0}"/>
              </a:ext>
            </a:extLst>
          </p:cNvPr>
          <p:cNvSpPr/>
          <p:nvPr/>
        </p:nvSpPr>
        <p:spPr>
          <a:xfrm>
            <a:off x="9240402" y="4251137"/>
            <a:ext cx="1068431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</a:t>
            </a:r>
          </a:p>
        </p:txBody>
      </p:sp>
    </p:spTree>
    <p:extLst>
      <p:ext uri="{BB962C8B-B14F-4D97-AF65-F5344CB8AC3E}">
        <p14:creationId xmlns:p14="http://schemas.microsoft.com/office/powerpoint/2010/main" val="31933090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C077FD-43D4-46E4-A95C-D0CE2DC23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20" y="513747"/>
            <a:ext cx="10886820" cy="567343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FAD11EA-8A1D-4DB1-A67E-1ADF90C1B240}"/>
              </a:ext>
            </a:extLst>
          </p:cNvPr>
          <p:cNvSpPr/>
          <p:nvPr/>
        </p:nvSpPr>
        <p:spPr>
          <a:xfrm>
            <a:off x="1892596" y="1282674"/>
            <a:ext cx="2620140" cy="4482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op: or proponents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A80A19-2AAB-4722-90F4-BF6A8160BF53}"/>
              </a:ext>
            </a:extLst>
          </p:cNvPr>
          <p:cNvSpPr/>
          <p:nvPr/>
        </p:nvSpPr>
        <p:spPr>
          <a:xfrm>
            <a:off x="763450" y="3173820"/>
            <a:ext cx="1993832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5C8117-C941-4F7E-9E3E-4FE3C392ABE4}"/>
              </a:ext>
            </a:extLst>
          </p:cNvPr>
          <p:cNvSpPr/>
          <p:nvPr/>
        </p:nvSpPr>
        <p:spPr>
          <a:xfrm>
            <a:off x="4512736" y="3173820"/>
            <a:ext cx="876909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4EC336-AF24-40BC-934D-8C4076805DDA}"/>
              </a:ext>
            </a:extLst>
          </p:cNvPr>
          <p:cNvSpPr/>
          <p:nvPr/>
        </p:nvSpPr>
        <p:spPr>
          <a:xfrm>
            <a:off x="9128436" y="4101849"/>
            <a:ext cx="1068431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C73AD3-C095-4CC5-94D8-064AD5A9B2C0}"/>
              </a:ext>
            </a:extLst>
          </p:cNvPr>
          <p:cNvSpPr/>
          <p:nvPr/>
        </p:nvSpPr>
        <p:spPr>
          <a:xfrm>
            <a:off x="523846" y="2159479"/>
            <a:ext cx="2468352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ap: and proponents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92CCC9-B930-4A37-9E74-3CE3584055CA}"/>
              </a:ext>
            </a:extLst>
          </p:cNvPr>
          <p:cNvSpPr/>
          <p:nvPr/>
        </p:nvSpPr>
        <p:spPr>
          <a:xfrm>
            <a:off x="5684359" y="2037605"/>
            <a:ext cx="1059873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ap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906EC0-59B3-49B8-AC74-4AF49449F8AF}"/>
              </a:ext>
            </a:extLst>
          </p:cNvPr>
          <p:cNvSpPr/>
          <p:nvPr/>
        </p:nvSpPr>
        <p:spPr>
          <a:xfrm>
            <a:off x="1331486" y="4862734"/>
            <a:ext cx="1660712" cy="4594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A204D6-C83D-4C2E-A5AD-A72DB7F0D3FB}"/>
              </a:ext>
            </a:extLst>
          </p:cNvPr>
          <p:cNvSpPr/>
          <p:nvPr/>
        </p:nvSpPr>
        <p:spPr>
          <a:xfrm>
            <a:off x="8298080" y="2891057"/>
            <a:ext cx="1660712" cy="4594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632DA3-80E9-4BC4-A978-AB75483CD891}"/>
              </a:ext>
            </a:extLst>
          </p:cNvPr>
          <p:cNvSpPr/>
          <p:nvPr/>
        </p:nvSpPr>
        <p:spPr>
          <a:xfrm>
            <a:off x="6507992" y="4228439"/>
            <a:ext cx="1660712" cy="4594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?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065E943-789E-4AC2-AE62-95C1CCB66469}"/>
              </a:ext>
            </a:extLst>
          </p:cNvPr>
          <p:cNvSpPr/>
          <p:nvPr/>
        </p:nvSpPr>
        <p:spPr>
          <a:xfrm>
            <a:off x="7467724" y="4228439"/>
            <a:ext cx="1660712" cy="4594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045194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C077FD-43D4-46E4-A95C-D0CE2DC23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85" y="578026"/>
            <a:ext cx="10886820" cy="567343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FAD11EA-8A1D-4DB1-A67E-1ADF90C1B240}"/>
              </a:ext>
            </a:extLst>
          </p:cNvPr>
          <p:cNvSpPr/>
          <p:nvPr/>
        </p:nvSpPr>
        <p:spPr>
          <a:xfrm>
            <a:off x="1913861" y="1367734"/>
            <a:ext cx="2620140" cy="4482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op: or proponents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A80A19-2AAB-4722-90F4-BF6A8160BF53}"/>
              </a:ext>
            </a:extLst>
          </p:cNvPr>
          <p:cNvSpPr/>
          <p:nvPr/>
        </p:nvSpPr>
        <p:spPr>
          <a:xfrm>
            <a:off x="784715" y="3258880"/>
            <a:ext cx="1993832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5C8117-C941-4F7E-9E3E-4FE3C392ABE4}"/>
              </a:ext>
            </a:extLst>
          </p:cNvPr>
          <p:cNvSpPr/>
          <p:nvPr/>
        </p:nvSpPr>
        <p:spPr>
          <a:xfrm>
            <a:off x="4534001" y="3258880"/>
            <a:ext cx="876909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4EC336-AF24-40BC-934D-8C4076805DDA}"/>
              </a:ext>
            </a:extLst>
          </p:cNvPr>
          <p:cNvSpPr/>
          <p:nvPr/>
        </p:nvSpPr>
        <p:spPr>
          <a:xfrm>
            <a:off x="9227225" y="4214153"/>
            <a:ext cx="1068431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C73AD3-C095-4CC5-94D8-064AD5A9B2C0}"/>
              </a:ext>
            </a:extLst>
          </p:cNvPr>
          <p:cNvSpPr/>
          <p:nvPr/>
        </p:nvSpPr>
        <p:spPr>
          <a:xfrm>
            <a:off x="545111" y="2190832"/>
            <a:ext cx="2468352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ap: and proponents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92CCC9-B930-4A37-9E74-3CE3584055CA}"/>
              </a:ext>
            </a:extLst>
          </p:cNvPr>
          <p:cNvSpPr/>
          <p:nvPr/>
        </p:nvSpPr>
        <p:spPr>
          <a:xfrm>
            <a:off x="5688511" y="2109645"/>
            <a:ext cx="1059873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ap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56E9A75-4DC8-46BF-A46A-4A9F8C6AFC86}"/>
              </a:ext>
            </a:extLst>
          </p:cNvPr>
          <p:cNvSpPr/>
          <p:nvPr/>
        </p:nvSpPr>
        <p:spPr>
          <a:xfrm>
            <a:off x="1106933" y="4948773"/>
            <a:ext cx="1344708" cy="4733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opponent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4C50CA-CC6E-4D58-BEFF-F907FA35C994}"/>
              </a:ext>
            </a:extLst>
          </p:cNvPr>
          <p:cNvSpPr/>
          <p:nvPr/>
        </p:nvSpPr>
        <p:spPr>
          <a:xfrm>
            <a:off x="8848876" y="2971036"/>
            <a:ext cx="1344708" cy="4733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opponent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FBFA6F-EB7B-4968-941C-DAA77AF0D00E}"/>
              </a:ext>
            </a:extLst>
          </p:cNvPr>
          <p:cNvSpPr/>
          <p:nvPr/>
        </p:nvSpPr>
        <p:spPr>
          <a:xfrm>
            <a:off x="6600769" y="4299534"/>
            <a:ext cx="1344708" cy="4733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opponent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FA807D-55F7-4820-9923-7637F269B6DD}"/>
              </a:ext>
            </a:extLst>
          </p:cNvPr>
          <p:cNvSpPr/>
          <p:nvPr/>
        </p:nvSpPr>
        <p:spPr>
          <a:xfrm>
            <a:off x="7700984" y="4266057"/>
            <a:ext cx="1344708" cy="4733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opponent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6C0AC88-01A9-465D-962B-A2539A77347B}"/>
              </a:ext>
            </a:extLst>
          </p:cNvPr>
          <p:cNvSpPr/>
          <p:nvPr/>
        </p:nvSpPr>
        <p:spPr>
          <a:xfrm>
            <a:off x="5990765" y="3381860"/>
            <a:ext cx="1993832" cy="57774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 err="1">
                <a:solidFill>
                  <a:schemeClr val="bg1"/>
                </a:solidFill>
              </a:rPr>
              <a:t>oo</a:t>
            </a:r>
            <a:r>
              <a:rPr lang="en-AU" sz="2000" b="1" dirty="0">
                <a:solidFill>
                  <a:schemeClr val="bg1"/>
                </a:solidFill>
              </a:rPr>
              <a:t>: or opponents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773B01E-D669-459E-BEB4-B437394CAB96}"/>
              </a:ext>
            </a:extLst>
          </p:cNvPr>
          <p:cNvSpPr/>
          <p:nvPr/>
        </p:nvSpPr>
        <p:spPr>
          <a:xfrm>
            <a:off x="6987681" y="2294616"/>
            <a:ext cx="1660712" cy="4594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D844EC-44BE-492E-9719-97D4CB5BDF0B}"/>
              </a:ext>
            </a:extLst>
          </p:cNvPr>
          <p:cNvSpPr/>
          <p:nvPr/>
        </p:nvSpPr>
        <p:spPr>
          <a:xfrm>
            <a:off x="8310381" y="3482506"/>
            <a:ext cx="1660712" cy="4594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2DE551A-E061-4899-AAAD-2873CCF33873}"/>
              </a:ext>
            </a:extLst>
          </p:cNvPr>
          <p:cNvSpPr/>
          <p:nvPr/>
        </p:nvSpPr>
        <p:spPr>
          <a:xfrm>
            <a:off x="2437176" y="4516731"/>
            <a:ext cx="1068432" cy="43204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6442744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C077FD-43D4-46E4-A95C-D0CE2DC23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20" y="621039"/>
            <a:ext cx="10886820" cy="567343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FAD11EA-8A1D-4DB1-A67E-1ADF90C1B240}"/>
              </a:ext>
            </a:extLst>
          </p:cNvPr>
          <p:cNvSpPr/>
          <p:nvPr/>
        </p:nvSpPr>
        <p:spPr>
          <a:xfrm>
            <a:off x="1892596" y="1431529"/>
            <a:ext cx="2620140" cy="4482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op: or proponents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A80A19-2AAB-4722-90F4-BF6A8160BF53}"/>
              </a:ext>
            </a:extLst>
          </p:cNvPr>
          <p:cNvSpPr/>
          <p:nvPr/>
        </p:nvSpPr>
        <p:spPr>
          <a:xfrm>
            <a:off x="763450" y="3322675"/>
            <a:ext cx="1993832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5C8117-C941-4F7E-9E3E-4FE3C392ABE4}"/>
              </a:ext>
            </a:extLst>
          </p:cNvPr>
          <p:cNvSpPr/>
          <p:nvPr/>
        </p:nvSpPr>
        <p:spPr>
          <a:xfrm>
            <a:off x="4512736" y="3322675"/>
            <a:ext cx="876909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4EC336-AF24-40BC-934D-8C4076805DDA}"/>
              </a:ext>
            </a:extLst>
          </p:cNvPr>
          <p:cNvSpPr/>
          <p:nvPr/>
        </p:nvSpPr>
        <p:spPr>
          <a:xfrm>
            <a:off x="9205960" y="4233050"/>
            <a:ext cx="1068431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C73AD3-C095-4CC5-94D8-064AD5A9B2C0}"/>
              </a:ext>
            </a:extLst>
          </p:cNvPr>
          <p:cNvSpPr/>
          <p:nvPr/>
        </p:nvSpPr>
        <p:spPr>
          <a:xfrm>
            <a:off x="523846" y="2244670"/>
            <a:ext cx="2468352" cy="6669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ap: and proponents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92CCC9-B930-4A37-9E74-3CE3584055CA}"/>
              </a:ext>
            </a:extLst>
          </p:cNvPr>
          <p:cNvSpPr/>
          <p:nvPr/>
        </p:nvSpPr>
        <p:spPr>
          <a:xfrm>
            <a:off x="5768403" y="2123577"/>
            <a:ext cx="1059873" cy="6272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ap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56E9A75-4DC8-46BF-A46A-4A9F8C6AFC86}"/>
              </a:ext>
            </a:extLst>
          </p:cNvPr>
          <p:cNvSpPr/>
          <p:nvPr/>
        </p:nvSpPr>
        <p:spPr>
          <a:xfrm>
            <a:off x="1085668" y="5012568"/>
            <a:ext cx="1344708" cy="4733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opponent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4C50CA-CC6E-4D58-BEFF-F907FA35C994}"/>
              </a:ext>
            </a:extLst>
          </p:cNvPr>
          <p:cNvSpPr/>
          <p:nvPr/>
        </p:nvSpPr>
        <p:spPr>
          <a:xfrm>
            <a:off x="8827611" y="3034831"/>
            <a:ext cx="1344708" cy="4733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opponent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FBFA6F-EB7B-4968-941C-DAA77AF0D00E}"/>
              </a:ext>
            </a:extLst>
          </p:cNvPr>
          <p:cNvSpPr/>
          <p:nvPr/>
        </p:nvSpPr>
        <p:spPr>
          <a:xfrm>
            <a:off x="6579504" y="4363329"/>
            <a:ext cx="1344708" cy="4733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opponent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FA807D-55F7-4820-9923-7637F269B6DD}"/>
              </a:ext>
            </a:extLst>
          </p:cNvPr>
          <p:cNvSpPr/>
          <p:nvPr/>
        </p:nvSpPr>
        <p:spPr>
          <a:xfrm>
            <a:off x="7679719" y="4329852"/>
            <a:ext cx="1344708" cy="4733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opponent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6C0AC88-01A9-465D-962B-A2539A77347B}"/>
              </a:ext>
            </a:extLst>
          </p:cNvPr>
          <p:cNvSpPr/>
          <p:nvPr/>
        </p:nvSpPr>
        <p:spPr>
          <a:xfrm>
            <a:off x="5969500" y="3445655"/>
            <a:ext cx="1993832" cy="57774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 err="1">
                <a:solidFill>
                  <a:schemeClr val="bg1"/>
                </a:solidFill>
              </a:rPr>
              <a:t>oo</a:t>
            </a:r>
            <a:r>
              <a:rPr lang="en-AU" sz="2000" b="1" dirty="0">
                <a:solidFill>
                  <a:schemeClr val="bg1"/>
                </a:solidFill>
              </a:rPr>
              <a:t>: or opponent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D844EC-44BE-492E-9719-97D4CB5BDF0B}"/>
              </a:ext>
            </a:extLst>
          </p:cNvPr>
          <p:cNvSpPr/>
          <p:nvPr/>
        </p:nvSpPr>
        <p:spPr>
          <a:xfrm>
            <a:off x="8632835" y="3545838"/>
            <a:ext cx="2844870" cy="3311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co: counter opponent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2DE551A-E061-4899-AAAD-2873CCF33873}"/>
              </a:ext>
            </a:extLst>
          </p:cNvPr>
          <p:cNvSpPr/>
          <p:nvPr/>
        </p:nvSpPr>
        <p:spPr>
          <a:xfrm>
            <a:off x="2415910" y="4580526"/>
            <a:ext cx="3227803" cy="43204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cp: counter proponent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E354F2-2411-4E11-83D9-2092B22E2963}"/>
              </a:ext>
            </a:extLst>
          </p:cNvPr>
          <p:cNvSpPr/>
          <p:nvPr/>
        </p:nvSpPr>
        <p:spPr>
          <a:xfrm>
            <a:off x="7219463" y="2318760"/>
            <a:ext cx="1059873" cy="43204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b="1" dirty="0">
                <a:solidFill>
                  <a:schemeClr val="bg1"/>
                </a:solidFill>
              </a:rPr>
              <a:t>cp</a:t>
            </a:r>
          </a:p>
        </p:txBody>
      </p:sp>
    </p:spTree>
    <p:extLst>
      <p:ext uri="{BB962C8B-B14F-4D97-AF65-F5344CB8AC3E}">
        <p14:creationId xmlns:p14="http://schemas.microsoft.com/office/powerpoint/2010/main" val="19051101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BE1195-5E93-4B81-8F91-967BBDD5A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37" y="1178545"/>
            <a:ext cx="4572549" cy="47671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1BB74B-6159-4832-A4C6-B465C0F3B7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7909" y="1178545"/>
            <a:ext cx="5534515" cy="4767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8548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BDB571-C1B7-443B-8220-12A1846D42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990" y="1029689"/>
            <a:ext cx="3133061" cy="39306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B5E369-1471-4129-B32F-1D52FD2FD8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626" y="1029689"/>
            <a:ext cx="6074581" cy="39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8824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E7172D3-75C5-4E6B-A506-FDC2791B1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412" y="270164"/>
            <a:ext cx="11641175" cy="6359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2708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dirty="0"/>
              <a:t>Exercise (tree translation)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D770456-6F9F-4C9F-8A1D-53814B8F30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171" y="1099812"/>
            <a:ext cx="8403772" cy="5407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4409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dirty="0"/>
              <a:t>Exercise (tree translation)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D770456-6F9F-4C9F-8A1D-53814B8F30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449" y="1708388"/>
            <a:ext cx="5748714" cy="36989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CDA48D8-8047-4D13-B2E8-84CDC9487A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4205" y="1708387"/>
            <a:ext cx="5571346" cy="3698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0311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0108C-2044-A11C-0F51-9070ABA2C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09F05-727C-4C8E-B33A-660140FAD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dirty="0"/>
              <a:t>Exercise (success probability for the nodes)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34F1330-A9DF-8B09-4955-FDFD8D5E55F9}"/>
              </a:ext>
            </a:extLst>
          </p:cNvPr>
          <p:cNvSpPr txBox="1"/>
          <p:nvPr/>
        </p:nvSpPr>
        <p:spPr>
          <a:xfrm>
            <a:off x="919119" y="1281700"/>
            <a:ext cx="1048288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Wingdings" panose="05000000000000000000" pitchFamily="2" charset="2"/>
              <a:buChar char="Ø"/>
            </a:pP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00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Standard quantitative analysis on the node success probability 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of </a:t>
            </a:r>
            <a:r>
              <a:rPr lang="en-AU" altLang="zh-CN" sz="28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ADTrees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 relies on a step-wise computation procedure.</a:t>
            </a:r>
          </a:p>
          <a:p>
            <a:pPr lvl="2" indent="-457200" algn="just">
              <a:buFont typeface="Wingdings" panose="05000000000000000000" pitchFamily="2" charset="2"/>
              <a:buChar char="Ø"/>
            </a:pP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Numerical values are assigned to all atomic actions, represented by the 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00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non-refined nodes</a:t>
            </a:r>
          </a:p>
          <a:p>
            <a:pPr lvl="2" indent="-457200" algn="just">
              <a:buFont typeface="Wingdings" panose="05000000000000000000" pitchFamily="2" charset="2"/>
              <a:buChar char="Ø"/>
            </a:pP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The values for the 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00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remaining nodes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, including the 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00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root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 of the tree, are deduced automatically in a bottom-up way.</a:t>
            </a:r>
            <a:endParaRPr lang="en-US" altLang="zh-CN" sz="28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chemeClr val="tx2"/>
              </a:solidFill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</a:endParaRPr>
          </a:p>
          <a:p>
            <a:pPr algn="just"/>
            <a:endParaRPr lang="zh-CN" altLang="en-US" sz="28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chemeClr val="tx2"/>
              </a:solidFill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8858543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dirty="0"/>
              <a:t>Exercise (success probability for the nodes)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9D4FAE-9EA5-4927-8F70-E90C243E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19" y="935421"/>
            <a:ext cx="9802958" cy="52883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BA7B64-6AF9-4C08-AAEF-1353B9D28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568" y="935664"/>
            <a:ext cx="3220262" cy="185006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9F92E9A-2B5F-4177-93B9-09916C3328E6}"/>
              </a:ext>
            </a:extLst>
          </p:cNvPr>
          <p:cNvSpPr/>
          <p:nvPr/>
        </p:nvSpPr>
        <p:spPr>
          <a:xfrm>
            <a:off x="2537857" y="3237271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B55EFD-BA53-450C-B6F4-2FD9BCBB61F7}"/>
              </a:ext>
            </a:extLst>
          </p:cNvPr>
          <p:cNvSpPr/>
          <p:nvPr/>
        </p:nvSpPr>
        <p:spPr>
          <a:xfrm>
            <a:off x="2690257" y="4172692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24B453-7009-4E27-A9F3-CF3B5E9C1FF0}"/>
              </a:ext>
            </a:extLst>
          </p:cNvPr>
          <p:cNvSpPr/>
          <p:nvPr/>
        </p:nvSpPr>
        <p:spPr>
          <a:xfrm>
            <a:off x="2989007" y="219437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47447F-9D1D-4119-9AC1-89A76461C26E}"/>
              </a:ext>
            </a:extLst>
          </p:cNvPr>
          <p:cNvSpPr/>
          <p:nvPr/>
        </p:nvSpPr>
        <p:spPr>
          <a:xfrm>
            <a:off x="5008022" y="123419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F88072-7B73-4C39-85C6-1A390ED9D829}"/>
              </a:ext>
            </a:extLst>
          </p:cNvPr>
          <p:cNvSpPr/>
          <p:nvPr/>
        </p:nvSpPr>
        <p:spPr>
          <a:xfrm>
            <a:off x="5550685" y="3227662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FA6537-F0CE-44FE-A425-10E0BFC96171}"/>
              </a:ext>
            </a:extLst>
          </p:cNvPr>
          <p:cNvSpPr/>
          <p:nvPr/>
        </p:nvSpPr>
        <p:spPr>
          <a:xfrm>
            <a:off x="9438688" y="4348215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915FF7-F2B6-4F8F-987F-6E6AE8782CB9}"/>
              </a:ext>
            </a:extLst>
          </p:cNvPr>
          <p:cNvSpPr/>
          <p:nvPr/>
        </p:nvSpPr>
        <p:spPr>
          <a:xfrm>
            <a:off x="8194430" y="3290775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BB9AB2-8480-4BB4-9570-B265C933A8FD}"/>
              </a:ext>
            </a:extLst>
          </p:cNvPr>
          <p:cNvSpPr/>
          <p:nvPr/>
        </p:nvSpPr>
        <p:spPr>
          <a:xfrm>
            <a:off x="8477344" y="3290775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641BBD-1AE1-4473-A3CD-89545BCB14F4}"/>
              </a:ext>
            </a:extLst>
          </p:cNvPr>
          <p:cNvSpPr/>
          <p:nvPr/>
        </p:nvSpPr>
        <p:spPr>
          <a:xfrm>
            <a:off x="8194429" y="2899539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rPr>
              <a:t>0.0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93BAD6-018F-4A85-AE18-DB743550469F}"/>
              </a:ext>
            </a:extLst>
          </p:cNvPr>
          <p:cNvSpPr/>
          <p:nvPr/>
        </p:nvSpPr>
        <p:spPr>
          <a:xfrm>
            <a:off x="8477344" y="2883100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D8EB549-C67B-4E5F-AE5A-E138D56FAB02}"/>
              </a:ext>
            </a:extLst>
          </p:cNvPr>
          <p:cNvSpPr/>
          <p:nvPr/>
        </p:nvSpPr>
        <p:spPr>
          <a:xfrm>
            <a:off x="9910637" y="5503985"/>
            <a:ext cx="678426" cy="383458"/>
          </a:xfrm>
          <a:prstGeom prst="ellipse">
            <a:avLst/>
          </a:prstGeom>
          <a:solidFill>
            <a:srgbClr val="FFFF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8F6E3F1-1584-4907-914A-09F741A77C52}"/>
              </a:ext>
            </a:extLst>
          </p:cNvPr>
          <p:cNvSpPr/>
          <p:nvPr/>
        </p:nvSpPr>
        <p:spPr>
          <a:xfrm>
            <a:off x="6768755" y="2202024"/>
            <a:ext cx="963741" cy="410547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66A02E2-2EBE-43BF-B9BB-09D39BA01D4C}"/>
              </a:ext>
            </a:extLst>
          </p:cNvPr>
          <p:cNvSpPr/>
          <p:nvPr/>
        </p:nvSpPr>
        <p:spPr>
          <a:xfrm>
            <a:off x="6750094" y="1793726"/>
            <a:ext cx="963741" cy="383458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DC8C79B-E10D-4AB0-A536-84D4932177A4}"/>
              </a:ext>
            </a:extLst>
          </p:cNvPr>
          <p:cNvSpPr/>
          <p:nvPr/>
        </p:nvSpPr>
        <p:spPr>
          <a:xfrm>
            <a:off x="6892751" y="1763072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D2BE259-8E32-49BB-8B6F-073A6E8E5732}"/>
              </a:ext>
            </a:extLst>
          </p:cNvPr>
          <p:cNvSpPr/>
          <p:nvPr/>
        </p:nvSpPr>
        <p:spPr>
          <a:xfrm>
            <a:off x="6892751" y="220202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90769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dirty="0"/>
              <a:t>Exercise (success probability for the nodes)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9D4FAE-9EA5-4927-8F70-E90C243E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19" y="935421"/>
            <a:ext cx="9802958" cy="52883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BA7B64-6AF9-4C08-AAEF-1353B9D28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568" y="935664"/>
            <a:ext cx="3220262" cy="185006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9F92E9A-2B5F-4177-93B9-09916C3328E6}"/>
              </a:ext>
            </a:extLst>
          </p:cNvPr>
          <p:cNvSpPr/>
          <p:nvPr/>
        </p:nvSpPr>
        <p:spPr>
          <a:xfrm>
            <a:off x="2537857" y="3237271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24B453-7009-4E27-A9F3-CF3B5E9C1FF0}"/>
              </a:ext>
            </a:extLst>
          </p:cNvPr>
          <p:cNvSpPr/>
          <p:nvPr/>
        </p:nvSpPr>
        <p:spPr>
          <a:xfrm>
            <a:off x="2989007" y="219437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47447F-9D1D-4119-9AC1-89A76461C26E}"/>
              </a:ext>
            </a:extLst>
          </p:cNvPr>
          <p:cNvSpPr/>
          <p:nvPr/>
        </p:nvSpPr>
        <p:spPr>
          <a:xfrm>
            <a:off x="5008022" y="123419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F88072-7B73-4C39-85C6-1A390ED9D829}"/>
              </a:ext>
            </a:extLst>
          </p:cNvPr>
          <p:cNvSpPr/>
          <p:nvPr/>
        </p:nvSpPr>
        <p:spPr>
          <a:xfrm>
            <a:off x="5550685" y="3227662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FA6537-F0CE-44FE-A425-10E0BFC96171}"/>
              </a:ext>
            </a:extLst>
          </p:cNvPr>
          <p:cNvSpPr/>
          <p:nvPr/>
        </p:nvSpPr>
        <p:spPr>
          <a:xfrm>
            <a:off x="9438688" y="4348215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915FF7-F2B6-4F8F-987F-6E6AE8782CB9}"/>
              </a:ext>
            </a:extLst>
          </p:cNvPr>
          <p:cNvSpPr/>
          <p:nvPr/>
        </p:nvSpPr>
        <p:spPr>
          <a:xfrm>
            <a:off x="8194430" y="3290775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BB9AB2-8480-4BB4-9570-B265C933A8FD}"/>
              </a:ext>
            </a:extLst>
          </p:cNvPr>
          <p:cNvSpPr/>
          <p:nvPr/>
        </p:nvSpPr>
        <p:spPr>
          <a:xfrm>
            <a:off x="8477344" y="3290775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641BBD-1AE1-4473-A3CD-89545BCB14F4}"/>
              </a:ext>
            </a:extLst>
          </p:cNvPr>
          <p:cNvSpPr/>
          <p:nvPr/>
        </p:nvSpPr>
        <p:spPr>
          <a:xfrm>
            <a:off x="8194429" y="2899539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rPr>
              <a:t>0.0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93BAD6-018F-4A85-AE18-DB743550469F}"/>
              </a:ext>
            </a:extLst>
          </p:cNvPr>
          <p:cNvSpPr/>
          <p:nvPr/>
        </p:nvSpPr>
        <p:spPr>
          <a:xfrm>
            <a:off x="8477344" y="2883100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97BD9AD-75D4-46B2-A033-F4F364E38560}"/>
              </a:ext>
            </a:extLst>
          </p:cNvPr>
          <p:cNvSpPr/>
          <p:nvPr/>
        </p:nvSpPr>
        <p:spPr>
          <a:xfrm>
            <a:off x="9910637" y="5503985"/>
            <a:ext cx="678426" cy="383458"/>
          </a:xfrm>
          <a:prstGeom prst="ellipse">
            <a:avLst/>
          </a:prstGeom>
          <a:solidFill>
            <a:srgbClr val="FFFF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F1B8BD0-13F4-4DBC-A79B-CD1BF29868FD}"/>
              </a:ext>
            </a:extLst>
          </p:cNvPr>
          <p:cNvSpPr/>
          <p:nvPr/>
        </p:nvSpPr>
        <p:spPr>
          <a:xfrm>
            <a:off x="6768755" y="2202024"/>
            <a:ext cx="963741" cy="410547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2474ADA-B97C-4396-B7E6-D973C39730B5}"/>
              </a:ext>
            </a:extLst>
          </p:cNvPr>
          <p:cNvSpPr/>
          <p:nvPr/>
        </p:nvSpPr>
        <p:spPr>
          <a:xfrm>
            <a:off x="6750094" y="1793726"/>
            <a:ext cx="963741" cy="383458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0628C94-0D57-4AD3-AFD7-673A78575865}"/>
              </a:ext>
            </a:extLst>
          </p:cNvPr>
          <p:cNvSpPr/>
          <p:nvPr/>
        </p:nvSpPr>
        <p:spPr>
          <a:xfrm>
            <a:off x="6892751" y="1763072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375B140-E38E-4F73-9192-F0D64CE8D82D}"/>
              </a:ext>
            </a:extLst>
          </p:cNvPr>
          <p:cNvSpPr/>
          <p:nvPr/>
        </p:nvSpPr>
        <p:spPr>
          <a:xfrm>
            <a:off x="6892751" y="220202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391192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dirty="0"/>
              <a:t>Exercise (success probability for the nodes)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9D4FAE-9EA5-4927-8F70-E90C243E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19" y="935421"/>
            <a:ext cx="9802958" cy="52883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BA7B64-6AF9-4C08-AAEF-1353B9D28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568" y="935664"/>
            <a:ext cx="3220262" cy="185006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9F92E9A-2B5F-4177-93B9-09916C3328E6}"/>
              </a:ext>
            </a:extLst>
          </p:cNvPr>
          <p:cNvSpPr/>
          <p:nvPr/>
        </p:nvSpPr>
        <p:spPr>
          <a:xfrm>
            <a:off x="2537857" y="3237271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24B453-7009-4E27-A9F3-CF3B5E9C1FF0}"/>
              </a:ext>
            </a:extLst>
          </p:cNvPr>
          <p:cNvSpPr/>
          <p:nvPr/>
        </p:nvSpPr>
        <p:spPr>
          <a:xfrm>
            <a:off x="2989007" y="219437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47447F-9D1D-4119-9AC1-89A76461C26E}"/>
              </a:ext>
            </a:extLst>
          </p:cNvPr>
          <p:cNvSpPr/>
          <p:nvPr/>
        </p:nvSpPr>
        <p:spPr>
          <a:xfrm>
            <a:off x="5008022" y="123419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F88072-7B73-4C39-85C6-1A390ED9D829}"/>
              </a:ext>
            </a:extLst>
          </p:cNvPr>
          <p:cNvSpPr/>
          <p:nvPr/>
        </p:nvSpPr>
        <p:spPr>
          <a:xfrm>
            <a:off x="5550685" y="3227662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FA6537-F0CE-44FE-A425-10E0BFC96171}"/>
              </a:ext>
            </a:extLst>
          </p:cNvPr>
          <p:cNvSpPr/>
          <p:nvPr/>
        </p:nvSpPr>
        <p:spPr>
          <a:xfrm>
            <a:off x="9438688" y="4348215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915FF7-F2B6-4F8F-987F-6E6AE8782CB9}"/>
              </a:ext>
            </a:extLst>
          </p:cNvPr>
          <p:cNvSpPr/>
          <p:nvPr/>
        </p:nvSpPr>
        <p:spPr>
          <a:xfrm>
            <a:off x="8194430" y="3290775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BB9AB2-8480-4BB4-9570-B265C933A8FD}"/>
              </a:ext>
            </a:extLst>
          </p:cNvPr>
          <p:cNvSpPr/>
          <p:nvPr/>
        </p:nvSpPr>
        <p:spPr>
          <a:xfrm>
            <a:off x="8477344" y="3290775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641BBD-1AE1-4473-A3CD-89545BCB14F4}"/>
              </a:ext>
            </a:extLst>
          </p:cNvPr>
          <p:cNvSpPr/>
          <p:nvPr/>
        </p:nvSpPr>
        <p:spPr>
          <a:xfrm>
            <a:off x="8194429" y="2899539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rPr>
              <a:t>0.0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93BAD6-018F-4A85-AE18-DB743550469F}"/>
              </a:ext>
            </a:extLst>
          </p:cNvPr>
          <p:cNvSpPr/>
          <p:nvPr/>
        </p:nvSpPr>
        <p:spPr>
          <a:xfrm>
            <a:off x="8477344" y="2883100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97BD9AD-75D4-46B2-A033-F4F364E38560}"/>
              </a:ext>
            </a:extLst>
          </p:cNvPr>
          <p:cNvSpPr/>
          <p:nvPr/>
        </p:nvSpPr>
        <p:spPr>
          <a:xfrm>
            <a:off x="9910637" y="5503985"/>
            <a:ext cx="678426" cy="383458"/>
          </a:xfrm>
          <a:prstGeom prst="ellipse">
            <a:avLst/>
          </a:prstGeom>
          <a:solidFill>
            <a:srgbClr val="FFFF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F1B8BD0-13F4-4DBC-A79B-CD1BF29868FD}"/>
              </a:ext>
            </a:extLst>
          </p:cNvPr>
          <p:cNvSpPr/>
          <p:nvPr/>
        </p:nvSpPr>
        <p:spPr>
          <a:xfrm>
            <a:off x="6768755" y="2202024"/>
            <a:ext cx="963741" cy="410547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2474ADA-B97C-4396-B7E6-D973C39730B5}"/>
              </a:ext>
            </a:extLst>
          </p:cNvPr>
          <p:cNvSpPr/>
          <p:nvPr/>
        </p:nvSpPr>
        <p:spPr>
          <a:xfrm>
            <a:off x="6750094" y="1793726"/>
            <a:ext cx="963741" cy="383458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0628C94-0D57-4AD3-AFD7-673A78575865}"/>
              </a:ext>
            </a:extLst>
          </p:cNvPr>
          <p:cNvSpPr/>
          <p:nvPr/>
        </p:nvSpPr>
        <p:spPr>
          <a:xfrm>
            <a:off x="6892751" y="1763072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375B140-E38E-4F73-9192-F0D64CE8D82D}"/>
              </a:ext>
            </a:extLst>
          </p:cNvPr>
          <p:cNvSpPr/>
          <p:nvPr/>
        </p:nvSpPr>
        <p:spPr>
          <a:xfrm>
            <a:off x="6892751" y="220202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8A06212-D0A0-469D-9A63-E1F992DA971B}"/>
              </a:ext>
            </a:extLst>
          </p:cNvPr>
          <p:cNvSpPr/>
          <p:nvPr/>
        </p:nvSpPr>
        <p:spPr>
          <a:xfrm>
            <a:off x="988052" y="4142941"/>
            <a:ext cx="2565045" cy="886259"/>
          </a:xfrm>
          <a:prstGeom prst="ellipse">
            <a:avLst/>
          </a:prstGeom>
          <a:solidFill>
            <a:srgbClr val="FFFF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</p:spTree>
    <p:extLst>
      <p:ext uri="{BB962C8B-B14F-4D97-AF65-F5344CB8AC3E}">
        <p14:creationId xmlns:p14="http://schemas.microsoft.com/office/powerpoint/2010/main" val="29704295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dirty="0"/>
              <a:t>Exercise (success probability for the nodes)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9D4FAE-9EA5-4927-8F70-E90C243E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935421"/>
            <a:ext cx="9979127" cy="52883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BA7B64-6AF9-4C08-AAEF-1353B9D28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568" y="935664"/>
            <a:ext cx="3220262" cy="167880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124B453-7009-4E27-A9F3-CF3B5E9C1FF0}"/>
              </a:ext>
            </a:extLst>
          </p:cNvPr>
          <p:cNvSpPr/>
          <p:nvPr/>
        </p:nvSpPr>
        <p:spPr>
          <a:xfrm>
            <a:off x="2836607" y="221342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47447F-9D1D-4119-9AC1-89A76461C26E}"/>
              </a:ext>
            </a:extLst>
          </p:cNvPr>
          <p:cNvSpPr/>
          <p:nvPr/>
        </p:nvSpPr>
        <p:spPr>
          <a:xfrm>
            <a:off x="4912772" y="123419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F88072-7B73-4C39-85C6-1A390ED9D829}"/>
              </a:ext>
            </a:extLst>
          </p:cNvPr>
          <p:cNvSpPr/>
          <p:nvPr/>
        </p:nvSpPr>
        <p:spPr>
          <a:xfrm>
            <a:off x="5493535" y="3227662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FA6537-F0CE-44FE-A425-10E0BFC96171}"/>
              </a:ext>
            </a:extLst>
          </p:cNvPr>
          <p:cNvSpPr/>
          <p:nvPr/>
        </p:nvSpPr>
        <p:spPr>
          <a:xfrm>
            <a:off x="9438688" y="4367265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915FF7-F2B6-4F8F-987F-6E6AE8782CB9}"/>
              </a:ext>
            </a:extLst>
          </p:cNvPr>
          <p:cNvSpPr/>
          <p:nvPr/>
        </p:nvSpPr>
        <p:spPr>
          <a:xfrm>
            <a:off x="8194430" y="3290775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BB9AB2-8480-4BB4-9570-B265C933A8FD}"/>
              </a:ext>
            </a:extLst>
          </p:cNvPr>
          <p:cNvSpPr/>
          <p:nvPr/>
        </p:nvSpPr>
        <p:spPr>
          <a:xfrm>
            <a:off x="8477344" y="3290775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641BBD-1AE1-4473-A3CD-89545BCB14F4}"/>
              </a:ext>
            </a:extLst>
          </p:cNvPr>
          <p:cNvSpPr/>
          <p:nvPr/>
        </p:nvSpPr>
        <p:spPr>
          <a:xfrm>
            <a:off x="8194429" y="2899539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rPr>
              <a:t>0.0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93BAD6-018F-4A85-AE18-DB743550469F}"/>
              </a:ext>
            </a:extLst>
          </p:cNvPr>
          <p:cNvSpPr/>
          <p:nvPr/>
        </p:nvSpPr>
        <p:spPr>
          <a:xfrm>
            <a:off x="8477344" y="2883100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B1E7C0-6898-41C6-93BD-D0CD26828926}"/>
              </a:ext>
            </a:extLst>
          </p:cNvPr>
          <p:cNvSpPr/>
          <p:nvPr/>
        </p:nvSpPr>
        <p:spPr>
          <a:xfrm>
            <a:off x="457200" y="3196161"/>
            <a:ext cx="2222466" cy="4780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rgbClr val="FF0000"/>
                </a:solidFill>
              </a:rPr>
              <a:t>0.75+0.5-0.75*0.5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5F19A3E-18F6-4BEE-8B64-9F7D6F4CAB3F}"/>
              </a:ext>
            </a:extLst>
          </p:cNvPr>
          <p:cNvSpPr/>
          <p:nvPr/>
        </p:nvSpPr>
        <p:spPr>
          <a:xfrm>
            <a:off x="9910637" y="5503985"/>
            <a:ext cx="678426" cy="383458"/>
          </a:xfrm>
          <a:prstGeom prst="ellipse">
            <a:avLst/>
          </a:prstGeom>
          <a:solidFill>
            <a:srgbClr val="FFFF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131517D-AB02-40C2-B555-ADCB406FB642}"/>
              </a:ext>
            </a:extLst>
          </p:cNvPr>
          <p:cNvSpPr/>
          <p:nvPr/>
        </p:nvSpPr>
        <p:spPr>
          <a:xfrm>
            <a:off x="6768755" y="2202024"/>
            <a:ext cx="963741" cy="410547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662B5C3-E052-406D-8E6A-7773A6F5C9E5}"/>
              </a:ext>
            </a:extLst>
          </p:cNvPr>
          <p:cNvSpPr/>
          <p:nvPr/>
        </p:nvSpPr>
        <p:spPr>
          <a:xfrm>
            <a:off x="6750094" y="1793726"/>
            <a:ext cx="963741" cy="383458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81C8A8E-5E0D-4020-88F9-C88A893A3174}"/>
              </a:ext>
            </a:extLst>
          </p:cNvPr>
          <p:cNvSpPr/>
          <p:nvPr/>
        </p:nvSpPr>
        <p:spPr>
          <a:xfrm>
            <a:off x="6892751" y="1763072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DD56C6-BEF1-47C3-B0DA-E57B0761DB20}"/>
              </a:ext>
            </a:extLst>
          </p:cNvPr>
          <p:cNvSpPr/>
          <p:nvPr/>
        </p:nvSpPr>
        <p:spPr>
          <a:xfrm>
            <a:off x="6892751" y="220202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483609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dirty="0"/>
              <a:t>Exercise (success probability for the nodes)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9D4FAE-9EA5-4927-8F70-E90C243E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935421"/>
            <a:ext cx="9979127" cy="52883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BA7B64-6AF9-4C08-AAEF-1353B9D28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568" y="935664"/>
            <a:ext cx="3220262" cy="167880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E47447F-9D1D-4119-9AC1-89A76461C26E}"/>
              </a:ext>
            </a:extLst>
          </p:cNvPr>
          <p:cNvSpPr/>
          <p:nvPr/>
        </p:nvSpPr>
        <p:spPr>
          <a:xfrm>
            <a:off x="4912772" y="123419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F88072-7B73-4C39-85C6-1A390ED9D829}"/>
              </a:ext>
            </a:extLst>
          </p:cNvPr>
          <p:cNvSpPr/>
          <p:nvPr/>
        </p:nvSpPr>
        <p:spPr>
          <a:xfrm>
            <a:off x="5493535" y="3227662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FA6537-F0CE-44FE-A425-10E0BFC96171}"/>
              </a:ext>
            </a:extLst>
          </p:cNvPr>
          <p:cNvSpPr/>
          <p:nvPr/>
        </p:nvSpPr>
        <p:spPr>
          <a:xfrm>
            <a:off x="9438688" y="4367265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915FF7-F2B6-4F8F-987F-6E6AE8782CB9}"/>
              </a:ext>
            </a:extLst>
          </p:cNvPr>
          <p:cNvSpPr/>
          <p:nvPr/>
        </p:nvSpPr>
        <p:spPr>
          <a:xfrm>
            <a:off x="8194430" y="3290775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BB9AB2-8480-4BB4-9570-B265C933A8FD}"/>
              </a:ext>
            </a:extLst>
          </p:cNvPr>
          <p:cNvSpPr/>
          <p:nvPr/>
        </p:nvSpPr>
        <p:spPr>
          <a:xfrm>
            <a:off x="8477344" y="3290775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641BBD-1AE1-4473-A3CD-89545BCB14F4}"/>
              </a:ext>
            </a:extLst>
          </p:cNvPr>
          <p:cNvSpPr/>
          <p:nvPr/>
        </p:nvSpPr>
        <p:spPr>
          <a:xfrm>
            <a:off x="8194429" y="2899539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rPr>
              <a:t>0.0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93BAD6-018F-4A85-AE18-DB743550469F}"/>
              </a:ext>
            </a:extLst>
          </p:cNvPr>
          <p:cNvSpPr/>
          <p:nvPr/>
        </p:nvSpPr>
        <p:spPr>
          <a:xfrm>
            <a:off x="8477344" y="2883100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B1E7C0-6898-41C6-93BD-D0CD26828926}"/>
              </a:ext>
            </a:extLst>
          </p:cNvPr>
          <p:cNvSpPr/>
          <p:nvPr/>
        </p:nvSpPr>
        <p:spPr>
          <a:xfrm>
            <a:off x="457200" y="3196161"/>
            <a:ext cx="2222466" cy="4780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rgbClr val="FF0000"/>
                </a:solidFill>
              </a:rPr>
              <a:t>0.75+0.5-0.75*0.5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84693B2-A349-4299-9632-88F7CFA18F08}"/>
              </a:ext>
            </a:extLst>
          </p:cNvPr>
          <p:cNvSpPr/>
          <p:nvPr/>
        </p:nvSpPr>
        <p:spPr>
          <a:xfrm>
            <a:off x="9910637" y="5503985"/>
            <a:ext cx="678426" cy="383458"/>
          </a:xfrm>
          <a:prstGeom prst="ellipse">
            <a:avLst/>
          </a:prstGeom>
          <a:solidFill>
            <a:srgbClr val="FFFF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00E62A3-81ED-4367-BA43-A690540067FF}"/>
              </a:ext>
            </a:extLst>
          </p:cNvPr>
          <p:cNvSpPr/>
          <p:nvPr/>
        </p:nvSpPr>
        <p:spPr>
          <a:xfrm>
            <a:off x="6768755" y="2202024"/>
            <a:ext cx="963741" cy="410547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1A7090F-4A84-420A-89A1-FB5EAA22E34A}"/>
              </a:ext>
            </a:extLst>
          </p:cNvPr>
          <p:cNvSpPr/>
          <p:nvPr/>
        </p:nvSpPr>
        <p:spPr>
          <a:xfrm>
            <a:off x="6750094" y="1793726"/>
            <a:ext cx="963741" cy="383458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59A7427-3D0B-4B7A-BCF2-2984712EDF7D}"/>
              </a:ext>
            </a:extLst>
          </p:cNvPr>
          <p:cNvSpPr/>
          <p:nvPr/>
        </p:nvSpPr>
        <p:spPr>
          <a:xfrm>
            <a:off x="6892751" y="1763072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93E604-2507-4B45-8E27-9C0717B9B726}"/>
              </a:ext>
            </a:extLst>
          </p:cNvPr>
          <p:cNvSpPr/>
          <p:nvPr/>
        </p:nvSpPr>
        <p:spPr>
          <a:xfrm>
            <a:off x="6892751" y="220202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76435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dirty="0"/>
              <a:t>Exercise (success probability for the nodes)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9D4FAE-9EA5-4927-8F70-E90C243E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935421"/>
            <a:ext cx="9979127" cy="52883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BA7B64-6AF9-4C08-AAEF-1353B9D28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568" y="935664"/>
            <a:ext cx="3220262" cy="167880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E47447F-9D1D-4119-9AC1-89A76461C26E}"/>
              </a:ext>
            </a:extLst>
          </p:cNvPr>
          <p:cNvSpPr/>
          <p:nvPr/>
        </p:nvSpPr>
        <p:spPr>
          <a:xfrm>
            <a:off x="4912772" y="123419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F88072-7B73-4C39-85C6-1A390ED9D829}"/>
              </a:ext>
            </a:extLst>
          </p:cNvPr>
          <p:cNvSpPr/>
          <p:nvPr/>
        </p:nvSpPr>
        <p:spPr>
          <a:xfrm>
            <a:off x="5493535" y="3227662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915FF7-F2B6-4F8F-987F-6E6AE8782CB9}"/>
              </a:ext>
            </a:extLst>
          </p:cNvPr>
          <p:cNvSpPr/>
          <p:nvPr/>
        </p:nvSpPr>
        <p:spPr>
          <a:xfrm>
            <a:off x="8194430" y="3290775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BB9AB2-8480-4BB4-9570-B265C933A8FD}"/>
              </a:ext>
            </a:extLst>
          </p:cNvPr>
          <p:cNvSpPr/>
          <p:nvPr/>
        </p:nvSpPr>
        <p:spPr>
          <a:xfrm>
            <a:off x="8477344" y="3290775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641BBD-1AE1-4473-A3CD-89545BCB14F4}"/>
              </a:ext>
            </a:extLst>
          </p:cNvPr>
          <p:cNvSpPr/>
          <p:nvPr/>
        </p:nvSpPr>
        <p:spPr>
          <a:xfrm>
            <a:off x="8194429" y="2899539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rPr>
              <a:t>0.0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93BAD6-018F-4A85-AE18-DB743550469F}"/>
              </a:ext>
            </a:extLst>
          </p:cNvPr>
          <p:cNvSpPr/>
          <p:nvPr/>
        </p:nvSpPr>
        <p:spPr>
          <a:xfrm>
            <a:off x="8477344" y="2883100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B1E7C0-6898-41C6-93BD-D0CD26828926}"/>
              </a:ext>
            </a:extLst>
          </p:cNvPr>
          <p:cNvSpPr/>
          <p:nvPr/>
        </p:nvSpPr>
        <p:spPr>
          <a:xfrm>
            <a:off x="457200" y="3196161"/>
            <a:ext cx="2222466" cy="4780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rgbClr val="FF0000"/>
                </a:solidFill>
              </a:rPr>
              <a:t>0.75+0.5-0.75*0.5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0839073-3DB5-420C-9D5C-F0F2A4074E84}"/>
              </a:ext>
            </a:extLst>
          </p:cNvPr>
          <p:cNvSpPr/>
          <p:nvPr/>
        </p:nvSpPr>
        <p:spPr>
          <a:xfrm>
            <a:off x="9910637" y="5503985"/>
            <a:ext cx="678426" cy="383458"/>
          </a:xfrm>
          <a:prstGeom prst="ellipse">
            <a:avLst/>
          </a:prstGeom>
          <a:solidFill>
            <a:srgbClr val="FFFF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1CDA12A-AF01-4DD7-A0D4-B6C8068D898C}"/>
              </a:ext>
            </a:extLst>
          </p:cNvPr>
          <p:cNvSpPr/>
          <p:nvPr/>
        </p:nvSpPr>
        <p:spPr>
          <a:xfrm>
            <a:off x="9305673" y="4386856"/>
            <a:ext cx="963741" cy="383458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6066EDF-5937-499A-AB59-C414A13D27E9}"/>
              </a:ext>
            </a:extLst>
          </p:cNvPr>
          <p:cNvSpPr/>
          <p:nvPr/>
        </p:nvSpPr>
        <p:spPr>
          <a:xfrm>
            <a:off x="6768755" y="2202024"/>
            <a:ext cx="963741" cy="410547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5B53C61-D030-4979-AB7C-A5BDF463CB77}"/>
              </a:ext>
            </a:extLst>
          </p:cNvPr>
          <p:cNvSpPr/>
          <p:nvPr/>
        </p:nvSpPr>
        <p:spPr>
          <a:xfrm>
            <a:off x="6750094" y="1793726"/>
            <a:ext cx="963741" cy="383458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3A52424-3568-4B9D-AAB9-F7B2D633869C}"/>
              </a:ext>
            </a:extLst>
          </p:cNvPr>
          <p:cNvSpPr/>
          <p:nvPr/>
        </p:nvSpPr>
        <p:spPr>
          <a:xfrm>
            <a:off x="6892751" y="1763072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579140-947B-434E-96FF-BA347F0C4208}"/>
              </a:ext>
            </a:extLst>
          </p:cNvPr>
          <p:cNvSpPr/>
          <p:nvPr/>
        </p:nvSpPr>
        <p:spPr>
          <a:xfrm>
            <a:off x="6892751" y="220202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82408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dirty="0"/>
              <a:t>Exercise (success probability for the nodes)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9D4FAE-9EA5-4927-8F70-E90C243E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935421"/>
            <a:ext cx="9979127" cy="52883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BA7B64-6AF9-4C08-AAEF-1353B9D28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568" y="935664"/>
            <a:ext cx="3220262" cy="167880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E47447F-9D1D-4119-9AC1-89A76461C26E}"/>
              </a:ext>
            </a:extLst>
          </p:cNvPr>
          <p:cNvSpPr/>
          <p:nvPr/>
        </p:nvSpPr>
        <p:spPr>
          <a:xfrm>
            <a:off x="4912772" y="123419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F88072-7B73-4C39-85C6-1A390ED9D829}"/>
              </a:ext>
            </a:extLst>
          </p:cNvPr>
          <p:cNvSpPr/>
          <p:nvPr/>
        </p:nvSpPr>
        <p:spPr>
          <a:xfrm>
            <a:off x="5493535" y="3227662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915FF7-F2B6-4F8F-987F-6E6AE8782CB9}"/>
              </a:ext>
            </a:extLst>
          </p:cNvPr>
          <p:cNvSpPr/>
          <p:nvPr/>
        </p:nvSpPr>
        <p:spPr>
          <a:xfrm>
            <a:off x="8194430" y="3290775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641BBD-1AE1-4473-A3CD-89545BCB14F4}"/>
              </a:ext>
            </a:extLst>
          </p:cNvPr>
          <p:cNvSpPr/>
          <p:nvPr/>
        </p:nvSpPr>
        <p:spPr>
          <a:xfrm>
            <a:off x="8194429" y="2899539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rPr>
              <a:t>0.0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93BAD6-018F-4A85-AE18-DB743550469F}"/>
              </a:ext>
            </a:extLst>
          </p:cNvPr>
          <p:cNvSpPr/>
          <p:nvPr/>
        </p:nvSpPr>
        <p:spPr>
          <a:xfrm>
            <a:off x="8477344" y="2883100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B1E7C0-6898-41C6-93BD-D0CD26828926}"/>
              </a:ext>
            </a:extLst>
          </p:cNvPr>
          <p:cNvSpPr/>
          <p:nvPr/>
        </p:nvSpPr>
        <p:spPr>
          <a:xfrm>
            <a:off x="457200" y="3196161"/>
            <a:ext cx="2222466" cy="4780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rgbClr val="FF0000"/>
                </a:solidFill>
              </a:rPr>
              <a:t>0.75+0.5-0.75*0.5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0F37AC0-EA5F-40A5-8844-30E44327EB0E}"/>
              </a:ext>
            </a:extLst>
          </p:cNvPr>
          <p:cNvSpPr/>
          <p:nvPr/>
        </p:nvSpPr>
        <p:spPr>
          <a:xfrm>
            <a:off x="9910637" y="5503985"/>
            <a:ext cx="678426" cy="383458"/>
          </a:xfrm>
          <a:prstGeom prst="ellipse">
            <a:avLst/>
          </a:prstGeom>
          <a:solidFill>
            <a:srgbClr val="FFFF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45BDBEB-6449-4433-A41D-777046892DF3}"/>
              </a:ext>
            </a:extLst>
          </p:cNvPr>
          <p:cNvSpPr/>
          <p:nvPr/>
        </p:nvSpPr>
        <p:spPr>
          <a:xfrm>
            <a:off x="9305673" y="4386856"/>
            <a:ext cx="963741" cy="383458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0796E84-B652-4D07-85B1-2278921A54BA}"/>
              </a:ext>
            </a:extLst>
          </p:cNvPr>
          <p:cNvSpPr/>
          <p:nvPr/>
        </p:nvSpPr>
        <p:spPr>
          <a:xfrm>
            <a:off x="6768755" y="2202024"/>
            <a:ext cx="963741" cy="410547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025FB51-CE9B-48DC-BD03-199E141F4F6E}"/>
              </a:ext>
            </a:extLst>
          </p:cNvPr>
          <p:cNvSpPr/>
          <p:nvPr/>
        </p:nvSpPr>
        <p:spPr>
          <a:xfrm>
            <a:off x="6750094" y="1793726"/>
            <a:ext cx="963741" cy="383458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30FB8F3-FAD0-4EF4-84F3-6075CEBC8A03}"/>
              </a:ext>
            </a:extLst>
          </p:cNvPr>
          <p:cNvSpPr/>
          <p:nvPr/>
        </p:nvSpPr>
        <p:spPr>
          <a:xfrm>
            <a:off x="6892751" y="1763072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4BB221-FAF4-441B-8541-82365B585141}"/>
              </a:ext>
            </a:extLst>
          </p:cNvPr>
          <p:cNvSpPr/>
          <p:nvPr/>
        </p:nvSpPr>
        <p:spPr>
          <a:xfrm>
            <a:off x="6892751" y="220202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931171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dirty="0"/>
              <a:t>Exercise (success probability for the nodes)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9D4FAE-9EA5-4927-8F70-E90C243E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935421"/>
            <a:ext cx="9979127" cy="52883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BA7B64-6AF9-4C08-AAEF-1353B9D28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568" y="935664"/>
            <a:ext cx="3220262" cy="167880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E47447F-9D1D-4119-9AC1-89A76461C26E}"/>
              </a:ext>
            </a:extLst>
          </p:cNvPr>
          <p:cNvSpPr/>
          <p:nvPr/>
        </p:nvSpPr>
        <p:spPr>
          <a:xfrm>
            <a:off x="4912772" y="123419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F88072-7B73-4C39-85C6-1A390ED9D829}"/>
              </a:ext>
            </a:extLst>
          </p:cNvPr>
          <p:cNvSpPr/>
          <p:nvPr/>
        </p:nvSpPr>
        <p:spPr>
          <a:xfrm>
            <a:off x="5493535" y="3227662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915FF7-F2B6-4F8F-987F-6E6AE8782CB9}"/>
              </a:ext>
            </a:extLst>
          </p:cNvPr>
          <p:cNvSpPr/>
          <p:nvPr/>
        </p:nvSpPr>
        <p:spPr>
          <a:xfrm>
            <a:off x="8194430" y="3290775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641BBD-1AE1-4473-A3CD-89545BCB14F4}"/>
              </a:ext>
            </a:extLst>
          </p:cNvPr>
          <p:cNvSpPr/>
          <p:nvPr/>
        </p:nvSpPr>
        <p:spPr>
          <a:xfrm>
            <a:off x="8194429" y="2899539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rPr>
              <a:t>0.25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B1E7C0-6898-41C6-93BD-D0CD26828926}"/>
              </a:ext>
            </a:extLst>
          </p:cNvPr>
          <p:cNvSpPr/>
          <p:nvPr/>
        </p:nvSpPr>
        <p:spPr>
          <a:xfrm>
            <a:off x="457200" y="3196161"/>
            <a:ext cx="2222466" cy="4780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rgbClr val="FF0000"/>
                </a:solidFill>
              </a:rPr>
              <a:t>0.75+0.5-0.75*0.5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0F37AC0-EA5F-40A5-8844-30E44327EB0E}"/>
              </a:ext>
            </a:extLst>
          </p:cNvPr>
          <p:cNvSpPr/>
          <p:nvPr/>
        </p:nvSpPr>
        <p:spPr>
          <a:xfrm>
            <a:off x="9910637" y="5503985"/>
            <a:ext cx="678426" cy="383458"/>
          </a:xfrm>
          <a:prstGeom prst="ellipse">
            <a:avLst/>
          </a:prstGeom>
          <a:solidFill>
            <a:srgbClr val="FFFF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45BDBEB-6449-4433-A41D-777046892DF3}"/>
              </a:ext>
            </a:extLst>
          </p:cNvPr>
          <p:cNvSpPr/>
          <p:nvPr/>
        </p:nvSpPr>
        <p:spPr>
          <a:xfrm>
            <a:off x="9305673" y="4386856"/>
            <a:ext cx="963741" cy="383458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9C3A2D8-9950-4253-89F8-378DF90914A5}"/>
              </a:ext>
            </a:extLst>
          </p:cNvPr>
          <p:cNvSpPr/>
          <p:nvPr/>
        </p:nvSpPr>
        <p:spPr>
          <a:xfrm>
            <a:off x="6768755" y="2202024"/>
            <a:ext cx="963741" cy="410547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66A7DD3-B3E4-48A9-9F0B-66F3D10B97FD}"/>
              </a:ext>
            </a:extLst>
          </p:cNvPr>
          <p:cNvSpPr/>
          <p:nvPr/>
        </p:nvSpPr>
        <p:spPr>
          <a:xfrm>
            <a:off x="6750094" y="1793726"/>
            <a:ext cx="963741" cy="383458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4B1D83-CC43-47E6-BCD8-FEF52BAAB2B9}"/>
              </a:ext>
            </a:extLst>
          </p:cNvPr>
          <p:cNvSpPr/>
          <p:nvPr/>
        </p:nvSpPr>
        <p:spPr>
          <a:xfrm>
            <a:off x="6892751" y="1763072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58B5752-9682-4A29-919A-0B612BAD7AE2}"/>
              </a:ext>
            </a:extLst>
          </p:cNvPr>
          <p:cNvSpPr/>
          <p:nvPr/>
        </p:nvSpPr>
        <p:spPr>
          <a:xfrm>
            <a:off x="6892751" y="220202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99861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dirty="0"/>
              <a:t>Exercise (success probability for the nodes)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9D4FAE-9EA5-4927-8F70-E90C243E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935421"/>
            <a:ext cx="9979127" cy="52883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BA7B64-6AF9-4C08-AAEF-1353B9D28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568" y="935664"/>
            <a:ext cx="3220262" cy="167880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E47447F-9D1D-4119-9AC1-89A76461C26E}"/>
              </a:ext>
            </a:extLst>
          </p:cNvPr>
          <p:cNvSpPr/>
          <p:nvPr/>
        </p:nvSpPr>
        <p:spPr>
          <a:xfrm>
            <a:off x="4912772" y="123419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915FF7-F2B6-4F8F-987F-6E6AE8782CB9}"/>
              </a:ext>
            </a:extLst>
          </p:cNvPr>
          <p:cNvSpPr/>
          <p:nvPr/>
        </p:nvSpPr>
        <p:spPr>
          <a:xfrm>
            <a:off x="8194430" y="3290775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641BBD-1AE1-4473-A3CD-89545BCB14F4}"/>
              </a:ext>
            </a:extLst>
          </p:cNvPr>
          <p:cNvSpPr/>
          <p:nvPr/>
        </p:nvSpPr>
        <p:spPr>
          <a:xfrm>
            <a:off x="8194429" y="2899539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rPr>
              <a:t>0.25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B1E7C0-6898-41C6-93BD-D0CD26828926}"/>
              </a:ext>
            </a:extLst>
          </p:cNvPr>
          <p:cNvSpPr/>
          <p:nvPr/>
        </p:nvSpPr>
        <p:spPr>
          <a:xfrm>
            <a:off x="457200" y="3196161"/>
            <a:ext cx="2222466" cy="4780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rgbClr val="FF0000"/>
                </a:solidFill>
              </a:rPr>
              <a:t>0.75+0.5-0.75*0.5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0F37AC0-EA5F-40A5-8844-30E44327EB0E}"/>
              </a:ext>
            </a:extLst>
          </p:cNvPr>
          <p:cNvSpPr/>
          <p:nvPr/>
        </p:nvSpPr>
        <p:spPr>
          <a:xfrm>
            <a:off x="9910637" y="5503985"/>
            <a:ext cx="678426" cy="383458"/>
          </a:xfrm>
          <a:prstGeom prst="ellipse">
            <a:avLst/>
          </a:prstGeom>
          <a:solidFill>
            <a:srgbClr val="FFFF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45BDBEB-6449-4433-A41D-777046892DF3}"/>
              </a:ext>
            </a:extLst>
          </p:cNvPr>
          <p:cNvSpPr/>
          <p:nvPr/>
        </p:nvSpPr>
        <p:spPr>
          <a:xfrm>
            <a:off x="9305673" y="4386856"/>
            <a:ext cx="963741" cy="383458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19E044B-5C0D-457A-81E2-ACE4895B0D50}"/>
              </a:ext>
            </a:extLst>
          </p:cNvPr>
          <p:cNvSpPr/>
          <p:nvPr/>
        </p:nvSpPr>
        <p:spPr>
          <a:xfrm>
            <a:off x="6768755" y="2202024"/>
            <a:ext cx="963741" cy="410547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613EA20-61FB-40BA-8B9D-7EB56137484C}"/>
              </a:ext>
            </a:extLst>
          </p:cNvPr>
          <p:cNvSpPr/>
          <p:nvPr/>
        </p:nvSpPr>
        <p:spPr>
          <a:xfrm>
            <a:off x="6750094" y="1793726"/>
            <a:ext cx="963741" cy="383458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67B9D29-AF69-4643-93B4-206777B2F132}"/>
              </a:ext>
            </a:extLst>
          </p:cNvPr>
          <p:cNvSpPr/>
          <p:nvPr/>
        </p:nvSpPr>
        <p:spPr>
          <a:xfrm>
            <a:off x="6892751" y="1763072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37D2E1C-B80A-4B1B-A225-45F956642749}"/>
              </a:ext>
            </a:extLst>
          </p:cNvPr>
          <p:cNvSpPr/>
          <p:nvPr/>
        </p:nvSpPr>
        <p:spPr>
          <a:xfrm>
            <a:off x="6892751" y="220202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02091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dirty="0"/>
              <a:t>Exercise (success probability for the nodes)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9D4FAE-9EA5-4927-8F70-E90C243E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935421"/>
            <a:ext cx="9979127" cy="52883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BA7B64-6AF9-4C08-AAEF-1353B9D28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568" y="935664"/>
            <a:ext cx="3220262" cy="167880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E47447F-9D1D-4119-9AC1-89A76461C26E}"/>
              </a:ext>
            </a:extLst>
          </p:cNvPr>
          <p:cNvSpPr/>
          <p:nvPr/>
        </p:nvSpPr>
        <p:spPr>
          <a:xfrm>
            <a:off x="4912772" y="123419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915FF7-F2B6-4F8F-987F-6E6AE8782CB9}"/>
              </a:ext>
            </a:extLst>
          </p:cNvPr>
          <p:cNvSpPr/>
          <p:nvPr/>
        </p:nvSpPr>
        <p:spPr>
          <a:xfrm>
            <a:off x="8194430" y="3290775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641BBD-1AE1-4473-A3CD-89545BCB14F4}"/>
              </a:ext>
            </a:extLst>
          </p:cNvPr>
          <p:cNvSpPr/>
          <p:nvPr/>
        </p:nvSpPr>
        <p:spPr>
          <a:xfrm>
            <a:off x="8194429" y="2899539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rPr>
              <a:t>0.25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B1E7C0-6898-41C6-93BD-D0CD26828926}"/>
              </a:ext>
            </a:extLst>
          </p:cNvPr>
          <p:cNvSpPr/>
          <p:nvPr/>
        </p:nvSpPr>
        <p:spPr>
          <a:xfrm>
            <a:off x="457200" y="3196161"/>
            <a:ext cx="2222466" cy="4780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rgbClr val="FF0000"/>
                </a:solidFill>
              </a:rPr>
              <a:t>0.75+0.5-0.75*0.5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0F37AC0-EA5F-40A5-8844-30E44327EB0E}"/>
              </a:ext>
            </a:extLst>
          </p:cNvPr>
          <p:cNvSpPr/>
          <p:nvPr/>
        </p:nvSpPr>
        <p:spPr>
          <a:xfrm>
            <a:off x="9910637" y="5503985"/>
            <a:ext cx="678426" cy="383458"/>
          </a:xfrm>
          <a:prstGeom prst="ellipse">
            <a:avLst/>
          </a:prstGeom>
          <a:solidFill>
            <a:srgbClr val="FFFF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45BDBEB-6449-4433-A41D-777046892DF3}"/>
              </a:ext>
            </a:extLst>
          </p:cNvPr>
          <p:cNvSpPr/>
          <p:nvPr/>
        </p:nvSpPr>
        <p:spPr>
          <a:xfrm>
            <a:off x="9305673" y="4386856"/>
            <a:ext cx="963741" cy="383458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5C9A2A3-E372-4D76-9829-2A6254CD66E2}"/>
              </a:ext>
            </a:extLst>
          </p:cNvPr>
          <p:cNvSpPr/>
          <p:nvPr/>
        </p:nvSpPr>
        <p:spPr>
          <a:xfrm>
            <a:off x="6768755" y="2202024"/>
            <a:ext cx="963741" cy="410547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7C9DC75-95F7-48A2-AC98-B1098E75A10F}"/>
              </a:ext>
            </a:extLst>
          </p:cNvPr>
          <p:cNvSpPr/>
          <p:nvPr/>
        </p:nvSpPr>
        <p:spPr>
          <a:xfrm>
            <a:off x="6750094" y="1793726"/>
            <a:ext cx="963741" cy="383458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6DD8AA7-C59E-4F8D-9F61-B3601350612B}"/>
              </a:ext>
            </a:extLst>
          </p:cNvPr>
          <p:cNvSpPr/>
          <p:nvPr/>
        </p:nvSpPr>
        <p:spPr>
          <a:xfrm>
            <a:off x="6892751" y="1763072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825453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dirty="0"/>
              <a:t>Exercise (success probability for the nodes)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9D4FAE-9EA5-4927-8F70-E90C243E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935421"/>
            <a:ext cx="9979127" cy="52883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BA7B64-6AF9-4C08-AAEF-1353B9D28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568" y="935664"/>
            <a:ext cx="3220262" cy="167880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E47447F-9D1D-4119-9AC1-89A76461C26E}"/>
              </a:ext>
            </a:extLst>
          </p:cNvPr>
          <p:cNvSpPr/>
          <p:nvPr/>
        </p:nvSpPr>
        <p:spPr>
          <a:xfrm>
            <a:off x="4912772" y="1234194"/>
            <a:ext cx="678426" cy="38345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915FF7-F2B6-4F8F-987F-6E6AE8782CB9}"/>
              </a:ext>
            </a:extLst>
          </p:cNvPr>
          <p:cNvSpPr/>
          <p:nvPr/>
        </p:nvSpPr>
        <p:spPr>
          <a:xfrm>
            <a:off x="8194430" y="3290775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641BBD-1AE1-4473-A3CD-89545BCB14F4}"/>
              </a:ext>
            </a:extLst>
          </p:cNvPr>
          <p:cNvSpPr/>
          <p:nvPr/>
        </p:nvSpPr>
        <p:spPr>
          <a:xfrm>
            <a:off x="8194429" y="2899539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rPr>
              <a:t>0.25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B1E7C0-6898-41C6-93BD-D0CD26828926}"/>
              </a:ext>
            </a:extLst>
          </p:cNvPr>
          <p:cNvSpPr/>
          <p:nvPr/>
        </p:nvSpPr>
        <p:spPr>
          <a:xfrm>
            <a:off x="457200" y="3196161"/>
            <a:ext cx="2222466" cy="4780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rgbClr val="FF0000"/>
                </a:solidFill>
              </a:rPr>
              <a:t>0.75+0.5-0.75*0.5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0F37AC0-EA5F-40A5-8844-30E44327EB0E}"/>
              </a:ext>
            </a:extLst>
          </p:cNvPr>
          <p:cNvSpPr/>
          <p:nvPr/>
        </p:nvSpPr>
        <p:spPr>
          <a:xfrm>
            <a:off x="9910637" y="5503985"/>
            <a:ext cx="678426" cy="383458"/>
          </a:xfrm>
          <a:prstGeom prst="ellipse">
            <a:avLst/>
          </a:prstGeom>
          <a:solidFill>
            <a:srgbClr val="FFFF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45BDBEB-6449-4433-A41D-777046892DF3}"/>
              </a:ext>
            </a:extLst>
          </p:cNvPr>
          <p:cNvSpPr/>
          <p:nvPr/>
        </p:nvSpPr>
        <p:spPr>
          <a:xfrm>
            <a:off x="9305673" y="4386856"/>
            <a:ext cx="963741" cy="383458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5C9A2A3-E372-4D76-9829-2A6254CD66E2}"/>
              </a:ext>
            </a:extLst>
          </p:cNvPr>
          <p:cNvSpPr/>
          <p:nvPr/>
        </p:nvSpPr>
        <p:spPr>
          <a:xfrm>
            <a:off x="6768755" y="2202024"/>
            <a:ext cx="963741" cy="410547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7C9DC75-95F7-48A2-AC98-B1098E75A10F}"/>
              </a:ext>
            </a:extLst>
          </p:cNvPr>
          <p:cNvSpPr/>
          <p:nvPr/>
        </p:nvSpPr>
        <p:spPr>
          <a:xfrm>
            <a:off x="6750094" y="1793726"/>
            <a:ext cx="963741" cy="383458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</p:spTree>
    <p:extLst>
      <p:ext uri="{BB962C8B-B14F-4D97-AF65-F5344CB8AC3E}">
        <p14:creationId xmlns:p14="http://schemas.microsoft.com/office/powerpoint/2010/main" val="36994536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dirty="0"/>
              <a:t>Exercise (success probability for the nodes)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9D4FAE-9EA5-4927-8F70-E90C243E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935421"/>
            <a:ext cx="9979127" cy="52883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BA7B64-6AF9-4C08-AAEF-1353B9D28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568" y="935664"/>
            <a:ext cx="3220262" cy="1678803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4915FF7-F2B6-4F8F-987F-6E6AE8782CB9}"/>
              </a:ext>
            </a:extLst>
          </p:cNvPr>
          <p:cNvSpPr/>
          <p:nvPr/>
        </p:nvSpPr>
        <p:spPr>
          <a:xfrm>
            <a:off x="8194430" y="3290775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641BBD-1AE1-4473-A3CD-89545BCB14F4}"/>
              </a:ext>
            </a:extLst>
          </p:cNvPr>
          <p:cNvSpPr/>
          <p:nvPr/>
        </p:nvSpPr>
        <p:spPr>
          <a:xfrm>
            <a:off x="8194429" y="2899539"/>
            <a:ext cx="1244257" cy="383458"/>
          </a:xfrm>
          <a:prstGeom prst="rect">
            <a:avLst/>
          </a:prstGeom>
          <a:solidFill>
            <a:schemeClr val="tx1"/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rPr>
              <a:t>0.25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B1E7C0-6898-41C6-93BD-D0CD26828926}"/>
              </a:ext>
            </a:extLst>
          </p:cNvPr>
          <p:cNvSpPr/>
          <p:nvPr/>
        </p:nvSpPr>
        <p:spPr>
          <a:xfrm>
            <a:off x="457200" y="3196161"/>
            <a:ext cx="2222466" cy="4780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rgbClr val="FF0000"/>
                </a:solidFill>
              </a:rPr>
              <a:t>0.75+0.5-0.75*0.5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0F37AC0-EA5F-40A5-8844-30E44327EB0E}"/>
              </a:ext>
            </a:extLst>
          </p:cNvPr>
          <p:cNvSpPr/>
          <p:nvPr/>
        </p:nvSpPr>
        <p:spPr>
          <a:xfrm>
            <a:off x="9910637" y="5503985"/>
            <a:ext cx="678426" cy="383458"/>
          </a:xfrm>
          <a:prstGeom prst="ellipse">
            <a:avLst/>
          </a:prstGeom>
          <a:solidFill>
            <a:srgbClr val="FFFF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45BDBEB-6449-4433-A41D-777046892DF3}"/>
              </a:ext>
            </a:extLst>
          </p:cNvPr>
          <p:cNvSpPr/>
          <p:nvPr/>
        </p:nvSpPr>
        <p:spPr>
          <a:xfrm>
            <a:off x="9305673" y="4386856"/>
            <a:ext cx="963741" cy="383458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5C9A2A3-E372-4D76-9829-2A6254CD66E2}"/>
              </a:ext>
            </a:extLst>
          </p:cNvPr>
          <p:cNvSpPr/>
          <p:nvPr/>
        </p:nvSpPr>
        <p:spPr>
          <a:xfrm>
            <a:off x="6768755" y="2202024"/>
            <a:ext cx="963741" cy="410547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7C9DC75-95F7-48A2-AC98-B1098E75A10F}"/>
              </a:ext>
            </a:extLst>
          </p:cNvPr>
          <p:cNvSpPr/>
          <p:nvPr/>
        </p:nvSpPr>
        <p:spPr>
          <a:xfrm>
            <a:off x="6750094" y="1793726"/>
            <a:ext cx="963741" cy="383458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9BB5AEB-54E6-4662-B376-8754A8798629}"/>
              </a:ext>
            </a:extLst>
          </p:cNvPr>
          <p:cNvSpPr/>
          <p:nvPr/>
        </p:nvSpPr>
        <p:spPr>
          <a:xfrm>
            <a:off x="1959429" y="1208575"/>
            <a:ext cx="2730313" cy="4780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 dirty="0">
                <a:solidFill>
                  <a:srgbClr val="FF0000"/>
                </a:solidFill>
              </a:rPr>
              <a:t>0.875+0.75-0.875*0.75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CCCE2B6-0906-465B-AD17-CD5CED8EE730}"/>
              </a:ext>
            </a:extLst>
          </p:cNvPr>
          <p:cNvSpPr/>
          <p:nvPr/>
        </p:nvSpPr>
        <p:spPr>
          <a:xfrm>
            <a:off x="4483274" y="1208575"/>
            <a:ext cx="1861542" cy="478070"/>
          </a:xfrm>
          <a:prstGeom prst="ellipse">
            <a:avLst/>
          </a:prstGeom>
          <a:solidFill>
            <a:schemeClr val="tx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0.96875</a:t>
            </a:r>
          </a:p>
        </p:txBody>
      </p:sp>
    </p:spTree>
    <p:extLst>
      <p:ext uri="{BB962C8B-B14F-4D97-AF65-F5344CB8AC3E}">
        <p14:creationId xmlns:p14="http://schemas.microsoft.com/office/powerpoint/2010/main" val="1472950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DB3EE-D481-8C2C-679E-4F32C44AC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765C2-8A0F-B253-20CF-89DF3B660F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dirty="0"/>
              <a:t>Exercise (success probability for the nodes)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15238F8-E9CC-D625-133A-038ED06E2B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0407" y="734371"/>
            <a:ext cx="7148179" cy="6005080"/>
          </a:xfrm>
          <a:prstGeom prst="rect">
            <a:avLst/>
          </a:prstGeom>
        </p:spPr>
      </p:pic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82688E41-0CBC-0D22-9CA2-29A23D1F3192}"/>
              </a:ext>
            </a:extLst>
          </p:cNvPr>
          <p:cNvCxnSpPr/>
          <p:nvPr/>
        </p:nvCxnSpPr>
        <p:spPr>
          <a:xfrm flipH="1" flipV="1">
            <a:off x="4674637" y="1129004"/>
            <a:ext cx="923730" cy="44786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3413649C-47E4-8E70-1380-E2BE000CDA6A}"/>
              </a:ext>
            </a:extLst>
          </p:cNvPr>
          <p:cNvSpPr txBox="1"/>
          <p:nvPr/>
        </p:nvSpPr>
        <p:spPr>
          <a:xfrm>
            <a:off x="5136502" y="1597481"/>
            <a:ext cx="2364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altLang="zh-CN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 Attribute Domain</a:t>
            </a:r>
            <a:endParaRPr lang="zh-CN" altLang="en-US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81732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C1770-5F57-DE81-6236-27A370832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5A003-3634-B9E4-F01E-E7FDBBE36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dirty="0"/>
              <a:t>Exercise (success probability for the nodes)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62AD1CA-FD1E-3B82-D8CE-D667A090F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2533" y="1372397"/>
            <a:ext cx="9563929" cy="4320914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F13354A5-494F-143A-78F0-252A0B4462C6}"/>
              </a:ext>
            </a:extLst>
          </p:cNvPr>
          <p:cNvSpPr/>
          <p:nvPr/>
        </p:nvSpPr>
        <p:spPr>
          <a:xfrm>
            <a:off x="1380931" y="2789853"/>
            <a:ext cx="2584579" cy="63914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33534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BB674-7FFB-56AD-65D8-088601BE2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04BC8-F9BD-5733-BAE3-2549403CF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dirty="0"/>
              <a:t>Exercise (success probability for the nodes)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AFBCEF1-2B21-735D-B294-1E06096D6C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064" y="835599"/>
            <a:ext cx="6191871" cy="5540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4621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D6F9E-B4BD-8A56-C640-ABCC93711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1DE4-04D4-F42B-AE38-002E30D18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sz="4000" dirty="0"/>
              <a:t>CALDERA</a:t>
            </a:r>
            <a:endParaRPr lang="en-AU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E1B2EF1-6284-2480-FB44-D1009C5DD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253" y="935421"/>
            <a:ext cx="11925494" cy="4248704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zh-CN" altLang="en-US" dirty="0"/>
              <a:t>It is built on the </a:t>
            </a:r>
            <a:r>
              <a:rPr lang="zh-CN" altLang="en-US" dirty="0">
                <a:solidFill>
                  <a:srgbClr val="FF0000"/>
                </a:solidFill>
              </a:rPr>
              <a:t>MITRE ATT&amp;CK™ framework </a:t>
            </a:r>
            <a:r>
              <a:rPr lang="zh-CN" altLang="en-US" dirty="0"/>
              <a:t>and is an active research project at MITRE.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C045DAA7-4D0A-2517-C092-93688E9B8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128" y="1621297"/>
            <a:ext cx="10964805" cy="287695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62E81BB-2D8F-2C7D-F0F8-DA278888B2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253" y="4757071"/>
            <a:ext cx="11843657" cy="1586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4220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sz="4000" dirty="0"/>
              <a:t>CALDERA</a:t>
            </a:r>
            <a:endParaRPr lang="en-AU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B5CCB9A-CAAC-4278-82F3-30F13CAC3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253" y="935421"/>
            <a:ext cx="11925494" cy="4248704"/>
          </a:xfrm>
        </p:spPr>
        <p:txBody>
          <a:bodyPr>
            <a:normAutofit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cyber range </a:t>
            </a:r>
            <a:r>
              <a:rPr lang="en-US" sz="2800" dirty="0"/>
              <a:t>simulates real-world network environment that can be used to replicate real-world cyber scenarios.</a:t>
            </a:r>
          </a:p>
          <a:p>
            <a:r>
              <a:rPr lang="en-US" sz="2800" dirty="0">
                <a:solidFill>
                  <a:srgbClr val="FF0000"/>
                </a:solidFill>
              </a:rPr>
              <a:t>red team </a:t>
            </a:r>
            <a:r>
              <a:rPr lang="en-US" sz="2800" dirty="0"/>
              <a:t>is a group of security professionals who simulate cyber attacks and thus identify weaknesses that can be exploited by real attackers</a:t>
            </a:r>
          </a:p>
          <a:p>
            <a:r>
              <a:rPr lang="en-US" sz="2800" dirty="0">
                <a:solidFill>
                  <a:srgbClr val="FF0000"/>
                </a:solidFill>
              </a:rPr>
              <a:t>blue team </a:t>
            </a:r>
            <a:r>
              <a:rPr lang="en-US" sz="2800" dirty="0"/>
              <a:t>is a group of security professionals who respond to the simulated attacks and test their incident responses.</a:t>
            </a:r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833643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sz="4000" dirty="0"/>
              <a:t>CALDERA</a:t>
            </a:r>
            <a:endParaRPr lang="en-AU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B5CCB9A-CAAC-4278-82F3-30F13CAC3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253" y="935420"/>
            <a:ext cx="11925494" cy="5273993"/>
          </a:xfrm>
        </p:spPr>
        <p:txBody>
          <a:bodyPr>
            <a:normAutofit/>
          </a:bodyPr>
          <a:lstStyle/>
          <a:p>
            <a:r>
              <a:rPr lang="en-AU" sz="2800" dirty="0"/>
              <a:t>CALDERA provides </a:t>
            </a:r>
            <a:r>
              <a:rPr lang="en-AU" sz="2800" dirty="0">
                <a:solidFill>
                  <a:srgbClr val="FF0000"/>
                </a:solidFill>
              </a:rPr>
              <a:t>a cyber-range environment</a:t>
            </a:r>
            <a:r>
              <a:rPr lang="en-AU" sz="2800" dirty="0"/>
              <a:t>.</a:t>
            </a:r>
          </a:p>
          <a:p>
            <a:r>
              <a:rPr lang="en-AU" sz="2800" dirty="0">
                <a:solidFill>
                  <a:srgbClr val="FF0000"/>
                </a:solidFill>
              </a:rPr>
              <a:t>A red team can automate simulated attacks </a:t>
            </a:r>
            <a:r>
              <a:rPr lang="en-AU" sz="2800" dirty="0"/>
              <a:t>that are modelled from real-world threat actors, identify </a:t>
            </a:r>
            <a:r>
              <a:rPr lang="en-US" sz="2800" dirty="0"/>
              <a:t>weaknesses in a target organization’s network and test the incident-response mechanisms that are deployed. </a:t>
            </a:r>
          </a:p>
          <a:p>
            <a:r>
              <a:rPr lang="en-US" sz="2800" dirty="0">
                <a:solidFill>
                  <a:srgbClr val="FF0000"/>
                </a:solidFill>
              </a:rPr>
              <a:t>A blue team can inspect the effectiveness of their deployed defenses</a:t>
            </a:r>
            <a:r>
              <a:rPr lang="en-US" sz="2800" dirty="0"/>
              <a:t> and incident-response mechanisms, thus improving their incident response capabilities, better preparing for real-world cyber threats and mitigating the risks associated with cyber attacks.</a:t>
            </a:r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272504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B5CCB9A-CAAC-4278-82F3-30F13CAC3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297" y="1030013"/>
            <a:ext cx="11625775" cy="5169619"/>
          </a:xfrm>
        </p:spPr>
        <p:txBody>
          <a:bodyPr>
            <a:normAutofit/>
          </a:bodyPr>
          <a:lstStyle/>
          <a:p>
            <a:r>
              <a:rPr lang="en-AU" sz="2800" dirty="0"/>
              <a:t>Installation</a:t>
            </a:r>
            <a:endParaRPr lang="en-US" sz="2800" dirty="0"/>
          </a:p>
          <a:p>
            <a:pPr lvl="1"/>
            <a:r>
              <a:rPr lang="en-US" sz="2600" dirty="0"/>
              <a:t>Open a Linux VM</a:t>
            </a:r>
          </a:p>
          <a:p>
            <a:pPr lvl="1"/>
            <a:r>
              <a:rPr lang="en-AU" sz="2600" dirty="0"/>
              <a:t>Run the following commands:</a:t>
            </a:r>
          </a:p>
          <a:p>
            <a:pPr lvl="2"/>
            <a:r>
              <a:rPr lang="en-US" sz="2600" dirty="0" err="1"/>
              <a:t>sudo</a:t>
            </a:r>
            <a:r>
              <a:rPr lang="en-US" sz="2600" dirty="0"/>
              <a:t> apt install python3-pip </a:t>
            </a:r>
            <a:endParaRPr lang="en-AU" sz="2600" dirty="0"/>
          </a:p>
          <a:p>
            <a:pPr lvl="2"/>
            <a:r>
              <a:rPr lang="en-AU" sz="2600" dirty="0"/>
              <a:t>git clone https://github.com/mitre/caldera.git --recursive</a:t>
            </a:r>
          </a:p>
          <a:p>
            <a:pPr lvl="2"/>
            <a:r>
              <a:rPr lang="en-AU" sz="2600" dirty="0"/>
              <a:t>cd caldera</a:t>
            </a:r>
          </a:p>
          <a:p>
            <a:pPr lvl="2"/>
            <a:r>
              <a:rPr lang="en-AU" sz="2600" dirty="0"/>
              <a:t>pip3 install -r requirements.txt </a:t>
            </a:r>
          </a:p>
          <a:p>
            <a:pPr lvl="3"/>
            <a:r>
              <a:rPr lang="en-AU" sz="2400" dirty="0">
                <a:solidFill>
                  <a:schemeClr val="tx1"/>
                </a:solidFill>
              </a:rPr>
              <a:t>You can create </a:t>
            </a:r>
            <a:r>
              <a:rPr lang="en-AU" sz="2400" dirty="0">
                <a:solidFill>
                  <a:srgbClr val="FF0000"/>
                </a:solidFill>
              </a:rPr>
              <a:t>python virtual environment</a:t>
            </a:r>
            <a:endParaRPr lang="en-AU" sz="2400" dirty="0"/>
          </a:p>
          <a:p>
            <a:pPr lvl="3"/>
            <a:r>
              <a:rPr lang="en-AU" sz="2400" dirty="0"/>
              <a:t>The other way is by appending </a:t>
            </a:r>
            <a:r>
              <a:rPr lang="en-AU" altLang="zh-CN" sz="2400" dirty="0">
                <a:solidFill>
                  <a:srgbClr val="FF0000"/>
                </a:solidFill>
              </a:rPr>
              <a:t>--break-system-packages </a:t>
            </a:r>
            <a:r>
              <a:rPr lang="en-AU" altLang="zh-CN" sz="2400" dirty="0"/>
              <a:t>at the end</a:t>
            </a:r>
            <a:endParaRPr lang="en-AU" sz="2400" dirty="0"/>
          </a:p>
          <a:p>
            <a:pPr lvl="1"/>
            <a:endParaRPr lang="en-US" sz="2600" dirty="0"/>
          </a:p>
          <a:p>
            <a:pPr lvl="1"/>
            <a:endParaRPr lang="en-US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11C95B3-E23A-4E0D-AC96-F40D65081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5709" y="190657"/>
            <a:ext cx="6546273" cy="935421"/>
          </a:xfrm>
        </p:spPr>
        <p:txBody>
          <a:bodyPr/>
          <a:lstStyle/>
          <a:p>
            <a:r>
              <a:rPr lang="en-AU" sz="4000" dirty="0"/>
              <a:t>CALDERA</a:t>
            </a:r>
            <a:endParaRPr lang="en-AU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1E1CA11-B403-08D8-AB44-F1A97DFA9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6277" y="243066"/>
            <a:ext cx="5593506" cy="3928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9884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1F893-3C4C-F8B4-D287-5505153A3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9C6BAA4-8FD6-CE9C-9989-9D20F832A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297" y="1030013"/>
            <a:ext cx="11625775" cy="5169619"/>
          </a:xfrm>
        </p:spPr>
        <p:txBody>
          <a:bodyPr>
            <a:normAutofit lnSpcReduction="10000"/>
          </a:bodyPr>
          <a:lstStyle/>
          <a:p>
            <a:r>
              <a:rPr lang="en-AU" sz="2800" dirty="0"/>
              <a:t>Installation</a:t>
            </a:r>
            <a:endParaRPr lang="en-US" sz="2800" dirty="0"/>
          </a:p>
          <a:p>
            <a:pPr lvl="1"/>
            <a:r>
              <a:rPr lang="en-US" sz="2600" dirty="0"/>
              <a:t>Open a Linux VM</a:t>
            </a:r>
          </a:p>
          <a:p>
            <a:pPr lvl="1"/>
            <a:r>
              <a:rPr lang="en-AU" sz="2600" dirty="0"/>
              <a:t>Run the following commands:</a:t>
            </a:r>
          </a:p>
          <a:p>
            <a:pPr lvl="2"/>
            <a:r>
              <a:rPr lang="en-US" sz="2600" dirty="0" err="1"/>
              <a:t>sudo</a:t>
            </a:r>
            <a:r>
              <a:rPr lang="en-US" sz="2600" dirty="0"/>
              <a:t> apt install python3-pip </a:t>
            </a:r>
            <a:endParaRPr lang="en-AU" sz="2600" dirty="0"/>
          </a:p>
          <a:p>
            <a:pPr lvl="2"/>
            <a:r>
              <a:rPr lang="en-AU" sz="2600" dirty="0"/>
              <a:t>git clone https://github.com/mitre/caldera.git --recursive</a:t>
            </a:r>
          </a:p>
          <a:p>
            <a:pPr lvl="2"/>
            <a:r>
              <a:rPr lang="en-AU" sz="2600" dirty="0"/>
              <a:t>cd caldera</a:t>
            </a:r>
          </a:p>
          <a:p>
            <a:pPr lvl="2"/>
            <a:r>
              <a:rPr lang="en-AU" sz="2600" dirty="0"/>
              <a:t>pip3 install -r requirements.txt (</a:t>
            </a:r>
            <a:r>
              <a:rPr lang="en-AU" sz="2600" dirty="0">
                <a:solidFill>
                  <a:srgbClr val="FF0000"/>
                </a:solidFill>
              </a:rPr>
              <a:t>you may need to create python virtual environment</a:t>
            </a:r>
            <a:r>
              <a:rPr lang="en-AU" sz="2600" dirty="0"/>
              <a:t>)</a:t>
            </a:r>
          </a:p>
          <a:p>
            <a:pPr lvl="2"/>
            <a:r>
              <a:rPr lang="en-AU" sz="2600" dirty="0"/>
              <a:t>python3 server.py –insecure</a:t>
            </a:r>
          </a:p>
          <a:p>
            <a:pPr lvl="2"/>
            <a:r>
              <a:rPr lang="en-AU" sz="2600" dirty="0"/>
              <a:t>python3 server.py –build (</a:t>
            </a:r>
            <a:r>
              <a:rPr lang="en-AU" sz="2600" dirty="0">
                <a:solidFill>
                  <a:srgbClr val="FF0000"/>
                </a:solidFill>
              </a:rPr>
              <a:t>if the above is not working yet</a:t>
            </a:r>
            <a:r>
              <a:rPr lang="en-AU" sz="2600" dirty="0"/>
              <a:t>)</a:t>
            </a:r>
          </a:p>
          <a:p>
            <a:pPr lvl="1"/>
            <a:endParaRPr lang="en-US" sz="2600" dirty="0"/>
          </a:p>
          <a:p>
            <a:pPr lvl="1"/>
            <a:endParaRPr lang="en-US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86B2B28-2504-BA85-974E-675F90A2F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5709" y="190657"/>
            <a:ext cx="6546273" cy="935421"/>
          </a:xfrm>
        </p:spPr>
        <p:txBody>
          <a:bodyPr/>
          <a:lstStyle/>
          <a:p>
            <a:r>
              <a:rPr lang="en-AU" sz="4000" dirty="0"/>
              <a:t>CALDERA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53071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218DA3B-32E3-43B3-94CD-410A869D016D}"/>
              </a:ext>
            </a:extLst>
          </p:cNvPr>
          <p:cNvCxnSpPr>
            <a:cxnSpLocks/>
          </p:cNvCxnSpPr>
          <p:nvPr/>
        </p:nvCxnSpPr>
        <p:spPr>
          <a:xfrm>
            <a:off x="3928474" y="6342310"/>
            <a:ext cx="6428100" cy="0"/>
          </a:xfrm>
          <a:prstGeom prst="line">
            <a:avLst/>
          </a:prstGeom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5BE493A-01E6-4BB3-B897-50D807BE81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551" y="237746"/>
            <a:ext cx="9688277" cy="38372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AB97BE-54AC-47D9-A717-4CDDB3900E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112" y="4075044"/>
            <a:ext cx="9545382" cy="2267266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91118050-1E65-7FC2-F4B1-BE5885CDD1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583" y="2066930"/>
            <a:ext cx="4494897" cy="3708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3261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"/>
            <a:ext cx="10353762" cy="749808"/>
          </a:xfrm>
        </p:spPr>
        <p:txBody>
          <a:bodyPr/>
          <a:lstStyle/>
          <a:p>
            <a:r>
              <a:rPr lang="en-AU" sz="4000" dirty="0"/>
              <a:t>CALDERA</a:t>
            </a:r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6254AE2-B37A-49C1-8634-4CFA4DA6C4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9282" y="1048300"/>
            <a:ext cx="5943599" cy="5266944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DA0E551-F952-485C-B72B-FFE0A227C488}"/>
              </a:ext>
            </a:extLst>
          </p:cNvPr>
          <p:cNvCxnSpPr>
            <a:cxnSpLocks/>
          </p:cNvCxnSpPr>
          <p:nvPr/>
        </p:nvCxnSpPr>
        <p:spPr>
          <a:xfrm>
            <a:off x="5310994" y="5266936"/>
            <a:ext cx="1217822" cy="0"/>
          </a:xfrm>
          <a:prstGeom prst="line">
            <a:avLst/>
          </a:prstGeom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FA20A1-0F23-43F0-86E5-A74E8E1A27DA}"/>
              </a:ext>
            </a:extLst>
          </p:cNvPr>
          <p:cNvSpPr txBox="1">
            <a:spLocks/>
          </p:cNvSpPr>
          <p:nvPr/>
        </p:nvSpPr>
        <p:spPr>
          <a:xfrm>
            <a:off x="283113" y="743604"/>
            <a:ext cx="6501736" cy="139609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Login</a:t>
            </a:r>
            <a:endParaRPr lang="en-AU" sz="2600" dirty="0">
              <a:effectLst/>
              <a:latin typeface="Calibri" panose="020F050202020403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lvl="1"/>
            <a:r>
              <a:rPr lang="en-AU" sz="2600" dirty="0"/>
              <a:t>In caldera/conf/</a:t>
            </a:r>
            <a:r>
              <a:rPr lang="en-AU" sz="2600" dirty="0" err="1"/>
              <a:t>default.vml</a:t>
            </a:r>
            <a:r>
              <a:rPr lang="en-AU" sz="2600" dirty="0"/>
              <a:t>,</a:t>
            </a:r>
            <a:endParaRPr lang="en-US" sz="2600" dirty="0"/>
          </a:p>
          <a:p>
            <a:pPr lvl="1"/>
            <a:endParaRPr lang="en-US" sz="2800" dirty="0"/>
          </a:p>
          <a:p>
            <a:pPr marL="450000" lvl="1" indent="0">
              <a:buFont typeface="Wingdings 2" charset="2"/>
              <a:buNone/>
            </a:pPr>
            <a:endParaRPr lang="en-US" sz="2800" dirty="0"/>
          </a:p>
          <a:p>
            <a:endParaRPr lang="en-AU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876FB52-F8D2-4DD7-B527-954197A2907F}"/>
              </a:ext>
            </a:extLst>
          </p:cNvPr>
          <p:cNvCxnSpPr>
            <a:cxnSpLocks/>
          </p:cNvCxnSpPr>
          <p:nvPr/>
        </p:nvCxnSpPr>
        <p:spPr>
          <a:xfrm>
            <a:off x="5310994" y="3224776"/>
            <a:ext cx="2316481" cy="0"/>
          </a:xfrm>
          <a:prstGeom prst="line">
            <a:avLst/>
          </a:prstGeom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03960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B5CCB9A-CAAC-4278-82F3-30F13CAC3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297" y="1030013"/>
            <a:ext cx="11625775" cy="5169619"/>
          </a:xfrm>
        </p:spPr>
        <p:txBody>
          <a:bodyPr>
            <a:normAutofit/>
          </a:bodyPr>
          <a:lstStyle/>
          <a:p>
            <a:r>
              <a:rPr lang="en-AU" sz="2800" dirty="0"/>
              <a:t>Login</a:t>
            </a:r>
            <a:endParaRPr lang="en-US" sz="2800" dirty="0"/>
          </a:p>
          <a:p>
            <a:pPr lvl="1"/>
            <a:r>
              <a:rPr lang="en-US" sz="2600" dirty="0"/>
              <a:t>Open a browser</a:t>
            </a:r>
          </a:p>
          <a:p>
            <a:pPr lvl="1"/>
            <a:r>
              <a:rPr lang="en-AU" sz="2600" dirty="0"/>
              <a:t>Enter the following URL in the address bar</a:t>
            </a:r>
          </a:p>
          <a:p>
            <a:pPr lvl="3"/>
            <a:r>
              <a:rPr lang="en-AU" sz="2600" u="sng" dirty="0">
                <a:solidFill>
                  <a:schemeClr val="accent1"/>
                </a:solidFill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http://localhost:8888</a:t>
            </a:r>
            <a:r>
              <a:rPr lang="en-AU" sz="2600" dirty="0">
                <a:solidFill>
                  <a:schemeClr val="accent1"/>
                </a:solidFill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</a:p>
          <a:p>
            <a:pPr lvl="3"/>
            <a:r>
              <a:rPr lang="en-AU" sz="2600" dirty="0"/>
              <a:t>username: red</a:t>
            </a:r>
          </a:p>
          <a:p>
            <a:pPr lvl="3"/>
            <a:r>
              <a:rPr lang="en-AU" sz="2600" dirty="0"/>
              <a:t>password: admin</a:t>
            </a:r>
          </a:p>
          <a:p>
            <a:pPr lvl="1"/>
            <a:endParaRPr lang="en-US" sz="2600" dirty="0"/>
          </a:p>
          <a:p>
            <a:pPr lvl="1"/>
            <a:endParaRPr lang="en-US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11C95B3-E23A-4E0D-AC96-F40D65081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5709" y="190657"/>
            <a:ext cx="6546273" cy="935421"/>
          </a:xfrm>
        </p:spPr>
        <p:txBody>
          <a:bodyPr/>
          <a:lstStyle/>
          <a:p>
            <a:r>
              <a:rPr lang="en-AU" sz="4000" dirty="0"/>
              <a:t>CALDERA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729794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sz="4000" dirty="0"/>
              <a:t>CALDERA</a:t>
            </a:r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FAEF12-5CDC-7446-8A71-29EB3B6D9109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828801" y="935421"/>
            <a:ext cx="8499764" cy="509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835148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7AE6-D4A2-4EC7-AB69-D10FDED67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-91439"/>
            <a:ext cx="10353762" cy="749808"/>
          </a:xfrm>
        </p:spPr>
        <p:txBody>
          <a:bodyPr/>
          <a:lstStyle/>
          <a:p>
            <a:r>
              <a:rPr lang="en-AU" sz="4000" dirty="0"/>
              <a:t>CALDERA</a:t>
            </a: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D52D72-55F6-4014-A0DE-3FA94A46A9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19" y="778001"/>
            <a:ext cx="10060485" cy="565937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717C001-70A2-40DC-81F5-6DFE623C1849}"/>
              </a:ext>
            </a:extLst>
          </p:cNvPr>
          <p:cNvSpPr/>
          <p:nvPr/>
        </p:nvSpPr>
        <p:spPr>
          <a:xfrm>
            <a:off x="681375" y="3584448"/>
            <a:ext cx="1824081" cy="1225296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4892557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B5CCB9A-CAAC-4278-82F3-30F13CAC3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1167" y="770830"/>
            <a:ext cx="11777473" cy="5731921"/>
          </a:xfrm>
        </p:spPr>
        <p:txBody>
          <a:bodyPr>
            <a:normAutofit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Adversary</a:t>
            </a:r>
            <a:r>
              <a:rPr lang="en-AU" sz="2800" dirty="0"/>
              <a:t> is a </a:t>
            </a:r>
            <a:r>
              <a:rPr lang="en-US" sz="2800" dirty="0"/>
              <a:t>profile of instructions that describe various TTPs (</a:t>
            </a:r>
            <a:r>
              <a:rPr lang="en-US" sz="2800" dirty="0">
                <a:solidFill>
                  <a:srgbClr val="FF0000"/>
                </a:solidFill>
              </a:rPr>
              <a:t>Tactics</a:t>
            </a:r>
            <a:r>
              <a:rPr lang="en-US" sz="2800" dirty="0"/>
              <a:t>, </a:t>
            </a:r>
            <a:r>
              <a:rPr lang="en-US" sz="2800" dirty="0">
                <a:solidFill>
                  <a:srgbClr val="FF0000"/>
                </a:solidFill>
              </a:rPr>
              <a:t>Techniques</a:t>
            </a:r>
            <a:r>
              <a:rPr lang="en-US" sz="2800" dirty="0"/>
              <a:t> and </a:t>
            </a:r>
            <a:r>
              <a:rPr lang="en-US" sz="2800" dirty="0">
                <a:solidFill>
                  <a:srgbClr val="FF0000"/>
                </a:solidFill>
              </a:rPr>
              <a:t>Procedures</a:t>
            </a:r>
            <a:r>
              <a:rPr lang="en-US" sz="2800" dirty="0"/>
              <a:t>) to be performed on a targeted system. An adversary profile can be used to simulate an attack automatically.</a:t>
            </a:r>
            <a:r>
              <a:rPr lang="en-AU" sz="2800" dirty="0"/>
              <a:t>  </a:t>
            </a:r>
          </a:p>
          <a:p>
            <a:endParaRPr lang="en-US" sz="2600" dirty="0"/>
          </a:p>
          <a:p>
            <a:pPr lvl="1"/>
            <a:endParaRPr lang="en-US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11C95B3-E23A-4E0D-AC96-F40D65081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22863" y="1"/>
            <a:ext cx="6546273" cy="804672"/>
          </a:xfrm>
        </p:spPr>
        <p:txBody>
          <a:bodyPr/>
          <a:lstStyle/>
          <a:p>
            <a:r>
              <a:rPr lang="en-AU" sz="4000" dirty="0"/>
              <a:t>CALDERA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2571551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B5CCB9A-CAAC-4278-82F3-30F13CAC3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1167" y="847715"/>
            <a:ext cx="11777473" cy="5731921"/>
          </a:xfrm>
        </p:spPr>
        <p:txBody>
          <a:bodyPr>
            <a:normAutofit/>
          </a:bodyPr>
          <a:lstStyle/>
          <a:p>
            <a:pPr marL="342000" lvl="1"/>
            <a:r>
              <a:rPr lang="en-US" sz="2800" dirty="0">
                <a:solidFill>
                  <a:srgbClr val="FF0000"/>
                </a:solidFill>
              </a:rPr>
              <a:t>Tactic: </a:t>
            </a:r>
            <a:r>
              <a:rPr lang="en-US" sz="2800" dirty="0"/>
              <a:t>high-level attack goal that attackers aim to achieve.</a:t>
            </a:r>
          </a:p>
          <a:p>
            <a:pPr marL="648000" lvl="2"/>
            <a:r>
              <a:rPr lang="en-US" sz="2600" dirty="0"/>
              <a:t>e.g., gaining unauthorized access</a:t>
            </a:r>
            <a:r>
              <a:rPr lang="en-US" sz="2800" dirty="0">
                <a:solidFill>
                  <a:srgbClr val="0D0D0D"/>
                </a:solidFill>
                <a:effectLst/>
                <a:latin typeface="Söhne"/>
              </a:rPr>
              <a:t>.</a:t>
            </a:r>
            <a:endParaRPr lang="en-US" sz="2600" dirty="0"/>
          </a:p>
          <a:p>
            <a:pPr marL="342000" lvl="1"/>
            <a:r>
              <a:rPr lang="en-US" sz="2800" dirty="0">
                <a:solidFill>
                  <a:srgbClr val="FF0000"/>
                </a:solidFill>
              </a:rPr>
              <a:t>Technique:</a:t>
            </a:r>
            <a:r>
              <a:rPr lang="en-US" sz="2800" dirty="0"/>
              <a:t> specific method used by attackers to achieve a tactic. </a:t>
            </a:r>
          </a:p>
          <a:p>
            <a:pPr marL="648000" lvl="2"/>
            <a:r>
              <a:rPr lang="en-US" sz="2600" dirty="0"/>
              <a:t>e.g., </a:t>
            </a:r>
            <a:r>
              <a:rPr lang="en-AU" sz="2600" dirty="0"/>
              <a:t>exploiting vulnerabilities</a:t>
            </a:r>
            <a:r>
              <a:rPr lang="en-AU" sz="2800" dirty="0"/>
              <a:t>.</a:t>
            </a:r>
            <a:endParaRPr lang="en-US" sz="2800" dirty="0"/>
          </a:p>
          <a:p>
            <a:pPr marL="342000" lvl="2"/>
            <a:r>
              <a:rPr lang="en-US" sz="2800" dirty="0">
                <a:solidFill>
                  <a:srgbClr val="FF0000"/>
                </a:solidFill>
              </a:rPr>
              <a:t>Procedure:</a:t>
            </a:r>
            <a:r>
              <a:rPr lang="en-US" sz="2800" dirty="0"/>
              <a:t> step-by-step process followed by attackers when executing a technique. </a:t>
            </a:r>
          </a:p>
          <a:p>
            <a:pPr marL="702000" lvl="3"/>
            <a:r>
              <a:rPr lang="en-US" sz="2600" dirty="0"/>
              <a:t>e.g., </a:t>
            </a:r>
            <a:r>
              <a:rPr lang="en-AU" sz="2600" dirty="0"/>
              <a:t>specific Linux commands in each step</a:t>
            </a:r>
            <a:r>
              <a:rPr lang="en-US" sz="2600" dirty="0"/>
              <a:t>.</a:t>
            </a:r>
          </a:p>
          <a:p>
            <a:pPr lvl="1"/>
            <a:endParaRPr lang="en-US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11C95B3-E23A-4E0D-AC96-F40D65081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22863" y="1"/>
            <a:ext cx="6546273" cy="804672"/>
          </a:xfrm>
        </p:spPr>
        <p:txBody>
          <a:bodyPr/>
          <a:lstStyle/>
          <a:p>
            <a:r>
              <a:rPr lang="en-AU" sz="4000" dirty="0"/>
              <a:t>CALDERA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090739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B5CCB9A-CAAC-4278-82F3-30F13CAC3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297" y="1276350"/>
            <a:ext cx="11625775" cy="4923282"/>
          </a:xfrm>
        </p:spPr>
        <p:txBody>
          <a:bodyPr>
            <a:normAutofit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Adversary</a:t>
            </a:r>
            <a:r>
              <a:rPr lang="en-AU" sz="2800" dirty="0"/>
              <a:t> is a </a:t>
            </a:r>
            <a:r>
              <a:rPr lang="en-US" sz="2800" dirty="0"/>
              <a:t>profile of instructions that describe various TTPs to be performed on a targeted system. An adversary profile can be used to simulate an attack automatically.</a:t>
            </a:r>
            <a:r>
              <a:rPr lang="en-AU" sz="2800" dirty="0"/>
              <a:t>  </a:t>
            </a:r>
            <a:endParaRPr lang="en-US" sz="2800" dirty="0"/>
          </a:p>
          <a:p>
            <a:r>
              <a:rPr lang="en-AU" sz="2800" dirty="0">
                <a:solidFill>
                  <a:srgbClr val="FF0000"/>
                </a:solidFill>
              </a:rPr>
              <a:t>Agent</a:t>
            </a:r>
            <a:r>
              <a:rPr lang="en-AU" sz="2800" dirty="0"/>
              <a:t> works as </a:t>
            </a:r>
            <a:r>
              <a:rPr lang="en-US" sz="2800" dirty="0">
                <a:solidFill>
                  <a:srgbClr val="FF0000"/>
                </a:solidFill>
              </a:rPr>
              <a:t>a spy program </a:t>
            </a:r>
            <a:r>
              <a:rPr lang="en-US" sz="2800" dirty="0"/>
              <a:t>that is installed on the targeted system and responsible for executing TTPs specified in the adversary profile. </a:t>
            </a:r>
            <a:endParaRPr lang="en-US" sz="2600" dirty="0"/>
          </a:p>
          <a:p>
            <a:endParaRPr lang="en-US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11C95B3-E23A-4E0D-AC96-F40D65081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5709" y="190657"/>
            <a:ext cx="6546273" cy="935421"/>
          </a:xfrm>
        </p:spPr>
        <p:txBody>
          <a:bodyPr/>
          <a:lstStyle/>
          <a:p>
            <a:r>
              <a:rPr lang="en-AU" sz="4000" dirty="0"/>
              <a:t>CALDERA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008055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B5CCB9A-CAAC-4278-82F3-30F13CAC3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297" y="967359"/>
            <a:ext cx="11625775" cy="4923282"/>
          </a:xfrm>
        </p:spPr>
        <p:txBody>
          <a:bodyPr>
            <a:normAutofit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Adversary</a:t>
            </a:r>
            <a:r>
              <a:rPr lang="en-AU" sz="2800" dirty="0"/>
              <a:t> is a </a:t>
            </a:r>
            <a:r>
              <a:rPr lang="en-US" sz="2800" dirty="0"/>
              <a:t>profile of instructions that describe various TTPs to be performed on a targeted system. An adversary profile can be used to simulate an attack automatically.</a:t>
            </a:r>
            <a:r>
              <a:rPr lang="en-AU" sz="2800" dirty="0"/>
              <a:t>  </a:t>
            </a:r>
            <a:endParaRPr lang="en-US" sz="2800" dirty="0"/>
          </a:p>
          <a:p>
            <a:r>
              <a:rPr lang="en-AU" sz="2800" dirty="0">
                <a:solidFill>
                  <a:srgbClr val="FF0000"/>
                </a:solidFill>
              </a:rPr>
              <a:t>Agent</a:t>
            </a:r>
            <a:r>
              <a:rPr lang="en-AU" sz="2800" dirty="0"/>
              <a:t> works as </a:t>
            </a:r>
            <a:r>
              <a:rPr lang="en-US" sz="2800" dirty="0"/>
              <a:t>a spy program that is installed on the targeted system and responsible for executing TTPs specified in the adversary profile. </a:t>
            </a:r>
            <a:endParaRPr lang="en-US" sz="2600" dirty="0"/>
          </a:p>
          <a:p>
            <a:r>
              <a:rPr lang="en-US" sz="2800" dirty="0">
                <a:solidFill>
                  <a:srgbClr val="FF0000"/>
                </a:solidFill>
              </a:rPr>
              <a:t>Ability</a:t>
            </a:r>
            <a:r>
              <a:rPr lang="en-US" sz="2800" dirty="0"/>
              <a:t> is a specific implementation of a tactic/technique including what commands to run and what OS the commands can run on. </a:t>
            </a:r>
          </a:p>
          <a:p>
            <a:pPr lvl="1"/>
            <a:r>
              <a:rPr lang="en-US" sz="2600" dirty="0"/>
              <a:t>e.g., display information about running processes in Linux by running ``</a:t>
            </a:r>
            <a:r>
              <a:rPr lang="en-US" sz="2600" dirty="0" err="1"/>
              <a:t>ps</a:t>
            </a:r>
            <a:r>
              <a:rPr lang="en-US" sz="2600" dirty="0"/>
              <a:t> –aux”</a:t>
            </a:r>
            <a:endParaRPr lang="en-US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11C95B3-E23A-4E0D-AC96-F40D65081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5709" y="0"/>
            <a:ext cx="6546273" cy="935421"/>
          </a:xfrm>
        </p:spPr>
        <p:txBody>
          <a:bodyPr/>
          <a:lstStyle/>
          <a:p>
            <a:r>
              <a:rPr lang="en-AU" sz="4000" dirty="0"/>
              <a:t>CALDERA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091096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B5CCB9A-CAAC-4278-82F3-30F13CAC3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148" y="967359"/>
            <a:ext cx="12013703" cy="4923282"/>
          </a:xfrm>
        </p:spPr>
        <p:txBody>
          <a:bodyPr>
            <a:normAutofit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Adversary</a:t>
            </a:r>
            <a:r>
              <a:rPr lang="en-AU" sz="2800" dirty="0"/>
              <a:t> is a </a:t>
            </a:r>
            <a:r>
              <a:rPr lang="en-US" sz="2800" dirty="0"/>
              <a:t>profile of instructions that describe various TTPs (tactics, techniques and procedures) to be performed on a targeted system. An adversary profile can be used to simulate an attack or evaluate the effectiveness of a security defense.</a:t>
            </a:r>
            <a:r>
              <a:rPr lang="en-AU" sz="2800" dirty="0"/>
              <a:t>  </a:t>
            </a:r>
            <a:endParaRPr lang="en-US" sz="2800" dirty="0"/>
          </a:p>
          <a:p>
            <a:r>
              <a:rPr lang="en-AU" sz="2800" dirty="0">
                <a:solidFill>
                  <a:srgbClr val="FF0000"/>
                </a:solidFill>
              </a:rPr>
              <a:t>Agent</a:t>
            </a:r>
            <a:r>
              <a:rPr lang="en-AU" sz="2800" dirty="0"/>
              <a:t> works as </a:t>
            </a:r>
            <a:r>
              <a:rPr lang="en-US" sz="2800" dirty="0"/>
              <a:t>a spy program that is installed on the targeted system and responsible for executing TTPs specified in the adversary profile. </a:t>
            </a:r>
            <a:endParaRPr lang="en-US" sz="2600" dirty="0"/>
          </a:p>
          <a:p>
            <a:r>
              <a:rPr lang="en-US" sz="2800" dirty="0">
                <a:solidFill>
                  <a:srgbClr val="FF0000"/>
                </a:solidFill>
              </a:rPr>
              <a:t>Ability</a:t>
            </a:r>
            <a:r>
              <a:rPr lang="en-US" sz="2800" dirty="0"/>
              <a:t> is a specific implementation of a tactic/technique including what commands to run and what OS the commands can run on. </a:t>
            </a:r>
          </a:p>
          <a:p>
            <a:r>
              <a:rPr lang="en-US" sz="2800" dirty="0">
                <a:solidFill>
                  <a:srgbClr val="FF0000"/>
                </a:solidFill>
              </a:rPr>
              <a:t>Operation</a:t>
            </a:r>
            <a:r>
              <a:rPr lang="en-US" sz="2800" dirty="0"/>
              <a:t> is to create an adversary profile and execute the profile via agent.</a:t>
            </a:r>
          </a:p>
          <a:p>
            <a:endParaRPr lang="en-US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11C95B3-E23A-4E0D-AC96-F40D65081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5709" y="14730"/>
            <a:ext cx="6546273" cy="935421"/>
          </a:xfrm>
        </p:spPr>
        <p:txBody>
          <a:bodyPr/>
          <a:lstStyle/>
          <a:p>
            <a:r>
              <a:rPr lang="en-AU" sz="4000" dirty="0"/>
              <a:t>CALDERA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8485398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657AF6-335D-4D8B-8B36-7820095D44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0" y="344212"/>
            <a:ext cx="10580279" cy="5847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13080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E12E25F-C39A-4AB1-AED1-F74537B123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50" y="1519093"/>
            <a:ext cx="9715500" cy="3224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25818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9CAAF0D-EE58-44F7-8329-D2F1EF8EF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1" y="285751"/>
            <a:ext cx="10229850" cy="36427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9F94674-05E3-4122-865B-AE5DC9120E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1" y="3429000"/>
            <a:ext cx="10229850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9915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CA18963-4FC8-4483-8A2F-5C1D87A43E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442" y="1431579"/>
            <a:ext cx="10738992" cy="1261724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FC73488-B460-4985-8C8F-0D5BBD00B7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442" y="567835"/>
            <a:ext cx="3673797" cy="882851"/>
          </a:xfrm>
        </p:spPr>
        <p:txBody>
          <a:bodyPr/>
          <a:lstStyle/>
          <a:p>
            <a:r>
              <a:rPr lang="en-AU" sz="2800" dirty="0" err="1"/>
              <a:t>chmod</a:t>
            </a:r>
            <a:r>
              <a:rPr lang="en-AU" sz="2800" dirty="0"/>
              <a:t> +x agent.sh</a:t>
            </a: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262213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996B1AB-DBF4-476E-B403-E2EE73F90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581" y="486294"/>
            <a:ext cx="9706594" cy="5764873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4D49BD3-1383-4D9D-9080-4A5184CD9A58}"/>
              </a:ext>
            </a:extLst>
          </p:cNvPr>
          <p:cNvCxnSpPr>
            <a:cxnSpLocks/>
          </p:cNvCxnSpPr>
          <p:nvPr/>
        </p:nvCxnSpPr>
        <p:spPr>
          <a:xfrm>
            <a:off x="1249581" y="6251167"/>
            <a:ext cx="9706594" cy="0"/>
          </a:xfrm>
          <a:prstGeom prst="line">
            <a:avLst/>
          </a:prstGeom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05103B2-6E36-47CC-B169-D499926BEC15}"/>
              </a:ext>
            </a:extLst>
          </p:cNvPr>
          <p:cNvCxnSpPr>
            <a:cxnSpLocks/>
          </p:cNvCxnSpPr>
          <p:nvPr/>
        </p:nvCxnSpPr>
        <p:spPr>
          <a:xfrm>
            <a:off x="1249581" y="3226873"/>
            <a:ext cx="2923408" cy="0"/>
          </a:xfrm>
          <a:prstGeom prst="line">
            <a:avLst/>
          </a:prstGeom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ED0F27E-2670-49AA-B297-CB2AF861F458}"/>
              </a:ext>
            </a:extLst>
          </p:cNvPr>
          <p:cNvCxnSpPr>
            <a:cxnSpLocks/>
          </p:cNvCxnSpPr>
          <p:nvPr/>
        </p:nvCxnSpPr>
        <p:spPr>
          <a:xfrm>
            <a:off x="1249581" y="4246590"/>
            <a:ext cx="1768691" cy="0"/>
          </a:xfrm>
          <a:prstGeom prst="line">
            <a:avLst/>
          </a:prstGeom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77D50DB-1355-4461-9C1D-960C0329E69F}"/>
              </a:ext>
            </a:extLst>
          </p:cNvPr>
          <p:cNvCxnSpPr>
            <a:cxnSpLocks/>
          </p:cNvCxnSpPr>
          <p:nvPr/>
        </p:nvCxnSpPr>
        <p:spPr>
          <a:xfrm>
            <a:off x="1249581" y="3905275"/>
            <a:ext cx="1768691" cy="0"/>
          </a:xfrm>
          <a:prstGeom prst="line">
            <a:avLst/>
          </a:prstGeom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875865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7D12B00-579C-499E-A2B8-737044B48A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983" y="1186329"/>
            <a:ext cx="9812119" cy="4430699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2B2B790-7D1C-430A-B8AA-A370797ECDD8}"/>
              </a:ext>
            </a:extLst>
          </p:cNvPr>
          <p:cNvCxnSpPr>
            <a:cxnSpLocks/>
          </p:cNvCxnSpPr>
          <p:nvPr/>
        </p:nvCxnSpPr>
        <p:spPr>
          <a:xfrm>
            <a:off x="1442595" y="5366433"/>
            <a:ext cx="9056676" cy="0"/>
          </a:xfrm>
          <a:prstGeom prst="line">
            <a:avLst/>
          </a:prstGeom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76309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08F8C9-805D-4BCD-99CF-5518751DE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300" y="610247"/>
            <a:ext cx="9731829" cy="5202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77776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37F2A09-4F1B-4C1B-8EB2-0B0C47ECBA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300" y="1308883"/>
            <a:ext cx="9303400" cy="3620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05656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430CA4-DE97-4DF3-81A8-01A8695FEE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865" y="817643"/>
            <a:ext cx="8656137" cy="492717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37A33FF-0801-4048-A2BA-783A2F330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9282" y="6372006"/>
            <a:ext cx="8232718" cy="485994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18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https://caldera.readthedocs.io/en/latest/plugins/stockpile/Exfiltration-How-Tos.html</a:t>
            </a: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4787845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67098C-FF48-4DC0-A945-24E2E13A1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85" y="662935"/>
            <a:ext cx="10631830" cy="4724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054180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1357C84-286A-4FC5-B85F-92618256E9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3161" y="2530763"/>
            <a:ext cx="7446163" cy="13554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69C22B-55A2-4A4F-9576-6E9D1F8C32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3162" y="3886202"/>
            <a:ext cx="7552842" cy="13554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8967015-A0B8-43BC-88AB-57E065D2B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194" y="701707"/>
            <a:ext cx="9097645" cy="1829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3336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E44260-C02F-4396-A45C-202AE8FFECC4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497" y="2743200"/>
            <a:ext cx="7987005" cy="26003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C641E3E-08F1-4869-9C88-334903467B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2498" y="456877"/>
            <a:ext cx="8267001" cy="21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48421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840201"/>
            <a:ext cx="3673797" cy="882851"/>
          </a:xfrm>
        </p:spPr>
        <p:txBody>
          <a:bodyPr/>
          <a:lstStyle/>
          <a:p>
            <a:r>
              <a:rPr lang="en-AU" sz="2800" dirty="0"/>
              <a:t>Demo</a:t>
            </a:r>
            <a:endParaRPr lang="en-US" sz="2800" dirty="0"/>
          </a:p>
          <a:p>
            <a:endParaRPr lang="en-AU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D578A3F-D61F-45F2-9FAA-0656E0EC8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35421"/>
          </a:xfrm>
        </p:spPr>
        <p:txBody>
          <a:bodyPr/>
          <a:lstStyle/>
          <a:p>
            <a:r>
              <a:rPr lang="en-AU" sz="4000" dirty="0"/>
              <a:t>CALDERA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7979527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AnalogousFromDarkSeedLeftStep">
      <a:dk1>
        <a:srgbClr val="000000"/>
      </a:dk1>
      <a:lt1>
        <a:srgbClr val="FFFFFF"/>
      </a:lt1>
      <a:dk2>
        <a:srgbClr val="243541"/>
      </a:dk2>
      <a:lt2>
        <a:srgbClr val="E4E8E2"/>
      </a:lt2>
      <a:accent1>
        <a:srgbClr val="A629E7"/>
      </a:accent1>
      <a:accent2>
        <a:srgbClr val="6640DC"/>
      </a:accent2>
      <a:accent3>
        <a:srgbClr val="2F4FE7"/>
      </a:accent3>
      <a:accent4>
        <a:srgbClr val="1787D5"/>
      </a:accent4>
      <a:accent5>
        <a:srgbClr val="20B6B5"/>
      </a:accent5>
      <a:accent6>
        <a:srgbClr val="14B973"/>
      </a:accent6>
      <a:hlink>
        <a:srgbClr val="358E9F"/>
      </a:hlink>
      <a:folHlink>
        <a:srgbClr val="7F7F7F"/>
      </a:folHlink>
    </a:clrScheme>
    <a:fontScheme name="Slate">
      <a:majorFont>
        <a:latin typeface="Georgia Pro Cond Ligh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peak Pro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NoStarch</Template>
  <TotalTime>65711</TotalTime>
  <Words>1257</Words>
  <Application>Microsoft Office PowerPoint</Application>
  <PresentationFormat>宽屏</PresentationFormat>
  <Paragraphs>285</Paragraphs>
  <Slides>63</Slides>
  <Notes>63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63</vt:i4>
      </vt:variant>
    </vt:vector>
  </HeadingPairs>
  <TitlesOfParts>
    <vt:vector size="73" baseType="lpstr">
      <vt:lpstr>Söhne</vt:lpstr>
      <vt:lpstr>Arial</vt:lpstr>
      <vt:lpstr>Calibri</vt:lpstr>
      <vt:lpstr>Cambria</vt:lpstr>
      <vt:lpstr>Georgia Pro Cond Light</vt:lpstr>
      <vt:lpstr>Speak Pro</vt:lpstr>
      <vt:lpstr>Symbol</vt:lpstr>
      <vt:lpstr>Wingdings</vt:lpstr>
      <vt:lpstr>Wingdings 2</vt:lpstr>
      <vt:lpstr>SlateVTI</vt:lpstr>
      <vt:lpstr>CITS1003 Introduction to Cybersecurity [7] Incidents exercises</vt:lpstr>
      <vt:lpstr>PowerPoint 演示文稿</vt:lpstr>
      <vt:lpstr>ADTool</vt:lpstr>
      <vt:lpstr>ADTool</vt:lpstr>
      <vt:lpstr>ADTool</vt:lpstr>
      <vt:lpstr>ADTool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Exercise (tree translation)</vt:lpstr>
      <vt:lpstr>Exercise (tree translation)</vt:lpstr>
      <vt:lpstr>Exercise (success probability for the nodes)</vt:lpstr>
      <vt:lpstr>Exercise (success probability for the nodes)</vt:lpstr>
      <vt:lpstr>Exercise (success probability for the nodes)</vt:lpstr>
      <vt:lpstr>Exercise (success probability for the nodes)</vt:lpstr>
      <vt:lpstr>Exercise (success probability for the nodes)</vt:lpstr>
      <vt:lpstr>Exercise (success probability for the nodes)</vt:lpstr>
      <vt:lpstr>Exercise (success probability for the nodes)</vt:lpstr>
      <vt:lpstr>Exercise (success probability for the nodes)</vt:lpstr>
      <vt:lpstr>Exercise (success probability for the nodes)</vt:lpstr>
      <vt:lpstr>Exercise (success probability for the nodes)</vt:lpstr>
      <vt:lpstr>Exercise (success probability for the nodes)</vt:lpstr>
      <vt:lpstr>Exercise (success probability for the nodes)</vt:lpstr>
      <vt:lpstr>Exercise (success probability for the nodes)</vt:lpstr>
      <vt:lpstr>Exercise (success probability for the nodes)</vt:lpstr>
      <vt:lpstr>Exercise (success probability for the nodes)</vt:lpstr>
      <vt:lpstr>Exercise (success probability for the nodes)</vt:lpstr>
      <vt:lpstr>CALDERA</vt:lpstr>
      <vt:lpstr>CALDERA</vt:lpstr>
      <vt:lpstr>CALDERA</vt:lpstr>
      <vt:lpstr>CALDERA</vt:lpstr>
      <vt:lpstr>CALDERA</vt:lpstr>
      <vt:lpstr>PowerPoint 演示文稿</vt:lpstr>
      <vt:lpstr>CALDERA</vt:lpstr>
      <vt:lpstr>CALDERA</vt:lpstr>
      <vt:lpstr>CALDERA</vt:lpstr>
      <vt:lpstr>CALDERA</vt:lpstr>
      <vt:lpstr>CALDERA</vt:lpstr>
      <vt:lpstr>CALDERA</vt:lpstr>
      <vt:lpstr>CALDERA</vt:lpstr>
      <vt:lpstr>CALDERA</vt:lpstr>
      <vt:lpstr>CALDERA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CALDERA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CITSXXXX Introduction to Cybersecurity [1] Unit overview</dc:title>
  <dc:creator>David Glance</dc:creator>
  <cp:lastModifiedBy>garrison gao</cp:lastModifiedBy>
  <cp:revision>1370</cp:revision>
  <dcterms:created xsi:type="dcterms:W3CDTF">2020-01-13T04:26:47Z</dcterms:created>
  <dcterms:modified xsi:type="dcterms:W3CDTF">2025-04-06T02:56:15Z</dcterms:modified>
</cp:coreProperties>
</file>