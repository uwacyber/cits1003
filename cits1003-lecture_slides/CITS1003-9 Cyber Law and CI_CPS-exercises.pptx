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71"/>
  </p:notesMasterIdLst>
  <p:sldIdLst>
    <p:sldId id="256" r:id="rId2"/>
    <p:sldId id="257" r:id="rId3"/>
    <p:sldId id="438" r:id="rId4"/>
    <p:sldId id="615" r:id="rId5"/>
    <p:sldId id="258" r:id="rId6"/>
    <p:sldId id="444" r:id="rId7"/>
    <p:sldId id="611" r:id="rId8"/>
    <p:sldId id="617" r:id="rId9"/>
    <p:sldId id="616" r:id="rId10"/>
    <p:sldId id="445" r:id="rId11"/>
    <p:sldId id="440" r:id="rId12"/>
    <p:sldId id="446" r:id="rId13"/>
    <p:sldId id="447" r:id="rId14"/>
    <p:sldId id="524" r:id="rId15"/>
    <p:sldId id="573" r:id="rId16"/>
    <p:sldId id="576" r:id="rId17"/>
    <p:sldId id="525" r:id="rId18"/>
    <p:sldId id="259" r:id="rId19"/>
    <p:sldId id="545" r:id="rId20"/>
    <p:sldId id="265" r:id="rId21"/>
    <p:sldId id="266" r:id="rId22"/>
    <p:sldId id="529" r:id="rId23"/>
    <p:sldId id="528" r:id="rId24"/>
    <p:sldId id="532" r:id="rId25"/>
    <p:sldId id="533" r:id="rId26"/>
    <p:sldId id="534" r:id="rId27"/>
    <p:sldId id="530" r:id="rId28"/>
    <p:sldId id="586" r:id="rId29"/>
    <p:sldId id="531" r:id="rId30"/>
    <p:sldId id="569" r:id="rId31"/>
    <p:sldId id="535" r:id="rId32"/>
    <p:sldId id="267" r:id="rId33"/>
    <p:sldId id="614" r:id="rId34"/>
    <p:sldId id="537" r:id="rId35"/>
    <p:sldId id="612" r:id="rId36"/>
    <p:sldId id="613" r:id="rId37"/>
    <p:sldId id="542" r:id="rId38"/>
    <p:sldId id="544" r:id="rId39"/>
    <p:sldId id="577" r:id="rId40"/>
    <p:sldId id="543" r:id="rId41"/>
    <p:sldId id="261" r:id="rId42"/>
    <p:sldId id="549" r:id="rId43"/>
    <p:sldId id="553" r:id="rId44"/>
    <p:sldId id="618" r:id="rId45"/>
    <p:sldId id="619" r:id="rId46"/>
    <p:sldId id="554" r:id="rId47"/>
    <p:sldId id="589" r:id="rId48"/>
    <p:sldId id="621" r:id="rId49"/>
    <p:sldId id="620" r:id="rId50"/>
    <p:sldId id="623" r:id="rId51"/>
    <p:sldId id="622" r:id="rId52"/>
    <p:sldId id="587" r:id="rId53"/>
    <p:sldId id="561" r:id="rId54"/>
    <p:sldId id="437" r:id="rId55"/>
    <p:sldId id="563" r:id="rId56"/>
    <p:sldId id="604" r:id="rId57"/>
    <p:sldId id="605" r:id="rId58"/>
    <p:sldId id="606" r:id="rId59"/>
    <p:sldId id="607" r:id="rId60"/>
    <p:sldId id="608" r:id="rId61"/>
    <p:sldId id="624" r:id="rId62"/>
    <p:sldId id="609" r:id="rId63"/>
    <p:sldId id="597" r:id="rId64"/>
    <p:sldId id="598" r:id="rId65"/>
    <p:sldId id="599" r:id="rId66"/>
    <p:sldId id="601" r:id="rId67"/>
    <p:sldId id="602" r:id="rId68"/>
    <p:sldId id="260" r:id="rId69"/>
    <p:sldId id="600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456" autoAdjust="0"/>
    <p:restoredTop sz="73823" autoAdjust="0"/>
  </p:normalViewPr>
  <p:slideViewPr>
    <p:cSldViewPr snapToGrid="0" snapToObjects="1">
      <p:cViewPr varScale="1">
        <p:scale>
          <a:sx n="52" d="100"/>
          <a:sy n="52" d="100"/>
        </p:scale>
        <p:origin x="7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AD46DE01-3F85-4E76-B7A4-7171E41F1848}"/>
    <pc:docChg chg="undo custSel addSld modSld">
      <pc:chgData name="张 智" userId="36bdf691fd3510be" providerId="LiveId" clId="{AD46DE01-3F85-4E76-B7A4-7171E41F1848}" dt="2024-05-02T03:25:12.303" v="1656" actId="20577"/>
      <pc:docMkLst>
        <pc:docMk/>
      </pc:docMkLst>
      <pc:sldChg chg="modNotesTx">
        <pc:chgData name="张 智" userId="36bdf691fd3510be" providerId="LiveId" clId="{AD46DE01-3F85-4E76-B7A4-7171E41F1848}" dt="2024-05-02T02:02:58.458" v="1" actId="20577"/>
        <pc:sldMkLst>
          <pc:docMk/>
          <pc:sldMk cId="1077586671" sldId="256"/>
        </pc:sldMkLst>
      </pc:sldChg>
      <pc:sldChg chg="modNotesTx">
        <pc:chgData name="张 智" userId="36bdf691fd3510be" providerId="LiveId" clId="{AD46DE01-3F85-4E76-B7A4-7171E41F1848}" dt="2024-05-02T02:09:51.812" v="88" actId="20577"/>
        <pc:sldMkLst>
          <pc:docMk/>
          <pc:sldMk cId="3447974868" sldId="257"/>
        </pc:sldMkLst>
      </pc:sldChg>
      <pc:sldChg chg="modSp mod modNotesTx">
        <pc:chgData name="张 智" userId="36bdf691fd3510be" providerId="LiveId" clId="{AD46DE01-3F85-4E76-B7A4-7171E41F1848}" dt="2024-05-02T02:51:53.688" v="895" actId="207"/>
        <pc:sldMkLst>
          <pc:docMk/>
          <pc:sldMk cId="1077353334" sldId="259"/>
        </pc:sldMkLst>
        <pc:spChg chg="mod">
          <ac:chgData name="张 智" userId="36bdf691fd3510be" providerId="LiveId" clId="{AD46DE01-3F85-4E76-B7A4-7171E41F1848}" dt="2024-05-02T02:51:53.688" v="895" actId="207"/>
          <ac:spMkLst>
            <pc:docMk/>
            <pc:sldMk cId="1077353334" sldId="259"/>
            <ac:spMk id="3" creationId="{5705EF65-B9D6-4C8D-B798-6F1EF3344DD2}"/>
          </ac:spMkLst>
        </pc:spChg>
      </pc:sldChg>
      <pc:sldChg chg="addSp delSp modSp mod modNotesTx">
        <pc:chgData name="张 智" userId="36bdf691fd3510be" providerId="LiveId" clId="{AD46DE01-3F85-4E76-B7A4-7171E41F1848}" dt="2024-05-02T03:01:50.574" v="984" actId="20577"/>
        <pc:sldMkLst>
          <pc:docMk/>
          <pc:sldMk cId="3123700147" sldId="265"/>
        </pc:sldMkLst>
        <pc:spChg chg="mod">
          <ac:chgData name="张 智" userId="36bdf691fd3510be" providerId="LiveId" clId="{AD46DE01-3F85-4E76-B7A4-7171E41F1848}" dt="2024-05-02T03:01:32.156" v="978" actId="20577"/>
          <ac:spMkLst>
            <pc:docMk/>
            <pc:sldMk cId="3123700147" sldId="265"/>
            <ac:spMk id="3" creationId="{FD95B780-4F46-48E4-8A07-635D534C3326}"/>
          </ac:spMkLst>
        </pc:spChg>
        <pc:spChg chg="mod">
          <ac:chgData name="张 智" userId="36bdf691fd3510be" providerId="LiveId" clId="{AD46DE01-3F85-4E76-B7A4-7171E41F1848}" dt="2024-05-02T02:59:39.459" v="907" actId="20577"/>
          <ac:spMkLst>
            <pc:docMk/>
            <pc:sldMk cId="3123700147" sldId="265"/>
            <ac:spMk id="9" creationId="{00E95105-A102-4075-8B1F-9AD7A2841871}"/>
          </ac:spMkLst>
        </pc:spChg>
        <pc:spChg chg="add mod">
          <ac:chgData name="张 智" userId="36bdf691fd3510be" providerId="LiveId" clId="{AD46DE01-3F85-4E76-B7A4-7171E41F1848}" dt="2024-05-02T03:00:28.517" v="917" actId="1076"/>
          <ac:spMkLst>
            <pc:docMk/>
            <pc:sldMk cId="3123700147" sldId="265"/>
            <ac:spMk id="13" creationId="{FF81AEDF-F44C-4BC3-AE14-69A593B255D7}"/>
          </ac:spMkLst>
        </pc:spChg>
        <pc:picChg chg="add mod">
          <ac:chgData name="张 智" userId="36bdf691fd3510be" providerId="LiveId" clId="{AD46DE01-3F85-4E76-B7A4-7171E41F1848}" dt="2024-05-02T02:59:28.454" v="899" actId="14100"/>
          <ac:picMkLst>
            <pc:docMk/>
            <pc:sldMk cId="3123700147" sldId="265"/>
            <ac:picMk id="6" creationId="{35CCD965-008D-421F-BA80-102FC60C515A}"/>
          </ac:picMkLst>
        </pc:picChg>
        <pc:picChg chg="del">
          <ac:chgData name="张 智" userId="36bdf691fd3510be" providerId="LiveId" clId="{AD46DE01-3F85-4E76-B7A4-7171E41F1848}" dt="2024-05-02T02:59:12.862" v="896" actId="478"/>
          <ac:picMkLst>
            <pc:docMk/>
            <pc:sldMk cId="3123700147" sldId="265"/>
            <ac:picMk id="11" creationId="{A1FD7C39-3638-4692-9517-9B4805A35B5A}"/>
          </ac:picMkLst>
        </pc:picChg>
      </pc:sldChg>
      <pc:sldChg chg="modSp mod">
        <pc:chgData name="张 智" userId="36bdf691fd3510be" providerId="LiveId" clId="{AD46DE01-3F85-4E76-B7A4-7171E41F1848}" dt="2024-05-02T03:02:36.959" v="987" actId="207"/>
        <pc:sldMkLst>
          <pc:docMk/>
          <pc:sldMk cId="1082766398" sldId="266"/>
        </pc:sldMkLst>
        <pc:spChg chg="mod">
          <ac:chgData name="张 智" userId="36bdf691fd3510be" providerId="LiveId" clId="{AD46DE01-3F85-4E76-B7A4-7171E41F1848}" dt="2024-05-02T03:02:36.959" v="987" actId="207"/>
          <ac:spMkLst>
            <pc:docMk/>
            <pc:sldMk cId="1082766398" sldId="266"/>
            <ac:spMk id="3" creationId="{FD95B780-4F46-48E4-8A07-635D534C3326}"/>
          </ac:spMkLst>
        </pc:spChg>
      </pc:sldChg>
      <pc:sldChg chg="modNotesTx">
        <pc:chgData name="张 智" userId="36bdf691fd3510be" providerId="LiveId" clId="{AD46DE01-3F85-4E76-B7A4-7171E41F1848}" dt="2024-05-02T02:19:21.184" v="200" actId="20577"/>
        <pc:sldMkLst>
          <pc:docMk/>
          <pc:sldMk cId="2086953738" sldId="444"/>
        </pc:sldMkLst>
      </pc:sldChg>
      <pc:sldChg chg="modSp mod">
        <pc:chgData name="张 智" userId="36bdf691fd3510be" providerId="LiveId" clId="{AD46DE01-3F85-4E76-B7A4-7171E41F1848}" dt="2024-05-02T02:26:06.201" v="204" actId="207"/>
        <pc:sldMkLst>
          <pc:docMk/>
          <pc:sldMk cId="1592250" sldId="447"/>
        </pc:sldMkLst>
        <pc:spChg chg="mod">
          <ac:chgData name="张 智" userId="36bdf691fd3510be" providerId="LiveId" clId="{AD46DE01-3F85-4E76-B7A4-7171E41F1848}" dt="2024-05-02T02:26:06.201" v="204" actId="207"/>
          <ac:spMkLst>
            <pc:docMk/>
            <pc:sldMk cId="1592250" sldId="447"/>
            <ac:spMk id="3" creationId="{DD9E5344-939D-4389-AA3E-8709118DCB67}"/>
          </ac:spMkLst>
        </pc:spChg>
      </pc:sldChg>
      <pc:sldChg chg="modSp mod">
        <pc:chgData name="张 智" userId="36bdf691fd3510be" providerId="LiveId" clId="{AD46DE01-3F85-4E76-B7A4-7171E41F1848}" dt="2024-05-02T02:26:18.978" v="205" actId="207"/>
        <pc:sldMkLst>
          <pc:docMk/>
          <pc:sldMk cId="602400420" sldId="524"/>
        </pc:sldMkLst>
        <pc:spChg chg="mod">
          <ac:chgData name="张 智" userId="36bdf691fd3510be" providerId="LiveId" clId="{AD46DE01-3F85-4E76-B7A4-7171E41F1848}" dt="2024-05-02T02:26:18.978" v="205" actId="207"/>
          <ac:spMkLst>
            <pc:docMk/>
            <pc:sldMk cId="602400420" sldId="524"/>
            <ac:spMk id="3" creationId="{DD9E5344-939D-4389-AA3E-8709118DCB67}"/>
          </ac:spMkLst>
        </pc:spChg>
      </pc:sldChg>
      <pc:sldChg chg="modSp mod modNotesTx">
        <pc:chgData name="张 智" userId="36bdf691fd3510be" providerId="LiveId" clId="{AD46DE01-3F85-4E76-B7A4-7171E41F1848}" dt="2024-05-02T02:48:20.712" v="884" actId="207"/>
        <pc:sldMkLst>
          <pc:docMk/>
          <pc:sldMk cId="222040447" sldId="525"/>
        </pc:sldMkLst>
        <pc:spChg chg="mod">
          <ac:chgData name="张 智" userId="36bdf691fd3510be" providerId="LiveId" clId="{AD46DE01-3F85-4E76-B7A4-7171E41F1848}" dt="2024-05-02T02:48:20.712" v="884" actId="207"/>
          <ac:spMkLst>
            <pc:docMk/>
            <pc:sldMk cId="222040447" sldId="525"/>
            <ac:spMk id="3" creationId="{DD9E5344-939D-4389-AA3E-8709118DCB67}"/>
          </ac:spMkLst>
        </pc:spChg>
      </pc:sldChg>
      <pc:sldChg chg="modSp mod modNotesTx">
        <pc:chgData name="张 智" userId="36bdf691fd3510be" providerId="LiveId" clId="{AD46DE01-3F85-4E76-B7A4-7171E41F1848}" dt="2024-05-02T03:05:39.747" v="1116" actId="20577"/>
        <pc:sldMkLst>
          <pc:docMk/>
          <pc:sldMk cId="1614403497" sldId="528"/>
        </pc:sldMkLst>
        <pc:spChg chg="mod">
          <ac:chgData name="张 智" userId="36bdf691fd3510be" providerId="LiveId" clId="{AD46DE01-3F85-4E76-B7A4-7171E41F1848}" dt="2024-05-02T03:03:55.156" v="1031" actId="20577"/>
          <ac:spMkLst>
            <pc:docMk/>
            <pc:sldMk cId="1614403497" sldId="528"/>
            <ac:spMk id="7" creationId="{FEE7FE1D-F98B-45A7-A1F8-C296CBA95000}"/>
          </ac:spMkLst>
        </pc:spChg>
        <pc:graphicFrameChg chg="modGraphic">
          <ac:chgData name="张 智" userId="36bdf691fd3510be" providerId="LiveId" clId="{AD46DE01-3F85-4E76-B7A4-7171E41F1848}" dt="2024-05-02T03:03:50.755" v="1028" actId="20577"/>
          <ac:graphicFrameMkLst>
            <pc:docMk/>
            <pc:sldMk cId="1614403497" sldId="528"/>
            <ac:graphicFrameMk id="5" creationId="{556E0B31-B793-4223-9919-840187E53158}"/>
          </ac:graphicFrameMkLst>
        </pc:graphicFrameChg>
      </pc:sldChg>
      <pc:sldChg chg="modSp mod modNotesTx">
        <pc:chgData name="张 智" userId="36bdf691fd3510be" providerId="LiveId" clId="{AD46DE01-3F85-4E76-B7A4-7171E41F1848}" dt="2024-05-02T03:03:40.423" v="1027" actId="20577"/>
        <pc:sldMkLst>
          <pc:docMk/>
          <pc:sldMk cId="3935849827" sldId="529"/>
        </pc:sldMkLst>
        <pc:spChg chg="mod">
          <ac:chgData name="张 智" userId="36bdf691fd3510be" providerId="LiveId" clId="{AD46DE01-3F85-4E76-B7A4-7171E41F1848}" dt="2024-05-02T03:02:41.567" v="988" actId="207"/>
          <ac:spMkLst>
            <pc:docMk/>
            <pc:sldMk cId="3935849827" sldId="529"/>
            <ac:spMk id="3" creationId="{FD95B780-4F46-48E4-8A07-635D534C3326}"/>
          </ac:spMkLst>
        </pc:spChg>
      </pc:sldChg>
      <pc:sldChg chg="addSp modSp mod modNotesTx">
        <pc:chgData name="张 智" userId="36bdf691fd3510be" providerId="LiveId" clId="{AD46DE01-3F85-4E76-B7A4-7171E41F1848}" dt="2024-05-02T03:14:01.544" v="1628" actId="20577"/>
        <pc:sldMkLst>
          <pc:docMk/>
          <pc:sldMk cId="2679307687" sldId="530"/>
        </pc:sldMkLst>
        <pc:spChg chg="mod">
          <ac:chgData name="张 智" userId="36bdf691fd3510be" providerId="LiveId" clId="{AD46DE01-3F85-4E76-B7A4-7171E41F1848}" dt="2024-05-02T03:11:00.110" v="1274" actId="14100"/>
          <ac:spMkLst>
            <pc:docMk/>
            <pc:sldMk cId="2679307687" sldId="530"/>
            <ac:spMk id="4" creationId="{6719E470-D455-4275-B396-A06CA6EB0EE5}"/>
          </ac:spMkLst>
        </pc:spChg>
        <pc:spChg chg="mod">
          <ac:chgData name="张 智" userId="36bdf691fd3510be" providerId="LiveId" clId="{AD46DE01-3F85-4E76-B7A4-7171E41F1848}" dt="2024-05-02T03:09:13.970" v="1248" actId="20577"/>
          <ac:spMkLst>
            <pc:docMk/>
            <pc:sldMk cId="2679307687" sldId="530"/>
            <ac:spMk id="7" creationId="{FEE7FE1D-F98B-45A7-A1F8-C296CBA95000}"/>
          </ac:spMkLst>
        </pc:spChg>
        <pc:spChg chg="mod">
          <ac:chgData name="张 智" userId="36bdf691fd3510be" providerId="LiveId" clId="{AD46DE01-3F85-4E76-B7A4-7171E41F1848}" dt="2024-05-02T03:11:07.382" v="1275" actId="1076"/>
          <ac:spMkLst>
            <pc:docMk/>
            <pc:sldMk cId="2679307687" sldId="530"/>
            <ac:spMk id="11" creationId="{1F7C2AA8-93BD-4877-8244-4DED3A4D8853}"/>
          </ac:spMkLst>
        </pc:spChg>
        <pc:spChg chg="add mod">
          <ac:chgData name="张 智" userId="36bdf691fd3510be" providerId="LiveId" clId="{AD46DE01-3F85-4E76-B7A4-7171E41F1848}" dt="2024-05-02T03:10:41.317" v="1260" actId="14100"/>
          <ac:spMkLst>
            <pc:docMk/>
            <pc:sldMk cId="2679307687" sldId="530"/>
            <ac:spMk id="12" creationId="{F36A28C1-8A3C-47BE-B933-03DED823FF6C}"/>
          </ac:spMkLst>
        </pc:spChg>
        <pc:spChg chg="add mod">
          <ac:chgData name="张 智" userId="36bdf691fd3510be" providerId="LiveId" clId="{AD46DE01-3F85-4E76-B7A4-7171E41F1848}" dt="2024-05-02T03:11:35.702" v="1283" actId="1076"/>
          <ac:spMkLst>
            <pc:docMk/>
            <pc:sldMk cId="2679307687" sldId="530"/>
            <ac:spMk id="13" creationId="{4013E276-5AF9-4D17-B150-8EC66FC676C2}"/>
          </ac:spMkLst>
        </pc:spChg>
        <pc:graphicFrameChg chg="modGraphic">
          <ac:chgData name="张 智" userId="36bdf691fd3510be" providerId="LiveId" clId="{AD46DE01-3F85-4E76-B7A4-7171E41F1848}" dt="2024-05-02T03:09:15.510" v="1249" actId="20577"/>
          <ac:graphicFrameMkLst>
            <pc:docMk/>
            <pc:sldMk cId="2679307687" sldId="530"/>
            <ac:graphicFrameMk id="10" creationId="{42D3FFA8-42E1-441C-AED4-1C5DB15A743C}"/>
          </ac:graphicFrameMkLst>
        </pc:graphicFrameChg>
      </pc:sldChg>
      <pc:sldChg chg="modSp mod modNotesTx">
        <pc:chgData name="张 智" userId="36bdf691fd3510be" providerId="LiveId" clId="{AD46DE01-3F85-4E76-B7A4-7171E41F1848}" dt="2024-05-02T03:07:20.895" v="1136" actId="20577"/>
        <pc:sldMkLst>
          <pc:docMk/>
          <pc:sldMk cId="2239196930" sldId="532"/>
        </pc:sldMkLst>
        <pc:spChg chg="mod">
          <ac:chgData name="张 智" userId="36bdf691fd3510be" providerId="LiveId" clId="{AD46DE01-3F85-4E76-B7A4-7171E41F1848}" dt="2024-05-02T03:06:57.361" v="1130" actId="20577"/>
          <ac:spMkLst>
            <pc:docMk/>
            <pc:sldMk cId="2239196930" sldId="532"/>
            <ac:spMk id="7" creationId="{FEE7FE1D-F98B-45A7-A1F8-C296CBA95000}"/>
          </ac:spMkLst>
        </pc:spChg>
        <pc:spChg chg="mod">
          <ac:chgData name="张 智" userId="36bdf691fd3510be" providerId="LiveId" clId="{AD46DE01-3F85-4E76-B7A4-7171E41F1848}" dt="2024-05-02T03:06:55.993" v="1129" actId="1076"/>
          <ac:spMkLst>
            <pc:docMk/>
            <pc:sldMk cId="2239196930" sldId="532"/>
            <ac:spMk id="8" creationId="{8CC2CE9B-E6A0-48BA-AC50-4C608F5881F9}"/>
          </ac:spMkLst>
        </pc:spChg>
      </pc:sldChg>
      <pc:sldChg chg="modSp mod">
        <pc:chgData name="张 智" userId="36bdf691fd3510be" providerId="LiveId" clId="{AD46DE01-3F85-4E76-B7A4-7171E41F1848}" dt="2024-05-02T03:08:39.308" v="1201" actId="20577"/>
        <pc:sldMkLst>
          <pc:docMk/>
          <pc:sldMk cId="1559389550" sldId="533"/>
        </pc:sldMkLst>
        <pc:spChg chg="mod">
          <ac:chgData name="张 智" userId="36bdf691fd3510be" providerId="LiveId" clId="{AD46DE01-3F85-4E76-B7A4-7171E41F1848}" dt="2024-05-02T03:08:39.308" v="1201" actId="20577"/>
          <ac:spMkLst>
            <pc:docMk/>
            <pc:sldMk cId="1559389550" sldId="533"/>
            <ac:spMk id="7" creationId="{FEE7FE1D-F98B-45A7-A1F8-C296CBA95000}"/>
          </ac:spMkLst>
        </pc:spChg>
      </pc:sldChg>
      <pc:sldChg chg="modSp mod modNotesTx">
        <pc:chgData name="张 智" userId="36bdf691fd3510be" providerId="LiveId" clId="{AD46DE01-3F85-4E76-B7A4-7171E41F1848}" dt="2024-05-02T03:08:54.235" v="1247" actId="20577"/>
        <pc:sldMkLst>
          <pc:docMk/>
          <pc:sldMk cId="2808124262" sldId="534"/>
        </pc:sldMkLst>
        <pc:spChg chg="mod">
          <ac:chgData name="张 智" userId="36bdf691fd3510be" providerId="LiveId" clId="{AD46DE01-3F85-4E76-B7A4-7171E41F1848}" dt="2024-05-02T03:08:36.767" v="1200" actId="20577"/>
          <ac:spMkLst>
            <pc:docMk/>
            <pc:sldMk cId="2808124262" sldId="534"/>
            <ac:spMk id="7" creationId="{FEE7FE1D-F98B-45A7-A1F8-C296CBA95000}"/>
          </ac:spMkLst>
        </pc:spChg>
      </pc:sldChg>
      <pc:sldChg chg="modSp mod modNotesTx">
        <pc:chgData name="张 智" userId="36bdf691fd3510be" providerId="LiveId" clId="{AD46DE01-3F85-4E76-B7A4-7171E41F1848}" dt="2024-05-02T03:18:48.990" v="1647" actId="20577"/>
        <pc:sldMkLst>
          <pc:docMk/>
          <pc:sldMk cId="1655456865" sldId="535"/>
        </pc:sldMkLst>
        <pc:spChg chg="mod">
          <ac:chgData name="张 智" userId="36bdf691fd3510be" providerId="LiveId" clId="{AD46DE01-3F85-4E76-B7A4-7171E41F1848}" dt="2024-05-02T03:18:01.998" v="1629" actId="207"/>
          <ac:spMkLst>
            <pc:docMk/>
            <pc:sldMk cId="1655456865" sldId="535"/>
            <ac:spMk id="3" creationId="{32111EBC-E3C0-470B-B785-2E1AAE3530F7}"/>
          </ac:spMkLst>
        </pc:spChg>
      </pc:sldChg>
      <pc:sldChg chg="modNotesTx">
        <pc:chgData name="张 智" userId="36bdf691fd3510be" providerId="LiveId" clId="{AD46DE01-3F85-4E76-B7A4-7171E41F1848}" dt="2024-05-02T03:25:12.303" v="1656" actId="20577"/>
        <pc:sldMkLst>
          <pc:docMk/>
          <pc:sldMk cId="1642652350" sldId="537"/>
        </pc:sldMkLst>
      </pc:sldChg>
      <pc:sldChg chg="modSp mod">
        <pc:chgData name="张 智" userId="36bdf691fd3510be" providerId="LiveId" clId="{AD46DE01-3F85-4E76-B7A4-7171E41F1848}" dt="2024-05-02T02:51:43.033" v="894" actId="207"/>
        <pc:sldMkLst>
          <pc:docMk/>
          <pc:sldMk cId="3461407231" sldId="545"/>
        </pc:sldMkLst>
        <pc:spChg chg="mod">
          <ac:chgData name="张 智" userId="36bdf691fd3510be" providerId="LiveId" clId="{AD46DE01-3F85-4E76-B7A4-7171E41F1848}" dt="2024-05-02T02:51:43.033" v="894" actId="207"/>
          <ac:spMkLst>
            <pc:docMk/>
            <pc:sldMk cId="3461407231" sldId="545"/>
            <ac:spMk id="3" creationId="{5705EF65-B9D6-4C8D-B798-6F1EF3344DD2}"/>
          </ac:spMkLst>
        </pc:spChg>
      </pc:sldChg>
      <pc:sldChg chg="addSp delSp modSp mod modNotesTx">
        <pc:chgData name="张 智" userId="36bdf691fd3510be" providerId="LiveId" clId="{AD46DE01-3F85-4E76-B7A4-7171E41F1848}" dt="2024-05-02T02:41:24.872" v="553" actId="14100"/>
        <pc:sldMkLst>
          <pc:docMk/>
          <pc:sldMk cId="1275783266" sldId="573"/>
        </pc:sldMkLst>
        <pc:spChg chg="del">
          <ac:chgData name="张 智" userId="36bdf691fd3510be" providerId="LiveId" clId="{AD46DE01-3F85-4E76-B7A4-7171E41F1848}" dt="2024-05-02T02:32:59.720" v="478" actId="478"/>
          <ac:spMkLst>
            <pc:docMk/>
            <pc:sldMk cId="1275783266" sldId="573"/>
            <ac:spMk id="8" creationId="{271FD623-CE72-4AE1-AAE5-C577C80308F3}"/>
          </ac:spMkLst>
        </pc:spChg>
        <pc:spChg chg="mod">
          <ac:chgData name="张 智" userId="36bdf691fd3510be" providerId="LiveId" clId="{AD46DE01-3F85-4E76-B7A4-7171E41F1848}" dt="2024-05-02T02:41:02.839" v="546" actId="14100"/>
          <ac:spMkLst>
            <pc:docMk/>
            <pc:sldMk cId="1275783266" sldId="573"/>
            <ac:spMk id="15" creationId="{5701987E-BD70-41F2-BF87-B7F2AD3516B0}"/>
          </ac:spMkLst>
        </pc:spChg>
        <pc:spChg chg="add mod">
          <ac:chgData name="张 智" userId="36bdf691fd3510be" providerId="LiveId" clId="{AD46DE01-3F85-4E76-B7A4-7171E41F1848}" dt="2024-05-02T02:41:07.684" v="548" actId="20577"/>
          <ac:spMkLst>
            <pc:docMk/>
            <pc:sldMk cId="1275783266" sldId="573"/>
            <ac:spMk id="21" creationId="{C833BAC3-48E0-430F-A951-4D594DB6DA90}"/>
          </ac:spMkLst>
        </pc:spChg>
        <pc:spChg chg="del">
          <ac:chgData name="张 智" userId="36bdf691fd3510be" providerId="LiveId" clId="{AD46DE01-3F85-4E76-B7A4-7171E41F1848}" dt="2024-05-02T02:32:59.720" v="478" actId="478"/>
          <ac:spMkLst>
            <pc:docMk/>
            <pc:sldMk cId="1275783266" sldId="573"/>
            <ac:spMk id="23" creationId="{E5089EEB-D93B-40E2-B3AC-F6A808C0E4F7}"/>
          </ac:spMkLst>
        </pc:spChg>
        <pc:spChg chg="del">
          <ac:chgData name="张 智" userId="36bdf691fd3510be" providerId="LiveId" clId="{AD46DE01-3F85-4E76-B7A4-7171E41F1848}" dt="2024-05-02T02:32:59.720" v="478" actId="478"/>
          <ac:spMkLst>
            <pc:docMk/>
            <pc:sldMk cId="1275783266" sldId="573"/>
            <ac:spMk id="27" creationId="{469E2F1A-34FF-45BB-9DFA-AD47E0619198}"/>
          </ac:spMkLst>
        </pc:spChg>
        <pc:picChg chg="add del mod">
          <ac:chgData name="张 智" userId="36bdf691fd3510be" providerId="LiveId" clId="{AD46DE01-3F85-4E76-B7A4-7171E41F1848}" dt="2024-05-02T02:37:22.417" v="529" actId="478"/>
          <ac:picMkLst>
            <pc:docMk/>
            <pc:sldMk cId="1275783266" sldId="573"/>
            <ac:picMk id="3" creationId="{25C2F3A4-A49C-4BA0-A3C4-445B88063833}"/>
          </ac:picMkLst>
        </pc:picChg>
        <pc:picChg chg="add mod ord">
          <ac:chgData name="张 智" userId="36bdf691fd3510be" providerId="LiveId" clId="{AD46DE01-3F85-4E76-B7A4-7171E41F1848}" dt="2024-05-02T02:41:24.872" v="553" actId="14100"/>
          <ac:picMkLst>
            <pc:docMk/>
            <pc:sldMk cId="1275783266" sldId="573"/>
            <ac:picMk id="5" creationId="{8EDCCE63-2A82-4D0F-A4A1-943019BD6CDC}"/>
          </ac:picMkLst>
        </pc:picChg>
        <pc:cxnChg chg="mod">
          <ac:chgData name="张 智" userId="36bdf691fd3510be" providerId="LiveId" clId="{AD46DE01-3F85-4E76-B7A4-7171E41F1848}" dt="2024-05-02T02:41:02.839" v="546" actId="14100"/>
          <ac:cxnSpMkLst>
            <pc:docMk/>
            <pc:sldMk cId="1275783266" sldId="573"/>
            <ac:cxnSpMk id="20" creationId="{E5905AFD-2063-4721-9F48-CD131E31BCC9}"/>
          </ac:cxnSpMkLst>
        </pc:cxnChg>
        <pc:cxnChg chg="del mod">
          <ac:chgData name="张 智" userId="36bdf691fd3510be" providerId="LiveId" clId="{AD46DE01-3F85-4E76-B7A4-7171E41F1848}" dt="2024-05-02T02:32:59.720" v="478" actId="478"/>
          <ac:cxnSpMkLst>
            <pc:docMk/>
            <pc:sldMk cId="1275783266" sldId="573"/>
            <ac:cxnSpMk id="24" creationId="{1F6DDA6C-CFFD-4BDE-8FDF-4ADC078DCC8C}"/>
          </ac:cxnSpMkLst>
        </pc:cxnChg>
        <pc:cxnChg chg="del mod">
          <ac:chgData name="张 智" userId="36bdf691fd3510be" providerId="LiveId" clId="{AD46DE01-3F85-4E76-B7A4-7171E41F1848}" dt="2024-05-02T02:32:56.226" v="477" actId="478"/>
          <ac:cxnSpMkLst>
            <pc:docMk/>
            <pc:sldMk cId="1275783266" sldId="573"/>
            <ac:cxnSpMk id="35" creationId="{3929ABAF-1C73-4257-A2B1-767BCEAB1B9C}"/>
          </ac:cxnSpMkLst>
        </pc:cxnChg>
      </pc:sldChg>
      <pc:sldChg chg="addSp delSp modSp add mod modNotesTx">
        <pc:chgData name="张 智" userId="36bdf691fd3510be" providerId="LiveId" clId="{AD46DE01-3F85-4E76-B7A4-7171E41F1848}" dt="2024-05-02T02:47:38.557" v="853" actId="20577"/>
        <pc:sldMkLst>
          <pc:docMk/>
          <pc:sldMk cId="622331225" sldId="576"/>
        </pc:sldMkLst>
        <pc:spChg chg="mod">
          <ac:chgData name="张 智" userId="36bdf691fd3510be" providerId="LiveId" clId="{AD46DE01-3F85-4E76-B7A4-7171E41F1848}" dt="2024-05-02T02:44:16.747" v="641" actId="20577"/>
          <ac:spMkLst>
            <pc:docMk/>
            <pc:sldMk cId="622331225" sldId="576"/>
            <ac:spMk id="8" creationId="{271FD623-CE72-4AE1-AAE5-C577C80308F3}"/>
          </ac:spMkLst>
        </pc:spChg>
        <pc:spChg chg="add mod">
          <ac:chgData name="张 智" userId="36bdf691fd3510be" providerId="LiveId" clId="{AD46DE01-3F85-4E76-B7A4-7171E41F1848}" dt="2024-05-02T02:43:09.703" v="576" actId="1076"/>
          <ac:spMkLst>
            <pc:docMk/>
            <pc:sldMk cId="622331225" sldId="576"/>
            <ac:spMk id="16" creationId="{1D938829-1338-46E4-B83F-50DBED205642}"/>
          </ac:spMkLst>
        </pc:spChg>
        <pc:spChg chg="del">
          <ac:chgData name="张 智" userId="36bdf691fd3510be" providerId="LiveId" clId="{AD46DE01-3F85-4E76-B7A4-7171E41F1848}" dt="2024-05-02T02:42:01.443" v="554" actId="478"/>
          <ac:spMkLst>
            <pc:docMk/>
            <pc:sldMk cId="622331225" sldId="576"/>
            <ac:spMk id="23" creationId="{E5089EEB-D93B-40E2-B3AC-F6A808C0E4F7}"/>
          </ac:spMkLst>
        </pc:spChg>
        <pc:spChg chg="mod">
          <ac:chgData name="张 智" userId="36bdf691fd3510be" providerId="LiveId" clId="{AD46DE01-3F85-4E76-B7A4-7171E41F1848}" dt="2024-05-02T02:43:23.959" v="580" actId="1076"/>
          <ac:spMkLst>
            <pc:docMk/>
            <pc:sldMk cId="622331225" sldId="576"/>
            <ac:spMk id="27" creationId="{469E2F1A-34FF-45BB-9DFA-AD47E0619198}"/>
          </ac:spMkLst>
        </pc:spChg>
        <pc:picChg chg="add mod">
          <ac:chgData name="张 智" userId="36bdf691fd3510be" providerId="LiveId" clId="{AD46DE01-3F85-4E76-B7A4-7171E41F1848}" dt="2024-05-02T02:43:09.703" v="576" actId="1076"/>
          <ac:picMkLst>
            <pc:docMk/>
            <pc:sldMk cId="622331225" sldId="576"/>
            <ac:picMk id="17" creationId="{841B6CBB-044E-4BBF-A18C-77214F6FBDC9}"/>
          </ac:picMkLst>
        </pc:picChg>
        <pc:cxnChg chg="mod">
          <ac:chgData name="张 智" userId="36bdf691fd3510be" providerId="LiveId" clId="{AD46DE01-3F85-4E76-B7A4-7171E41F1848}" dt="2024-05-02T02:43:23.959" v="580" actId="1076"/>
          <ac:cxnSpMkLst>
            <pc:docMk/>
            <pc:sldMk cId="622331225" sldId="576"/>
            <ac:cxnSpMk id="24" creationId="{1F6DDA6C-CFFD-4BDE-8FDF-4ADC078DCC8C}"/>
          </ac:cxnSpMkLst>
        </pc:cxnChg>
        <pc:cxnChg chg="mod">
          <ac:chgData name="张 智" userId="36bdf691fd3510be" providerId="LiveId" clId="{AD46DE01-3F85-4E76-B7A4-7171E41F1848}" dt="2024-05-02T02:43:31.200" v="582" actId="14100"/>
          <ac:cxnSpMkLst>
            <pc:docMk/>
            <pc:sldMk cId="622331225" sldId="576"/>
            <ac:cxnSpMk id="35" creationId="{3929ABAF-1C73-4257-A2B1-767BCEAB1B9C}"/>
          </ac:cxnSpMkLst>
        </pc:cxnChg>
      </pc:sldChg>
    </pc:docChg>
  </pc:docChgLst>
  <pc:docChgLst>
    <pc:chgData name="张 智" userId="36bdf691fd3510be" providerId="LiveId" clId="{6596A993-1BFA-4589-A1E4-F5404E274DC7}"/>
    <pc:docChg chg="modSld">
      <pc:chgData name="张 智" userId="36bdf691fd3510be" providerId="LiveId" clId="{6596A993-1BFA-4589-A1E4-F5404E274DC7}" dt="2023-02-06T05:55:35.117" v="16" actId="20577"/>
      <pc:docMkLst>
        <pc:docMk/>
      </pc:docMkLst>
      <pc:sldChg chg="modSp mod">
        <pc:chgData name="张 智" userId="36bdf691fd3510be" providerId="LiveId" clId="{6596A993-1BFA-4589-A1E4-F5404E274DC7}" dt="2023-02-06T05:55:35.117" v="16" actId="20577"/>
        <pc:sldMkLst>
          <pc:docMk/>
          <pc:sldMk cId="1077586671" sldId="256"/>
        </pc:sldMkLst>
        <pc:spChg chg="mod">
          <ac:chgData name="张 智" userId="36bdf691fd3510be" providerId="LiveId" clId="{6596A993-1BFA-4589-A1E4-F5404E274DC7}" dt="2023-02-06T05:55:35.117" v="16" actId="20577"/>
          <ac:spMkLst>
            <pc:docMk/>
            <pc:sldMk cId="1077586671" sldId="256"/>
            <ac:spMk id="3" creationId="{1804B053-88E2-6F47-B5CB-F0B21DD687A8}"/>
          </ac:spMkLst>
        </pc:spChg>
      </pc:sldChg>
    </pc:docChg>
  </pc:docChgLst>
  <pc:docChgLst>
    <pc:chgData name="zhi zhang" userId="36bdf691fd3510be" providerId="LiveId" clId="{49E3B23B-B4D1-A34C-AC1E-920BEB911A79}"/>
    <pc:docChg chg="undo custSel addSld delSld modSld sldOrd">
      <pc:chgData name="zhi zhang" userId="36bdf691fd3510be" providerId="LiveId" clId="{49E3B23B-B4D1-A34C-AC1E-920BEB911A79}" dt="2024-05-03T08:53:11.349" v="4358" actId="20577"/>
      <pc:docMkLst>
        <pc:docMk/>
      </pc:docMkLst>
      <pc:sldChg chg="addSp delSp modSp mod modNotesTx">
        <pc:chgData name="zhi zhang" userId="36bdf691fd3510be" providerId="LiveId" clId="{49E3B23B-B4D1-A34C-AC1E-920BEB911A79}" dt="2024-05-03T08:05:08.389" v="2540" actId="20577"/>
        <pc:sldMkLst>
          <pc:docMk/>
          <pc:sldMk cId="2333892740" sldId="271"/>
        </pc:sldMkLst>
        <pc:spChg chg="mod">
          <ac:chgData name="zhi zhang" userId="36bdf691fd3510be" providerId="LiveId" clId="{49E3B23B-B4D1-A34C-AC1E-920BEB911A79}" dt="2024-05-02T08:53:25.808" v="99" actId="27636"/>
          <ac:spMkLst>
            <pc:docMk/>
            <pc:sldMk cId="2333892740" sldId="271"/>
            <ac:spMk id="11" creationId="{21A16768-2ACF-4876-871D-5FE311CCE896}"/>
          </ac:spMkLst>
        </pc:spChg>
        <pc:spChg chg="del">
          <ac:chgData name="zhi zhang" userId="36bdf691fd3510be" providerId="LiveId" clId="{49E3B23B-B4D1-A34C-AC1E-920BEB911A79}" dt="2024-05-02T08:52:39.025" v="14" actId="478"/>
          <ac:spMkLst>
            <pc:docMk/>
            <pc:sldMk cId="2333892740" sldId="271"/>
            <ac:spMk id="14" creationId="{8201901C-B4A4-4FF6-8ED9-5B3B4F837DD2}"/>
          </ac:spMkLst>
        </pc:spChg>
        <pc:spChg chg="del">
          <ac:chgData name="zhi zhang" userId="36bdf691fd3510be" providerId="LiveId" clId="{49E3B23B-B4D1-A34C-AC1E-920BEB911A79}" dt="2024-05-02T08:52:39.025" v="14" actId="478"/>
          <ac:spMkLst>
            <pc:docMk/>
            <pc:sldMk cId="2333892740" sldId="271"/>
            <ac:spMk id="15" creationId="{30F27D91-3149-40D3-BE90-C9D61D3446DF}"/>
          </ac:spMkLst>
        </pc:spChg>
        <pc:picChg chg="add mod">
          <ac:chgData name="zhi zhang" userId="36bdf691fd3510be" providerId="LiveId" clId="{49E3B23B-B4D1-A34C-AC1E-920BEB911A79}" dt="2024-05-02T08:55:27.489" v="106" actId="1076"/>
          <ac:picMkLst>
            <pc:docMk/>
            <pc:sldMk cId="2333892740" sldId="271"/>
            <ac:picMk id="2" creationId="{6B355827-6072-3388-0B27-5B3FCADEB05D}"/>
          </ac:picMkLst>
        </pc:picChg>
      </pc:sldChg>
      <pc:sldChg chg="del">
        <pc:chgData name="zhi zhang" userId="36bdf691fd3510be" providerId="LiveId" clId="{49E3B23B-B4D1-A34C-AC1E-920BEB911A79}" dt="2024-05-03T08:40:18.423" v="4014" actId="2696"/>
        <pc:sldMkLst>
          <pc:docMk/>
          <pc:sldMk cId="2838038400" sldId="274"/>
        </pc:sldMkLst>
      </pc:sldChg>
      <pc:sldChg chg="del">
        <pc:chgData name="zhi zhang" userId="36bdf691fd3510be" providerId="LiveId" clId="{49E3B23B-B4D1-A34C-AC1E-920BEB911A79}" dt="2024-05-03T08:40:23.224" v="4015" actId="2696"/>
        <pc:sldMkLst>
          <pc:docMk/>
          <pc:sldMk cId="971269223" sldId="275"/>
        </pc:sldMkLst>
      </pc:sldChg>
      <pc:sldChg chg="del">
        <pc:chgData name="zhi zhang" userId="36bdf691fd3510be" providerId="LiveId" clId="{49E3B23B-B4D1-A34C-AC1E-920BEB911A79}" dt="2024-05-03T08:40:26.645" v="4016" actId="2696"/>
        <pc:sldMkLst>
          <pc:docMk/>
          <pc:sldMk cId="221711109" sldId="276"/>
        </pc:sldMkLst>
      </pc:sldChg>
      <pc:sldChg chg="modSp add mod modNotesTx">
        <pc:chgData name="zhi zhang" userId="36bdf691fd3510be" providerId="LiveId" clId="{49E3B23B-B4D1-A34C-AC1E-920BEB911A79}" dt="2024-05-03T08:50:45.556" v="4291" actId="20577"/>
        <pc:sldMkLst>
          <pc:docMk/>
          <pc:sldMk cId="1759880920" sldId="318"/>
        </pc:sldMkLst>
        <pc:spChg chg="mod">
          <ac:chgData name="zhi zhang" userId="36bdf691fd3510be" providerId="LiveId" clId="{49E3B23B-B4D1-A34C-AC1E-920BEB911A79}" dt="2024-05-03T08:48:32.256" v="4022" actId="1076"/>
          <ac:spMkLst>
            <pc:docMk/>
            <pc:sldMk cId="1759880920" sldId="318"/>
            <ac:spMk id="7" creationId="{00000000-0000-0000-0000-000000000000}"/>
          </ac:spMkLst>
        </pc:spChg>
        <pc:spChg chg="mod">
          <ac:chgData name="zhi zhang" userId="36bdf691fd3510be" providerId="LiveId" clId="{49E3B23B-B4D1-A34C-AC1E-920BEB911A79}" dt="2024-05-03T08:48:22.938" v="4020" actId="1076"/>
          <ac:spMkLst>
            <pc:docMk/>
            <pc:sldMk cId="1759880920" sldId="318"/>
            <ac:spMk id="9" creationId="{00000000-0000-0000-0000-000000000000}"/>
          </ac:spMkLst>
        </pc:spChg>
      </pc:sldChg>
      <pc:sldChg chg="del">
        <pc:chgData name="zhi zhang" userId="36bdf691fd3510be" providerId="LiveId" clId="{49E3B23B-B4D1-A34C-AC1E-920BEB911A79}" dt="2024-05-03T08:48:06.903" v="4018" actId="2696"/>
        <pc:sldMkLst>
          <pc:docMk/>
          <pc:sldMk cId="4266707205" sldId="318"/>
        </pc:sldMkLst>
      </pc:sldChg>
      <pc:sldChg chg="del">
        <pc:chgData name="zhi zhang" userId="36bdf691fd3510be" providerId="LiveId" clId="{49E3B23B-B4D1-A34C-AC1E-920BEB911A79}" dt="2024-05-02T08:50:40.829" v="4" actId="2696"/>
        <pc:sldMkLst>
          <pc:docMk/>
          <pc:sldMk cId="1558777975" sldId="418"/>
        </pc:sldMkLst>
      </pc:sldChg>
      <pc:sldChg chg="del">
        <pc:chgData name="zhi zhang" userId="36bdf691fd3510be" providerId="LiveId" clId="{49E3B23B-B4D1-A34C-AC1E-920BEB911A79}" dt="2024-05-02T08:50:46.414" v="6" actId="2696"/>
        <pc:sldMkLst>
          <pc:docMk/>
          <pc:sldMk cId="274185263" sldId="434"/>
        </pc:sldMkLst>
      </pc:sldChg>
      <pc:sldChg chg="del">
        <pc:chgData name="zhi zhang" userId="36bdf691fd3510be" providerId="LiveId" clId="{49E3B23B-B4D1-A34C-AC1E-920BEB911A79}" dt="2024-05-02T08:50:49.079" v="7" actId="2696"/>
        <pc:sldMkLst>
          <pc:docMk/>
          <pc:sldMk cId="1092262459" sldId="435"/>
        </pc:sldMkLst>
      </pc:sldChg>
      <pc:sldChg chg="modNotesTx">
        <pc:chgData name="zhi zhang" userId="36bdf691fd3510be" providerId="LiveId" clId="{49E3B23B-B4D1-A34C-AC1E-920BEB911A79}" dt="2024-05-03T07:32:50.619" v="203" actId="20577"/>
        <pc:sldMkLst>
          <pc:docMk/>
          <pc:sldMk cId="1622616642" sldId="542"/>
        </pc:sldMkLst>
      </pc:sldChg>
      <pc:sldChg chg="addSp delSp modSp mod modNotesTx">
        <pc:chgData name="zhi zhang" userId="36bdf691fd3510be" providerId="LiveId" clId="{49E3B23B-B4D1-A34C-AC1E-920BEB911A79}" dt="2024-05-03T07:55:43.905" v="1856" actId="20577"/>
        <pc:sldMkLst>
          <pc:docMk/>
          <pc:sldMk cId="198381443" sldId="544"/>
        </pc:sldMkLst>
        <pc:spChg chg="del">
          <ac:chgData name="zhi zhang" userId="36bdf691fd3510be" providerId="LiveId" clId="{49E3B23B-B4D1-A34C-AC1E-920BEB911A79}" dt="2024-05-03T07:54:53.125" v="1770" actId="478"/>
          <ac:spMkLst>
            <pc:docMk/>
            <pc:sldMk cId="198381443" sldId="544"/>
            <ac:spMk id="2" creationId="{4D02E451-CAB5-489E-8029-85B18A4CDADB}"/>
          </ac:spMkLst>
        </pc:spChg>
        <pc:spChg chg="add mod">
          <ac:chgData name="zhi zhang" userId="36bdf691fd3510be" providerId="LiveId" clId="{49E3B23B-B4D1-A34C-AC1E-920BEB911A79}" dt="2024-05-03T07:50:37.906" v="1705"/>
          <ac:spMkLst>
            <pc:docMk/>
            <pc:sldMk cId="198381443" sldId="544"/>
            <ac:spMk id="3" creationId="{0ED2B9D9-A8FE-BF0D-79EB-0168462BBF4C}"/>
          </ac:spMkLst>
        </pc:spChg>
        <pc:spChg chg="add del mod">
          <ac:chgData name="zhi zhang" userId="36bdf691fd3510be" providerId="LiveId" clId="{49E3B23B-B4D1-A34C-AC1E-920BEB911A79}" dt="2024-05-03T07:52:31.434" v="1751" actId="478"/>
          <ac:spMkLst>
            <pc:docMk/>
            <pc:sldMk cId="198381443" sldId="544"/>
            <ac:spMk id="5" creationId="{BAA46E9B-A363-9FE4-C595-E7E7EC5A1A8A}"/>
          </ac:spMkLst>
        </pc:spChg>
        <pc:spChg chg="add mod">
          <ac:chgData name="zhi zhang" userId="36bdf691fd3510be" providerId="LiveId" clId="{49E3B23B-B4D1-A34C-AC1E-920BEB911A79}" dt="2024-05-03T07:55:21.899" v="1790" actId="20577"/>
          <ac:spMkLst>
            <pc:docMk/>
            <pc:sldMk cId="198381443" sldId="544"/>
            <ac:spMk id="6" creationId="{EEDEBACE-6714-776E-DE60-5F37BE9D86D5}"/>
          </ac:spMkLst>
        </pc:spChg>
        <pc:spChg chg="add mod">
          <ac:chgData name="zhi zhang" userId="36bdf691fd3510be" providerId="LiveId" clId="{49E3B23B-B4D1-A34C-AC1E-920BEB911A79}" dt="2024-05-03T07:52:19.969" v="1748"/>
          <ac:spMkLst>
            <pc:docMk/>
            <pc:sldMk cId="198381443" sldId="544"/>
            <ac:spMk id="7" creationId="{4C307D40-5FC3-9069-68FB-1AABBA23D13D}"/>
          </ac:spMkLst>
        </pc:spChg>
        <pc:spChg chg="add del mod">
          <ac:chgData name="zhi zhang" userId="36bdf691fd3510be" providerId="LiveId" clId="{49E3B23B-B4D1-A34C-AC1E-920BEB911A79}" dt="2024-05-03T07:54:54.872" v="1771" actId="478"/>
          <ac:spMkLst>
            <pc:docMk/>
            <pc:sldMk cId="198381443" sldId="544"/>
            <ac:spMk id="9" creationId="{20B68352-648F-99C3-D7A0-B58888553083}"/>
          </ac:spMkLst>
        </pc:spChg>
      </pc:sldChg>
      <pc:sldChg chg="del">
        <pc:chgData name="zhi zhang" userId="36bdf691fd3510be" providerId="LiveId" clId="{49E3B23B-B4D1-A34C-AC1E-920BEB911A79}" dt="2024-05-02T08:51:19.126" v="8" actId="2696"/>
        <pc:sldMkLst>
          <pc:docMk/>
          <pc:sldMk cId="2930170659" sldId="552"/>
        </pc:sldMkLst>
      </pc:sldChg>
      <pc:sldChg chg="modSp mod modNotesTx">
        <pc:chgData name="zhi zhang" userId="36bdf691fd3510be" providerId="LiveId" clId="{49E3B23B-B4D1-A34C-AC1E-920BEB911A79}" dt="2024-05-02T08:50:30.845" v="3" actId="20577"/>
        <pc:sldMkLst>
          <pc:docMk/>
          <pc:sldMk cId="250085904" sldId="554"/>
        </pc:sldMkLst>
        <pc:spChg chg="mod">
          <ac:chgData name="zhi zhang" userId="36bdf691fd3510be" providerId="LiveId" clId="{49E3B23B-B4D1-A34C-AC1E-920BEB911A79}" dt="2024-05-02T08:50:19.671" v="1" actId="108"/>
          <ac:spMkLst>
            <pc:docMk/>
            <pc:sldMk cId="250085904" sldId="554"/>
            <ac:spMk id="3" creationId="{8178432B-0C75-44A3-B311-3F262FB42D25}"/>
          </ac:spMkLst>
        </pc:spChg>
      </pc:sldChg>
      <pc:sldChg chg="del">
        <pc:chgData name="zhi zhang" userId="36bdf691fd3510be" providerId="LiveId" clId="{49E3B23B-B4D1-A34C-AC1E-920BEB911A79}" dt="2024-05-02T08:50:43.699" v="5" actId="2696"/>
        <pc:sldMkLst>
          <pc:docMk/>
          <pc:sldMk cId="374373565" sldId="557"/>
        </pc:sldMkLst>
      </pc:sldChg>
      <pc:sldChg chg="del">
        <pc:chgData name="zhi zhang" userId="36bdf691fd3510be" providerId="LiveId" clId="{49E3B23B-B4D1-A34C-AC1E-920BEB911A79}" dt="2024-05-02T08:51:41.129" v="12" actId="2696"/>
        <pc:sldMkLst>
          <pc:docMk/>
          <pc:sldMk cId="4204181593" sldId="558"/>
        </pc:sldMkLst>
      </pc:sldChg>
      <pc:sldChg chg="del">
        <pc:chgData name="zhi zhang" userId="36bdf691fd3510be" providerId="LiveId" clId="{49E3B23B-B4D1-A34C-AC1E-920BEB911A79}" dt="2024-05-02T08:51:30.261" v="10" actId="2696"/>
        <pc:sldMkLst>
          <pc:docMk/>
          <pc:sldMk cId="769301239" sldId="559"/>
        </pc:sldMkLst>
      </pc:sldChg>
      <pc:sldChg chg="del">
        <pc:chgData name="zhi zhang" userId="36bdf691fd3510be" providerId="LiveId" clId="{49E3B23B-B4D1-A34C-AC1E-920BEB911A79}" dt="2024-05-03T08:40:37.492" v="4017" actId="2696"/>
        <pc:sldMkLst>
          <pc:docMk/>
          <pc:sldMk cId="4219177044" sldId="567"/>
        </pc:sldMkLst>
      </pc:sldChg>
      <pc:sldChg chg="del">
        <pc:chgData name="zhi zhang" userId="36bdf691fd3510be" providerId="LiveId" clId="{49E3B23B-B4D1-A34C-AC1E-920BEB911A79}" dt="2024-05-02T08:51:25.772" v="9" actId="2696"/>
        <pc:sldMkLst>
          <pc:docMk/>
          <pc:sldMk cId="1605027920" sldId="574"/>
        </pc:sldMkLst>
      </pc:sldChg>
      <pc:sldChg chg="del">
        <pc:chgData name="zhi zhang" userId="36bdf691fd3510be" providerId="LiveId" clId="{49E3B23B-B4D1-A34C-AC1E-920BEB911A79}" dt="2024-05-02T08:51:33.550" v="11" actId="2696"/>
        <pc:sldMkLst>
          <pc:docMk/>
          <pc:sldMk cId="957555515" sldId="575"/>
        </pc:sldMkLst>
      </pc:sldChg>
      <pc:sldChg chg="modNotesTx">
        <pc:chgData name="zhi zhang" userId="36bdf691fd3510be" providerId="LiveId" clId="{49E3B23B-B4D1-A34C-AC1E-920BEB911A79}" dt="2024-05-03T08:01:13.076" v="2307" actId="20577"/>
        <pc:sldMkLst>
          <pc:docMk/>
          <pc:sldMk cId="509262906" sldId="577"/>
        </pc:sldMkLst>
      </pc:sldChg>
      <pc:sldChg chg="add">
        <pc:chgData name="zhi zhang" userId="36bdf691fd3510be" providerId="LiveId" clId="{49E3B23B-B4D1-A34C-AC1E-920BEB911A79}" dt="2024-05-02T08:52:34.371" v="13"/>
        <pc:sldMkLst>
          <pc:docMk/>
          <pc:sldMk cId="347944674" sldId="578"/>
        </pc:sldMkLst>
      </pc:sldChg>
      <pc:sldChg chg="addSp delSp modSp mod modNotesTx">
        <pc:chgData name="zhi zhang" userId="36bdf691fd3510be" providerId="LiveId" clId="{49E3B23B-B4D1-A34C-AC1E-920BEB911A79}" dt="2024-05-03T08:29:19.238" v="4013" actId="20577"/>
        <pc:sldMkLst>
          <pc:docMk/>
          <pc:sldMk cId="2542914180" sldId="579"/>
        </pc:sldMkLst>
        <pc:spChg chg="mod">
          <ac:chgData name="zhi zhang" userId="36bdf691fd3510be" providerId="LiveId" clId="{49E3B23B-B4D1-A34C-AC1E-920BEB911A79}" dt="2024-05-03T08:08:28.164" v="2566" actId="20577"/>
          <ac:spMkLst>
            <pc:docMk/>
            <pc:sldMk cId="2542914180" sldId="579"/>
            <ac:spMk id="8" creationId="{00000000-0000-0000-0000-000000000000}"/>
          </ac:spMkLst>
        </pc:spChg>
        <pc:spChg chg="mod">
          <ac:chgData name="zhi zhang" userId="36bdf691fd3510be" providerId="LiveId" clId="{49E3B23B-B4D1-A34C-AC1E-920BEB911A79}" dt="2024-05-03T08:10:38.259" v="2596" actId="1076"/>
          <ac:spMkLst>
            <pc:docMk/>
            <pc:sldMk cId="2542914180" sldId="579"/>
            <ac:spMk id="11" creationId="{21A16768-2ACF-4876-871D-5FE311CCE896}"/>
          </ac:spMkLst>
        </pc:spChg>
        <pc:picChg chg="del">
          <ac:chgData name="zhi zhang" userId="36bdf691fd3510be" providerId="LiveId" clId="{49E3B23B-B4D1-A34C-AC1E-920BEB911A79}" dt="2024-05-03T08:09:56.761" v="2588" actId="478"/>
          <ac:picMkLst>
            <pc:docMk/>
            <pc:sldMk cId="2542914180" sldId="579"/>
            <ac:picMk id="2" creationId="{6B355827-6072-3388-0B27-5B3FCADEB05D}"/>
          </ac:picMkLst>
        </pc:picChg>
        <pc:picChg chg="add del mod">
          <ac:chgData name="zhi zhang" userId="36bdf691fd3510be" providerId="LiveId" clId="{49E3B23B-B4D1-A34C-AC1E-920BEB911A79}" dt="2024-05-03T08:17:07.685" v="3200" actId="478"/>
          <ac:picMkLst>
            <pc:docMk/>
            <pc:sldMk cId="2542914180" sldId="579"/>
            <ac:picMk id="4" creationId="{1D7C4BFE-7A44-6171-584F-3DE9BFC841F7}"/>
          </ac:picMkLst>
        </pc:picChg>
        <pc:picChg chg="add del mod">
          <ac:chgData name="zhi zhang" userId="36bdf691fd3510be" providerId="LiveId" clId="{49E3B23B-B4D1-A34C-AC1E-920BEB911A79}" dt="2024-05-03T08:24:35.037" v="3942" actId="478"/>
          <ac:picMkLst>
            <pc:docMk/>
            <pc:sldMk cId="2542914180" sldId="579"/>
            <ac:picMk id="6" creationId="{BF47EB17-B939-289D-286B-79532451DB23}"/>
          </ac:picMkLst>
        </pc:picChg>
        <pc:picChg chg="add del mod">
          <ac:chgData name="zhi zhang" userId="36bdf691fd3510be" providerId="LiveId" clId="{49E3B23B-B4D1-A34C-AC1E-920BEB911A79}" dt="2024-05-03T08:28:51.498" v="3977" actId="478"/>
          <ac:picMkLst>
            <pc:docMk/>
            <pc:sldMk cId="2542914180" sldId="579"/>
            <ac:picMk id="9" creationId="{AE5ACBEF-4A66-4C3F-055C-8171377FA059}"/>
          </ac:picMkLst>
        </pc:picChg>
        <pc:picChg chg="add mod">
          <ac:chgData name="zhi zhang" userId="36bdf691fd3510be" providerId="LiveId" clId="{49E3B23B-B4D1-A34C-AC1E-920BEB911A79}" dt="2024-05-03T08:28:55.544" v="3981" actId="1076"/>
          <ac:picMkLst>
            <pc:docMk/>
            <pc:sldMk cId="2542914180" sldId="579"/>
            <ac:picMk id="12" creationId="{ED65D499-3223-CF61-29E5-BD641F46BA8A}"/>
          </ac:picMkLst>
        </pc:picChg>
      </pc:sldChg>
      <pc:sldChg chg="addSp delSp modSp add mod ord modNotesTx">
        <pc:chgData name="zhi zhang" userId="36bdf691fd3510be" providerId="LiveId" clId="{49E3B23B-B4D1-A34C-AC1E-920BEB911A79}" dt="2024-05-03T08:27:57.749" v="3972" actId="20577"/>
        <pc:sldMkLst>
          <pc:docMk/>
          <pc:sldMk cId="1934526135" sldId="580"/>
        </pc:sldMkLst>
        <pc:picChg chg="add del mod">
          <ac:chgData name="zhi zhang" userId="36bdf691fd3510be" providerId="LiveId" clId="{49E3B23B-B4D1-A34C-AC1E-920BEB911A79}" dt="2024-05-03T08:27:30.162" v="3948" actId="478"/>
          <ac:picMkLst>
            <pc:docMk/>
            <pc:sldMk cId="1934526135" sldId="580"/>
            <ac:picMk id="3" creationId="{4482F6A7-1ED2-59BD-1909-BEF779D0D44C}"/>
          </ac:picMkLst>
        </pc:picChg>
        <pc:picChg chg="add mod">
          <ac:chgData name="zhi zhang" userId="36bdf691fd3510be" providerId="LiveId" clId="{49E3B23B-B4D1-A34C-AC1E-920BEB911A79}" dt="2024-05-03T08:27:39.252" v="3954" actId="1076"/>
          <ac:picMkLst>
            <pc:docMk/>
            <pc:sldMk cId="1934526135" sldId="580"/>
            <ac:picMk id="5" creationId="{2C2BCD27-20F7-4392-41F9-44049D04A850}"/>
          </ac:picMkLst>
        </pc:picChg>
        <pc:picChg chg="del">
          <ac:chgData name="zhi zhang" userId="36bdf691fd3510be" providerId="LiveId" clId="{49E3B23B-B4D1-A34C-AC1E-920BEB911A79}" dt="2024-05-03T08:27:17.613" v="3944" actId="478"/>
          <ac:picMkLst>
            <pc:docMk/>
            <pc:sldMk cId="1934526135" sldId="580"/>
            <ac:picMk id="6" creationId="{BF47EB17-B939-289D-286B-79532451DB23}"/>
          </ac:picMkLst>
        </pc:picChg>
      </pc:sldChg>
      <pc:sldChg chg="addSp delSp modSp new mod">
        <pc:chgData name="zhi zhang" userId="36bdf691fd3510be" providerId="LiveId" clId="{49E3B23B-B4D1-A34C-AC1E-920BEB911A79}" dt="2024-05-03T08:53:11.349" v="4358" actId="20577"/>
        <pc:sldMkLst>
          <pc:docMk/>
          <pc:sldMk cId="3767822893" sldId="581"/>
        </pc:sldMkLst>
        <pc:spChg chg="mod">
          <ac:chgData name="zhi zhang" userId="36bdf691fd3510be" providerId="LiveId" clId="{49E3B23B-B4D1-A34C-AC1E-920BEB911A79}" dt="2024-05-03T08:52:30.415" v="4323" actId="1076"/>
          <ac:spMkLst>
            <pc:docMk/>
            <pc:sldMk cId="3767822893" sldId="581"/>
            <ac:spMk id="2" creationId="{6053EF44-C11B-EE95-D547-D4BA288D8CFE}"/>
          </ac:spMkLst>
        </pc:spChg>
        <pc:spChg chg="del">
          <ac:chgData name="zhi zhang" userId="36bdf691fd3510be" providerId="LiveId" clId="{49E3B23B-B4D1-A34C-AC1E-920BEB911A79}" dt="2024-05-03T08:51:51.710" v="4293" actId="478"/>
          <ac:spMkLst>
            <pc:docMk/>
            <pc:sldMk cId="3767822893" sldId="581"/>
            <ac:spMk id="3" creationId="{666E4C18-AC86-AE0C-9383-50D65C3D91CB}"/>
          </ac:spMkLst>
        </pc:spChg>
        <pc:spChg chg="add mod">
          <ac:chgData name="zhi zhang" userId="36bdf691fd3510be" providerId="LiveId" clId="{49E3B23B-B4D1-A34C-AC1E-920BEB911A79}" dt="2024-05-03T08:53:11.349" v="4358" actId="20577"/>
          <ac:spMkLst>
            <pc:docMk/>
            <pc:sldMk cId="3767822893" sldId="581"/>
            <ac:spMk id="4" creationId="{3820715E-D77E-84AD-EFBC-A05680D0237A}"/>
          </ac:spMkLst>
        </pc:spChg>
      </pc:sldChg>
    </pc:docChg>
  </pc:docChgLst>
  <pc:docChgLst>
    <pc:chgData name="张 智" userId="36bdf691fd3510be" providerId="LiveId" clId="{0876E447-3B61-425B-A1CB-42E7610EFDA2}"/>
    <pc:docChg chg="undo redo custSel addSld delSld modSld sldOrd">
      <pc:chgData name="张 智" userId="36bdf691fd3510be" providerId="LiveId" clId="{0876E447-3B61-425B-A1CB-42E7610EFDA2}" dt="2023-05-08T06:46:16.053" v="14304" actId="20577"/>
      <pc:docMkLst>
        <pc:docMk/>
      </pc:docMkLst>
      <pc:sldChg chg="modNotesTx">
        <pc:chgData name="张 智" userId="36bdf691fd3510be" providerId="LiveId" clId="{0876E447-3B61-425B-A1CB-42E7610EFDA2}" dt="2023-05-08T06:46:16.053" v="14304" actId="20577"/>
        <pc:sldMkLst>
          <pc:docMk/>
          <pc:sldMk cId="1077586671" sldId="256"/>
        </pc:sldMkLst>
      </pc:sldChg>
      <pc:sldChg chg="modSp mod modNotesTx">
        <pc:chgData name="张 智" userId="36bdf691fd3510be" providerId="LiveId" clId="{0876E447-3B61-425B-A1CB-42E7610EFDA2}" dt="2023-05-08T06:39:01.984" v="14189" actId="20577"/>
        <pc:sldMkLst>
          <pc:docMk/>
          <pc:sldMk cId="3447974868" sldId="257"/>
        </pc:sldMkLst>
        <pc:spChg chg="mod">
          <ac:chgData name="张 智" userId="36bdf691fd3510be" providerId="LiveId" clId="{0876E447-3B61-425B-A1CB-42E7610EFDA2}" dt="2023-05-08T02:14:48.570" v="7201" actId="20577"/>
          <ac:spMkLst>
            <pc:docMk/>
            <pc:sldMk cId="3447974868" sldId="257"/>
            <ac:spMk id="3" creationId="{C866B94F-5307-4CF7-8CA1-4D0D8666FF1A}"/>
          </ac:spMkLst>
        </pc:spChg>
      </pc:sldChg>
      <pc:sldChg chg="addSp modSp mod modNotesTx">
        <pc:chgData name="张 智" userId="36bdf691fd3510be" providerId="LiveId" clId="{0876E447-3B61-425B-A1CB-42E7610EFDA2}" dt="2023-05-08T02:25:16.045" v="7619" actId="313"/>
        <pc:sldMkLst>
          <pc:docMk/>
          <pc:sldMk cId="278210718" sldId="258"/>
        </pc:sldMkLst>
        <pc:spChg chg="add mod">
          <ac:chgData name="张 智" userId="36bdf691fd3510be" providerId="LiveId" clId="{0876E447-3B61-425B-A1CB-42E7610EFDA2}" dt="2023-05-08T02:25:16.045" v="7619" actId="313"/>
          <ac:spMkLst>
            <pc:docMk/>
            <pc:sldMk cId="278210718" sldId="258"/>
            <ac:spMk id="8" creationId="{786CE592-D867-44DF-A4A4-2A5110F6E786}"/>
          </ac:spMkLst>
        </pc:spChg>
        <pc:cxnChg chg="add mod">
          <ac:chgData name="张 智" userId="36bdf691fd3510be" providerId="LiveId" clId="{0876E447-3B61-425B-A1CB-42E7610EFDA2}" dt="2023-05-08T02:24:52.690" v="7616" actId="1076"/>
          <ac:cxnSpMkLst>
            <pc:docMk/>
            <pc:sldMk cId="278210718" sldId="258"/>
            <ac:cxnSpMk id="9" creationId="{5E706F9D-FBDA-46DE-A63F-F740CA905589}"/>
          </ac:cxnSpMkLst>
        </pc:cxnChg>
      </pc:sldChg>
      <pc:sldChg chg="modNotesTx">
        <pc:chgData name="张 智" userId="36bdf691fd3510be" providerId="LiveId" clId="{0876E447-3B61-425B-A1CB-42E7610EFDA2}" dt="2023-05-07T06:46:12.244" v="112" actId="20577"/>
        <pc:sldMkLst>
          <pc:docMk/>
          <pc:sldMk cId="1077353334" sldId="259"/>
        </pc:sldMkLst>
      </pc:sldChg>
      <pc:sldChg chg="modNotesTx">
        <pc:chgData name="张 智" userId="36bdf691fd3510be" providerId="LiveId" clId="{0876E447-3B61-425B-A1CB-42E7610EFDA2}" dt="2023-05-07T15:03:04.975" v="5594"/>
        <pc:sldMkLst>
          <pc:docMk/>
          <pc:sldMk cId="899030509" sldId="261"/>
        </pc:sldMkLst>
      </pc:sldChg>
      <pc:sldChg chg="modSp mod modNotesTx">
        <pc:chgData name="张 智" userId="36bdf691fd3510be" providerId="LiveId" clId="{0876E447-3B61-425B-A1CB-42E7610EFDA2}" dt="2023-05-08T03:00:51.187" v="8776" actId="20577"/>
        <pc:sldMkLst>
          <pc:docMk/>
          <pc:sldMk cId="3123700147" sldId="265"/>
        </pc:sldMkLst>
        <pc:spChg chg="mod">
          <ac:chgData name="张 智" userId="36bdf691fd3510be" providerId="LiveId" clId="{0876E447-3B61-425B-A1CB-42E7610EFDA2}" dt="2023-05-08T03:00:36.155" v="8752" actId="20577"/>
          <ac:spMkLst>
            <pc:docMk/>
            <pc:sldMk cId="3123700147" sldId="265"/>
            <ac:spMk id="3" creationId="{FD95B780-4F46-48E4-8A07-635D534C3326}"/>
          </ac:spMkLst>
        </pc:spChg>
      </pc:sldChg>
      <pc:sldChg chg="modNotesTx">
        <pc:chgData name="张 智" userId="36bdf691fd3510be" providerId="LiveId" clId="{0876E447-3B61-425B-A1CB-42E7610EFDA2}" dt="2023-05-08T03:02:25.758" v="8883" actId="20577"/>
        <pc:sldMkLst>
          <pc:docMk/>
          <pc:sldMk cId="1082766398" sldId="266"/>
        </pc:sldMkLst>
      </pc:sldChg>
      <pc:sldChg chg="modNotesTx">
        <pc:chgData name="张 智" userId="36bdf691fd3510be" providerId="LiveId" clId="{0876E447-3B61-425B-A1CB-42E7610EFDA2}" dt="2023-05-08T03:12:21.720" v="9012"/>
        <pc:sldMkLst>
          <pc:docMk/>
          <pc:sldMk cId="4281615526" sldId="267"/>
        </pc:sldMkLst>
      </pc:sldChg>
      <pc:sldChg chg="modNotesTx">
        <pc:chgData name="张 智" userId="36bdf691fd3510be" providerId="LiveId" clId="{0876E447-3B61-425B-A1CB-42E7610EFDA2}" dt="2023-05-08T06:04:36.146" v="12891" actId="20577"/>
        <pc:sldMkLst>
          <pc:docMk/>
          <pc:sldMk cId="2333892740" sldId="271"/>
        </pc:sldMkLst>
      </pc:sldChg>
      <pc:sldChg chg="modSp mod modNotesTx">
        <pc:chgData name="张 智" userId="36bdf691fd3510be" providerId="LiveId" clId="{0876E447-3B61-425B-A1CB-42E7610EFDA2}" dt="2023-05-08T06:12:25.948" v="13273" actId="20577"/>
        <pc:sldMkLst>
          <pc:docMk/>
          <pc:sldMk cId="2838038400" sldId="274"/>
        </pc:sldMkLst>
        <pc:spChg chg="mod">
          <ac:chgData name="张 智" userId="36bdf691fd3510be" providerId="LiveId" clId="{0876E447-3B61-425B-A1CB-42E7610EFDA2}" dt="2023-05-08T06:10:50.531" v="13195" actId="20577"/>
          <ac:spMkLst>
            <pc:docMk/>
            <pc:sldMk cId="2838038400" sldId="274"/>
            <ac:spMk id="11" creationId="{9B6F6BDE-0281-A947-836B-42C9E1E8A742}"/>
          </ac:spMkLst>
        </pc:spChg>
        <pc:spChg chg="mod">
          <ac:chgData name="张 智" userId="36bdf691fd3510be" providerId="LiveId" clId="{0876E447-3B61-425B-A1CB-42E7610EFDA2}" dt="2023-05-08T04:56:03.783" v="12507" actId="20577"/>
          <ac:spMkLst>
            <pc:docMk/>
            <pc:sldMk cId="2838038400" sldId="274"/>
            <ac:spMk id="12" creationId="{00000000-0000-0000-0000-000000000000}"/>
          </ac:spMkLst>
        </pc:spChg>
      </pc:sldChg>
      <pc:sldChg chg="modSp mod modNotesTx">
        <pc:chgData name="张 智" userId="36bdf691fd3510be" providerId="LiveId" clId="{0876E447-3B61-425B-A1CB-42E7610EFDA2}" dt="2023-05-08T06:18:09.960" v="13368" actId="20577"/>
        <pc:sldMkLst>
          <pc:docMk/>
          <pc:sldMk cId="2757093489" sldId="317"/>
        </pc:sldMkLst>
        <pc:spChg chg="mod">
          <ac:chgData name="张 智" userId="36bdf691fd3510be" providerId="LiveId" clId="{0876E447-3B61-425B-A1CB-42E7610EFDA2}" dt="2023-05-08T06:16:01.354" v="13345" actId="108"/>
          <ac:spMkLst>
            <pc:docMk/>
            <pc:sldMk cId="2757093489" sldId="317"/>
            <ac:spMk id="7" creationId="{00000000-0000-0000-0000-000000000000}"/>
          </ac:spMkLst>
        </pc:spChg>
        <pc:spChg chg="mod">
          <ac:chgData name="张 智" userId="36bdf691fd3510be" providerId="LiveId" clId="{0876E447-3B61-425B-A1CB-42E7610EFDA2}" dt="2023-05-08T05:53:32.595" v="12515" actId="20577"/>
          <ac:spMkLst>
            <pc:docMk/>
            <pc:sldMk cId="2757093489" sldId="317"/>
            <ac:spMk id="8" creationId="{00000000-0000-0000-0000-000000000000}"/>
          </ac:spMkLst>
        </pc:spChg>
      </pc:sldChg>
      <pc:sldChg chg="modNotesTx">
        <pc:chgData name="张 智" userId="36bdf691fd3510be" providerId="LiveId" clId="{0876E447-3B61-425B-A1CB-42E7610EFDA2}" dt="2023-05-08T06:30:59.258" v="13926" actId="20577"/>
        <pc:sldMkLst>
          <pc:docMk/>
          <pc:sldMk cId="4266707205" sldId="318"/>
        </pc:sldMkLst>
      </pc:sldChg>
      <pc:sldChg chg="modSp mod modNotesTx">
        <pc:chgData name="张 智" userId="36bdf691fd3510be" providerId="LiveId" clId="{0876E447-3B61-425B-A1CB-42E7610EFDA2}" dt="2023-05-08T06:20:48.628" v="13582" actId="20577"/>
        <pc:sldMkLst>
          <pc:docMk/>
          <pc:sldMk cId="4198719846" sldId="355"/>
        </pc:sldMkLst>
        <pc:spChg chg="mod">
          <ac:chgData name="张 智" userId="36bdf691fd3510be" providerId="LiveId" clId="{0876E447-3B61-425B-A1CB-42E7610EFDA2}" dt="2023-05-07T07:16:08.063" v="456" actId="108"/>
          <ac:spMkLst>
            <pc:docMk/>
            <pc:sldMk cId="4198719846" sldId="355"/>
            <ac:spMk id="7" creationId="{00000000-0000-0000-0000-000000000000}"/>
          </ac:spMkLst>
        </pc:spChg>
        <pc:spChg chg="mod">
          <ac:chgData name="张 智" userId="36bdf691fd3510be" providerId="LiveId" clId="{0876E447-3B61-425B-A1CB-42E7610EFDA2}" dt="2023-05-08T05:53:24.717" v="12513" actId="20577"/>
          <ac:spMkLst>
            <pc:docMk/>
            <pc:sldMk cId="4198719846" sldId="355"/>
            <ac:spMk id="8" creationId="{00000000-0000-0000-0000-000000000000}"/>
          </ac:spMkLst>
        </pc:spChg>
        <pc:spChg chg="mod">
          <ac:chgData name="张 智" userId="36bdf691fd3510be" providerId="LiveId" clId="{0876E447-3B61-425B-A1CB-42E7610EFDA2}" dt="2023-05-08T06:19:17.313" v="13383" actId="108"/>
          <ac:spMkLst>
            <pc:docMk/>
            <pc:sldMk cId="4198719846" sldId="355"/>
            <ac:spMk id="13" creationId="{00000000-0000-0000-0000-000000000000}"/>
          </ac:spMkLst>
        </pc:spChg>
      </pc:sldChg>
      <pc:sldChg chg="modSp mod modNotesTx">
        <pc:chgData name="张 智" userId="36bdf691fd3510be" providerId="LiveId" clId="{0876E447-3B61-425B-A1CB-42E7610EFDA2}" dt="2023-05-08T04:45:29.056" v="11822" actId="20577"/>
        <pc:sldMkLst>
          <pc:docMk/>
          <pc:sldMk cId="1558777975" sldId="418"/>
        </pc:sldMkLst>
        <pc:spChg chg="mod">
          <ac:chgData name="张 智" userId="36bdf691fd3510be" providerId="LiveId" clId="{0876E447-3B61-425B-A1CB-42E7610EFDA2}" dt="2023-05-08T03:50:29.281" v="10233" actId="20577"/>
          <ac:spMkLst>
            <pc:docMk/>
            <pc:sldMk cId="1558777975" sldId="418"/>
            <ac:spMk id="3" creationId="{16E39FD5-37A8-4348-8381-91D726EF0830}"/>
          </ac:spMkLst>
        </pc:spChg>
      </pc:sldChg>
      <pc:sldChg chg="addSp modSp mod">
        <pc:chgData name="张 智" userId="36bdf691fd3510be" providerId="LiveId" clId="{0876E447-3B61-425B-A1CB-42E7610EFDA2}" dt="2023-05-08T03:57:50.630" v="10471" actId="1036"/>
        <pc:sldMkLst>
          <pc:docMk/>
          <pc:sldMk cId="274185263" sldId="434"/>
        </pc:sldMkLst>
        <pc:spChg chg="add mod">
          <ac:chgData name="张 智" userId="36bdf691fd3510be" providerId="LiveId" clId="{0876E447-3B61-425B-A1CB-42E7610EFDA2}" dt="2023-05-08T03:57:50.630" v="10471" actId="1036"/>
          <ac:spMkLst>
            <pc:docMk/>
            <pc:sldMk cId="274185263" sldId="434"/>
            <ac:spMk id="5" creationId="{0E613293-05F4-4C25-A705-89AAFB9C7AAD}"/>
          </ac:spMkLst>
        </pc:spChg>
        <pc:spChg chg="mod">
          <ac:chgData name="张 智" userId="36bdf691fd3510be" providerId="LiveId" clId="{0876E447-3B61-425B-A1CB-42E7610EFDA2}" dt="2023-05-08T03:57:50.630" v="10471" actId="1036"/>
          <ac:spMkLst>
            <pc:docMk/>
            <pc:sldMk cId="274185263" sldId="434"/>
            <ac:spMk id="7" creationId="{00000000-0000-0000-0000-000000000000}"/>
          </ac:spMkLst>
        </pc:spChg>
      </pc:sldChg>
      <pc:sldChg chg="addSp modSp mod">
        <pc:chgData name="张 智" userId="36bdf691fd3510be" providerId="LiveId" clId="{0876E447-3B61-425B-A1CB-42E7610EFDA2}" dt="2023-05-08T03:59:02.512" v="10488" actId="122"/>
        <pc:sldMkLst>
          <pc:docMk/>
          <pc:sldMk cId="1092262459" sldId="435"/>
        </pc:sldMkLst>
        <pc:spChg chg="add mod">
          <ac:chgData name="张 智" userId="36bdf691fd3510be" providerId="LiveId" clId="{0876E447-3B61-425B-A1CB-42E7610EFDA2}" dt="2023-05-08T03:59:02.512" v="10488" actId="122"/>
          <ac:spMkLst>
            <pc:docMk/>
            <pc:sldMk cId="1092262459" sldId="435"/>
            <ac:spMk id="5" creationId="{9F8B88C8-CB74-4668-AB64-B2B507C4C0E4}"/>
          </ac:spMkLst>
        </pc:spChg>
        <pc:spChg chg="mod">
          <ac:chgData name="张 智" userId="36bdf691fd3510be" providerId="LiveId" clId="{0876E447-3B61-425B-A1CB-42E7610EFDA2}" dt="2023-05-08T03:58:21.603" v="10477" actId="108"/>
          <ac:spMkLst>
            <pc:docMk/>
            <pc:sldMk cId="1092262459" sldId="435"/>
            <ac:spMk id="13" creationId="{C4433A21-7241-4211-AF56-7CFF22647253}"/>
          </ac:spMkLst>
        </pc:spChg>
      </pc:sldChg>
      <pc:sldChg chg="modNotesTx">
        <pc:chgData name="张 智" userId="36bdf691fd3510be" providerId="LiveId" clId="{0876E447-3B61-425B-A1CB-42E7610EFDA2}" dt="2023-05-07T14:51:44.964" v="4320" actId="20577"/>
        <pc:sldMkLst>
          <pc:docMk/>
          <pc:sldMk cId="607921257" sldId="437"/>
        </pc:sldMkLst>
      </pc:sldChg>
      <pc:sldChg chg="modSp mod modNotesTx">
        <pc:chgData name="张 智" userId="36bdf691fd3510be" providerId="LiveId" clId="{0876E447-3B61-425B-A1CB-42E7610EFDA2}" dt="2023-05-08T06:39:34.074" v="14196" actId="20577"/>
        <pc:sldMkLst>
          <pc:docMk/>
          <pc:sldMk cId="780240120" sldId="438"/>
        </pc:sldMkLst>
        <pc:spChg chg="mod">
          <ac:chgData name="张 智" userId="36bdf691fd3510be" providerId="LiveId" clId="{0876E447-3B61-425B-A1CB-42E7610EFDA2}" dt="2023-05-08T02:20:11.577" v="7462" actId="20577"/>
          <ac:spMkLst>
            <pc:docMk/>
            <pc:sldMk cId="780240120" sldId="438"/>
            <ac:spMk id="3" creationId="{DD9E5344-939D-4389-AA3E-8709118DCB67}"/>
          </ac:spMkLst>
        </pc:spChg>
      </pc:sldChg>
      <pc:sldChg chg="modSp mod modNotesTx">
        <pc:chgData name="张 智" userId="36bdf691fd3510be" providerId="LiveId" clId="{0876E447-3B61-425B-A1CB-42E7610EFDA2}" dt="2023-05-08T02:30:59.773" v="7866" actId="20577"/>
        <pc:sldMkLst>
          <pc:docMk/>
          <pc:sldMk cId="2113717570" sldId="440"/>
        </pc:sldMkLst>
        <pc:spChg chg="mod">
          <ac:chgData name="张 智" userId="36bdf691fd3510be" providerId="LiveId" clId="{0876E447-3B61-425B-A1CB-42E7610EFDA2}" dt="2023-05-08T02:30:33.248" v="7856" actId="20577"/>
          <ac:spMkLst>
            <pc:docMk/>
            <pc:sldMk cId="2113717570" sldId="440"/>
            <ac:spMk id="3" creationId="{DD9E5344-939D-4389-AA3E-8709118DCB67}"/>
          </ac:spMkLst>
        </pc:spChg>
      </pc:sldChg>
      <pc:sldChg chg="modSp mod modNotesTx">
        <pc:chgData name="张 智" userId="36bdf691fd3510be" providerId="LiveId" clId="{0876E447-3B61-425B-A1CB-42E7610EFDA2}" dt="2023-05-08T06:41:57.509" v="14218" actId="20577"/>
        <pc:sldMkLst>
          <pc:docMk/>
          <pc:sldMk cId="2086953738" sldId="444"/>
        </pc:sldMkLst>
        <pc:spChg chg="mod">
          <ac:chgData name="张 智" userId="36bdf691fd3510be" providerId="LiveId" clId="{0876E447-3B61-425B-A1CB-42E7610EFDA2}" dt="2023-05-08T02:25:30.254" v="7623" actId="20577"/>
          <ac:spMkLst>
            <pc:docMk/>
            <pc:sldMk cId="2086953738" sldId="444"/>
            <ac:spMk id="11" creationId="{C44275B8-994E-4E79-9134-640576070D50}"/>
          </ac:spMkLst>
        </pc:spChg>
        <pc:spChg chg="mod">
          <ac:chgData name="张 智" userId="36bdf691fd3510be" providerId="LiveId" clId="{0876E447-3B61-425B-A1CB-42E7610EFDA2}" dt="2023-05-08T02:26:52.714" v="7657" actId="20577"/>
          <ac:spMkLst>
            <pc:docMk/>
            <pc:sldMk cId="2086953738" sldId="444"/>
            <ac:spMk id="18" creationId="{CEE9925B-06A8-4D15-A9F8-B0871F57C8A4}"/>
          </ac:spMkLst>
        </pc:spChg>
      </pc:sldChg>
      <pc:sldChg chg="modSp mod modNotesTx">
        <pc:chgData name="张 智" userId="36bdf691fd3510be" providerId="LiveId" clId="{0876E447-3B61-425B-A1CB-42E7610EFDA2}" dt="2023-05-08T02:29:44.743" v="7852" actId="20577"/>
        <pc:sldMkLst>
          <pc:docMk/>
          <pc:sldMk cId="2867893025" sldId="445"/>
        </pc:sldMkLst>
        <pc:spChg chg="mod">
          <ac:chgData name="张 智" userId="36bdf691fd3510be" providerId="LiveId" clId="{0876E447-3B61-425B-A1CB-42E7610EFDA2}" dt="2023-05-08T02:29:44.743" v="7852" actId="20577"/>
          <ac:spMkLst>
            <pc:docMk/>
            <pc:sldMk cId="2867893025" sldId="445"/>
            <ac:spMk id="11" creationId="{C44275B8-994E-4E79-9134-640576070D50}"/>
          </ac:spMkLst>
        </pc:spChg>
      </pc:sldChg>
      <pc:sldChg chg="modNotesTx">
        <pc:chgData name="张 智" userId="36bdf691fd3510be" providerId="LiveId" clId="{0876E447-3B61-425B-A1CB-42E7610EFDA2}" dt="2023-05-07T06:43:53.343" v="3"/>
        <pc:sldMkLst>
          <pc:docMk/>
          <pc:sldMk cId="2222655858" sldId="446"/>
        </pc:sldMkLst>
      </pc:sldChg>
      <pc:sldChg chg="modSp mod modNotesTx">
        <pc:chgData name="张 智" userId="36bdf691fd3510be" providerId="LiveId" clId="{0876E447-3B61-425B-A1CB-42E7610EFDA2}" dt="2023-05-08T02:37:36.752" v="7945" actId="20577"/>
        <pc:sldMkLst>
          <pc:docMk/>
          <pc:sldMk cId="1592250" sldId="447"/>
        </pc:sldMkLst>
        <pc:spChg chg="mod">
          <ac:chgData name="张 智" userId="36bdf691fd3510be" providerId="LiveId" clId="{0876E447-3B61-425B-A1CB-42E7610EFDA2}" dt="2023-05-08T02:34:21.700" v="7924" actId="20577"/>
          <ac:spMkLst>
            <pc:docMk/>
            <pc:sldMk cId="1592250" sldId="447"/>
            <ac:spMk id="3" creationId="{DD9E5344-939D-4389-AA3E-8709118DCB67}"/>
          </ac:spMkLst>
        </pc:spChg>
        <pc:spChg chg="mod">
          <ac:chgData name="张 智" userId="36bdf691fd3510be" providerId="LiveId" clId="{0876E447-3B61-425B-A1CB-42E7610EFDA2}" dt="2023-05-08T02:37:36.752" v="7945" actId="20577"/>
          <ac:spMkLst>
            <pc:docMk/>
            <pc:sldMk cId="1592250" sldId="447"/>
            <ac:spMk id="6" creationId="{6CC0209C-BB32-4594-BE7A-2BFC959299CB}"/>
          </ac:spMkLst>
        </pc:spChg>
      </pc:sldChg>
      <pc:sldChg chg="modSp mod modNotesTx">
        <pc:chgData name="张 智" userId="36bdf691fd3510be" providerId="LiveId" clId="{0876E447-3B61-425B-A1CB-42E7610EFDA2}" dt="2023-05-08T02:37:44.394" v="7946" actId="20577"/>
        <pc:sldMkLst>
          <pc:docMk/>
          <pc:sldMk cId="602400420" sldId="524"/>
        </pc:sldMkLst>
        <pc:spChg chg="mod">
          <ac:chgData name="张 智" userId="36bdf691fd3510be" providerId="LiveId" clId="{0876E447-3B61-425B-A1CB-42E7610EFDA2}" dt="2023-05-08T02:37:44.394" v="7946" actId="20577"/>
          <ac:spMkLst>
            <pc:docMk/>
            <pc:sldMk cId="602400420" sldId="524"/>
            <ac:spMk id="6" creationId="{6CC0209C-BB32-4594-BE7A-2BFC959299CB}"/>
          </ac:spMkLst>
        </pc:spChg>
      </pc:sldChg>
      <pc:sldChg chg="modNotesTx">
        <pc:chgData name="张 智" userId="36bdf691fd3510be" providerId="LiveId" clId="{0876E447-3B61-425B-A1CB-42E7610EFDA2}" dt="2023-05-07T06:45:38.056" v="111" actId="20577"/>
        <pc:sldMkLst>
          <pc:docMk/>
          <pc:sldMk cId="222040447" sldId="525"/>
        </pc:sldMkLst>
      </pc:sldChg>
      <pc:sldChg chg="addSp delSp modSp mod modNotesTx">
        <pc:chgData name="张 智" userId="36bdf691fd3510be" providerId="LiveId" clId="{0876E447-3B61-425B-A1CB-42E7610EFDA2}" dt="2023-05-08T03:06:24.010" v="8997" actId="20577"/>
        <pc:sldMkLst>
          <pc:docMk/>
          <pc:sldMk cId="1614403497" sldId="528"/>
        </pc:sldMkLst>
        <pc:spChg chg="add del mod">
          <ac:chgData name="张 智" userId="36bdf691fd3510be" providerId="LiveId" clId="{0876E447-3B61-425B-A1CB-42E7610EFDA2}" dt="2023-05-08T03:04:28.698" v="8903" actId="20577"/>
          <ac:spMkLst>
            <pc:docMk/>
            <pc:sldMk cId="1614403497" sldId="528"/>
            <ac:spMk id="3" creationId="{FD95B780-4F46-48E4-8A07-635D534C3326}"/>
          </ac:spMkLst>
        </pc:spChg>
        <pc:spChg chg="add del mod">
          <ac:chgData name="张 智" userId="36bdf691fd3510be" providerId="LiveId" clId="{0876E447-3B61-425B-A1CB-42E7610EFDA2}" dt="2023-05-08T03:04:28.228" v="8902" actId="478"/>
          <ac:spMkLst>
            <pc:docMk/>
            <pc:sldMk cId="1614403497" sldId="528"/>
            <ac:spMk id="9" creationId="{F83051C2-5A0C-4595-BF35-CB4ED8FD8184}"/>
          </ac:spMkLst>
        </pc:spChg>
      </pc:sldChg>
      <pc:sldChg chg="modSp mod">
        <pc:chgData name="张 智" userId="36bdf691fd3510be" providerId="LiveId" clId="{0876E447-3B61-425B-A1CB-42E7610EFDA2}" dt="2023-05-08T03:03:18.555" v="8889" actId="20577"/>
        <pc:sldMkLst>
          <pc:docMk/>
          <pc:sldMk cId="3935849827" sldId="529"/>
        </pc:sldMkLst>
        <pc:spChg chg="mod">
          <ac:chgData name="张 智" userId="36bdf691fd3510be" providerId="LiveId" clId="{0876E447-3B61-425B-A1CB-42E7610EFDA2}" dt="2023-05-08T03:03:18.555" v="8889" actId="20577"/>
          <ac:spMkLst>
            <pc:docMk/>
            <pc:sldMk cId="3935849827" sldId="529"/>
            <ac:spMk id="3" creationId="{FD95B780-4F46-48E4-8A07-635D534C3326}"/>
          </ac:spMkLst>
        </pc:spChg>
      </pc:sldChg>
      <pc:sldChg chg="modSp mod">
        <pc:chgData name="张 智" userId="36bdf691fd3510be" providerId="LiveId" clId="{0876E447-3B61-425B-A1CB-42E7610EFDA2}" dt="2023-05-08T03:08:34.358" v="9005" actId="20577"/>
        <pc:sldMkLst>
          <pc:docMk/>
          <pc:sldMk cId="2679307687" sldId="530"/>
        </pc:sldMkLst>
        <pc:spChg chg="mod">
          <ac:chgData name="张 智" userId="36bdf691fd3510be" providerId="LiveId" clId="{0876E447-3B61-425B-A1CB-42E7610EFDA2}" dt="2023-05-08T03:08:34.358" v="9005" actId="20577"/>
          <ac:spMkLst>
            <pc:docMk/>
            <pc:sldMk cId="2679307687" sldId="530"/>
            <ac:spMk id="2" creationId="{CACF3337-D202-49F4-B586-B90CFA38A20B}"/>
          </ac:spMkLst>
        </pc:spChg>
      </pc:sldChg>
      <pc:sldChg chg="modSp mod modNotesTx">
        <pc:chgData name="张 智" userId="36bdf691fd3510be" providerId="LiveId" clId="{0876E447-3B61-425B-A1CB-42E7610EFDA2}" dt="2023-05-08T03:09:15.690" v="9010" actId="5793"/>
        <pc:sldMkLst>
          <pc:docMk/>
          <pc:sldMk cId="2403556301" sldId="531"/>
        </pc:sldMkLst>
        <pc:spChg chg="mod">
          <ac:chgData name="张 智" userId="36bdf691fd3510be" providerId="LiveId" clId="{0876E447-3B61-425B-A1CB-42E7610EFDA2}" dt="2023-05-07T06:48:29.138" v="118" actId="404"/>
          <ac:spMkLst>
            <pc:docMk/>
            <pc:sldMk cId="2403556301" sldId="531"/>
            <ac:spMk id="3" creationId="{32111EBC-E3C0-470B-B785-2E1AAE3530F7}"/>
          </ac:spMkLst>
        </pc:spChg>
      </pc:sldChg>
      <pc:sldChg chg="addSp delSp modSp mod modNotesTx">
        <pc:chgData name="张 智" userId="36bdf691fd3510be" providerId="LiveId" clId="{0876E447-3B61-425B-A1CB-42E7610EFDA2}" dt="2023-05-08T03:06:47.871" v="9000" actId="20577"/>
        <pc:sldMkLst>
          <pc:docMk/>
          <pc:sldMk cId="2239196930" sldId="532"/>
        </pc:sldMkLst>
        <pc:spChg chg="add del">
          <ac:chgData name="张 智" userId="36bdf691fd3510be" providerId="LiveId" clId="{0876E447-3B61-425B-A1CB-42E7610EFDA2}" dt="2023-05-08T03:04:27.111" v="8900" actId="478"/>
          <ac:spMkLst>
            <pc:docMk/>
            <pc:sldMk cId="2239196930" sldId="532"/>
            <ac:spMk id="3" creationId="{FD95B780-4F46-48E4-8A07-635D534C3326}"/>
          </ac:spMkLst>
        </pc:spChg>
        <pc:spChg chg="add del mod">
          <ac:chgData name="张 智" userId="36bdf691fd3510be" providerId="LiveId" clId="{0876E447-3B61-425B-A1CB-42E7610EFDA2}" dt="2023-05-08T03:04:27.111" v="8900" actId="478"/>
          <ac:spMkLst>
            <pc:docMk/>
            <pc:sldMk cId="2239196930" sldId="532"/>
            <ac:spMk id="9" creationId="{04CCEB52-163A-478F-BB45-D16D870FEE31}"/>
          </ac:spMkLst>
        </pc:spChg>
      </pc:sldChg>
      <pc:sldChg chg="modNotesTx">
        <pc:chgData name="张 智" userId="36bdf691fd3510be" providerId="LiveId" clId="{0876E447-3B61-425B-A1CB-42E7610EFDA2}" dt="2023-05-08T03:07:15.253" v="9003" actId="20577"/>
        <pc:sldMkLst>
          <pc:docMk/>
          <pc:sldMk cId="1559389550" sldId="533"/>
        </pc:sldMkLst>
      </pc:sldChg>
      <pc:sldChg chg="modNotesTx">
        <pc:chgData name="张 智" userId="36bdf691fd3510be" providerId="LiveId" clId="{0876E447-3B61-425B-A1CB-42E7610EFDA2}" dt="2023-05-07T07:03:50.003" v="397" actId="20577"/>
        <pc:sldMkLst>
          <pc:docMk/>
          <pc:sldMk cId="2042934410" sldId="536"/>
        </pc:sldMkLst>
      </pc:sldChg>
      <pc:sldChg chg="modNotesTx">
        <pc:chgData name="张 智" userId="36bdf691fd3510be" providerId="LiveId" clId="{0876E447-3B61-425B-A1CB-42E7610EFDA2}" dt="2023-05-08T03:13:19.764" v="9018" actId="20577"/>
        <pc:sldMkLst>
          <pc:docMk/>
          <pc:sldMk cId="1642652350" sldId="537"/>
        </pc:sldMkLst>
      </pc:sldChg>
      <pc:sldChg chg="modSp mod modNotesTx">
        <pc:chgData name="张 智" userId="36bdf691fd3510be" providerId="LiveId" clId="{0876E447-3B61-425B-A1CB-42E7610EFDA2}" dt="2023-05-08T03:16:56.055" v="9220" actId="20577"/>
        <pc:sldMkLst>
          <pc:docMk/>
          <pc:sldMk cId="3992456897" sldId="538"/>
        </pc:sldMkLst>
        <pc:spChg chg="mod">
          <ac:chgData name="张 智" userId="36bdf691fd3510be" providerId="LiveId" clId="{0876E447-3B61-425B-A1CB-42E7610EFDA2}" dt="2023-05-08T03:16:56.055" v="9220" actId="20577"/>
          <ac:spMkLst>
            <pc:docMk/>
            <pc:sldMk cId="3992456897" sldId="538"/>
            <ac:spMk id="3" creationId="{FD95B780-4F46-48E4-8A07-635D534C3326}"/>
          </ac:spMkLst>
        </pc:spChg>
      </pc:sldChg>
      <pc:sldChg chg="modSp mod">
        <pc:chgData name="张 智" userId="36bdf691fd3510be" providerId="LiveId" clId="{0876E447-3B61-425B-A1CB-42E7610EFDA2}" dt="2023-05-08T03:17:22.282" v="9223" actId="20577"/>
        <pc:sldMkLst>
          <pc:docMk/>
          <pc:sldMk cId="2466988963" sldId="539"/>
        </pc:sldMkLst>
        <pc:spChg chg="mod">
          <ac:chgData name="张 智" userId="36bdf691fd3510be" providerId="LiveId" clId="{0876E447-3B61-425B-A1CB-42E7610EFDA2}" dt="2023-05-08T03:17:22.282" v="9223" actId="20577"/>
          <ac:spMkLst>
            <pc:docMk/>
            <pc:sldMk cId="2466988963" sldId="539"/>
            <ac:spMk id="9" creationId="{408579DB-0970-45C6-81E0-1FC409A24B71}"/>
          </ac:spMkLst>
        </pc:spChg>
      </pc:sldChg>
      <pc:sldChg chg="modNotesTx">
        <pc:chgData name="张 智" userId="36bdf691fd3510be" providerId="LiveId" clId="{0876E447-3B61-425B-A1CB-42E7610EFDA2}" dt="2023-05-08T03:18:40.495" v="9272" actId="20577"/>
        <pc:sldMkLst>
          <pc:docMk/>
          <pc:sldMk cId="397092454" sldId="541"/>
        </pc:sldMkLst>
      </pc:sldChg>
      <pc:sldChg chg="modNotesTx">
        <pc:chgData name="张 智" userId="36bdf691fd3510be" providerId="LiveId" clId="{0876E447-3B61-425B-A1CB-42E7610EFDA2}" dt="2023-05-08T03:19:05.134" v="9277" actId="20577"/>
        <pc:sldMkLst>
          <pc:docMk/>
          <pc:sldMk cId="1622616642" sldId="542"/>
        </pc:sldMkLst>
      </pc:sldChg>
      <pc:sldChg chg="modNotesTx">
        <pc:chgData name="张 智" userId="36bdf691fd3510be" providerId="LiveId" clId="{0876E447-3B61-425B-A1CB-42E7610EFDA2}" dt="2023-05-08T03:21:41.184" v="9386" actId="20577"/>
        <pc:sldMkLst>
          <pc:docMk/>
          <pc:sldMk cId="2283814443" sldId="543"/>
        </pc:sldMkLst>
      </pc:sldChg>
      <pc:sldChg chg="modNotesTx">
        <pc:chgData name="张 智" userId="36bdf691fd3510be" providerId="LiveId" clId="{0876E447-3B61-425B-A1CB-42E7610EFDA2}" dt="2023-05-08T02:59:45.039" v="8751" actId="20577"/>
        <pc:sldMkLst>
          <pc:docMk/>
          <pc:sldMk cId="3461407231" sldId="545"/>
        </pc:sldMkLst>
      </pc:sldChg>
      <pc:sldChg chg="modNotesTx">
        <pc:chgData name="张 智" userId="36bdf691fd3510be" providerId="LiveId" clId="{0876E447-3B61-425B-A1CB-42E7610EFDA2}" dt="2023-05-08T03:38:51.581" v="9900" actId="20577"/>
        <pc:sldMkLst>
          <pc:docMk/>
          <pc:sldMk cId="2074385427" sldId="548"/>
        </pc:sldMkLst>
      </pc:sldChg>
      <pc:sldChg chg="modNotesTx">
        <pc:chgData name="张 智" userId="36bdf691fd3510be" providerId="LiveId" clId="{0876E447-3B61-425B-A1CB-42E7610EFDA2}" dt="2023-05-08T03:29:25.971" v="9801" actId="20577"/>
        <pc:sldMkLst>
          <pc:docMk/>
          <pc:sldMk cId="1675334681" sldId="549"/>
        </pc:sldMkLst>
      </pc:sldChg>
      <pc:sldChg chg="addSp modSp mod modNotesTx">
        <pc:chgData name="张 智" userId="36bdf691fd3510be" providerId="LiveId" clId="{0876E447-3B61-425B-A1CB-42E7610EFDA2}" dt="2023-05-08T04:09:38.949" v="11250" actId="20577"/>
        <pc:sldMkLst>
          <pc:docMk/>
          <pc:sldMk cId="3093451917" sldId="551"/>
        </pc:sldMkLst>
        <pc:spChg chg="add mod">
          <ac:chgData name="张 智" userId="36bdf691fd3510be" providerId="LiveId" clId="{0876E447-3B61-425B-A1CB-42E7610EFDA2}" dt="2023-05-08T04:04:51.653" v="10652" actId="14100"/>
          <ac:spMkLst>
            <pc:docMk/>
            <pc:sldMk cId="3093451917" sldId="551"/>
            <ac:spMk id="2" creationId="{12BE9540-CA25-470C-B16A-CD7CB8F46942}"/>
          </ac:spMkLst>
        </pc:spChg>
        <pc:spChg chg="mod">
          <ac:chgData name="张 智" userId="36bdf691fd3510be" providerId="LiveId" clId="{0876E447-3B61-425B-A1CB-42E7610EFDA2}" dt="2023-05-08T04:05:38.405" v="10666" actId="1076"/>
          <ac:spMkLst>
            <pc:docMk/>
            <pc:sldMk cId="3093451917" sldId="551"/>
            <ac:spMk id="9" creationId="{CEE46228-0CBA-4584-A268-EE13072AFEC1}"/>
          </ac:spMkLst>
        </pc:spChg>
        <pc:spChg chg="add mod">
          <ac:chgData name="张 智" userId="36bdf691fd3510be" providerId="LiveId" clId="{0876E447-3B61-425B-A1CB-42E7610EFDA2}" dt="2023-05-08T04:05:22.085" v="10663" actId="14100"/>
          <ac:spMkLst>
            <pc:docMk/>
            <pc:sldMk cId="3093451917" sldId="551"/>
            <ac:spMk id="10" creationId="{4D53EFD9-2F7C-44AE-A39F-33F85C69A87C}"/>
          </ac:spMkLst>
        </pc:spChg>
        <pc:spChg chg="mod">
          <ac:chgData name="张 智" userId="36bdf691fd3510be" providerId="LiveId" clId="{0876E447-3B61-425B-A1CB-42E7610EFDA2}" dt="2023-05-08T03:54:07.110" v="10449" actId="14100"/>
          <ac:spMkLst>
            <pc:docMk/>
            <pc:sldMk cId="3093451917" sldId="551"/>
            <ac:spMk id="12" creationId="{4459C86B-E705-46A7-965A-F32321AFFF80}"/>
          </ac:spMkLst>
        </pc:spChg>
        <pc:spChg chg="mod">
          <ac:chgData name="张 智" userId="36bdf691fd3510be" providerId="LiveId" clId="{0876E447-3B61-425B-A1CB-42E7610EFDA2}" dt="2023-05-08T04:04:16.053" v="10643" actId="1076"/>
          <ac:spMkLst>
            <pc:docMk/>
            <pc:sldMk cId="3093451917" sldId="551"/>
            <ac:spMk id="13" creationId="{7B693A93-DA4C-4D2F-8247-85DD674B96C8}"/>
          </ac:spMkLst>
        </pc:spChg>
        <pc:spChg chg="mod">
          <ac:chgData name="张 智" userId="36bdf691fd3510be" providerId="LiveId" clId="{0876E447-3B61-425B-A1CB-42E7610EFDA2}" dt="2023-05-08T04:06:14.605" v="10672" actId="14100"/>
          <ac:spMkLst>
            <pc:docMk/>
            <pc:sldMk cId="3093451917" sldId="551"/>
            <ac:spMk id="16" creationId="{A12CAE69-394B-4B8A-A2A8-287D3F9F12B4}"/>
          </ac:spMkLst>
        </pc:spChg>
        <pc:cxnChg chg="mod">
          <ac:chgData name="张 智" userId="36bdf691fd3510be" providerId="LiveId" clId="{0876E447-3B61-425B-A1CB-42E7610EFDA2}" dt="2023-05-08T04:06:05.005" v="10671" actId="14100"/>
          <ac:cxnSpMkLst>
            <pc:docMk/>
            <pc:sldMk cId="3093451917" sldId="551"/>
            <ac:cxnSpMk id="11" creationId="{9E26D652-CA89-4C22-95D9-F3651ECCCBE8}"/>
          </ac:cxnSpMkLst>
        </pc:cxnChg>
        <pc:cxnChg chg="mod">
          <ac:chgData name="张 智" userId="36bdf691fd3510be" providerId="LiveId" clId="{0876E447-3B61-425B-A1CB-42E7610EFDA2}" dt="2023-05-08T04:05:46.101" v="10668" actId="14100"/>
          <ac:cxnSpMkLst>
            <pc:docMk/>
            <pc:sldMk cId="3093451917" sldId="551"/>
            <ac:cxnSpMk id="17" creationId="{81E62B63-A077-4158-BD75-E902D7703D7D}"/>
          </ac:cxnSpMkLst>
        </pc:cxnChg>
      </pc:sldChg>
      <pc:sldChg chg="modSp mod">
        <pc:chgData name="张 智" userId="36bdf691fd3510be" providerId="LiveId" clId="{0876E447-3B61-425B-A1CB-42E7610EFDA2}" dt="2023-05-08T04:11:35.157" v="11258" actId="1076"/>
        <pc:sldMkLst>
          <pc:docMk/>
          <pc:sldMk cId="2930170659" sldId="552"/>
        </pc:sldMkLst>
        <pc:spChg chg="mod">
          <ac:chgData name="张 智" userId="36bdf691fd3510be" providerId="LiveId" clId="{0876E447-3B61-425B-A1CB-42E7610EFDA2}" dt="2023-05-08T04:11:35.157" v="11258" actId="1076"/>
          <ac:spMkLst>
            <pc:docMk/>
            <pc:sldMk cId="2930170659" sldId="552"/>
            <ac:spMk id="2" creationId="{00000000-0000-0000-0000-000000000000}"/>
          </ac:spMkLst>
        </pc:spChg>
        <pc:spChg chg="mod">
          <ac:chgData name="张 智" userId="36bdf691fd3510be" providerId="LiveId" clId="{0876E447-3B61-425B-A1CB-42E7610EFDA2}" dt="2023-05-08T03:59:31.186" v="10492" actId="692"/>
          <ac:spMkLst>
            <pc:docMk/>
            <pc:sldMk cId="2930170659" sldId="552"/>
            <ac:spMk id="7" creationId="{5129D2A1-06C6-4A6E-97BB-22FD3C951CEE}"/>
          </ac:spMkLst>
        </pc:spChg>
        <pc:spChg chg="mod">
          <ac:chgData name="张 智" userId="36bdf691fd3510be" providerId="LiveId" clId="{0876E447-3B61-425B-A1CB-42E7610EFDA2}" dt="2023-05-08T03:59:35.097" v="10494" actId="692"/>
          <ac:spMkLst>
            <pc:docMk/>
            <pc:sldMk cId="2930170659" sldId="552"/>
            <ac:spMk id="8" creationId="{AC30ED5F-AFD9-470D-B5DB-19AD0DA667E0}"/>
          </ac:spMkLst>
        </pc:spChg>
      </pc:sldChg>
      <pc:sldChg chg="modNotesTx">
        <pc:chgData name="张 智" userId="36bdf691fd3510be" providerId="LiveId" clId="{0876E447-3B61-425B-A1CB-42E7610EFDA2}" dt="2023-05-07T15:02:51.700" v="5593" actId="20577"/>
        <pc:sldMkLst>
          <pc:docMk/>
          <pc:sldMk cId="308939355" sldId="553"/>
        </pc:sldMkLst>
      </pc:sldChg>
      <pc:sldChg chg="modSp mod modNotesTx">
        <pc:chgData name="张 智" userId="36bdf691fd3510be" providerId="LiveId" clId="{0876E447-3B61-425B-A1CB-42E7610EFDA2}" dt="2023-05-07T15:03:17.466" v="5596" actId="20577"/>
        <pc:sldMkLst>
          <pc:docMk/>
          <pc:sldMk cId="1792581159" sldId="555"/>
        </pc:sldMkLst>
        <pc:spChg chg="mod">
          <ac:chgData name="张 智" userId="36bdf691fd3510be" providerId="LiveId" clId="{0876E447-3B61-425B-A1CB-42E7610EFDA2}" dt="2023-05-07T14:09:05.160" v="1524" actId="14100"/>
          <ac:spMkLst>
            <pc:docMk/>
            <pc:sldMk cId="1792581159" sldId="555"/>
            <ac:spMk id="3" creationId="{FB030D9E-30B5-471A-AB23-5F1A87005463}"/>
          </ac:spMkLst>
        </pc:spChg>
      </pc:sldChg>
      <pc:sldChg chg="modNotesTx">
        <pc:chgData name="张 智" userId="36bdf691fd3510be" providerId="LiveId" clId="{0876E447-3B61-425B-A1CB-42E7610EFDA2}" dt="2023-05-08T03:54:51.704" v="10450" actId="20577"/>
        <pc:sldMkLst>
          <pc:docMk/>
          <pc:sldMk cId="374373565" sldId="557"/>
        </pc:sldMkLst>
      </pc:sldChg>
      <pc:sldChg chg="modSp mod modNotesTx">
        <pc:chgData name="张 智" userId="36bdf691fd3510be" providerId="LiveId" clId="{0876E447-3B61-425B-A1CB-42E7610EFDA2}" dt="2023-05-08T04:46:38.477" v="11835" actId="14100"/>
        <pc:sldMkLst>
          <pc:docMk/>
          <pc:sldMk cId="769301239" sldId="559"/>
        </pc:sldMkLst>
        <pc:spChg chg="mod">
          <ac:chgData name="张 智" userId="36bdf691fd3510be" providerId="LiveId" clId="{0876E447-3B61-425B-A1CB-42E7610EFDA2}" dt="2023-05-08T04:46:38.477" v="11835" actId="14100"/>
          <ac:spMkLst>
            <pc:docMk/>
            <pc:sldMk cId="769301239" sldId="559"/>
            <ac:spMk id="3" creationId="{16E39FD5-37A8-4348-8381-91D726EF0830}"/>
          </ac:spMkLst>
        </pc:spChg>
      </pc:sldChg>
      <pc:sldChg chg="addSp delSp modSp mod modNotesTx">
        <pc:chgData name="张 智" userId="36bdf691fd3510be" providerId="LiveId" clId="{0876E447-3B61-425B-A1CB-42E7610EFDA2}" dt="2023-05-08T06:02:37.707" v="12763" actId="20577"/>
        <pc:sldMkLst>
          <pc:docMk/>
          <pc:sldMk cId="2553135735" sldId="561"/>
        </pc:sldMkLst>
        <pc:spChg chg="mod">
          <ac:chgData name="张 智" userId="36bdf691fd3510be" providerId="LiveId" clId="{0876E447-3B61-425B-A1CB-42E7610EFDA2}" dt="2023-05-08T04:14:35.422" v="11382"/>
          <ac:spMkLst>
            <pc:docMk/>
            <pc:sldMk cId="2553135735" sldId="561"/>
            <ac:spMk id="8" creationId="{80E200BC-7A10-4D36-8671-173417211610}"/>
          </ac:spMkLst>
        </pc:spChg>
        <pc:spChg chg="add mod">
          <ac:chgData name="张 智" userId="36bdf691fd3510be" providerId="LiveId" clId="{0876E447-3B61-425B-A1CB-42E7610EFDA2}" dt="2023-05-08T04:15:40.736" v="11400" actId="1076"/>
          <ac:spMkLst>
            <pc:docMk/>
            <pc:sldMk cId="2553135735" sldId="561"/>
            <ac:spMk id="12" creationId="{16CD6393-9415-4132-811E-6F54CB1F73E6}"/>
          </ac:spMkLst>
        </pc:spChg>
        <pc:spChg chg="add mod">
          <ac:chgData name="张 智" userId="36bdf691fd3510be" providerId="LiveId" clId="{0876E447-3B61-425B-A1CB-42E7610EFDA2}" dt="2023-05-08T04:15:37.680" v="11399" actId="14100"/>
          <ac:spMkLst>
            <pc:docMk/>
            <pc:sldMk cId="2553135735" sldId="561"/>
            <ac:spMk id="13" creationId="{A3235588-AE24-4319-945E-F1C19FF4F46B}"/>
          </ac:spMkLst>
        </pc:spChg>
        <pc:spChg chg="add del mod">
          <ac:chgData name="张 智" userId="36bdf691fd3510be" providerId="LiveId" clId="{0876E447-3B61-425B-A1CB-42E7610EFDA2}" dt="2023-05-08T06:02:35.428" v="12760" actId="478"/>
          <ac:spMkLst>
            <pc:docMk/>
            <pc:sldMk cId="2553135735" sldId="561"/>
            <ac:spMk id="14" creationId="{12603A11-F84B-416E-9349-7ADA30DF5EF3}"/>
          </ac:spMkLst>
        </pc:spChg>
        <pc:spChg chg="mod">
          <ac:chgData name="张 智" userId="36bdf691fd3510be" providerId="LiveId" clId="{0876E447-3B61-425B-A1CB-42E7610EFDA2}" dt="2023-05-08T06:00:14.514" v="12685"/>
          <ac:spMkLst>
            <pc:docMk/>
            <pc:sldMk cId="2553135735" sldId="561"/>
            <ac:spMk id="16" creationId="{61A8ABD8-F784-4E88-BE07-C61BE5A48F5B}"/>
          </ac:spMkLst>
        </pc:spChg>
        <pc:spChg chg="mod">
          <ac:chgData name="张 智" userId="36bdf691fd3510be" providerId="LiveId" clId="{0876E447-3B61-425B-A1CB-42E7610EFDA2}" dt="2023-05-08T06:01:17.375" v="12734" actId="20577"/>
          <ac:spMkLst>
            <pc:docMk/>
            <pc:sldMk cId="2553135735" sldId="561"/>
            <ac:spMk id="17" creationId="{C617C256-7532-41C2-AEFB-CFF72581C6A6}"/>
          </ac:spMkLst>
        </pc:spChg>
        <pc:cxnChg chg="add del mod">
          <ac:chgData name="张 智" userId="36bdf691fd3510be" providerId="LiveId" clId="{0876E447-3B61-425B-A1CB-42E7610EFDA2}" dt="2023-05-08T06:02:36.167" v="12761" actId="478"/>
          <ac:cxnSpMkLst>
            <pc:docMk/>
            <pc:sldMk cId="2553135735" sldId="561"/>
            <ac:cxnSpMk id="11" creationId="{9E26D652-CA89-4C22-95D9-F3651ECCCBE8}"/>
          </ac:cxnSpMkLst>
        </pc:cxnChg>
        <pc:cxnChg chg="add del mod">
          <ac:chgData name="张 智" userId="36bdf691fd3510be" providerId="LiveId" clId="{0876E447-3B61-425B-A1CB-42E7610EFDA2}" dt="2023-05-08T06:02:35.008" v="12759" actId="478"/>
          <ac:cxnSpMkLst>
            <pc:docMk/>
            <pc:sldMk cId="2553135735" sldId="561"/>
            <ac:cxnSpMk id="18" creationId="{7D981780-5660-403B-B268-BE404D03D3E7}"/>
          </ac:cxnSpMkLst>
        </pc:cxnChg>
      </pc:sldChg>
      <pc:sldChg chg="modSp del mod">
        <pc:chgData name="张 智" userId="36bdf691fd3510be" providerId="LiveId" clId="{0876E447-3B61-425B-A1CB-42E7610EFDA2}" dt="2023-05-08T04:13:01.171" v="11269" actId="2696"/>
        <pc:sldMkLst>
          <pc:docMk/>
          <pc:sldMk cId="3001436157" sldId="562"/>
        </pc:sldMkLst>
        <pc:spChg chg="mod">
          <ac:chgData name="张 智" userId="36bdf691fd3510be" providerId="LiveId" clId="{0876E447-3B61-425B-A1CB-42E7610EFDA2}" dt="2023-05-08T04:00:05.885" v="10497" actId="692"/>
          <ac:spMkLst>
            <pc:docMk/>
            <pc:sldMk cId="3001436157" sldId="562"/>
            <ac:spMk id="7" creationId="{5129D2A1-06C6-4A6E-97BB-22FD3C951CEE}"/>
          </ac:spMkLst>
        </pc:spChg>
        <pc:spChg chg="mod">
          <ac:chgData name="张 智" userId="36bdf691fd3510be" providerId="LiveId" clId="{0876E447-3B61-425B-A1CB-42E7610EFDA2}" dt="2023-05-08T04:00:05.885" v="10497" actId="692"/>
          <ac:spMkLst>
            <pc:docMk/>
            <pc:sldMk cId="3001436157" sldId="562"/>
            <ac:spMk id="8" creationId="{AC30ED5F-AFD9-470D-B5DB-19AD0DA667E0}"/>
          </ac:spMkLst>
        </pc:spChg>
      </pc:sldChg>
      <pc:sldChg chg="modSp mod modNotesTx">
        <pc:chgData name="张 智" userId="36bdf691fd3510be" providerId="LiveId" clId="{0876E447-3B61-425B-A1CB-42E7610EFDA2}" dt="2023-05-08T06:04:00.183" v="12875" actId="20577"/>
        <pc:sldMkLst>
          <pc:docMk/>
          <pc:sldMk cId="2639062356" sldId="563"/>
        </pc:sldMkLst>
        <pc:spChg chg="mod">
          <ac:chgData name="张 智" userId="36bdf691fd3510be" providerId="LiveId" clId="{0876E447-3B61-425B-A1CB-42E7610EFDA2}" dt="2023-05-08T05:57:02.071" v="12544" actId="20577"/>
          <ac:spMkLst>
            <pc:docMk/>
            <pc:sldMk cId="2639062356" sldId="563"/>
            <ac:spMk id="8" creationId="{5C28BF67-CA64-463A-9676-70B9E0670C56}"/>
          </ac:spMkLst>
        </pc:spChg>
      </pc:sldChg>
      <pc:sldChg chg="modNotesTx">
        <pc:chgData name="张 智" userId="36bdf691fd3510be" providerId="LiveId" clId="{0876E447-3B61-425B-A1CB-42E7610EFDA2}" dt="2023-05-08T06:10:18.409" v="13194" actId="20577"/>
        <pc:sldMkLst>
          <pc:docMk/>
          <pc:sldMk cId="2282517952" sldId="564"/>
        </pc:sldMkLst>
      </pc:sldChg>
      <pc:sldChg chg="modNotesTx">
        <pc:chgData name="张 智" userId="36bdf691fd3510be" providerId="LiveId" clId="{0876E447-3B61-425B-A1CB-42E7610EFDA2}" dt="2023-05-08T06:09:44.807" v="13192" actId="20577"/>
        <pc:sldMkLst>
          <pc:docMk/>
          <pc:sldMk cId="3769123737" sldId="565"/>
        </pc:sldMkLst>
      </pc:sldChg>
      <pc:sldChg chg="modNotesTx">
        <pc:chgData name="张 智" userId="36bdf691fd3510be" providerId="LiveId" clId="{0876E447-3B61-425B-A1CB-42E7610EFDA2}" dt="2023-05-08T06:07:08.006" v="13035" actId="20577"/>
        <pc:sldMkLst>
          <pc:docMk/>
          <pc:sldMk cId="2662085714" sldId="566"/>
        </pc:sldMkLst>
      </pc:sldChg>
      <pc:sldChg chg="modSp mod modNotesTx">
        <pc:chgData name="张 智" userId="36bdf691fd3510be" providerId="LiveId" clId="{0876E447-3B61-425B-A1CB-42E7610EFDA2}" dt="2023-05-08T06:18:45.873" v="13382" actId="20577"/>
        <pc:sldMkLst>
          <pc:docMk/>
          <pc:sldMk cId="4219177044" sldId="567"/>
        </pc:sldMkLst>
        <pc:spChg chg="mod">
          <ac:chgData name="张 智" userId="36bdf691fd3510be" providerId="LiveId" clId="{0876E447-3B61-425B-A1CB-42E7610EFDA2}" dt="2023-05-08T05:53:27.955" v="12514" actId="20577"/>
          <ac:spMkLst>
            <pc:docMk/>
            <pc:sldMk cId="4219177044" sldId="567"/>
            <ac:spMk id="8" creationId="{00000000-0000-0000-0000-000000000000}"/>
          </ac:spMkLst>
        </pc:spChg>
        <pc:picChg chg="mod">
          <ac:chgData name="张 智" userId="36bdf691fd3510be" providerId="LiveId" clId="{0876E447-3B61-425B-A1CB-42E7610EFDA2}" dt="2023-05-08T06:18:17.906" v="13369" actId="1076"/>
          <ac:picMkLst>
            <pc:docMk/>
            <pc:sldMk cId="4219177044" sldId="567"/>
            <ac:picMk id="6" creationId="{00000000-0000-0000-0000-000000000000}"/>
          </ac:picMkLst>
        </pc:picChg>
      </pc:sldChg>
      <pc:sldChg chg="addSp delSp modSp mod modNotesTx">
        <pc:chgData name="张 智" userId="36bdf691fd3510be" providerId="LiveId" clId="{0876E447-3B61-425B-A1CB-42E7610EFDA2}" dt="2023-05-08T06:23:16.402" v="13672" actId="20577"/>
        <pc:sldMkLst>
          <pc:docMk/>
          <pc:sldMk cId="3652033937" sldId="568"/>
        </pc:sldMkLst>
        <pc:spChg chg="mod">
          <ac:chgData name="张 智" userId="36bdf691fd3510be" providerId="LiveId" clId="{0876E447-3B61-425B-A1CB-42E7610EFDA2}" dt="2023-05-07T14:29:03.349" v="2395" actId="1076"/>
          <ac:spMkLst>
            <pc:docMk/>
            <pc:sldMk cId="3652033937" sldId="568"/>
            <ac:spMk id="6" creationId="{D6E20ACB-1DC8-484B-A74C-0D66254D867A}"/>
          </ac:spMkLst>
        </pc:spChg>
        <pc:spChg chg="del">
          <ac:chgData name="张 智" userId="36bdf691fd3510be" providerId="LiveId" clId="{0876E447-3B61-425B-A1CB-42E7610EFDA2}" dt="2023-05-07T07:16:17.292" v="457" actId="478"/>
          <ac:spMkLst>
            <pc:docMk/>
            <pc:sldMk cId="3652033937" sldId="568"/>
            <ac:spMk id="7" creationId="{00000000-0000-0000-0000-000000000000}"/>
          </ac:spMkLst>
        </pc:spChg>
        <pc:spChg chg="mod">
          <ac:chgData name="张 智" userId="36bdf691fd3510be" providerId="LiveId" clId="{0876E447-3B61-425B-A1CB-42E7610EFDA2}" dt="2023-05-08T05:53:21.151" v="12512" actId="20577"/>
          <ac:spMkLst>
            <pc:docMk/>
            <pc:sldMk cId="3652033937" sldId="568"/>
            <ac:spMk id="8" creationId="{00000000-0000-0000-0000-000000000000}"/>
          </ac:spMkLst>
        </pc:spChg>
        <pc:spChg chg="del">
          <ac:chgData name="张 智" userId="36bdf691fd3510be" providerId="LiveId" clId="{0876E447-3B61-425B-A1CB-42E7610EFDA2}" dt="2023-05-07T07:16:17.292" v="457" actId="478"/>
          <ac:spMkLst>
            <pc:docMk/>
            <pc:sldMk cId="3652033937" sldId="568"/>
            <ac:spMk id="9" creationId="{1F7C0C26-B297-4EE3-AE36-A0933EBBEAAF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0" creationId="{AB5D5662-E7C7-4FD5-9728-988E5065E180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1" creationId="{2DF40E73-3070-42F4-A6CE-612B31B87336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2" creationId="{28F5C1D2-E00E-439C-92A6-F433D1934876}"/>
          </ac:spMkLst>
        </pc:spChg>
        <pc:spChg chg="del">
          <ac:chgData name="张 智" userId="36bdf691fd3510be" providerId="LiveId" clId="{0876E447-3B61-425B-A1CB-42E7610EFDA2}" dt="2023-05-07T07:16:17.292" v="457" actId="478"/>
          <ac:spMkLst>
            <pc:docMk/>
            <pc:sldMk cId="3652033937" sldId="568"/>
            <ac:spMk id="13" creationId="{00000000-0000-0000-0000-000000000000}"/>
          </ac:spMkLst>
        </pc:spChg>
        <pc:spChg chg="add del mod">
          <ac:chgData name="张 智" userId="36bdf691fd3510be" providerId="LiveId" clId="{0876E447-3B61-425B-A1CB-42E7610EFDA2}" dt="2023-05-07T13:53:28.948" v="1071" actId="478"/>
          <ac:spMkLst>
            <pc:docMk/>
            <pc:sldMk cId="3652033937" sldId="568"/>
            <ac:spMk id="13" creationId="{BE4FAA70-1C7D-4941-AD05-B04D93498692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4" creationId="{FE12BE55-224C-408B-BC38-4E47C5B3505A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5" creationId="{99FF5E83-E680-49C8-8476-0BAEE111DE32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6" creationId="{1939308D-EE06-44B2-8C4E-B590791B1C94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7" creationId="{3B8D8E7A-35B5-445F-A394-2D40E00D05F4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8" creationId="{5FD845ED-C989-472D-B4BD-01D849BD2AAD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19" creationId="{70800796-2465-4FA1-8786-44A18F8A1433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0" creationId="{BAC5D774-B564-4D93-8D25-32A6D52AB730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1" creationId="{054397A3-B9FF-4EEF-9A28-E6F1C04D4F83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2" creationId="{25F45640-2D4F-4101-8CA4-4C6B6F6CF653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3" creationId="{F09AB6D3-698C-44AF-85A7-0A10FB76E72F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4" creationId="{63934797-C0A0-4B4F-8528-FEDFDDBACF6B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5" creationId="{45AB62AB-8218-4737-A87E-7FE73A62D0C5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6" creationId="{A2EF647A-9E68-4F8E-BAD8-35663DDEC08A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7" creationId="{1E8A5428-C6D5-4574-AF02-0C7B67F8FB5A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8" creationId="{20409474-6862-43A9-9FCB-AF4A9B7A966E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29" creationId="{71A9F19C-628C-4059-A1F7-EE0A4CF2CBFA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0" creationId="{AE25E768-693C-42D2-842B-61E1C7ABF283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1" creationId="{30941495-483C-47DA-BA42-D9BB33E05219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2" creationId="{F11BB653-0B0D-4C13-B5F3-5B5C7076CFEC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3" creationId="{B91527F4-835A-4309-AE4A-A8430DCC68DA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4" creationId="{6770338C-7926-4336-BE6D-9680D9B0A70D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5" creationId="{28D7DCBC-5B71-4D1F-B44D-EBC6353E61E9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6" creationId="{E02B345C-DC4E-4175-8809-869E9DB0C1EC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7" creationId="{9E5FC25F-E21F-4F6A-8F09-CF79947EE5F9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8" creationId="{AADF0843-E823-407A-8F97-2F43955DD110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39" creationId="{0D74DD1B-AA17-4014-81FE-EED3734EDECA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0" creationId="{0E4A67F3-C371-441D-9421-55B232929CA5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1" creationId="{7F39F08C-8B7B-4153-B912-30D7EE75F987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2" creationId="{1AC88230-20B7-4D1A-972A-D7620B5ED7DE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4" creationId="{CB6C84AD-88BB-4F46-A14C-CA3D0C70E513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5" creationId="{4ED7950A-414D-4179-A1D5-2A9D50915AEF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6" creationId="{4DE91843-B7CA-47C3-90AE-98E9CA324B03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7" creationId="{2CF2853F-3C7A-46A3-9AEE-42B4A6071084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49" creationId="{43E6B3E2-01C7-4BEA-9C04-25460B52A77F}"/>
          </ac:spMkLst>
        </pc:spChg>
        <pc:spChg chg="add del mod">
          <ac:chgData name="张 智" userId="36bdf691fd3510be" providerId="LiveId" clId="{0876E447-3B61-425B-A1CB-42E7610EFDA2}" dt="2023-05-07T13:54:08.178" v="1098" actId="478"/>
          <ac:spMkLst>
            <pc:docMk/>
            <pc:sldMk cId="3652033937" sldId="568"/>
            <ac:spMk id="52" creationId="{FBB2A878-151D-48FA-A3AC-AA730752A1A4}"/>
          </ac:spMkLst>
        </pc:spChg>
        <pc:spChg chg="add mod">
          <ac:chgData name="张 智" userId="36bdf691fd3510be" providerId="LiveId" clId="{0876E447-3B61-425B-A1CB-42E7610EFDA2}" dt="2023-05-07T14:29:56.809" v="2435" actId="20577"/>
          <ac:spMkLst>
            <pc:docMk/>
            <pc:sldMk cId="3652033937" sldId="568"/>
            <ac:spMk id="53" creationId="{26F1D87B-900B-43DC-93D8-50AE10E133A5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54" creationId="{A8F3275B-E203-4470-9F2D-397A7AD126C8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55" creationId="{90C28678-95D3-4A7A-8028-066AE4C2173C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56" creationId="{F7FD3691-971C-4EE4-B36C-9B0CFFC1822D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57" creationId="{227394DD-9DB6-4CB5-92BD-6D2F0A0F138F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58" creationId="{05D683E9-8E56-4D98-8F8D-0F7FD626FCD3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66" creationId="{80C8FC58-1E3A-44DC-BB7E-4E0B2B42ED6A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71" creationId="{4657C67B-2AAB-4127-8F03-A2023CE8431B}"/>
          </ac:spMkLst>
        </pc:spChg>
        <pc:spChg chg="add mod">
          <ac:chgData name="张 智" userId="36bdf691fd3510be" providerId="LiveId" clId="{0876E447-3B61-425B-A1CB-42E7610EFDA2}" dt="2023-05-07T14:29:08.414" v="2396" actId="1076"/>
          <ac:spMkLst>
            <pc:docMk/>
            <pc:sldMk cId="3652033937" sldId="568"/>
            <ac:spMk id="72" creationId="{C55704E8-FDD4-4188-AF04-242316ECB960}"/>
          </ac:spMkLst>
        </pc:spChg>
        <pc:picChg chg="add del mod">
          <ac:chgData name="张 智" userId="36bdf691fd3510be" providerId="LiveId" clId="{0876E447-3B61-425B-A1CB-42E7610EFDA2}" dt="2023-05-07T13:51:20.876" v="923" actId="478"/>
          <ac:picMkLst>
            <pc:docMk/>
            <pc:sldMk cId="3652033937" sldId="568"/>
            <ac:picMk id="4" creationId="{778550AA-B2FE-4060-9DF1-778776609944}"/>
          </ac:picMkLst>
        </pc:picChg>
        <pc:picChg chg="add del mod">
          <ac:chgData name="张 智" userId="36bdf691fd3510be" providerId="LiveId" clId="{0876E447-3B61-425B-A1CB-42E7610EFDA2}" dt="2023-05-07T13:54:08.178" v="1098" actId="478"/>
          <ac:picMkLst>
            <pc:docMk/>
            <pc:sldMk cId="3652033937" sldId="568"/>
            <ac:picMk id="43" creationId="{3855BA08-8705-46F1-865F-43EE726F4B95}"/>
          </ac:picMkLst>
        </pc:picChg>
        <pc:cxnChg chg="add">
          <ac:chgData name="张 智" userId="36bdf691fd3510be" providerId="LiveId" clId="{0876E447-3B61-425B-A1CB-42E7610EFDA2}" dt="2023-05-07T14:26:02.101" v="2304" actId="11529"/>
          <ac:cxnSpMkLst>
            <pc:docMk/>
            <pc:sldMk cId="3652033937" sldId="568"/>
            <ac:cxnSpMk id="3" creationId="{BB1456D6-33FD-420B-A35B-2A202400173F}"/>
          </ac:cxnSpMkLst>
        </pc:cxnChg>
        <pc:cxnChg chg="add del mod">
          <ac:chgData name="张 智" userId="36bdf691fd3510be" providerId="LiveId" clId="{0876E447-3B61-425B-A1CB-42E7610EFDA2}" dt="2023-05-07T13:54:08.178" v="1098" actId="478"/>
          <ac:cxnSpMkLst>
            <pc:docMk/>
            <pc:sldMk cId="3652033937" sldId="568"/>
            <ac:cxnSpMk id="5" creationId="{A55CD883-9A91-4912-81BC-5F390A452D22}"/>
          </ac:cxnSpMkLst>
        </pc:cxnChg>
        <pc:cxnChg chg="add del mod">
          <ac:chgData name="张 智" userId="36bdf691fd3510be" providerId="LiveId" clId="{0876E447-3B61-425B-A1CB-42E7610EFDA2}" dt="2023-05-07T13:54:08.178" v="1098" actId="478"/>
          <ac:cxnSpMkLst>
            <pc:docMk/>
            <pc:sldMk cId="3652033937" sldId="568"/>
            <ac:cxnSpMk id="7" creationId="{A8F8C8CB-66FC-4D93-8504-1E750C2204A0}"/>
          </ac:cxnSpMkLst>
        </pc:cxnChg>
        <pc:cxnChg chg="add del mod">
          <ac:chgData name="张 智" userId="36bdf691fd3510be" providerId="LiveId" clId="{0876E447-3B61-425B-A1CB-42E7610EFDA2}" dt="2023-05-07T13:54:08.178" v="1098" actId="478"/>
          <ac:cxnSpMkLst>
            <pc:docMk/>
            <pc:sldMk cId="3652033937" sldId="568"/>
            <ac:cxnSpMk id="9" creationId="{B6E9F868-5423-4C83-A04C-1CAAB57F6205}"/>
          </ac:cxnSpMkLst>
        </pc:cxnChg>
        <pc:cxnChg chg="add del mod">
          <ac:chgData name="张 智" userId="36bdf691fd3510be" providerId="LiveId" clId="{0876E447-3B61-425B-A1CB-42E7610EFDA2}" dt="2023-05-07T13:54:08.178" v="1098" actId="478"/>
          <ac:cxnSpMkLst>
            <pc:docMk/>
            <pc:sldMk cId="3652033937" sldId="568"/>
            <ac:cxnSpMk id="48" creationId="{09A2E3B0-DA0A-442F-B646-1D225705C1DC}"/>
          </ac:cxnSpMkLst>
        </pc:cxnChg>
        <pc:cxnChg chg="add del mod">
          <ac:chgData name="张 智" userId="36bdf691fd3510be" providerId="LiveId" clId="{0876E447-3B61-425B-A1CB-42E7610EFDA2}" dt="2023-05-07T13:54:08.178" v="1098" actId="478"/>
          <ac:cxnSpMkLst>
            <pc:docMk/>
            <pc:sldMk cId="3652033937" sldId="568"/>
            <ac:cxnSpMk id="50" creationId="{A810FAB7-D9B2-4A84-95B5-F6BFF1DF9A27}"/>
          </ac:cxnSpMkLst>
        </pc:cxnChg>
        <pc:cxnChg chg="add del mod">
          <ac:chgData name="张 智" userId="36bdf691fd3510be" providerId="LiveId" clId="{0876E447-3B61-425B-A1CB-42E7610EFDA2}" dt="2023-05-07T13:54:08.178" v="1098" actId="478"/>
          <ac:cxnSpMkLst>
            <pc:docMk/>
            <pc:sldMk cId="3652033937" sldId="568"/>
            <ac:cxnSpMk id="51" creationId="{4B908282-A651-4288-A6C3-3D1B04AD6575}"/>
          </ac:cxnSpMkLst>
        </pc:cxnChg>
        <pc:cxnChg chg="add mod">
          <ac:chgData name="张 智" userId="36bdf691fd3510be" providerId="LiveId" clId="{0876E447-3B61-425B-A1CB-42E7610EFDA2}" dt="2023-05-07T14:29:08.414" v="2396" actId="1076"/>
          <ac:cxnSpMkLst>
            <pc:docMk/>
            <pc:sldMk cId="3652033937" sldId="568"/>
            <ac:cxnSpMk id="60" creationId="{F9AE93C1-9AE1-443E-9241-3F1ABFEC9A8D}"/>
          </ac:cxnSpMkLst>
        </pc:cxnChg>
      </pc:sldChg>
      <pc:sldChg chg="modSp add mod modNotesTx">
        <pc:chgData name="张 智" userId="36bdf691fd3510be" providerId="LiveId" clId="{0876E447-3B61-425B-A1CB-42E7610EFDA2}" dt="2023-05-07T07:02:44.714" v="374" actId="20577"/>
        <pc:sldMkLst>
          <pc:docMk/>
          <pc:sldMk cId="1816111601" sldId="569"/>
        </pc:sldMkLst>
        <pc:spChg chg="mod">
          <ac:chgData name="张 智" userId="36bdf691fd3510be" providerId="LiveId" clId="{0876E447-3B61-425B-A1CB-42E7610EFDA2}" dt="2023-05-07T07:01:27.721" v="184" actId="20577"/>
          <ac:spMkLst>
            <pc:docMk/>
            <pc:sldMk cId="1816111601" sldId="569"/>
            <ac:spMk id="3" creationId="{32111EBC-E3C0-470B-B785-2E1AAE3530F7}"/>
          </ac:spMkLst>
        </pc:spChg>
      </pc:sldChg>
      <pc:sldChg chg="addSp delSp modSp add mod modShow modNotesTx">
        <pc:chgData name="张 智" userId="36bdf691fd3510be" providerId="LiveId" clId="{0876E447-3B61-425B-A1CB-42E7610EFDA2}" dt="2023-05-08T06:28:44.199" v="13732" actId="729"/>
        <pc:sldMkLst>
          <pc:docMk/>
          <pc:sldMk cId="2390514544" sldId="570"/>
        </pc:sldMkLst>
        <pc:spChg chg="mod">
          <ac:chgData name="张 智" userId="36bdf691fd3510be" providerId="LiveId" clId="{0876E447-3B61-425B-A1CB-42E7610EFDA2}" dt="2023-05-08T05:53:43.274" v="12516" actId="20577"/>
          <ac:spMkLst>
            <pc:docMk/>
            <pc:sldMk cId="2390514544" sldId="570"/>
            <ac:spMk id="8" creationId="{00000000-0000-0000-0000-000000000000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0" creationId="{AB5D5662-E7C7-4FD5-9728-988E5065E180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1" creationId="{2DF40E73-3070-42F4-A6CE-612B31B87336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2" creationId="{28F5C1D2-E00E-439C-92A6-F433D1934876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4" creationId="{FE12BE55-224C-408B-BC38-4E47C5B3505A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5" creationId="{99FF5E83-E680-49C8-8476-0BAEE111DE32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6" creationId="{1939308D-EE06-44B2-8C4E-B590791B1C94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7" creationId="{3B8D8E7A-35B5-445F-A394-2D40E00D05F4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8" creationId="{5FD845ED-C989-472D-B4BD-01D849BD2AAD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19" creationId="{70800796-2465-4FA1-8786-44A18F8A1433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0" creationId="{BAC5D774-B564-4D93-8D25-32A6D52AB730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1" creationId="{054397A3-B9FF-4EEF-9A28-E6F1C04D4F83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2" creationId="{25F45640-2D4F-4101-8CA4-4C6B6F6CF653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3" creationId="{F09AB6D3-698C-44AF-85A7-0A10FB76E72F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4" creationId="{63934797-C0A0-4B4F-8528-FEDFDDBACF6B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5" creationId="{45AB62AB-8218-4737-A87E-7FE73A62D0C5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6" creationId="{A2EF647A-9E68-4F8E-BAD8-35663DDEC08A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7" creationId="{1E8A5428-C6D5-4574-AF02-0C7B67F8FB5A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8" creationId="{20409474-6862-43A9-9FCB-AF4A9B7A966E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29" creationId="{71A9F19C-628C-4059-A1F7-EE0A4CF2CBFA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0" creationId="{AE25E768-693C-42D2-842B-61E1C7ABF283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1" creationId="{30941495-483C-47DA-BA42-D9BB33E05219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2" creationId="{F11BB653-0B0D-4C13-B5F3-5B5C7076CFEC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3" creationId="{B91527F4-835A-4309-AE4A-A8430DCC68DA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4" creationId="{6770338C-7926-4336-BE6D-9680D9B0A70D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5" creationId="{28D7DCBC-5B71-4D1F-B44D-EBC6353E61E9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6" creationId="{E02B345C-DC4E-4175-8809-869E9DB0C1EC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7" creationId="{9E5FC25F-E21F-4F6A-8F09-CF79947EE5F9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8" creationId="{AADF0843-E823-407A-8F97-2F43955DD110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39" creationId="{0D74DD1B-AA17-4014-81FE-EED3734EDECA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0" creationId="{0E4A67F3-C371-441D-9421-55B232929CA5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1" creationId="{7F39F08C-8B7B-4153-B912-30D7EE75F987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2" creationId="{1AC88230-20B7-4D1A-972A-D7620B5ED7DE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4" creationId="{CB6C84AD-88BB-4F46-A14C-CA3D0C70E513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5" creationId="{4ED7950A-414D-4179-A1D5-2A9D50915AEF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6" creationId="{4DE91843-B7CA-47C3-90AE-98E9CA324B03}"/>
          </ac:spMkLst>
        </pc:spChg>
        <pc:spChg chg="del mod">
          <ac:chgData name="张 智" userId="36bdf691fd3510be" providerId="LiveId" clId="{0876E447-3B61-425B-A1CB-42E7610EFDA2}" dt="2023-05-07T13:57:19.145" v="1128" actId="478"/>
          <ac:spMkLst>
            <pc:docMk/>
            <pc:sldMk cId="2390514544" sldId="570"/>
            <ac:spMk id="47" creationId="{2CF2853F-3C7A-46A3-9AEE-42B4A6071084}"/>
          </ac:spMkLst>
        </pc:spChg>
        <pc:spChg chg="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49" creationId="{43E6B3E2-01C7-4BEA-9C04-25460B52A77F}"/>
          </ac:spMkLst>
        </pc:spChg>
        <pc:spChg chg="del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52" creationId="{FBB2A878-151D-48FA-A3AC-AA730752A1A4}"/>
          </ac:spMkLst>
        </pc:spChg>
        <pc:spChg chg="add del mod">
          <ac:chgData name="张 智" userId="36bdf691fd3510be" providerId="LiveId" clId="{0876E447-3B61-425B-A1CB-42E7610EFDA2}" dt="2023-05-07T13:57:42.529" v="1147" actId="478"/>
          <ac:spMkLst>
            <pc:docMk/>
            <pc:sldMk cId="2390514544" sldId="570"/>
            <ac:spMk id="53" creationId="{B0AA05AB-9DE4-4E36-977F-132AFFCB295D}"/>
          </ac:spMkLst>
        </pc:spChg>
        <pc:spChg chg="add del mod">
          <ac:chgData name="张 智" userId="36bdf691fd3510be" providerId="LiveId" clId="{0876E447-3B61-425B-A1CB-42E7610EFDA2}" dt="2023-05-07T13:59:38.985" v="1171" actId="478"/>
          <ac:spMkLst>
            <pc:docMk/>
            <pc:sldMk cId="2390514544" sldId="570"/>
            <ac:spMk id="54" creationId="{DB015338-B3E3-4D22-89EC-3AEF9CEEBD4B}"/>
          </ac:spMkLst>
        </pc:spChg>
        <pc:spChg chg="add mod">
          <ac:chgData name="张 智" userId="36bdf691fd3510be" providerId="LiveId" clId="{0876E447-3B61-425B-A1CB-42E7610EFDA2}" dt="2023-05-07T14:47:09.058" v="3957" actId="20577"/>
          <ac:spMkLst>
            <pc:docMk/>
            <pc:sldMk cId="2390514544" sldId="570"/>
            <ac:spMk id="55" creationId="{BF123816-81D9-4325-88A1-E32F60BFD3F0}"/>
          </ac:spMkLst>
        </pc:spChg>
        <pc:picChg chg="del">
          <ac:chgData name="张 智" userId="36bdf691fd3510be" providerId="LiveId" clId="{0876E447-3B61-425B-A1CB-42E7610EFDA2}" dt="2023-05-07T13:59:38.985" v="1171" actId="478"/>
          <ac:picMkLst>
            <pc:docMk/>
            <pc:sldMk cId="2390514544" sldId="570"/>
            <ac:picMk id="43" creationId="{3855BA08-8705-46F1-865F-43EE726F4B95}"/>
          </ac:picMkLst>
        </pc:picChg>
        <pc:cxnChg chg="del">
          <ac:chgData name="张 智" userId="36bdf691fd3510be" providerId="LiveId" clId="{0876E447-3B61-425B-A1CB-42E7610EFDA2}" dt="2023-05-07T13:59:38.985" v="1171" actId="478"/>
          <ac:cxnSpMkLst>
            <pc:docMk/>
            <pc:sldMk cId="2390514544" sldId="570"/>
            <ac:cxnSpMk id="5" creationId="{A55CD883-9A91-4912-81BC-5F390A452D22}"/>
          </ac:cxnSpMkLst>
        </pc:cxnChg>
        <pc:cxnChg chg="del">
          <ac:chgData name="张 智" userId="36bdf691fd3510be" providerId="LiveId" clId="{0876E447-3B61-425B-A1CB-42E7610EFDA2}" dt="2023-05-07T13:59:38.985" v="1171" actId="478"/>
          <ac:cxnSpMkLst>
            <pc:docMk/>
            <pc:sldMk cId="2390514544" sldId="570"/>
            <ac:cxnSpMk id="7" creationId="{A8F8C8CB-66FC-4D93-8504-1E750C2204A0}"/>
          </ac:cxnSpMkLst>
        </pc:cxnChg>
        <pc:cxnChg chg="del">
          <ac:chgData name="张 智" userId="36bdf691fd3510be" providerId="LiveId" clId="{0876E447-3B61-425B-A1CB-42E7610EFDA2}" dt="2023-05-07T13:59:38.985" v="1171" actId="478"/>
          <ac:cxnSpMkLst>
            <pc:docMk/>
            <pc:sldMk cId="2390514544" sldId="570"/>
            <ac:cxnSpMk id="9" creationId="{B6E9F868-5423-4C83-A04C-1CAAB57F6205}"/>
          </ac:cxnSpMkLst>
        </pc:cxnChg>
        <pc:cxnChg chg="del mod">
          <ac:chgData name="张 智" userId="36bdf691fd3510be" providerId="LiveId" clId="{0876E447-3B61-425B-A1CB-42E7610EFDA2}" dt="2023-05-07T13:59:38.985" v="1171" actId="478"/>
          <ac:cxnSpMkLst>
            <pc:docMk/>
            <pc:sldMk cId="2390514544" sldId="570"/>
            <ac:cxnSpMk id="48" creationId="{09A2E3B0-DA0A-442F-B646-1D225705C1DC}"/>
          </ac:cxnSpMkLst>
        </pc:cxnChg>
        <pc:cxnChg chg="del">
          <ac:chgData name="张 智" userId="36bdf691fd3510be" providerId="LiveId" clId="{0876E447-3B61-425B-A1CB-42E7610EFDA2}" dt="2023-05-07T13:59:38.985" v="1171" actId="478"/>
          <ac:cxnSpMkLst>
            <pc:docMk/>
            <pc:sldMk cId="2390514544" sldId="570"/>
            <ac:cxnSpMk id="50" creationId="{A810FAB7-D9B2-4A84-95B5-F6BFF1DF9A27}"/>
          </ac:cxnSpMkLst>
        </pc:cxnChg>
        <pc:cxnChg chg="del">
          <ac:chgData name="张 智" userId="36bdf691fd3510be" providerId="LiveId" clId="{0876E447-3B61-425B-A1CB-42E7610EFDA2}" dt="2023-05-07T13:59:38.985" v="1171" actId="478"/>
          <ac:cxnSpMkLst>
            <pc:docMk/>
            <pc:sldMk cId="2390514544" sldId="570"/>
            <ac:cxnSpMk id="51" creationId="{4B908282-A651-4288-A6C3-3D1B04AD6575}"/>
          </ac:cxnSpMkLst>
        </pc:cxnChg>
      </pc:sldChg>
      <pc:sldChg chg="addSp delSp modSp add mod ord modNotesTx">
        <pc:chgData name="张 智" userId="36bdf691fd3510be" providerId="LiveId" clId="{0876E447-3B61-425B-A1CB-42E7610EFDA2}" dt="2023-05-08T06:26:13.831" v="13730" actId="20577"/>
        <pc:sldMkLst>
          <pc:docMk/>
          <pc:sldMk cId="2480568366" sldId="571"/>
        </pc:sldMkLst>
        <pc:spChg chg="mod">
          <ac:chgData name="张 智" userId="36bdf691fd3510be" providerId="LiveId" clId="{0876E447-3B61-425B-A1CB-42E7610EFDA2}" dt="2023-05-08T05:53:16.075" v="12511" actId="1076"/>
          <ac:spMkLst>
            <pc:docMk/>
            <pc:sldMk cId="2480568366" sldId="571"/>
            <ac:spMk id="8" creationId="{00000000-0000-0000-0000-000000000000}"/>
          </ac:spMkLst>
        </pc:spChg>
        <pc:spChg chg="mod">
          <ac:chgData name="张 智" userId="36bdf691fd3510be" providerId="LiveId" clId="{0876E447-3B61-425B-A1CB-42E7610EFDA2}" dt="2023-05-07T14:29:34.366" v="2422" actId="14100"/>
          <ac:spMkLst>
            <pc:docMk/>
            <pc:sldMk cId="2480568366" sldId="571"/>
            <ac:spMk id="10" creationId="{AB5D5662-E7C7-4FD5-9728-988E5065E180}"/>
          </ac:spMkLst>
        </pc:spChg>
        <pc:spChg chg="del">
          <ac:chgData name="张 智" userId="36bdf691fd3510be" providerId="LiveId" clId="{0876E447-3B61-425B-A1CB-42E7610EFDA2}" dt="2023-05-07T14:29:36.375" v="2423" actId="478"/>
          <ac:spMkLst>
            <pc:docMk/>
            <pc:sldMk cId="2480568366" sldId="571"/>
            <ac:spMk id="52" creationId="{FBB2A878-151D-48FA-A3AC-AA730752A1A4}"/>
          </ac:spMkLst>
        </pc:spChg>
        <pc:spChg chg="add mod">
          <ac:chgData name="张 智" userId="36bdf691fd3510be" providerId="LiveId" clId="{0876E447-3B61-425B-A1CB-42E7610EFDA2}" dt="2023-05-07T14:29:42.432" v="2425" actId="1076"/>
          <ac:spMkLst>
            <pc:docMk/>
            <pc:sldMk cId="2480568366" sldId="571"/>
            <ac:spMk id="53" creationId="{5A70E95E-E479-4EBB-A49B-D69C56E5418B}"/>
          </ac:spMkLst>
        </pc:spChg>
        <pc:picChg chg="mod">
          <ac:chgData name="张 智" userId="36bdf691fd3510be" providerId="LiveId" clId="{0876E447-3B61-425B-A1CB-42E7610EFDA2}" dt="2023-05-07T14:37:56.126" v="3235" actId="207"/>
          <ac:picMkLst>
            <pc:docMk/>
            <pc:sldMk cId="2480568366" sldId="571"/>
            <ac:picMk id="43" creationId="{3855BA08-8705-46F1-865F-43EE726F4B95}"/>
          </ac:picMkLst>
        </pc:picChg>
      </pc:sldChg>
      <pc:sldChg chg="add del">
        <pc:chgData name="张 智" userId="36bdf691fd3510be" providerId="LiveId" clId="{0876E447-3B61-425B-A1CB-42E7610EFDA2}" dt="2023-05-07T14:08:44.537" v="1480"/>
        <pc:sldMkLst>
          <pc:docMk/>
          <pc:sldMk cId="2432641628" sldId="572"/>
        </pc:sldMkLst>
      </pc:sldChg>
      <pc:sldChg chg="modSp add mod modNotesTx">
        <pc:chgData name="张 智" userId="36bdf691fd3510be" providerId="LiveId" clId="{0876E447-3B61-425B-A1CB-42E7610EFDA2}" dt="2023-05-08T03:26:12.142" v="9548" actId="20577"/>
        <pc:sldMkLst>
          <pc:docMk/>
          <pc:sldMk cId="3518980803" sldId="572"/>
        </pc:sldMkLst>
        <pc:spChg chg="mod">
          <ac:chgData name="张 智" userId="36bdf691fd3510be" providerId="LiveId" clId="{0876E447-3B61-425B-A1CB-42E7610EFDA2}" dt="2023-05-07T14:11:21.581" v="1583" actId="20577"/>
          <ac:spMkLst>
            <pc:docMk/>
            <pc:sldMk cId="3518980803" sldId="572"/>
            <ac:spMk id="3" creationId="{FB030D9E-30B5-471A-AB23-5F1A87005463}"/>
          </ac:spMkLst>
        </pc:spChg>
      </pc:sldChg>
      <pc:sldChg chg="addSp delSp modSp add mod modNotesTx">
        <pc:chgData name="张 智" userId="36bdf691fd3510be" providerId="LiveId" clId="{0876E447-3B61-425B-A1CB-42E7610EFDA2}" dt="2023-05-08T06:45:36.265" v="14246" actId="20577"/>
        <pc:sldMkLst>
          <pc:docMk/>
          <pc:sldMk cId="1275783266" sldId="573"/>
        </pc:sldMkLst>
        <pc:spChg chg="del">
          <ac:chgData name="张 智" userId="36bdf691fd3510be" providerId="LiveId" clId="{0876E447-3B61-425B-A1CB-42E7610EFDA2}" dt="2023-05-08T02:37:11.201" v="7941" actId="478"/>
          <ac:spMkLst>
            <pc:docMk/>
            <pc:sldMk cId="1275783266" sldId="573"/>
            <ac:spMk id="3" creationId="{DD9E5344-939D-4389-AA3E-8709118DCB67}"/>
          </ac:spMkLst>
        </pc:spChg>
        <pc:spChg chg="add del mod">
          <ac:chgData name="张 智" userId="36bdf691fd3510be" providerId="LiveId" clId="{0876E447-3B61-425B-A1CB-42E7610EFDA2}" dt="2023-05-08T02:37:13.427" v="7942" actId="478"/>
          <ac:spMkLst>
            <pc:docMk/>
            <pc:sldMk cId="1275783266" sldId="573"/>
            <ac:spMk id="4" creationId="{A40390F6-96F7-4E49-8B3A-2DC6994DE52B}"/>
          </ac:spMkLst>
        </pc:spChg>
        <pc:spChg chg="add mod">
          <ac:chgData name="张 智" userId="36bdf691fd3510be" providerId="LiveId" clId="{0876E447-3B61-425B-A1CB-42E7610EFDA2}" dt="2023-05-08T02:47:05.771" v="8372" actId="20577"/>
          <ac:spMkLst>
            <pc:docMk/>
            <pc:sldMk cId="1275783266" sldId="573"/>
            <ac:spMk id="7" creationId="{7A57FD91-E8F3-4718-9733-198CC62A0ECE}"/>
          </ac:spMkLst>
        </pc:spChg>
        <pc:spChg chg="add mod">
          <ac:chgData name="张 智" userId="36bdf691fd3510be" providerId="LiveId" clId="{0876E447-3B61-425B-A1CB-42E7610EFDA2}" dt="2023-05-08T02:50:06.401" v="8477" actId="1076"/>
          <ac:spMkLst>
            <pc:docMk/>
            <pc:sldMk cId="1275783266" sldId="573"/>
            <ac:spMk id="8" creationId="{271FD623-CE72-4AE1-AAE5-C577C80308F3}"/>
          </ac:spMkLst>
        </pc:spChg>
        <pc:spChg chg="add mod">
          <ac:chgData name="张 智" userId="36bdf691fd3510be" providerId="LiveId" clId="{0876E447-3B61-425B-A1CB-42E7610EFDA2}" dt="2023-05-08T02:46:09.527" v="8357" actId="108"/>
          <ac:spMkLst>
            <pc:docMk/>
            <pc:sldMk cId="1275783266" sldId="573"/>
            <ac:spMk id="13" creationId="{3251B12F-63C9-4F2F-937D-FD2F0E3E9BBD}"/>
          </ac:spMkLst>
        </pc:spChg>
        <pc:spChg chg="add mod">
          <ac:chgData name="张 智" userId="36bdf691fd3510be" providerId="LiveId" clId="{0876E447-3B61-425B-A1CB-42E7610EFDA2}" dt="2023-05-08T02:46:32.820" v="8362" actId="1038"/>
          <ac:spMkLst>
            <pc:docMk/>
            <pc:sldMk cId="1275783266" sldId="573"/>
            <ac:spMk id="14" creationId="{ADB84C43-1ABE-49D7-8669-1C00A47AC8A9}"/>
          </ac:spMkLst>
        </pc:spChg>
        <pc:spChg chg="add mod">
          <ac:chgData name="张 智" userId="36bdf691fd3510be" providerId="LiveId" clId="{0876E447-3B61-425B-A1CB-42E7610EFDA2}" dt="2023-05-08T02:50:25.569" v="8480" actId="1076"/>
          <ac:spMkLst>
            <pc:docMk/>
            <pc:sldMk cId="1275783266" sldId="573"/>
            <ac:spMk id="15" creationId="{5701987E-BD70-41F2-BF87-B7F2AD3516B0}"/>
          </ac:spMkLst>
        </pc:spChg>
        <pc:spChg chg="add mod">
          <ac:chgData name="张 智" userId="36bdf691fd3510be" providerId="LiveId" clId="{0876E447-3B61-425B-A1CB-42E7610EFDA2}" dt="2023-05-08T02:49:14.114" v="8437" actId="14100"/>
          <ac:spMkLst>
            <pc:docMk/>
            <pc:sldMk cId="1275783266" sldId="573"/>
            <ac:spMk id="23" creationId="{E5089EEB-D93B-40E2-B3AC-F6A808C0E4F7}"/>
          </ac:spMkLst>
        </pc:spChg>
        <pc:spChg chg="add mod">
          <ac:chgData name="张 智" userId="36bdf691fd3510be" providerId="LiveId" clId="{0876E447-3B61-425B-A1CB-42E7610EFDA2}" dt="2023-05-08T06:45:36.265" v="14246" actId="20577"/>
          <ac:spMkLst>
            <pc:docMk/>
            <pc:sldMk cId="1275783266" sldId="573"/>
            <ac:spMk id="27" creationId="{469E2F1A-34FF-45BB-9DFA-AD47E0619198}"/>
          </ac:spMkLst>
        </pc:spChg>
        <pc:spChg chg="add mod">
          <ac:chgData name="张 智" userId="36bdf691fd3510be" providerId="LiveId" clId="{0876E447-3B61-425B-A1CB-42E7610EFDA2}" dt="2023-05-08T02:54:02.412" v="8723" actId="20577"/>
          <ac:spMkLst>
            <pc:docMk/>
            <pc:sldMk cId="1275783266" sldId="573"/>
            <ac:spMk id="38" creationId="{266F6659-896D-4A21-A987-A2FD1F88C729}"/>
          </ac:spMkLst>
        </pc:spChg>
        <pc:cxnChg chg="add mod">
          <ac:chgData name="张 智" userId="36bdf691fd3510be" providerId="LiveId" clId="{0876E447-3B61-425B-A1CB-42E7610EFDA2}" dt="2023-05-08T02:46:32.820" v="8362" actId="1038"/>
          <ac:cxnSpMkLst>
            <pc:docMk/>
            <pc:sldMk cId="1275783266" sldId="573"/>
            <ac:cxnSpMk id="9" creationId="{C00832B8-E1B9-48B9-B958-922B6796CFE8}"/>
          </ac:cxnSpMkLst>
        </pc:cxnChg>
        <pc:cxnChg chg="add mod">
          <ac:chgData name="张 智" userId="36bdf691fd3510be" providerId="LiveId" clId="{0876E447-3B61-425B-A1CB-42E7610EFDA2}" dt="2023-05-08T02:50:28.009" v="8481" actId="14100"/>
          <ac:cxnSpMkLst>
            <pc:docMk/>
            <pc:sldMk cId="1275783266" sldId="573"/>
            <ac:cxnSpMk id="20" creationId="{E5905AFD-2063-4721-9F48-CD131E31BCC9}"/>
          </ac:cxnSpMkLst>
        </pc:cxnChg>
        <pc:cxnChg chg="add mod">
          <ac:chgData name="张 智" userId="36bdf691fd3510be" providerId="LiveId" clId="{0876E447-3B61-425B-A1CB-42E7610EFDA2}" dt="2023-05-08T02:49:14.114" v="8437" actId="14100"/>
          <ac:cxnSpMkLst>
            <pc:docMk/>
            <pc:sldMk cId="1275783266" sldId="573"/>
            <ac:cxnSpMk id="24" creationId="{1F6DDA6C-CFFD-4BDE-8FDF-4ADC078DCC8C}"/>
          </ac:cxnSpMkLst>
        </pc:cxnChg>
        <pc:cxnChg chg="add mod">
          <ac:chgData name="张 智" userId="36bdf691fd3510be" providerId="LiveId" clId="{0876E447-3B61-425B-A1CB-42E7610EFDA2}" dt="2023-05-08T02:50:22.777" v="8479" actId="14100"/>
          <ac:cxnSpMkLst>
            <pc:docMk/>
            <pc:sldMk cId="1275783266" sldId="573"/>
            <ac:cxnSpMk id="35" creationId="{3929ABAF-1C73-4257-A2B1-767BCEAB1B9C}"/>
          </ac:cxnSpMkLst>
        </pc:cxnChg>
      </pc:sldChg>
      <pc:sldChg chg="addSp modSp add mod">
        <pc:chgData name="张 智" userId="36bdf691fd3510be" providerId="LiveId" clId="{0876E447-3B61-425B-A1CB-42E7610EFDA2}" dt="2023-05-08T04:12:53.687" v="11268" actId="1036"/>
        <pc:sldMkLst>
          <pc:docMk/>
          <pc:sldMk cId="1605027920" sldId="574"/>
        </pc:sldMkLst>
        <pc:cxnChg chg="add mod">
          <ac:chgData name="张 智" userId="36bdf691fd3510be" providerId="LiveId" clId="{0876E447-3B61-425B-A1CB-42E7610EFDA2}" dt="2023-05-08T04:12:53.687" v="11268" actId="1036"/>
          <ac:cxnSpMkLst>
            <pc:docMk/>
            <pc:sldMk cId="1605027920" sldId="574"/>
            <ac:cxnSpMk id="6" creationId="{01599027-4C35-47E5-9AA2-59A87EFEDE9F}"/>
          </ac:cxnSpMkLst>
        </pc:cxnChg>
      </pc:sldChg>
      <pc:sldChg chg="add modNotesTx">
        <pc:chgData name="张 智" userId="36bdf691fd3510be" providerId="LiveId" clId="{0876E447-3B61-425B-A1CB-42E7610EFDA2}" dt="2023-05-08T04:49:15.738" v="12299" actId="20577"/>
        <pc:sldMkLst>
          <pc:docMk/>
          <pc:sldMk cId="957555515" sldId="575"/>
        </pc:sldMkLst>
      </pc:sldChg>
    </pc:docChg>
  </pc:docChgLst>
  <pc:docChgLst>
    <pc:chgData name="张 智" userId="36bdf691fd3510be" providerId="LiveId" clId="{F1BF4103-A6F7-42FB-B645-91339D72C5E5}"/>
    <pc:docChg chg="undo redo custSel addSld delSld modSld sldOrd">
      <pc:chgData name="张 智" userId="36bdf691fd3510be" providerId="LiveId" clId="{F1BF4103-A6F7-42FB-B645-91339D72C5E5}" dt="2023-05-06T13:50:46.602" v="24045" actId="1076"/>
      <pc:docMkLst>
        <pc:docMk/>
      </pc:docMkLst>
      <pc:sldChg chg="modSp mod">
        <pc:chgData name="张 智" userId="36bdf691fd3510be" providerId="LiveId" clId="{F1BF4103-A6F7-42FB-B645-91339D72C5E5}" dt="2023-05-06T02:22:02.833" v="23195" actId="1076"/>
        <pc:sldMkLst>
          <pc:docMk/>
          <pc:sldMk cId="1077586671" sldId="256"/>
        </pc:sldMkLst>
        <pc:spChg chg="mod">
          <ac:chgData name="张 智" userId="36bdf691fd3510be" providerId="LiveId" clId="{F1BF4103-A6F7-42FB-B645-91339D72C5E5}" dt="2023-05-06T02:22:02.833" v="23195" actId="1076"/>
          <ac:spMkLst>
            <pc:docMk/>
            <pc:sldMk cId="1077586671" sldId="256"/>
            <ac:spMk id="2" creationId="{A7F2B5DE-6445-CC49-9F8E-7C9072991AF6}"/>
          </ac:spMkLst>
        </pc:spChg>
        <pc:spChg chg="mod">
          <ac:chgData name="张 智" userId="36bdf691fd3510be" providerId="LiveId" clId="{F1BF4103-A6F7-42FB-B645-91339D72C5E5}" dt="2023-05-06T02:21:59.162" v="23193" actId="1076"/>
          <ac:spMkLst>
            <pc:docMk/>
            <pc:sldMk cId="1077586671" sldId="256"/>
            <ac:spMk id="3" creationId="{1804B053-88E2-6F47-B5CB-F0B21DD687A8}"/>
          </ac:spMkLst>
        </pc:spChg>
      </pc:sldChg>
      <pc:sldChg chg="delSp modSp mod modNotesTx">
        <pc:chgData name="张 智" userId="36bdf691fd3510be" providerId="LiveId" clId="{F1BF4103-A6F7-42FB-B645-91339D72C5E5}" dt="2023-05-06T02:50:03.601" v="24039" actId="20577"/>
        <pc:sldMkLst>
          <pc:docMk/>
          <pc:sldMk cId="3447974868" sldId="257"/>
        </pc:sldMkLst>
        <pc:spChg chg="del mod">
          <ac:chgData name="张 智" userId="36bdf691fd3510be" providerId="LiveId" clId="{F1BF4103-A6F7-42FB-B645-91339D72C5E5}" dt="2023-05-01T00:18:07.271" v="1" actId="478"/>
          <ac:spMkLst>
            <pc:docMk/>
            <pc:sldMk cId="3447974868" sldId="257"/>
            <ac:spMk id="2" creationId="{9D7B2D2B-8C7F-49FA-BBAA-F09418AFB056}"/>
          </ac:spMkLst>
        </pc:spChg>
        <pc:spChg chg="mod">
          <ac:chgData name="张 智" userId="36bdf691fd3510be" providerId="LiveId" clId="{F1BF4103-A6F7-42FB-B645-91339D72C5E5}" dt="2023-05-06T02:46:44.159" v="23478" actId="20577"/>
          <ac:spMkLst>
            <pc:docMk/>
            <pc:sldMk cId="3447974868" sldId="257"/>
            <ac:spMk id="3" creationId="{C866B94F-5307-4CF7-8CA1-4D0D8666FF1A}"/>
          </ac:spMkLst>
        </pc:spChg>
      </pc:sldChg>
      <pc:sldChg chg="addSp delSp modSp add mod modNotesTx">
        <pc:chgData name="张 智" userId="36bdf691fd3510be" providerId="LiveId" clId="{F1BF4103-A6F7-42FB-B645-91339D72C5E5}" dt="2023-05-02T06:44:40.143" v="2194" actId="20577"/>
        <pc:sldMkLst>
          <pc:docMk/>
          <pc:sldMk cId="278210718" sldId="258"/>
        </pc:sldMkLst>
        <pc:spChg chg="mod">
          <ac:chgData name="张 智" userId="36bdf691fd3510be" providerId="LiveId" clId="{F1BF4103-A6F7-42FB-B645-91339D72C5E5}" dt="2023-05-02T06:34:10.572" v="1583" actId="20577"/>
          <ac:spMkLst>
            <pc:docMk/>
            <pc:sldMk cId="278210718" sldId="258"/>
            <ac:spMk id="2" creationId="{42D06419-9688-4E6E-91B3-405817B0A902}"/>
          </ac:spMkLst>
        </pc:spChg>
        <pc:spChg chg="del">
          <ac:chgData name="张 智" userId="36bdf691fd3510be" providerId="LiveId" clId="{F1BF4103-A6F7-42FB-B645-91339D72C5E5}" dt="2023-05-02T06:32:02.963" v="1463" actId="478"/>
          <ac:spMkLst>
            <pc:docMk/>
            <pc:sldMk cId="278210718" sldId="258"/>
            <ac:spMk id="3" creationId="{CDC50104-93DB-4A60-8822-367F4F3CBC48}"/>
          </ac:spMkLst>
        </pc:spChg>
        <pc:spChg chg="del mod">
          <ac:chgData name="张 智" userId="36bdf691fd3510be" providerId="LiveId" clId="{F1BF4103-A6F7-42FB-B645-91339D72C5E5}" dt="2023-05-02T06:35:12.426" v="1602" actId="478"/>
          <ac:spMkLst>
            <pc:docMk/>
            <pc:sldMk cId="278210718" sldId="258"/>
            <ac:spMk id="4" creationId="{1AA0AEB0-27B6-4F22-B5D4-5FF3AF4AD860}"/>
          </ac:spMkLst>
        </pc:spChg>
        <pc:spChg chg="add mod">
          <ac:chgData name="张 智" userId="36bdf691fd3510be" providerId="LiveId" clId="{F1BF4103-A6F7-42FB-B645-91339D72C5E5}" dt="2023-05-02T06:39:57.516" v="1753" actId="20577"/>
          <ac:spMkLst>
            <pc:docMk/>
            <pc:sldMk cId="278210718" sldId="258"/>
            <ac:spMk id="7" creationId="{DA2DEE5E-01BE-4DD0-B2F0-CBE2470D398F}"/>
          </ac:spMkLst>
        </pc:spChg>
        <pc:spChg chg="del mod">
          <ac:chgData name="张 智" userId="36bdf691fd3510be" providerId="LiveId" clId="{F1BF4103-A6F7-42FB-B645-91339D72C5E5}" dt="2023-05-02T06:35:09.457" v="1600" actId="478"/>
          <ac:spMkLst>
            <pc:docMk/>
            <pc:sldMk cId="278210718" sldId="258"/>
            <ac:spMk id="8" creationId="{218471CE-75F6-4047-8616-2B5E3B395C97}"/>
          </ac:spMkLst>
        </pc:spChg>
        <pc:spChg chg="add mod">
          <ac:chgData name="张 智" userId="36bdf691fd3510be" providerId="LiveId" clId="{F1BF4103-A6F7-42FB-B645-91339D72C5E5}" dt="2023-05-02T06:38:38.282" v="1671" actId="1076"/>
          <ac:spMkLst>
            <pc:docMk/>
            <pc:sldMk cId="278210718" sldId="258"/>
            <ac:spMk id="11" creationId="{C44275B8-994E-4E79-9134-640576070D50}"/>
          </ac:spMkLst>
        </pc:spChg>
        <pc:picChg chg="add mod">
          <ac:chgData name="张 智" userId="36bdf691fd3510be" providerId="LiveId" clId="{F1BF4103-A6F7-42FB-B645-91339D72C5E5}" dt="2023-05-02T06:38:38.282" v="1671" actId="1076"/>
          <ac:picMkLst>
            <pc:docMk/>
            <pc:sldMk cId="278210718" sldId="258"/>
            <ac:picMk id="10" creationId="{27AAF303-A3E3-4B42-8F2A-9AEF47C64FD1}"/>
          </ac:picMkLst>
        </pc:picChg>
        <pc:picChg chg="add mod">
          <ac:chgData name="张 智" userId="36bdf691fd3510be" providerId="LiveId" clId="{F1BF4103-A6F7-42FB-B645-91339D72C5E5}" dt="2023-05-02T06:38:32.681" v="1670" actId="1076"/>
          <ac:picMkLst>
            <pc:docMk/>
            <pc:sldMk cId="278210718" sldId="258"/>
            <ac:picMk id="1026" creationId="{7617C8A3-5D1F-4DC5-84F0-A5726B2599C8}"/>
          </ac:picMkLst>
        </pc:picChg>
        <pc:picChg chg="del">
          <ac:chgData name="张 智" userId="36bdf691fd3510be" providerId="LiveId" clId="{F1BF4103-A6F7-42FB-B645-91339D72C5E5}" dt="2023-05-02T06:32:00.752" v="1462" actId="478"/>
          <ac:picMkLst>
            <pc:docMk/>
            <pc:sldMk cId="278210718" sldId="258"/>
            <ac:picMk id="2050" creationId="{D8A61574-5C72-4AD4-A03F-E3C301CBBE2C}"/>
          </ac:picMkLst>
        </pc:picChg>
        <pc:picChg chg="del">
          <ac:chgData name="张 智" userId="36bdf691fd3510be" providerId="LiveId" clId="{F1BF4103-A6F7-42FB-B645-91339D72C5E5}" dt="2023-05-02T06:30:07.460" v="1459" actId="478"/>
          <ac:picMkLst>
            <pc:docMk/>
            <pc:sldMk cId="278210718" sldId="258"/>
            <ac:picMk id="2052" creationId="{13A1DD16-B878-4A10-845F-51AC30E17090}"/>
          </ac:picMkLst>
        </pc:picChg>
        <pc:picChg chg="del mod">
          <ac:chgData name="张 智" userId="36bdf691fd3510be" providerId="LiveId" clId="{F1BF4103-A6F7-42FB-B645-91339D72C5E5}" dt="2023-05-02T06:32:34.012" v="1472" actId="478"/>
          <ac:picMkLst>
            <pc:docMk/>
            <pc:sldMk cId="278210718" sldId="258"/>
            <ac:picMk id="2054" creationId="{5584A02F-4DF9-45FB-80FC-4959CE5EC395}"/>
          </ac:picMkLst>
        </pc:picChg>
        <pc:cxnChg chg="add mod">
          <ac:chgData name="张 智" userId="36bdf691fd3510be" providerId="LiveId" clId="{F1BF4103-A6F7-42FB-B645-91339D72C5E5}" dt="2023-05-02T06:38:40.932" v="1672" actId="14100"/>
          <ac:cxnSpMkLst>
            <pc:docMk/>
            <pc:sldMk cId="278210718" sldId="258"/>
            <ac:cxnSpMk id="6" creationId="{529E1DAE-CF3B-4AD1-A355-19601B86335E}"/>
          </ac:cxnSpMkLst>
        </pc:cxnChg>
      </pc:sldChg>
      <pc:sldChg chg="del">
        <pc:chgData name="张 智" userId="36bdf691fd3510be" providerId="LiveId" clId="{F1BF4103-A6F7-42FB-B645-91339D72C5E5}" dt="2023-05-01T00:19:39.708" v="66" actId="2696"/>
        <pc:sldMkLst>
          <pc:docMk/>
          <pc:sldMk cId="3864280455" sldId="258"/>
        </pc:sldMkLst>
      </pc:sldChg>
      <pc:sldChg chg="add del">
        <pc:chgData name="张 智" userId="36bdf691fd3510be" providerId="LiveId" clId="{F1BF4103-A6F7-42FB-B645-91339D72C5E5}" dt="2023-05-02T06:29:51.116" v="1457" actId="2696"/>
        <pc:sldMkLst>
          <pc:docMk/>
          <pc:sldMk cId="3874800356" sldId="258"/>
        </pc:sldMkLst>
      </pc:sldChg>
      <pc:sldChg chg="modSp mod modNotesTx">
        <pc:chgData name="张 智" userId="36bdf691fd3510be" providerId="LiveId" clId="{F1BF4103-A6F7-42FB-B645-91339D72C5E5}" dt="2023-05-03T08:18:21.589" v="14577" actId="20577"/>
        <pc:sldMkLst>
          <pc:docMk/>
          <pc:sldMk cId="1077353334" sldId="259"/>
        </pc:sldMkLst>
        <pc:spChg chg="mod">
          <ac:chgData name="张 智" userId="36bdf691fd3510be" providerId="LiveId" clId="{F1BF4103-A6F7-42FB-B645-91339D72C5E5}" dt="2023-05-02T03:46:18.430" v="1084" actId="1076"/>
          <ac:spMkLst>
            <pc:docMk/>
            <pc:sldMk cId="1077353334" sldId="259"/>
            <ac:spMk id="2" creationId="{4D02E451-CAB5-489E-8029-85B18A4CDADB}"/>
          </ac:spMkLst>
        </pc:spChg>
        <pc:spChg chg="mod">
          <ac:chgData name="张 智" userId="36bdf691fd3510be" providerId="LiveId" clId="{F1BF4103-A6F7-42FB-B645-91339D72C5E5}" dt="2023-05-03T08:08:16.336" v="13983" actId="20577"/>
          <ac:spMkLst>
            <pc:docMk/>
            <pc:sldMk cId="1077353334" sldId="259"/>
            <ac:spMk id="3" creationId="{5705EF65-B9D6-4C8D-B798-6F1EF3344DD2}"/>
          </ac:spMkLst>
        </pc:spChg>
      </pc:sldChg>
      <pc:sldChg chg="addSp delSp modSp del mod">
        <pc:chgData name="张 智" userId="36bdf691fd3510be" providerId="LiveId" clId="{F1BF4103-A6F7-42FB-B645-91339D72C5E5}" dt="2023-05-03T08:03:26.080" v="13818" actId="2696"/>
        <pc:sldMkLst>
          <pc:docMk/>
          <pc:sldMk cId="2088355591" sldId="260"/>
        </pc:sldMkLst>
        <pc:spChg chg="mod">
          <ac:chgData name="张 智" userId="36bdf691fd3510be" providerId="LiveId" clId="{F1BF4103-A6F7-42FB-B645-91339D72C5E5}" dt="2023-05-03T08:03:16.155" v="13815" actId="21"/>
          <ac:spMkLst>
            <pc:docMk/>
            <pc:sldMk cId="2088355591" sldId="260"/>
            <ac:spMk id="3" creationId="{51D879B8-998D-4269-B834-25BF87A2CC31}"/>
          </ac:spMkLst>
        </pc:spChg>
        <pc:spChg chg="add mod">
          <ac:chgData name="张 智" userId="36bdf691fd3510be" providerId="LiveId" clId="{F1BF4103-A6F7-42FB-B645-91339D72C5E5}" dt="2023-05-03T08:02:45.929" v="13803"/>
          <ac:spMkLst>
            <pc:docMk/>
            <pc:sldMk cId="2088355591" sldId="260"/>
            <ac:spMk id="8" creationId="{554B5188-582A-48C8-B627-0856C5A4BB76}"/>
          </ac:spMkLst>
        </pc:spChg>
        <pc:picChg chg="del mod">
          <ac:chgData name="张 智" userId="36bdf691fd3510be" providerId="LiveId" clId="{F1BF4103-A6F7-42FB-B645-91339D72C5E5}" dt="2023-05-03T08:03:03.759" v="13810" actId="21"/>
          <ac:picMkLst>
            <pc:docMk/>
            <pc:sldMk cId="2088355591" sldId="260"/>
            <ac:picMk id="1026" creationId="{CF941298-5018-4315-BED0-527CFA43480A}"/>
          </ac:picMkLst>
        </pc:picChg>
      </pc:sldChg>
      <pc:sldChg chg="addSp delSp modSp mod modNotesTx">
        <pc:chgData name="张 智" userId="36bdf691fd3510be" providerId="LiveId" clId="{F1BF4103-A6F7-42FB-B645-91339D72C5E5}" dt="2023-05-04T15:01:19.983" v="19325" actId="1076"/>
        <pc:sldMkLst>
          <pc:docMk/>
          <pc:sldMk cId="899030509" sldId="261"/>
        </pc:sldMkLst>
        <pc:spChg chg="mod">
          <ac:chgData name="张 智" userId="36bdf691fd3510be" providerId="LiveId" clId="{F1BF4103-A6F7-42FB-B645-91339D72C5E5}" dt="2023-05-04T15:01:19.983" v="19325" actId="1076"/>
          <ac:spMkLst>
            <pc:docMk/>
            <pc:sldMk cId="899030509" sldId="261"/>
            <ac:spMk id="2" creationId="{55FBBB20-9053-46B4-A5A2-8BC4C6B7D325}"/>
          </ac:spMkLst>
        </pc:spChg>
        <pc:spChg chg="mod">
          <ac:chgData name="张 智" userId="36bdf691fd3510be" providerId="LiveId" clId="{F1BF4103-A6F7-42FB-B645-91339D72C5E5}" dt="2023-05-04T15:01:18.320" v="19324" actId="1076"/>
          <ac:spMkLst>
            <pc:docMk/>
            <pc:sldMk cId="899030509" sldId="261"/>
            <ac:spMk id="3" creationId="{8178432B-0C75-44A3-B311-3F262FB42D25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4" creationId="{99563A5F-D56E-4136-895B-8CA209F7CF1A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9" creationId="{2D76AC41-5CEC-4D9D-9486-42280924D32A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10" creationId="{4E42E96D-2982-491D-97F3-7D982CB921CC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11" creationId="{040A1348-961E-4F39-8C6A-B3E3DCBE5C85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13" creationId="{89D728C4-3D87-495E-91E8-B771FE25454B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14" creationId="{6B34080D-8614-4ACD-AEAB-78FE3B8328D2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18" creationId="{412978D4-76DE-46CF-B238-5C9E9EF89E3F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20" creationId="{99DA89F7-E062-411E-825E-5F263DB5CB54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23" creationId="{8563A554-621F-4521-BE71-B4AEA3E2283C}"/>
          </ac:spMkLst>
        </pc:spChg>
        <pc:spChg chg="add del mod">
          <ac:chgData name="张 智" userId="36bdf691fd3510be" providerId="LiveId" clId="{F1BF4103-A6F7-42FB-B645-91339D72C5E5}" dt="2023-05-04T07:00:09.129" v="16821" actId="478"/>
          <ac:spMkLst>
            <pc:docMk/>
            <pc:sldMk cId="899030509" sldId="261"/>
            <ac:spMk id="24" creationId="{4D8B397E-0015-40E6-B278-E1581502E357}"/>
          </ac:spMkLst>
        </pc:spChg>
        <pc:cxnChg chg="add del mod">
          <ac:chgData name="张 智" userId="36bdf691fd3510be" providerId="LiveId" clId="{F1BF4103-A6F7-42FB-B645-91339D72C5E5}" dt="2023-05-04T07:00:09.129" v="16821" actId="478"/>
          <ac:cxnSpMkLst>
            <pc:docMk/>
            <pc:sldMk cId="899030509" sldId="261"/>
            <ac:cxnSpMk id="6" creationId="{FDDB84D2-E2A3-4C9A-AF97-3B9C2F3A9D1D}"/>
          </ac:cxnSpMkLst>
        </pc:cxnChg>
        <pc:cxnChg chg="add del mod">
          <ac:chgData name="张 智" userId="36bdf691fd3510be" providerId="LiveId" clId="{F1BF4103-A6F7-42FB-B645-91339D72C5E5}" dt="2023-05-04T07:00:09.129" v="16821" actId="478"/>
          <ac:cxnSpMkLst>
            <pc:docMk/>
            <pc:sldMk cId="899030509" sldId="261"/>
            <ac:cxnSpMk id="7" creationId="{4902732D-FD2D-453F-8680-EA897D6184A1}"/>
          </ac:cxnSpMkLst>
        </pc:cxnChg>
        <pc:cxnChg chg="add del mod">
          <ac:chgData name="张 智" userId="36bdf691fd3510be" providerId="LiveId" clId="{F1BF4103-A6F7-42FB-B645-91339D72C5E5}" dt="2023-05-04T07:00:09.129" v="16821" actId="478"/>
          <ac:cxnSpMkLst>
            <pc:docMk/>
            <pc:sldMk cId="899030509" sldId="261"/>
            <ac:cxnSpMk id="16" creationId="{B81F9433-43E7-4401-B966-5CB4B6CD06B9}"/>
          </ac:cxnSpMkLst>
        </pc:cxnChg>
        <pc:cxnChg chg="add del mod">
          <ac:chgData name="张 智" userId="36bdf691fd3510be" providerId="LiveId" clId="{F1BF4103-A6F7-42FB-B645-91339D72C5E5}" dt="2023-05-04T07:00:09.129" v="16821" actId="478"/>
          <ac:cxnSpMkLst>
            <pc:docMk/>
            <pc:sldMk cId="899030509" sldId="261"/>
            <ac:cxnSpMk id="22" creationId="{95272981-1BD2-48B8-8697-2A8ED116D36E}"/>
          </ac:cxnSpMkLst>
        </pc:cxnChg>
      </pc:sldChg>
      <pc:sldChg chg="modSp del mod">
        <pc:chgData name="张 智" userId="36bdf691fd3510be" providerId="LiveId" clId="{F1BF4103-A6F7-42FB-B645-91339D72C5E5}" dt="2023-05-05T02:22:57.942" v="19365" actId="2696"/>
        <pc:sldMkLst>
          <pc:docMk/>
          <pc:sldMk cId="3234929158" sldId="262"/>
        </pc:sldMkLst>
        <pc:spChg chg="mod">
          <ac:chgData name="张 智" userId="36bdf691fd3510be" providerId="LiveId" clId="{F1BF4103-A6F7-42FB-B645-91339D72C5E5}" dt="2023-05-04T07:17:44.308" v="17001" actId="1076"/>
          <ac:spMkLst>
            <pc:docMk/>
            <pc:sldMk cId="3234929158" sldId="262"/>
            <ac:spMk id="2" creationId="{4C9F0848-9C25-4498-8E5B-956A76CA153C}"/>
          </ac:spMkLst>
        </pc:spChg>
        <pc:spChg chg="mod">
          <ac:chgData name="张 智" userId="36bdf691fd3510be" providerId="LiveId" clId="{F1BF4103-A6F7-42FB-B645-91339D72C5E5}" dt="2023-05-04T14:51:10.245" v="19319" actId="14100"/>
          <ac:spMkLst>
            <pc:docMk/>
            <pc:sldMk cId="3234929158" sldId="262"/>
            <ac:spMk id="3" creationId="{FB030D9E-30B5-471A-AB23-5F1A87005463}"/>
          </ac:spMkLst>
        </pc:spChg>
      </pc:sldChg>
      <pc:sldChg chg="modSp del mod">
        <pc:chgData name="张 智" userId="36bdf691fd3510be" providerId="LiveId" clId="{F1BF4103-A6F7-42FB-B645-91339D72C5E5}" dt="2023-05-04T03:02:58.869" v="15854" actId="2696"/>
        <pc:sldMkLst>
          <pc:docMk/>
          <pc:sldMk cId="3623609341" sldId="263"/>
        </pc:sldMkLst>
        <pc:spChg chg="mod">
          <ac:chgData name="张 智" userId="36bdf691fd3510be" providerId="LiveId" clId="{F1BF4103-A6F7-42FB-B645-91339D72C5E5}" dt="2023-05-02T03:48:06.134" v="1101" actId="1076"/>
          <ac:spMkLst>
            <pc:docMk/>
            <pc:sldMk cId="3623609341" sldId="263"/>
            <ac:spMk id="2" creationId="{BD0612B0-7304-4411-9F5D-7EE29AD54701}"/>
          </ac:spMkLst>
        </pc:spChg>
        <pc:spChg chg="mod">
          <ac:chgData name="张 智" userId="36bdf691fd3510be" providerId="LiveId" clId="{F1BF4103-A6F7-42FB-B645-91339D72C5E5}" dt="2023-05-02T03:48:09.119" v="1102" actId="1076"/>
          <ac:spMkLst>
            <pc:docMk/>
            <pc:sldMk cId="3623609341" sldId="263"/>
            <ac:spMk id="3" creationId="{E1DE45D6-101F-4BD2-91BA-94C261461E60}"/>
          </ac:spMkLst>
        </pc:spChg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3791454529" sldId="263"/>
        </pc:sldMkLst>
      </pc:sldChg>
      <pc:sldChg chg="addSp delSp modSp del mod modNotesTx">
        <pc:chgData name="张 智" userId="36bdf691fd3510be" providerId="LiveId" clId="{F1BF4103-A6F7-42FB-B645-91339D72C5E5}" dt="2023-05-02T07:39:24.852" v="3972" actId="2696"/>
        <pc:sldMkLst>
          <pc:docMk/>
          <pc:sldMk cId="2789279243" sldId="264"/>
        </pc:sldMkLst>
        <pc:spChg chg="mod">
          <ac:chgData name="张 智" userId="36bdf691fd3510be" providerId="LiveId" clId="{F1BF4103-A6F7-42FB-B645-91339D72C5E5}" dt="2023-05-01T00:19:55.316" v="68" actId="1076"/>
          <ac:spMkLst>
            <pc:docMk/>
            <pc:sldMk cId="2789279243" sldId="264"/>
            <ac:spMk id="2" creationId="{CA99708B-3AE7-4FD2-9F85-49650B468ADF}"/>
          </ac:spMkLst>
        </pc:spChg>
        <pc:spChg chg="mod">
          <ac:chgData name="张 智" userId="36bdf691fd3510be" providerId="LiveId" clId="{F1BF4103-A6F7-42FB-B645-91339D72C5E5}" dt="2023-05-01T00:20:13.659" v="71" actId="255"/>
          <ac:spMkLst>
            <pc:docMk/>
            <pc:sldMk cId="2789279243" sldId="264"/>
            <ac:spMk id="3" creationId="{B763D7E1-DE59-4482-AAAF-204B0FB6880B}"/>
          </ac:spMkLst>
        </pc:spChg>
        <pc:spChg chg="add del mod">
          <ac:chgData name="张 智" userId="36bdf691fd3510be" providerId="LiveId" clId="{F1BF4103-A6F7-42FB-B645-91339D72C5E5}" dt="2023-05-02T07:33:00.507" v="3717" actId="21"/>
          <ac:spMkLst>
            <pc:docMk/>
            <pc:sldMk cId="2789279243" sldId="264"/>
            <ac:spMk id="5" creationId="{21A0B5A4-78FC-4EB5-936D-2CA6D1AF0C2B}"/>
          </ac:spMkLst>
        </pc:spChg>
      </pc:sldChg>
      <pc:sldChg chg="addSp delSp modSp mod modNotesTx">
        <pc:chgData name="张 智" userId="36bdf691fd3510be" providerId="LiveId" clId="{F1BF4103-A6F7-42FB-B645-91339D72C5E5}" dt="2023-05-02T15:02:00.940" v="7018" actId="313"/>
        <pc:sldMkLst>
          <pc:docMk/>
          <pc:sldMk cId="3123700147" sldId="265"/>
        </pc:sldMkLst>
        <pc:spChg chg="mod">
          <ac:chgData name="张 智" userId="36bdf691fd3510be" providerId="LiveId" clId="{F1BF4103-A6F7-42FB-B645-91339D72C5E5}" dt="2023-05-02T14:30:31.969" v="6521" actId="14100"/>
          <ac:spMkLst>
            <pc:docMk/>
            <pc:sldMk cId="3123700147" sldId="265"/>
            <ac:spMk id="2" creationId="{CACF3337-D202-49F4-B586-B90CFA38A20B}"/>
          </ac:spMkLst>
        </pc:spChg>
        <pc:spChg chg="mod">
          <ac:chgData name="张 智" userId="36bdf691fd3510be" providerId="LiveId" clId="{F1BF4103-A6F7-42FB-B645-91339D72C5E5}" dt="2023-05-02T15:00:48.067" v="6883" actId="20577"/>
          <ac:spMkLst>
            <pc:docMk/>
            <pc:sldMk cId="3123700147" sldId="265"/>
            <ac:spMk id="3" creationId="{FD95B780-4F46-48E4-8A07-635D534C3326}"/>
          </ac:spMkLst>
        </pc:spChg>
        <pc:spChg chg="mod">
          <ac:chgData name="张 智" userId="36bdf691fd3510be" providerId="LiveId" clId="{F1BF4103-A6F7-42FB-B645-91339D72C5E5}" dt="2023-05-02T14:30:47.033" v="6523" actId="1076"/>
          <ac:spMkLst>
            <pc:docMk/>
            <pc:sldMk cId="3123700147" sldId="265"/>
            <ac:spMk id="8" creationId="{A5D4AF9A-B5A4-4DDF-B564-FF165CEEA72F}"/>
          </ac:spMkLst>
        </pc:spChg>
        <pc:spChg chg="mod">
          <ac:chgData name="张 智" userId="36bdf691fd3510be" providerId="LiveId" clId="{F1BF4103-A6F7-42FB-B645-91339D72C5E5}" dt="2023-05-02T14:30:47.033" v="6523" actId="1076"/>
          <ac:spMkLst>
            <pc:docMk/>
            <pc:sldMk cId="3123700147" sldId="265"/>
            <ac:spMk id="9" creationId="{00E95105-A102-4075-8B1F-9AD7A2841871}"/>
          </ac:spMkLst>
        </pc:spChg>
        <pc:spChg chg="mod">
          <ac:chgData name="张 智" userId="36bdf691fd3510be" providerId="LiveId" clId="{F1BF4103-A6F7-42FB-B645-91339D72C5E5}" dt="2023-05-02T14:30:47.033" v="6523" actId="1076"/>
          <ac:spMkLst>
            <pc:docMk/>
            <pc:sldMk cId="3123700147" sldId="265"/>
            <ac:spMk id="10" creationId="{B4BAD64F-AC8F-4525-B881-7DD584DC9B0E}"/>
          </ac:spMkLst>
        </pc:spChg>
        <pc:picChg chg="add mod">
          <ac:chgData name="张 智" userId="36bdf691fd3510be" providerId="LiveId" clId="{F1BF4103-A6F7-42FB-B645-91339D72C5E5}" dt="2023-05-02T14:30:47.033" v="6523" actId="1076"/>
          <ac:picMkLst>
            <pc:docMk/>
            <pc:sldMk cId="3123700147" sldId="265"/>
            <ac:picMk id="5" creationId="{8724B22B-0420-49C9-9A22-7AFA974313A2}"/>
          </ac:picMkLst>
        </pc:picChg>
        <pc:picChg chg="add mod">
          <ac:chgData name="张 智" userId="36bdf691fd3510be" providerId="LiveId" clId="{F1BF4103-A6F7-42FB-B645-91339D72C5E5}" dt="2023-05-02T14:30:47.033" v="6523" actId="1076"/>
          <ac:picMkLst>
            <pc:docMk/>
            <pc:sldMk cId="3123700147" sldId="265"/>
            <ac:picMk id="11" creationId="{A1FD7C39-3638-4692-9517-9B4805A35B5A}"/>
          </ac:picMkLst>
        </pc:picChg>
        <pc:picChg chg="del mod">
          <ac:chgData name="张 智" userId="36bdf691fd3510be" providerId="LiveId" clId="{F1BF4103-A6F7-42FB-B645-91339D72C5E5}" dt="2023-05-02T14:24:35.696" v="6473" actId="478"/>
          <ac:picMkLst>
            <pc:docMk/>
            <pc:sldMk cId="3123700147" sldId="265"/>
            <ac:picMk id="3074" creationId="{55440CF8-81F6-495C-B04D-089AB7623A59}"/>
          </ac:picMkLst>
        </pc:picChg>
        <pc:picChg chg="mod">
          <ac:chgData name="张 智" userId="36bdf691fd3510be" providerId="LiveId" clId="{F1BF4103-A6F7-42FB-B645-91339D72C5E5}" dt="2023-05-02T14:30:47.033" v="6523" actId="1076"/>
          <ac:picMkLst>
            <pc:docMk/>
            <pc:sldMk cId="3123700147" sldId="265"/>
            <ac:picMk id="3076" creationId="{4A953912-B02E-422B-B640-1C8F46FF98DB}"/>
          </ac:picMkLst>
        </pc:picChg>
        <pc:picChg chg="del mod">
          <ac:chgData name="张 智" userId="36bdf691fd3510be" providerId="LiveId" clId="{F1BF4103-A6F7-42FB-B645-91339D72C5E5}" dt="2023-05-02T14:29:05.246" v="6481" actId="478"/>
          <ac:picMkLst>
            <pc:docMk/>
            <pc:sldMk cId="3123700147" sldId="265"/>
            <ac:picMk id="3078" creationId="{4E8D0B29-2AF6-457E-B82E-D50A36F7C290}"/>
          </ac:picMkLst>
        </pc:picChg>
      </pc:sldChg>
      <pc:sldChg chg="addSp delSp modSp mod modAnim modNotesTx">
        <pc:chgData name="张 智" userId="36bdf691fd3510be" providerId="LiveId" clId="{F1BF4103-A6F7-42FB-B645-91339D72C5E5}" dt="2023-05-03T02:11:08.373" v="7986" actId="20577"/>
        <pc:sldMkLst>
          <pc:docMk/>
          <pc:sldMk cId="1082766398" sldId="266"/>
        </pc:sldMkLst>
        <pc:spChg chg="mod">
          <ac:chgData name="张 智" userId="36bdf691fd3510be" providerId="LiveId" clId="{F1BF4103-A6F7-42FB-B645-91339D72C5E5}" dt="2023-05-02T03:47:14.454" v="1092" actId="1076"/>
          <ac:spMkLst>
            <pc:docMk/>
            <pc:sldMk cId="1082766398" sldId="266"/>
            <ac:spMk id="2" creationId="{CACF3337-D202-49F4-B586-B90CFA38A20B}"/>
          </ac:spMkLst>
        </pc:spChg>
        <pc:spChg chg="mod">
          <ac:chgData name="张 智" userId="36bdf691fd3510be" providerId="LiveId" clId="{F1BF4103-A6F7-42FB-B645-91339D72C5E5}" dt="2023-05-03T02:10:56.023" v="7953" actId="20577"/>
          <ac:spMkLst>
            <pc:docMk/>
            <pc:sldMk cId="1082766398" sldId="266"/>
            <ac:spMk id="3" creationId="{FD95B780-4F46-48E4-8A07-635D534C3326}"/>
          </ac:spMkLst>
        </pc:spChg>
        <pc:spChg chg="del">
          <ac:chgData name="张 智" userId="36bdf691fd3510be" providerId="LiveId" clId="{F1BF4103-A6F7-42FB-B645-91339D72C5E5}" dt="2023-05-02T15:05:10.026" v="7124" actId="478"/>
          <ac:spMkLst>
            <pc:docMk/>
            <pc:sldMk cId="1082766398" sldId="266"/>
            <ac:spMk id="7" creationId="{51C713F4-6A7F-4AA9-AC4A-149B0F05F4B9}"/>
          </ac:spMkLst>
        </pc:spChg>
        <pc:spChg chg="del">
          <ac:chgData name="张 智" userId="36bdf691fd3510be" providerId="LiveId" clId="{F1BF4103-A6F7-42FB-B645-91339D72C5E5}" dt="2023-05-02T15:02:18.576" v="7019" actId="478"/>
          <ac:spMkLst>
            <pc:docMk/>
            <pc:sldMk cId="1082766398" sldId="266"/>
            <ac:spMk id="8" creationId="{A5D4AF9A-B5A4-4DDF-B564-FF165CEEA72F}"/>
          </ac:spMkLst>
        </pc:spChg>
        <pc:spChg chg="del">
          <ac:chgData name="张 智" userId="36bdf691fd3510be" providerId="LiveId" clId="{F1BF4103-A6F7-42FB-B645-91339D72C5E5}" dt="2023-05-02T15:02:18.576" v="7019" actId="478"/>
          <ac:spMkLst>
            <pc:docMk/>
            <pc:sldMk cId="1082766398" sldId="266"/>
            <ac:spMk id="9" creationId="{00E95105-A102-4075-8B1F-9AD7A2841871}"/>
          </ac:spMkLst>
        </pc:spChg>
        <pc:spChg chg="del">
          <ac:chgData name="张 智" userId="36bdf691fd3510be" providerId="LiveId" clId="{F1BF4103-A6F7-42FB-B645-91339D72C5E5}" dt="2023-05-02T15:02:18.576" v="7019" actId="478"/>
          <ac:spMkLst>
            <pc:docMk/>
            <pc:sldMk cId="1082766398" sldId="266"/>
            <ac:spMk id="10" creationId="{B4BAD64F-AC8F-4525-B881-7DD584DC9B0E}"/>
          </ac:spMkLst>
        </pc:spChg>
        <pc:spChg chg="del">
          <ac:chgData name="张 智" userId="36bdf691fd3510be" providerId="LiveId" clId="{F1BF4103-A6F7-42FB-B645-91339D72C5E5}" dt="2023-05-02T15:05:07.262" v="7123" actId="478"/>
          <ac:spMkLst>
            <pc:docMk/>
            <pc:sldMk cId="1082766398" sldId="266"/>
            <ac:spMk id="13" creationId="{34B63ABA-B7E6-446D-B8FF-04E05AFCECF9}"/>
          </ac:spMkLst>
        </pc:spChg>
        <pc:graphicFrameChg chg="del">
          <ac:chgData name="张 智" userId="36bdf691fd3510be" providerId="LiveId" clId="{F1BF4103-A6F7-42FB-B645-91339D72C5E5}" dt="2023-05-02T15:05:10.026" v="7124" actId="478"/>
          <ac:graphicFrameMkLst>
            <pc:docMk/>
            <pc:sldMk cId="1082766398" sldId="266"/>
            <ac:graphicFrameMk id="5" creationId="{703F3D5F-AF45-4F22-A58F-EF6D8A12F1C1}"/>
          </ac:graphicFrameMkLst>
        </pc:graphicFrameChg>
        <pc:graphicFrameChg chg="add del mod modGraphic">
          <ac:chgData name="张 智" userId="36bdf691fd3510be" providerId="LiveId" clId="{F1BF4103-A6F7-42FB-B645-91339D72C5E5}" dt="2023-05-02T15:16:48.375" v="7477" actId="21"/>
          <ac:graphicFrameMkLst>
            <pc:docMk/>
            <pc:sldMk cId="1082766398" sldId="266"/>
            <ac:graphicFrameMk id="14" creationId="{68AE79DF-0A95-4E0A-9435-A924995D2C6C}"/>
          </ac:graphicFrameMkLst>
        </pc:graphicFrameChg>
        <pc:picChg chg="del">
          <ac:chgData name="张 智" userId="36bdf691fd3510be" providerId="LiveId" clId="{F1BF4103-A6F7-42FB-B645-91339D72C5E5}" dt="2023-05-02T15:02:18.576" v="7019" actId="478"/>
          <ac:picMkLst>
            <pc:docMk/>
            <pc:sldMk cId="1082766398" sldId="266"/>
            <ac:picMk id="3074" creationId="{55440CF8-81F6-495C-B04D-089AB7623A59}"/>
          </ac:picMkLst>
        </pc:picChg>
        <pc:picChg chg="del">
          <ac:chgData name="张 智" userId="36bdf691fd3510be" providerId="LiveId" clId="{F1BF4103-A6F7-42FB-B645-91339D72C5E5}" dt="2023-05-02T15:02:18.576" v="7019" actId="478"/>
          <ac:picMkLst>
            <pc:docMk/>
            <pc:sldMk cId="1082766398" sldId="266"/>
            <ac:picMk id="3076" creationId="{4A953912-B02E-422B-B640-1C8F46FF98DB}"/>
          </ac:picMkLst>
        </pc:picChg>
        <pc:picChg chg="del">
          <ac:chgData name="张 智" userId="36bdf691fd3510be" providerId="LiveId" clId="{F1BF4103-A6F7-42FB-B645-91339D72C5E5}" dt="2023-05-02T15:02:18.576" v="7019" actId="478"/>
          <ac:picMkLst>
            <pc:docMk/>
            <pc:sldMk cId="1082766398" sldId="266"/>
            <ac:picMk id="3078" creationId="{4E8D0B29-2AF6-457E-B82E-D50A36F7C290}"/>
          </ac:picMkLst>
        </pc:picChg>
      </pc:sldChg>
      <pc:sldChg chg="addSp delSp modSp mod modNotesTx">
        <pc:chgData name="张 智" userId="36bdf691fd3510be" providerId="LiveId" clId="{F1BF4103-A6F7-42FB-B645-91339D72C5E5}" dt="2023-05-03T06:51:40.808" v="12306" actId="1076"/>
        <pc:sldMkLst>
          <pc:docMk/>
          <pc:sldMk cId="4281615526" sldId="267"/>
        </pc:sldMkLst>
        <pc:spChg chg="del mod">
          <ac:chgData name="张 智" userId="36bdf691fd3510be" providerId="LiveId" clId="{F1BF4103-A6F7-42FB-B645-91339D72C5E5}" dt="2023-05-03T06:31:50.434" v="11030" actId="478"/>
          <ac:spMkLst>
            <pc:docMk/>
            <pc:sldMk cId="4281615526" sldId="267"/>
            <ac:spMk id="2" creationId="{CFFDAC60-A7A6-43BB-9AE6-E6737B84D99B}"/>
          </ac:spMkLst>
        </pc:spChg>
        <pc:spChg chg="del mod">
          <ac:chgData name="张 智" userId="36bdf691fd3510be" providerId="LiveId" clId="{F1BF4103-A6F7-42FB-B645-91339D72C5E5}" dt="2023-05-03T03:32:00.988" v="10394" actId="478"/>
          <ac:spMkLst>
            <pc:docMk/>
            <pc:sldMk cId="4281615526" sldId="267"/>
            <ac:spMk id="3" creationId="{32111EBC-E3C0-470B-B785-2E1AAE3530F7}"/>
          </ac:spMkLst>
        </pc:spChg>
        <pc:spChg chg="add del mod">
          <ac:chgData name="张 智" userId="36bdf691fd3510be" providerId="LiveId" clId="{F1BF4103-A6F7-42FB-B645-91339D72C5E5}" dt="2023-05-03T03:32:02.684" v="10395" actId="478"/>
          <ac:spMkLst>
            <pc:docMk/>
            <pc:sldMk cId="4281615526" sldId="267"/>
            <ac:spMk id="5" creationId="{F535EBA4-C1B2-4565-A8D8-001D5AC89FF7}"/>
          </ac:spMkLst>
        </pc:spChg>
        <pc:spChg chg="add del mod">
          <ac:chgData name="张 智" userId="36bdf691fd3510be" providerId="LiveId" clId="{F1BF4103-A6F7-42FB-B645-91339D72C5E5}" dt="2023-05-03T06:51:31.575" v="12303" actId="478"/>
          <ac:spMkLst>
            <pc:docMk/>
            <pc:sldMk cId="4281615526" sldId="267"/>
            <ac:spMk id="8" creationId="{229A0D88-C63B-4DD2-B76C-A0D072C0A7DB}"/>
          </ac:spMkLst>
        </pc:spChg>
        <pc:spChg chg="add del mod">
          <ac:chgData name="张 智" userId="36bdf691fd3510be" providerId="LiveId" clId="{F1BF4103-A6F7-42FB-B645-91339D72C5E5}" dt="2023-05-03T06:31:53.657" v="11031" actId="478"/>
          <ac:spMkLst>
            <pc:docMk/>
            <pc:sldMk cId="4281615526" sldId="267"/>
            <ac:spMk id="10" creationId="{35673C58-4F5E-4711-B948-44852B1BB753}"/>
          </ac:spMkLst>
        </pc:spChg>
        <pc:spChg chg="add del mod">
          <ac:chgData name="张 智" userId="36bdf691fd3510be" providerId="LiveId" clId="{F1BF4103-A6F7-42FB-B645-91339D72C5E5}" dt="2023-05-03T06:51:33.708" v="12304" actId="478"/>
          <ac:spMkLst>
            <pc:docMk/>
            <pc:sldMk cId="4281615526" sldId="267"/>
            <ac:spMk id="17" creationId="{F594AE9E-6AC2-4B91-8F8C-CFB10949FCA9}"/>
          </ac:spMkLst>
        </pc:spChg>
        <pc:picChg chg="add del mod">
          <ac:chgData name="张 智" userId="36bdf691fd3510be" providerId="LiveId" clId="{F1BF4103-A6F7-42FB-B645-91339D72C5E5}" dt="2023-05-03T06:34:49.285" v="11157" actId="478"/>
          <ac:picMkLst>
            <pc:docMk/>
            <pc:sldMk cId="4281615526" sldId="267"/>
            <ac:picMk id="7" creationId="{0914184F-9447-432B-BE94-1A8181940C46}"/>
          </ac:picMkLst>
        </pc:picChg>
        <pc:picChg chg="add del mod">
          <ac:chgData name="张 智" userId="36bdf691fd3510be" providerId="LiveId" clId="{F1BF4103-A6F7-42FB-B645-91339D72C5E5}" dt="2023-05-03T06:34:55.455" v="11159" actId="478"/>
          <ac:picMkLst>
            <pc:docMk/>
            <pc:sldMk cId="4281615526" sldId="267"/>
            <ac:picMk id="12" creationId="{A842CC0A-E87B-4376-A22D-00BC6D221369}"/>
          </ac:picMkLst>
        </pc:picChg>
        <pc:picChg chg="add mod">
          <ac:chgData name="张 智" userId="36bdf691fd3510be" providerId="LiveId" clId="{F1BF4103-A6F7-42FB-B645-91339D72C5E5}" dt="2023-05-03T06:51:40.808" v="12306" actId="1076"/>
          <ac:picMkLst>
            <pc:docMk/>
            <pc:sldMk cId="4281615526" sldId="267"/>
            <ac:picMk id="14" creationId="{1C8E0F02-126B-48E6-B6C7-E5FABF37871F}"/>
          </ac:picMkLst>
        </pc:picChg>
        <pc:inkChg chg="add del">
          <ac:chgData name="张 智" userId="36bdf691fd3510be" providerId="LiveId" clId="{F1BF4103-A6F7-42FB-B645-91339D72C5E5}" dt="2023-05-03T06:47:47.320" v="11877" actId="478"/>
          <ac:inkMkLst>
            <pc:docMk/>
            <pc:sldMk cId="4281615526" sldId="267"/>
            <ac:inkMk id="15" creationId="{E28AD8FB-DCEC-4ECB-8663-E24397946705}"/>
          </ac:inkMkLst>
        </pc:inkChg>
      </pc:sldChg>
      <pc:sldChg chg="del">
        <pc:chgData name="张 智" userId="36bdf691fd3510be" providerId="LiveId" clId="{F1BF4103-A6F7-42FB-B645-91339D72C5E5}" dt="2023-05-05T15:48:32.989" v="22864" actId="2696"/>
        <pc:sldMkLst>
          <pc:docMk/>
          <pc:sldMk cId="3095029341" sldId="268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2333892740" sldId="271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2687276942" sldId="273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2838038400" sldId="274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971269223" sldId="275"/>
        </pc:sldMkLst>
      </pc:sldChg>
      <pc:sldChg chg="modSp add mod">
        <pc:chgData name="张 智" userId="36bdf691fd3510be" providerId="LiveId" clId="{F1BF4103-A6F7-42FB-B645-91339D72C5E5}" dt="2023-05-06T02:51:28.479" v="24041" actId="27636"/>
        <pc:sldMkLst>
          <pc:docMk/>
          <pc:sldMk cId="221711109" sldId="276"/>
        </pc:sldMkLst>
        <pc:spChg chg="mod">
          <ac:chgData name="张 智" userId="36bdf691fd3510be" providerId="LiveId" clId="{F1BF4103-A6F7-42FB-B645-91339D72C5E5}" dt="2023-05-06T02:51:28.479" v="24041" actId="27636"/>
          <ac:spMkLst>
            <pc:docMk/>
            <pc:sldMk cId="221711109" sldId="276"/>
            <ac:spMk id="12" creationId="{00000000-0000-0000-0000-000000000000}"/>
          </ac:spMkLst>
        </pc:spChg>
      </pc:sldChg>
      <pc:sldChg chg="modSp add mod setBg">
        <pc:chgData name="张 智" userId="36bdf691fd3510be" providerId="LiveId" clId="{F1BF4103-A6F7-42FB-B645-91339D72C5E5}" dt="2023-05-06T02:51:28.479" v="24042" actId="27636"/>
        <pc:sldMkLst>
          <pc:docMk/>
          <pc:sldMk cId="2757093489" sldId="317"/>
        </pc:sldMkLst>
        <pc:spChg chg="mod">
          <ac:chgData name="张 智" userId="36bdf691fd3510be" providerId="LiveId" clId="{F1BF4103-A6F7-42FB-B645-91339D72C5E5}" dt="2023-05-06T02:51:28.479" v="24042" actId="27636"/>
          <ac:spMkLst>
            <pc:docMk/>
            <pc:sldMk cId="2757093489" sldId="317"/>
            <ac:spMk id="8" creationId="{00000000-0000-0000-0000-000000000000}"/>
          </ac:spMkLst>
        </pc:spChg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4266707205" sldId="318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2079280219" sldId="319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871541977" sldId="320"/>
        </pc:sldMkLst>
      </pc:sldChg>
      <pc:sldChg chg="add">
        <pc:chgData name="张 智" userId="36bdf691fd3510be" providerId="LiveId" clId="{F1BF4103-A6F7-42FB-B645-91339D72C5E5}" dt="2023-05-06T02:51:28.198" v="24040"/>
        <pc:sldMkLst>
          <pc:docMk/>
          <pc:sldMk cId="83247609" sldId="332"/>
        </pc:sldMkLst>
      </pc:sldChg>
      <pc:sldChg chg="modSp add mod">
        <pc:chgData name="张 智" userId="36bdf691fd3510be" providerId="LiveId" clId="{F1BF4103-A6F7-42FB-B645-91339D72C5E5}" dt="2023-05-06T02:51:28.479" v="24043" actId="27636"/>
        <pc:sldMkLst>
          <pc:docMk/>
          <pc:sldMk cId="4198719846" sldId="355"/>
        </pc:sldMkLst>
        <pc:spChg chg="mod">
          <ac:chgData name="张 智" userId="36bdf691fd3510be" providerId="LiveId" clId="{F1BF4103-A6F7-42FB-B645-91339D72C5E5}" dt="2023-05-06T02:51:28.479" v="24043" actId="27636"/>
          <ac:spMkLst>
            <pc:docMk/>
            <pc:sldMk cId="4198719846" sldId="355"/>
            <ac:spMk id="8" creationId="{00000000-0000-0000-0000-000000000000}"/>
          </ac:spMkLst>
        </pc:spChg>
      </pc:sldChg>
      <pc:sldChg chg="addSp delSp modSp mod modAnim modNotesTx">
        <pc:chgData name="张 智" userId="36bdf691fd3510be" providerId="LiveId" clId="{F1BF4103-A6F7-42FB-B645-91339D72C5E5}" dt="2023-05-05T03:52:54.304" v="21133"/>
        <pc:sldMkLst>
          <pc:docMk/>
          <pc:sldMk cId="1558777975" sldId="418"/>
        </pc:sldMkLst>
        <pc:spChg chg="del">
          <ac:chgData name="张 智" userId="36bdf691fd3510be" providerId="LiveId" clId="{F1BF4103-A6F7-42FB-B645-91339D72C5E5}" dt="2023-05-04T07:30:02.278" v="17073" actId="478"/>
          <ac:spMkLst>
            <pc:docMk/>
            <pc:sldMk cId="1558777975" sldId="418"/>
            <ac:spMk id="3" creationId="{00000000-0000-0000-0000-000000000000}"/>
          </ac:spMkLst>
        </pc:spChg>
        <pc:spChg chg="add mod">
          <ac:chgData name="张 智" userId="36bdf691fd3510be" providerId="LiveId" clId="{F1BF4103-A6F7-42FB-B645-91339D72C5E5}" dt="2023-05-05T03:48:50.213" v="21056"/>
          <ac:spMkLst>
            <pc:docMk/>
            <pc:sldMk cId="1558777975" sldId="418"/>
            <ac:spMk id="3" creationId="{16E39FD5-37A8-4348-8381-91D726EF0830}"/>
          </ac:spMkLst>
        </pc:spChg>
        <pc:spChg chg="mod">
          <ac:chgData name="张 智" userId="36bdf691fd3510be" providerId="LiveId" clId="{F1BF4103-A6F7-42FB-B645-91339D72C5E5}" dt="2023-05-05T03:03:50.092" v="20219" actId="14100"/>
          <ac:spMkLst>
            <pc:docMk/>
            <pc:sldMk cId="1558777975" sldId="418"/>
            <ac:spMk id="4" creationId="{00000000-0000-0000-0000-000000000000}"/>
          </ac:spMkLst>
        </pc:spChg>
        <pc:spChg chg="add mod">
          <ac:chgData name="张 智" userId="36bdf691fd3510be" providerId="LiveId" clId="{F1BF4103-A6F7-42FB-B645-91339D72C5E5}" dt="2023-05-05T02:38:51.470" v="19797" actId="21"/>
          <ac:spMkLst>
            <pc:docMk/>
            <pc:sldMk cId="1558777975" sldId="418"/>
            <ac:spMk id="5" creationId="{CAA7A278-5B3B-44D6-9CD1-D4768B2395DF}"/>
          </ac:spMkLst>
        </pc:spChg>
        <pc:spChg chg="add mod">
          <ac:chgData name="张 智" userId="36bdf691fd3510be" providerId="LiveId" clId="{F1BF4103-A6F7-42FB-B645-91339D72C5E5}" dt="2023-05-05T03:07:07.411" v="20328" actId="2711"/>
          <ac:spMkLst>
            <pc:docMk/>
            <pc:sldMk cId="1558777975" sldId="418"/>
            <ac:spMk id="6" creationId="{4F5B4539-1F2F-4FE7-B0FE-6CACBF149B2A}"/>
          </ac:spMkLst>
        </pc:spChg>
        <pc:spChg chg="del mod">
          <ac:chgData name="张 智" userId="36bdf691fd3510be" providerId="LiveId" clId="{F1BF4103-A6F7-42FB-B645-91339D72C5E5}" dt="2023-05-04T15:31:07.088" v="19348" actId="478"/>
          <ac:spMkLst>
            <pc:docMk/>
            <pc:sldMk cId="1558777975" sldId="418"/>
            <ac:spMk id="7" creationId="{00000000-0000-0000-0000-000000000000}"/>
          </ac:spMkLst>
        </pc:spChg>
        <pc:spChg chg="del mod">
          <ac:chgData name="张 智" userId="36bdf691fd3510be" providerId="LiveId" clId="{F1BF4103-A6F7-42FB-B645-91339D72C5E5}" dt="2023-05-04T15:31:07.088" v="19348" actId="478"/>
          <ac:spMkLst>
            <pc:docMk/>
            <pc:sldMk cId="1558777975" sldId="418"/>
            <ac:spMk id="8" creationId="{00000000-0000-0000-0000-000000000000}"/>
          </ac:spMkLst>
        </pc:spChg>
        <pc:spChg chg="del mod">
          <ac:chgData name="张 智" userId="36bdf691fd3510be" providerId="LiveId" clId="{F1BF4103-A6F7-42FB-B645-91339D72C5E5}" dt="2023-05-04T15:31:07.088" v="19348" actId="478"/>
          <ac:spMkLst>
            <pc:docMk/>
            <pc:sldMk cId="1558777975" sldId="418"/>
            <ac:spMk id="9" creationId="{00000000-0000-0000-0000-000000000000}"/>
          </ac:spMkLst>
        </pc:spChg>
        <pc:spChg chg="del mod">
          <ac:chgData name="张 智" userId="36bdf691fd3510be" providerId="LiveId" clId="{F1BF4103-A6F7-42FB-B645-91339D72C5E5}" dt="2023-05-04T15:31:07.088" v="19348" actId="478"/>
          <ac:spMkLst>
            <pc:docMk/>
            <pc:sldMk cId="1558777975" sldId="418"/>
            <ac:spMk id="10" creationId="{00000000-0000-0000-0000-000000000000}"/>
          </ac:spMkLst>
        </pc:spChg>
        <pc:spChg chg="mod">
          <ac:chgData name="张 智" userId="36bdf691fd3510be" providerId="LiveId" clId="{F1BF4103-A6F7-42FB-B645-91339D72C5E5}" dt="2023-05-04T07:54:35.695" v="17501" actId="20577"/>
          <ac:spMkLst>
            <pc:docMk/>
            <pc:sldMk cId="1558777975" sldId="418"/>
            <ac:spMk id="17" creationId="{00000000-0000-0000-0000-000000000000}"/>
          </ac:spMkLst>
        </pc:spChg>
        <pc:spChg chg="del mod">
          <ac:chgData name="张 智" userId="36bdf691fd3510be" providerId="LiveId" clId="{F1BF4103-A6F7-42FB-B645-91339D72C5E5}" dt="2023-05-04T07:26:43.206" v="17046" actId="478"/>
          <ac:spMkLst>
            <pc:docMk/>
            <pc:sldMk cId="1558777975" sldId="418"/>
            <ac:spMk id="18" creationId="{00000000-0000-0000-0000-000000000000}"/>
          </ac:spMkLst>
        </pc:spChg>
        <pc:spChg chg="del">
          <ac:chgData name="张 智" userId="36bdf691fd3510be" providerId="LiveId" clId="{F1BF4103-A6F7-42FB-B645-91339D72C5E5}" dt="2023-05-04T07:27:24.543" v="17056" actId="478"/>
          <ac:spMkLst>
            <pc:docMk/>
            <pc:sldMk cId="1558777975" sldId="418"/>
            <ac:spMk id="19" creationId="{00000000-0000-0000-0000-000000000000}"/>
          </ac:spMkLst>
        </pc:spChg>
        <pc:spChg chg="mod">
          <ac:chgData name="张 智" userId="36bdf691fd3510be" providerId="LiveId" clId="{F1BF4103-A6F7-42FB-B645-91339D72C5E5}" dt="2023-05-04T15:26:47.888" v="19346" actId="20577"/>
          <ac:spMkLst>
            <pc:docMk/>
            <pc:sldMk cId="1558777975" sldId="418"/>
            <ac:spMk id="20" creationId="{00000000-0000-0000-0000-000000000000}"/>
          </ac:spMkLst>
        </pc:spChg>
        <pc:grpChg chg="del mod">
          <ac:chgData name="张 智" userId="36bdf691fd3510be" providerId="LiveId" clId="{F1BF4103-A6F7-42FB-B645-91339D72C5E5}" dt="2023-05-04T15:31:07.088" v="19348" actId="478"/>
          <ac:grpSpMkLst>
            <pc:docMk/>
            <pc:sldMk cId="1558777975" sldId="418"/>
            <ac:grpSpMk id="21" creationId="{00000000-0000-0000-0000-000000000000}"/>
          </ac:grpSpMkLst>
        </pc:grpChg>
        <pc:grpChg chg="del mod">
          <ac:chgData name="张 智" userId="36bdf691fd3510be" providerId="LiveId" clId="{F1BF4103-A6F7-42FB-B645-91339D72C5E5}" dt="2023-05-04T15:31:07.088" v="19348" actId="478"/>
          <ac:grpSpMkLst>
            <pc:docMk/>
            <pc:sldMk cId="1558777975" sldId="418"/>
            <ac:grpSpMk id="28" creationId="{00000000-0000-0000-0000-000000000000}"/>
          </ac:grpSpMkLst>
        </pc:grpChg>
        <pc:grpChg chg="del mod ord">
          <ac:chgData name="张 智" userId="36bdf691fd3510be" providerId="LiveId" clId="{F1BF4103-A6F7-42FB-B645-91339D72C5E5}" dt="2023-05-04T15:31:07.088" v="19348" actId="478"/>
          <ac:grpSpMkLst>
            <pc:docMk/>
            <pc:sldMk cId="1558777975" sldId="418"/>
            <ac:grpSpMk id="31" creationId="{00000000-0000-0000-0000-000000000000}"/>
          </ac:grpSpMkLst>
        </pc:grpChg>
        <pc:grpChg chg="del mod">
          <ac:chgData name="张 智" userId="36bdf691fd3510be" providerId="LiveId" clId="{F1BF4103-A6F7-42FB-B645-91339D72C5E5}" dt="2023-05-04T15:31:07.088" v="19348" actId="478"/>
          <ac:grpSpMkLst>
            <pc:docMk/>
            <pc:sldMk cId="1558777975" sldId="418"/>
            <ac:grpSpMk id="34" creationId="{00000000-0000-0000-0000-000000000000}"/>
          </ac:grpSpMkLst>
        </pc:grpChg>
        <pc:grpChg chg="del mod">
          <ac:chgData name="张 智" userId="36bdf691fd3510be" providerId="LiveId" clId="{F1BF4103-A6F7-42FB-B645-91339D72C5E5}" dt="2023-05-04T15:31:07.088" v="19348" actId="478"/>
          <ac:grpSpMkLst>
            <pc:docMk/>
            <pc:sldMk cId="1558777975" sldId="418"/>
            <ac:grpSpMk id="35" creationId="{00000000-0000-0000-0000-000000000000}"/>
          </ac:grpSpMkLst>
        </pc:grpChg>
        <pc:picChg chg="add del mod">
          <ac:chgData name="张 智" userId="36bdf691fd3510be" providerId="LiveId" clId="{F1BF4103-A6F7-42FB-B645-91339D72C5E5}" dt="2023-05-04T15:31:46.532" v="19359" actId="478"/>
          <ac:picMkLst>
            <pc:docMk/>
            <pc:sldMk cId="1558777975" sldId="418"/>
            <ac:picMk id="3" creationId="{C25BB610-BE17-4F55-9B10-D98A33394AB6}"/>
          </ac:picMkLst>
        </pc:picChg>
        <pc:picChg chg="del">
          <ac:chgData name="张 智" userId="36bdf691fd3510be" providerId="LiveId" clId="{F1BF4103-A6F7-42FB-B645-91339D72C5E5}" dt="2023-05-04T15:31:07.088" v="19348" actId="478"/>
          <ac:picMkLst>
            <pc:docMk/>
            <pc:sldMk cId="1558777975" sldId="418"/>
            <ac:picMk id="5" creationId="{00000000-0000-0000-0000-000000000000}"/>
          </ac:picMkLst>
        </pc:picChg>
        <pc:picChg chg="del">
          <ac:chgData name="张 智" userId="36bdf691fd3510be" providerId="LiveId" clId="{F1BF4103-A6F7-42FB-B645-91339D72C5E5}" dt="2023-05-04T07:25:33.869" v="17035" actId="478"/>
          <ac:picMkLst>
            <pc:docMk/>
            <pc:sldMk cId="1558777975" sldId="418"/>
            <ac:picMk id="6" creationId="{00000000-0000-0000-0000-000000000000}"/>
          </ac:picMkLst>
        </pc:picChg>
        <pc:picChg chg="add del mod">
          <ac:chgData name="张 智" userId="36bdf691fd3510be" providerId="LiveId" clId="{F1BF4103-A6F7-42FB-B645-91339D72C5E5}" dt="2023-05-04T15:31:07.088" v="19348" actId="478"/>
          <ac:picMkLst>
            <pc:docMk/>
            <pc:sldMk cId="1558777975" sldId="418"/>
            <ac:picMk id="36" creationId="{0C630189-11FB-403C-9161-2720FEBF7941}"/>
          </ac:picMkLst>
        </pc:picChg>
        <pc:picChg chg="add del mod">
          <ac:chgData name="张 智" userId="36bdf691fd3510be" providerId="LiveId" clId="{F1BF4103-A6F7-42FB-B645-91339D72C5E5}" dt="2023-05-04T15:32:04.154" v="19364" actId="478"/>
          <ac:picMkLst>
            <pc:docMk/>
            <pc:sldMk cId="1558777975" sldId="418"/>
            <ac:picMk id="2050" creationId="{3E4EB6DF-B5EF-43BE-8688-E4014D696437}"/>
          </ac:picMkLst>
        </pc:picChg>
        <pc:cxnChg chg="del mod">
          <ac:chgData name="张 智" userId="36bdf691fd3510be" providerId="LiveId" clId="{F1BF4103-A6F7-42FB-B645-91339D72C5E5}" dt="2023-05-04T15:31:07.088" v="19348" actId="478"/>
          <ac:cxnSpMkLst>
            <pc:docMk/>
            <pc:sldMk cId="1558777975" sldId="418"/>
            <ac:cxnSpMk id="11" creationId="{00000000-0000-0000-0000-000000000000}"/>
          </ac:cxnSpMkLst>
        </pc:cxnChg>
        <pc:cxnChg chg="add del mod">
          <ac:chgData name="张 智" userId="36bdf691fd3510be" providerId="LiveId" clId="{F1BF4103-A6F7-42FB-B645-91339D72C5E5}" dt="2023-05-04T15:31:07.088" v="19348" actId="478"/>
          <ac:cxnSpMkLst>
            <pc:docMk/>
            <pc:sldMk cId="1558777975" sldId="418"/>
            <ac:cxnSpMk id="12" creationId="{9C9C61C3-145D-443B-B08E-1702E3C9F7EF}"/>
          </ac:cxnSpMkLst>
        </pc:cxnChg>
        <pc:cxnChg chg="del mod">
          <ac:chgData name="张 智" userId="36bdf691fd3510be" providerId="LiveId" clId="{F1BF4103-A6F7-42FB-B645-91339D72C5E5}" dt="2023-05-04T15:31:07.088" v="19348" actId="478"/>
          <ac:cxnSpMkLst>
            <pc:docMk/>
            <pc:sldMk cId="1558777975" sldId="418"/>
            <ac:cxnSpMk id="13" creationId="{00000000-0000-0000-0000-000000000000}"/>
          </ac:cxnSpMkLst>
        </pc:cxnChg>
        <pc:cxnChg chg="del mod">
          <ac:chgData name="张 智" userId="36bdf691fd3510be" providerId="LiveId" clId="{F1BF4103-A6F7-42FB-B645-91339D72C5E5}" dt="2023-05-04T15:31:07.088" v="19348" actId="478"/>
          <ac:cxnSpMkLst>
            <pc:docMk/>
            <pc:sldMk cId="1558777975" sldId="418"/>
            <ac:cxnSpMk id="15" creationId="{00000000-0000-0000-0000-000000000000}"/>
          </ac:cxnSpMkLst>
        </pc:cxnChg>
        <pc:cxnChg chg="add del mod">
          <ac:chgData name="张 智" userId="36bdf691fd3510be" providerId="LiveId" clId="{F1BF4103-A6F7-42FB-B645-91339D72C5E5}" dt="2023-05-04T15:31:07.088" v="19348" actId="478"/>
          <ac:cxnSpMkLst>
            <pc:docMk/>
            <pc:sldMk cId="1558777975" sldId="418"/>
            <ac:cxnSpMk id="37" creationId="{E80C9EF7-B8A3-4F54-8599-DBEADC746C05}"/>
          </ac:cxnSpMkLst>
        </pc:cxnChg>
      </pc:sldChg>
      <pc:sldChg chg="addSp delSp modSp mod">
        <pc:chgData name="张 智" userId="36bdf691fd3510be" providerId="LiveId" clId="{F1BF4103-A6F7-42FB-B645-91339D72C5E5}" dt="2023-05-05T15:20:03.231" v="22821" actId="14100"/>
        <pc:sldMkLst>
          <pc:docMk/>
          <pc:sldMk cId="274185263" sldId="434"/>
        </pc:sldMkLst>
        <pc:spChg chg="mod">
          <ac:chgData name="张 智" userId="36bdf691fd3510be" providerId="LiveId" clId="{F1BF4103-A6F7-42FB-B645-91339D72C5E5}" dt="2023-05-05T14:57:31.914" v="22418" actId="255"/>
          <ac:spMkLst>
            <pc:docMk/>
            <pc:sldMk cId="274185263" sldId="434"/>
            <ac:spMk id="2" creationId="{00000000-0000-0000-0000-000000000000}"/>
          </ac:spMkLst>
        </pc:spChg>
        <pc:spChg chg="del">
          <ac:chgData name="张 智" userId="36bdf691fd3510be" providerId="LiveId" clId="{F1BF4103-A6F7-42FB-B645-91339D72C5E5}" dt="2023-05-04T07:30:06.433" v="17074" actId="478"/>
          <ac:spMkLst>
            <pc:docMk/>
            <pc:sldMk cId="274185263" sldId="434"/>
            <ac:spMk id="3" creationId="{00000000-0000-0000-0000-000000000000}"/>
          </ac:spMkLst>
        </pc:spChg>
        <pc:spChg chg="del mod">
          <ac:chgData name="张 智" userId="36bdf691fd3510be" providerId="LiveId" clId="{F1BF4103-A6F7-42FB-B645-91339D72C5E5}" dt="2023-05-04T07:30:30.360" v="17078" actId="478"/>
          <ac:spMkLst>
            <pc:docMk/>
            <pc:sldMk cId="274185263" sldId="434"/>
            <ac:spMk id="4" creationId="{00000000-0000-0000-0000-000000000000}"/>
          </ac:spMkLst>
        </pc:spChg>
        <pc:spChg chg="add del mod">
          <ac:chgData name="张 智" userId="36bdf691fd3510be" providerId="LiveId" clId="{F1BF4103-A6F7-42FB-B645-91339D72C5E5}" dt="2023-05-04T07:30:32.760" v="17079" actId="478"/>
          <ac:spMkLst>
            <pc:docMk/>
            <pc:sldMk cId="274185263" sldId="434"/>
            <ac:spMk id="6" creationId="{E46B177E-D31F-4A17-AF09-B6833A667351}"/>
          </ac:spMkLst>
        </pc:spChg>
        <pc:spChg chg="mod">
          <ac:chgData name="张 智" userId="36bdf691fd3510be" providerId="LiveId" clId="{F1BF4103-A6F7-42FB-B645-91339D72C5E5}" dt="2023-05-05T15:20:03.231" v="22821" actId="14100"/>
          <ac:spMkLst>
            <pc:docMk/>
            <pc:sldMk cId="274185263" sldId="434"/>
            <ac:spMk id="7" creationId="{00000000-0000-0000-0000-000000000000}"/>
          </ac:spMkLst>
        </pc:spChg>
        <pc:spChg chg="del mod">
          <ac:chgData name="张 智" userId="36bdf691fd3510be" providerId="LiveId" clId="{F1BF4103-A6F7-42FB-B645-91339D72C5E5}" dt="2023-05-04T07:36:20.696" v="17257" actId="21"/>
          <ac:spMkLst>
            <pc:docMk/>
            <pc:sldMk cId="274185263" sldId="434"/>
            <ac:spMk id="8" creationId="{00000000-0000-0000-0000-000000000000}"/>
          </ac:spMkLst>
        </pc:spChg>
        <pc:spChg chg="add mod">
          <ac:chgData name="张 智" userId="36bdf691fd3510be" providerId="LiveId" clId="{F1BF4103-A6F7-42FB-B645-91339D72C5E5}" dt="2023-05-04T07:39:56.949" v="17366" actId="404"/>
          <ac:spMkLst>
            <pc:docMk/>
            <pc:sldMk cId="274185263" sldId="434"/>
            <ac:spMk id="9" creationId="{853EF04D-4AB1-442A-9119-2911AD52F027}"/>
          </ac:spMkLst>
        </pc:spChg>
      </pc:sldChg>
      <pc:sldChg chg="addSp delSp modSp mod modAnim">
        <pc:chgData name="张 智" userId="36bdf691fd3510be" providerId="LiveId" clId="{F1BF4103-A6F7-42FB-B645-91339D72C5E5}" dt="2023-05-05T15:19:56.972" v="22819" actId="14100"/>
        <pc:sldMkLst>
          <pc:docMk/>
          <pc:sldMk cId="1092262459" sldId="435"/>
        </pc:sldMkLst>
        <pc:spChg chg="mod">
          <ac:chgData name="张 智" userId="36bdf691fd3510be" providerId="LiveId" clId="{F1BF4103-A6F7-42FB-B645-91339D72C5E5}" dt="2023-05-05T15:00:35.456" v="22496" actId="404"/>
          <ac:spMkLst>
            <pc:docMk/>
            <pc:sldMk cId="1092262459" sldId="435"/>
            <ac:spMk id="2" creationId="{00000000-0000-0000-0000-000000000000}"/>
          </ac:spMkLst>
        </pc:spChg>
        <pc:spChg chg="del">
          <ac:chgData name="张 智" userId="36bdf691fd3510be" providerId="LiveId" clId="{F1BF4103-A6F7-42FB-B645-91339D72C5E5}" dt="2023-05-04T07:30:09.755" v="17075" actId="478"/>
          <ac:spMkLst>
            <pc:docMk/>
            <pc:sldMk cId="1092262459" sldId="435"/>
            <ac:spMk id="3" creationId="{00000000-0000-0000-0000-000000000000}"/>
          </ac:spMkLst>
        </pc:spChg>
        <pc:spChg chg="mod">
          <ac:chgData name="张 智" userId="36bdf691fd3510be" providerId="LiveId" clId="{F1BF4103-A6F7-42FB-B645-91339D72C5E5}" dt="2023-05-04T07:40:00.940" v="17367" actId="404"/>
          <ac:spMkLst>
            <pc:docMk/>
            <pc:sldMk cId="1092262459" sldId="435"/>
            <ac:spMk id="4" creationId="{00000000-0000-0000-0000-000000000000}"/>
          </ac:spMkLst>
        </pc:spChg>
        <pc:spChg chg="del">
          <ac:chgData name="张 智" userId="36bdf691fd3510be" providerId="LiveId" clId="{F1BF4103-A6F7-42FB-B645-91339D72C5E5}" dt="2023-05-04T07:34:39.933" v="17195" actId="478"/>
          <ac:spMkLst>
            <pc:docMk/>
            <pc:sldMk cId="1092262459" sldId="435"/>
            <ac:spMk id="5" creationId="{00000000-0000-0000-0000-000000000000}"/>
          </ac:spMkLst>
        </pc:spChg>
        <pc:spChg chg="del">
          <ac:chgData name="张 智" userId="36bdf691fd3510be" providerId="LiveId" clId="{F1BF4103-A6F7-42FB-B645-91339D72C5E5}" dt="2023-05-04T07:34:42.916" v="17196" actId="478"/>
          <ac:spMkLst>
            <pc:docMk/>
            <pc:sldMk cId="1092262459" sldId="435"/>
            <ac:spMk id="6" creationId="{00000000-0000-0000-0000-000000000000}"/>
          </ac:spMkLst>
        </pc:spChg>
        <pc:spChg chg="del">
          <ac:chgData name="张 智" userId="36bdf691fd3510be" providerId="LiveId" clId="{F1BF4103-A6F7-42FB-B645-91339D72C5E5}" dt="2023-05-04T07:36:34.555" v="17262" actId="478"/>
          <ac:spMkLst>
            <pc:docMk/>
            <pc:sldMk cId="1092262459" sldId="435"/>
            <ac:spMk id="7" creationId="{00000000-0000-0000-0000-000000000000}"/>
          </ac:spMkLst>
        </pc:spChg>
        <pc:spChg chg="del">
          <ac:chgData name="张 智" userId="36bdf691fd3510be" providerId="LiveId" clId="{F1BF4103-A6F7-42FB-B645-91339D72C5E5}" dt="2023-05-04T07:36:36.009" v="17263" actId="478"/>
          <ac:spMkLst>
            <pc:docMk/>
            <pc:sldMk cId="1092262459" sldId="435"/>
            <ac:spMk id="8" creationId="{00000000-0000-0000-0000-000000000000}"/>
          </ac:spMkLst>
        </pc:spChg>
        <pc:spChg chg="del">
          <ac:chgData name="张 智" userId="36bdf691fd3510be" providerId="LiveId" clId="{F1BF4103-A6F7-42FB-B645-91339D72C5E5}" dt="2023-05-04T07:34:45.122" v="17197" actId="478"/>
          <ac:spMkLst>
            <pc:docMk/>
            <pc:sldMk cId="1092262459" sldId="435"/>
            <ac:spMk id="9" creationId="{00000000-0000-0000-0000-000000000000}"/>
          </ac:spMkLst>
        </pc:spChg>
        <pc:spChg chg="add mod">
          <ac:chgData name="张 智" userId="36bdf691fd3510be" providerId="LiveId" clId="{F1BF4103-A6F7-42FB-B645-91339D72C5E5}" dt="2023-05-05T15:19:56.972" v="22819" actId="14100"/>
          <ac:spMkLst>
            <pc:docMk/>
            <pc:sldMk cId="1092262459" sldId="435"/>
            <ac:spMk id="13" creationId="{C4433A21-7241-4211-AF56-7CFF22647253}"/>
          </ac:spMkLst>
        </pc:spChg>
        <pc:cxnChg chg="del mod">
          <ac:chgData name="张 智" userId="36bdf691fd3510be" providerId="LiveId" clId="{F1BF4103-A6F7-42FB-B645-91339D72C5E5}" dt="2023-05-04T07:34:42.916" v="17196" actId="478"/>
          <ac:cxnSpMkLst>
            <pc:docMk/>
            <pc:sldMk cId="1092262459" sldId="435"/>
            <ac:cxnSpMk id="11" creationId="{00000000-0000-0000-0000-000000000000}"/>
          </ac:cxnSpMkLst>
        </pc:cxnChg>
        <pc:cxnChg chg="del">
          <ac:chgData name="张 智" userId="36bdf691fd3510be" providerId="LiveId" clId="{F1BF4103-A6F7-42FB-B645-91339D72C5E5}" dt="2023-05-04T07:34:46.854" v="17198" actId="478"/>
          <ac:cxnSpMkLst>
            <pc:docMk/>
            <pc:sldMk cId="1092262459" sldId="435"/>
            <ac:cxnSpMk id="12" creationId="{00000000-0000-0000-0000-000000000000}"/>
          </ac:cxnSpMkLst>
        </pc:cxnChg>
      </pc:sldChg>
      <pc:sldChg chg="modSp del mod">
        <pc:chgData name="张 智" userId="36bdf691fd3510be" providerId="LiveId" clId="{F1BF4103-A6F7-42FB-B645-91339D72C5E5}" dt="2023-05-04T14:51:40.250" v="19320" actId="2696"/>
        <pc:sldMkLst>
          <pc:docMk/>
          <pc:sldMk cId="2501923234" sldId="436"/>
        </pc:sldMkLst>
        <pc:spChg chg="mod">
          <ac:chgData name="张 智" userId="36bdf691fd3510be" providerId="LiveId" clId="{F1BF4103-A6F7-42FB-B645-91339D72C5E5}" dt="2023-05-04T03:24:03.148" v="16190" actId="1076"/>
          <ac:spMkLst>
            <pc:docMk/>
            <pc:sldMk cId="2501923234" sldId="436"/>
            <ac:spMk id="2" creationId="{6F287EA8-03C0-4D54-BE7F-B14044DD580F}"/>
          </ac:spMkLst>
        </pc:spChg>
        <pc:spChg chg="mod">
          <ac:chgData name="张 智" userId="36bdf691fd3510be" providerId="LiveId" clId="{F1BF4103-A6F7-42FB-B645-91339D72C5E5}" dt="2023-05-04T03:24:11.388" v="16193" actId="1076"/>
          <ac:spMkLst>
            <pc:docMk/>
            <pc:sldMk cId="2501923234" sldId="436"/>
            <ac:spMk id="3" creationId="{CC4EF83E-0F62-48AE-94F6-268DB3D32B8D}"/>
          </ac:spMkLst>
        </pc:spChg>
      </pc:sldChg>
      <pc:sldChg chg="modSp mod modNotesTx">
        <pc:chgData name="张 智" userId="36bdf691fd3510be" providerId="LiveId" clId="{F1BF4103-A6F7-42FB-B645-91339D72C5E5}" dt="2023-05-05T15:47:33.371" v="22863" actId="403"/>
        <pc:sldMkLst>
          <pc:docMk/>
          <pc:sldMk cId="607921257" sldId="437"/>
        </pc:sldMkLst>
        <pc:spChg chg="mod">
          <ac:chgData name="张 智" userId="36bdf691fd3510be" providerId="LiveId" clId="{F1BF4103-A6F7-42FB-B645-91339D72C5E5}" dt="2023-05-04T06:58:15.221" v="16819" actId="14100"/>
          <ac:spMkLst>
            <pc:docMk/>
            <pc:sldMk cId="607921257" sldId="437"/>
            <ac:spMk id="2" creationId="{602B46DB-0610-4041-9618-49392CAE36E3}"/>
          </ac:spMkLst>
        </pc:spChg>
        <pc:spChg chg="mod">
          <ac:chgData name="张 智" userId="36bdf691fd3510be" providerId="LiveId" clId="{F1BF4103-A6F7-42FB-B645-91339D72C5E5}" dt="2023-05-05T15:47:33.371" v="22863" actId="403"/>
          <ac:spMkLst>
            <pc:docMk/>
            <pc:sldMk cId="607921257" sldId="437"/>
            <ac:spMk id="3" creationId="{DC61A595-FD10-4DD1-AAB9-056A053960BA}"/>
          </ac:spMkLst>
        </pc:spChg>
      </pc:sldChg>
      <pc:sldChg chg="addSp delSp modSp add mod modNotesTx">
        <pc:chgData name="张 智" userId="36bdf691fd3510be" providerId="LiveId" clId="{F1BF4103-A6F7-42FB-B645-91339D72C5E5}" dt="2023-05-02T06:33:49.553" v="1582" actId="20577"/>
        <pc:sldMkLst>
          <pc:docMk/>
          <pc:sldMk cId="780240120" sldId="438"/>
        </pc:sldMkLst>
        <pc:spChg chg="mod">
          <ac:chgData name="张 智" userId="36bdf691fd3510be" providerId="LiveId" clId="{F1BF4103-A6F7-42FB-B645-91339D72C5E5}" dt="2023-05-02T03:08:02.031" v="143" actId="14100"/>
          <ac:spMkLst>
            <pc:docMk/>
            <pc:sldMk cId="780240120" sldId="438"/>
            <ac:spMk id="2" creationId="{42D06419-9688-4E6E-91B3-405817B0A902}"/>
          </ac:spMkLst>
        </pc:spChg>
        <pc:spChg chg="del">
          <ac:chgData name="张 智" userId="36bdf691fd3510be" providerId="LiveId" clId="{F1BF4103-A6F7-42FB-B645-91339D72C5E5}" dt="2023-05-01T00:19:27.539" v="61" actId="478"/>
          <ac:spMkLst>
            <pc:docMk/>
            <pc:sldMk cId="780240120" sldId="438"/>
            <ac:spMk id="3" creationId="{CDC50104-93DB-4A60-8822-367F4F3CBC48}"/>
          </ac:spMkLst>
        </pc:spChg>
        <pc:spChg chg="add mod">
          <ac:chgData name="张 智" userId="36bdf691fd3510be" providerId="LiveId" clId="{F1BF4103-A6F7-42FB-B645-91339D72C5E5}" dt="2023-05-02T06:29:46.549" v="1456"/>
          <ac:spMkLst>
            <pc:docMk/>
            <pc:sldMk cId="780240120" sldId="438"/>
            <ac:spMk id="3" creationId="{DD9E5344-939D-4389-AA3E-8709118DCB67}"/>
          </ac:spMkLst>
        </pc:spChg>
        <pc:spChg chg="del">
          <ac:chgData name="张 智" userId="36bdf691fd3510be" providerId="LiveId" clId="{F1BF4103-A6F7-42FB-B645-91339D72C5E5}" dt="2023-05-01T00:19:29.918" v="62" actId="478"/>
          <ac:spMkLst>
            <pc:docMk/>
            <pc:sldMk cId="780240120" sldId="438"/>
            <ac:spMk id="4" creationId="{1AA0AEB0-27B6-4F22-B5D4-5FF3AF4AD860}"/>
          </ac:spMkLst>
        </pc:spChg>
        <pc:spChg chg="add del mod">
          <ac:chgData name="张 智" userId="36bdf691fd3510be" providerId="LiveId" clId="{F1BF4103-A6F7-42FB-B645-91339D72C5E5}" dt="2023-05-02T03:36:45.718" v="650" actId="478"/>
          <ac:spMkLst>
            <pc:docMk/>
            <pc:sldMk cId="780240120" sldId="438"/>
            <ac:spMk id="4" creationId="{E5312F91-956B-43EE-9790-E92487A55A3F}"/>
          </ac:spMkLst>
        </pc:spChg>
        <pc:spChg chg="del">
          <ac:chgData name="张 智" userId="36bdf691fd3510be" providerId="LiveId" clId="{F1BF4103-A6F7-42FB-B645-91339D72C5E5}" dt="2023-05-01T00:19:31.364" v="63" actId="478"/>
          <ac:spMkLst>
            <pc:docMk/>
            <pc:sldMk cId="780240120" sldId="438"/>
            <ac:spMk id="8" creationId="{218471CE-75F6-4047-8616-2B5E3B395C97}"/>
          </ac:spMkLst>
        </pc:spChg>
        <pc:picChg chg="del">
          <ac:chgData name="张 智" userId="36bdf691fd3510be" providerId="LiveId" clId="{F1BF4103-A6F7-42FB-B645-91339D72C5E5}" dt="2023-05-01T00:19:25.434" v="60" actId="478"/>
          <ac:picMkLst>
            <pc:docMk/>
            <pc:sldMk cId="780240120" sldId="438"/>
            <ac:picMk id="2050" creationId="{D8A61574-5C72-4AD4-A03F-E3C301CBBE2C}"/>
          </ac:picMkLst>
        </pc:picChg>
        <pc:picChg chg="del">
          <ac:chgData name="张 智" userId="36bdf691fd3510be" providerId="LiveId" clId="{F1BF4103-A6F7-42FB-B645-91339D72C5E5}" dt="2023-05-01T00:19:34.036" v="65" actId="478"/>
          <ac:picMkLst>
            <pc:docMk/>
            <pc:sldMk cId="780240120" sldId="438"/>
            <ac:picMk id="2052" creationId="{13A1DD16-B878-4A10-845F-51AC30E17090}"/>
          </ac:picMkLst>
        </pc:picChg>
        <pc:picChg chg="del">
          <ac:chgData name="张 智" userId="36bdf691fd3510be" providerId="LiveId" clId="{F1BF4103-A6F7-42FB-B645-91339D72C5E5}" dt="2023-05-01T00:19:32.557" v="64" actId="478"/>
          <ac:picMkLst>
            <pc:docMk/>
            <pc:sldMk cId="780240120" sldId="438"/>
            <ac:picMk id="2054" creationId="{5584A02F-4DF9-45FB-80FC-4959CE5EC395}"/>
          </ac:picMkLst>
        </pc:picChg>
      </pc:sldChg>
      <pc:sldChg chg="addSp modSp add del modNotesTx">
        <pc:chgData name="张 智" userId="36bdf691fd3510be" providerId="LiveId" clId="{F1BF4103-A6F7-42FB-B645-91339D72C5E5}" dt="2023-05-02T07:32:00.363" v="3697" actId="2696"/>
        <pc:sldMkLst>
          <pc:docMk/>
          <pc:sldMk cId="808151768" sldId="439"/>
        </pc:sldMkLst>
        <pc:spChg chg="add mod">
          <ac:chgData name="张 智" userId="36bdf691fd3510be" providerId="LiveId" clId="{F1BF4103-A6F7-42FB-B645-91339D72C5E5}" dt="2023-05-02T07:27:12.122" v="3414" actId="20578"/>
          <ac:spMkLst>
            <pc:docMk/>
            <pc:sldMk cId="808151768" sldId="439"/>
            <ac:spMk id="3" creationId="{4362D9A9-0867-4539-827F-6463DFDCDE6D}"/>
          </ac:spMkLst>
        </pc:spChg>
      </pc:sldChg>
      <pc:sldChg chg="addSp delSp modSp add mod modNotesTx">
        <pc:chgData name="张 智" userId="36bdf691fd3510be" providerId="LiveId" clId="{F1BF4103-A6F7-42FB-B645-91339D72C5E5}" dt="2023-05-02T07:33:38.741" v="3756" actId="20577"/>
        <pc:sldMkLst>
          <pc:docMk/>
          <pc:sldMk cId="2113717570" sldId="440"/>
        </pc:sldMkLst>
        <pc:spChg chg="del mod">
          <ac:chgData name="张 智" userId="36bdf691fd3510be" providerId="LiveId" clId="{F1BF4103-A6F7-42FB-B645-91339D72C5E5}" dt="2023-05-02T07:31:49.917" v="3694" actId="478"/>
          <ac:spMkLst>
            <pc:docMk/>
            <pc:sldMk cId="2113717570" sldId="440"/>
            <ac:spMk id="2" creationId="{42D06419-9688-4E6E-91B3-405817B0A902}"/>
          </ac:spMkLst>
        </pc:spChg>
        <pc:spChg chg="mod">
          <ac:chgData name="张 智" userId="36bdf691fd3510be" providerId="LiveId" clId="{F1BF4103-A6F7-42FB-B645-91339D72C5E5}" dt="2023-05-02T07:33:38.741" v="3756" actId="20577"/>
          <ac:spMkLst>
            <pc:docMk/>
            <pc:sldMk cId="2113717570" sldId="440"/>
            <ac:spMk id="3" creationId="{DD9E5344-939D-4389-AA3E-8709118DCB67}"/>
          </ac:spMkLst>
        </pc:spChg>
        <pc:spChg chg="add del mod">
          <ac:chgData name="张 智" userId="36bdf691fd3510be" providerId="LiveId" clId="{F1BF4103-A6F7-42FB-B645-91339D72C5E5}" dt="2023-05-02T07:31:51.588" v="3695" actId="478"/>
          <ac:spMkLst>
            <pc:docMk/>
            <pc:sldMk cId="2113717570" sldId="440"/>
            <ac:spMk id="5" creationId="{0483B79B-3529-4CE3-8DFE-D233EE5DCAEE}"/>
          </ac:spMkLst>
        </pc:spChg>
        <pc:spChg chg="add mod">
          <ac:chgData name="张 智" userId="36bdf691fd3510be" providerId="LiveId" clId="{F1BF4103-A6F7-42FB-B645-91339D72C5E5}" dt="2023-05-02T07:31:52.002" v="3696"/>
          <ac:spMkLst>
            <pc:docMk/>
            <pc:sldMk cId="2113717570" sldId="440"/>
            <ac:spMk id="6" creationId="{6CC0209C-BB32-4594-BE7A-2BFC959299CB}"/>
          </ac:spMkLst>
        </pc:spChg>
      </pc:sldChg>
      <pc:sldChg chg="modSp add del mod modNotesTx">
        <pc:chgData name="张 智" userId="36bdf691fd3510be" providerId="LiveId" clId="{F1BF4103-A6F7-42FB-B645-91339D72C5E5}" dt="2023-05-02T06:56:12.529" v="2202" actId="2696"/>
        <pc:sldMkLst>
          <pc:docMk/>
          <pc:sldMk cId="3613553504" sldId="441"/>
        </pc:sldMkLst>
        <pc:spChg chg="mod">
          <ac:chgData name="张 智" userId="36bdf691fd3510be" providerId="LiveId" clId="{F1BF4103-A6F7-42FB-B645-91339D72C5E5}" dt="2023-05-02T06:29:37.332" v="1455" actId="20577"/>
          <ac:spMkLst>
            <pc:docMk/>
            <pc:sldMk cId="3613553504" sldId="441"/>
            <ac:spMk id="3" creationId="{DD9E5344-939D-4389-AA3E-8709118DCB67}"/>
          </ac:spMkLst>
        </pc:spChg>
        <pc:spChg chg="mod">
          <ac:chgData name="张 智" userId="36bdf691fd3510be" providerId="LiveId" clId="{F1BF4103-A6F7-42FB-B645-91339D72C5E5}" dt="2023-05-02T06:24:05.478" v="1197" actId="20577"/>
          <ac:spMkLst>
            <pc:docMk/>
            <pc:sldMk cId="3613553504" sldId="441"/>
            <ac:spMk id="4" creationId="{E5312F91-956B-43EE-9790-E92487A55A3F}"/>
          </ac:spMkLst>
        </pc:spChg>
      </pc:sldChg>
      <pc:sldChg chg="addSp delSp modSp add del mod modNotesTx">
        <pc:chgData name="张 智" userId="36bdf691fd3510be" providerId="LiveId" clId="{F1BF4103-A6F7-42FB-B645-91339D72C5E5}" dt="2023-05-02T06:56:22.778" v="2203" actId="2696"/>
        <pc:sldMkLst>
          <pc:docMk/>
          <pc:sldMk cId="2978234460" sldId="442"/>
        </pc:sldMkLst>
        <pc:spChg chg="mod">
          <ac:chgData name="张 智" userId="36bdf691fd3510be" providerId="LiveId" clId="{F1BF4103-A6F7-42FB-B645-91339D72C5E5}" dt="2023-05-02T03:44:04.014" v="1083" actId="20577"/>
          <ac:spMkLst>
            <pc:docMk/>
            <pc:sldMk cId="2978234460" sldId="442"/>
            <ac:spMk id="3" creationId="{DD9E5344-939D-4389-AA3E-8709118DCB67}"/>
          </ac:spMkLst>
        </pc:spChg>
        <pc:spChg chg="mod">
          <ac:chgData name="张 智" userId="36bdf691fd3510be" providerId="LiveId" clId="{F1BF4103-A6F7-42FB-B645-91339D72C5E5}" dt="2023-05-02T03:39:54.489" v="874" actId="20577"/>
          <ac:spMkLst>
            <pc:docMk/>
            <pc:sldMk cId="2978234460" sldId="442"/>
            <ac:spMk id="4" creationId="{E5312F91-956B-43EE-9790-E92487A55A3F}"/>
          </ac:spMkLst>
        </pc:spChg>
        <pc:spChg chg="add del mod">
          <ac:chgData name="张 智" userId="36bdf691fd3510be" providerId="LiveId" clId="{F1BF4103-A6F7-42FB-B645-91339D72C5E5}" dt="2023-05-02T03:38:07.653" v="657"/>
          <ac:spMkLst>
            <pc:docMk/>
            <pc:sldMk cId="2978234460" sldId="442"/>
            <ac:spMk id="5" creationId="{A062DA33-D511-4611-9BE7-B35E9312DC08}"/>
          </ac:spMkLst>
        </pc:spChg>
      </pc:sldChg>
      <pc:sldChg chg="modSp add del mod">
        <pc:chgData name="张 智" userId="36bdf691fd3510be" providerId="LiveId" clId="{F1BF4103-A6F7-42FB-B645-91339D72C5E5}" dt="2023-05-03T02:36:38.597" v="9964" actId="2696"/>
        <pc:sldMkLst>
          <pc:docMk/>
          <pc:sldMk cId="458772159" sldId="443"/>
        </pc:sldMkLst>
        <pc:spChg chg="mod">
          <ac:chgData name="张 智" userId="36bdf691fd3510be" providerId="LiveId" clId="{F1BF4103-A6F7-42FB-B645-91339D72C5E5}" dt="2023-05-02T15:23:37.864" v="7587" actId="1076"/>
          <ac:spMkLst>
            <pc:docMk/>
            <pc:sldMk cId="458772159" sldId="443"/>
            <ac:spMk id="7" creationId="{51C713F4-6A7F-4AA9-AC4A-149B0F05F4B9}"/>
          </ac:spMkLst>
        </pc:spChg>
      </pc:sldChg>
      <pc:sldChg chg="addSp delSp modSp add mod modNotesTx">
        <pc:chgData name="张 智" userId="36bdf691fd3510be" providerId="LiveId" clId="{F1BF4103-A6F7-42FB-B645-91339D72C5E5}" dt="2023-05-02T07:20:48.200" v="3137" actId="14100"/>
        <pc:sldMkLst>
          <pc:docMk/>
          <pc:sldMk cId="2086953738" sldId="444"/>
        </pc:sldMkLst>
        <pc:spChg chg="mod">
          <ac:chgData name="张 智" userId="36bdf691fd3510be" providerId="LiveId" clId="{F1BF4103-A6F7-42FB-B645-91339D72C5E5}" dt="2023-05-02T07:20:48.200" v="3137" actId="14100"/>
          <ac:spMkLst>
            <pc:docMk/>
            <pc:sldMk cId="2086953738" sldId="444"/>
            <ac:spMk id="7" creationId="{DA2DEE5E-01BE-4DD0-B2F0-CBE2470D398F}"/>
          </ac:spMkLst>
        </pc:spChg>
        <pc:spChg chg="add mod">
          <ac:chgData name="张 智" userId="36bdf691fd3510be" providerId="LiveId" clId="{F1BF4103-A6F7-42FB-B645-91339D72C5E5}" dt="2023-05-02T07:20:42.546" v="3136" actId="14100"/>
          <ac:spMkLst>
            <pc:docMk/>
            <pc:sldMk cId="2086953738" sldId="444"/>
            <ac:spMk id="8" creationId="{BD2BA2E6-1E5B-4EDC-804A-97D8F5C0B4D9}"/>
          </ac:spMkLst>
        </pc:spChg>
        <pc:spChg chg="mod">
          <ac:chgData name="张 智" userId="36bdf691fd3510be" providerId="LiveId" clId="{F1BF4103-A6F7-42FB-B645-91339D72C5E5}" dt="2023-05-02T07:13:38.273" v="2324" actId="1076"/>
          <ac:spMkLst>
            <pc:docMk/>
            <pc:sldMk cId="2086953738" sldId="444"/>
            <ac:spMk id="11" creationId="{C44275B8-994E-4E79-9134-640576070D50}"/>
          </ac:spMkLst>
        </pc:spChg>
        <pc:spChg chg="add mod">
          <ac:chgData name="张 智" userId="36bdf691fd3510be" providerId="LiveId" clId="{F1BF4103-A6F7-42FB-B645-91339D72C5E5}" dt="2023-05-02T07:19:17.241" v="3082" actId="20577"/>
          <ac:spMkLst>
            <pc:docMk/>
            <pc:sldMk cId="2086953738" sldId="444"/>
            <ac:spMk id="18" creationId="{CEE9925B-06A8-4D15-A9F8-B0871F57C8A4}"/>
          </ac:spMkLst>
        </pc:spChg>
        <pc:picChg chg="mod">
          <ac:chgData name="张 智" userId="36bdf691fd3510be" providerId="LiveId" clId="{F1BF4103-A6F7-42FB-B645-91339D72C5E5}" dt="2023-05-02T07:20:27.890" v="3133" actId="1076"/>
          <ac:picMkLst>
            <pc:docMk/>
            <pc:sldMk cId="2086953738" sldId="444"/>
            <ac:picMk id="10" creationId="{27AAF303-A3E3-4B42-8F2A-9AEF47C64FD1}"/>
          </ac:picMkLst>
        </pc:picChg>
        <pc:picChg chg="mod">
          <ac:chgData name="张 智" userId="36bdf691fd3510be" providerId="LiveId" clId="{F1BF4103-A6F7-42FB-B645-91339D72C5E5}" dt="2023-05-02T07:20:38.233" v="3135" actId="14100"/>
          <ac:picMkLst>
            <pc:docMk/>
            <pc:sldMk cId="2086953738" sldId="444"/>
            <ac:picMk id="1026" creationId="{7617C8A3-5D1F-4DC5-84F0-A5726B2599C8}"/>
          </ac:picMkLst>
        </pc:picChg>
        <pc:cxnChg chg="mod">
          <ac:chgData name="张 智" userId="36bdf691fd3510be" providerId="LiveId" clId="{F1BF4103-A6F7-42FB-B645-91339D72C5E5}" dt="2023-05-02T07:13:38.273" v="2324" actId="1076"/>
          <ac:cxnSpMkLst>
            <pc:docMk/>
            <pc:sldMk cId="2086953738" sldId="444"/>
            <ac:cxnSpMk id="6" creationId="{529E1DAE-CF3B-4AD1-A355-19601B86335E}"/>
          </ac:cxnSpMkLst>
        </pc:cxnChg>
        <pc:cxnChg chg="add del mod">
          <ac:chgData name="张 智" userId="36bdf691fd3510be" providerId="LiveId" clId="{F1BF4103-A6F7-42FB-B645-91339D72C5E5}" dt="2023-05-02T07:18:40.480" v="3058" actId="478"/>
          <ac:cxnSpMkLst>
            <pc:docMk/>
            <pc:sldMk cId="2086953738" sldId="444"/>
            <ac:cxnSpMk id="9" creationId="{6A695593-EB79-4473-BDB0-8B6F2032BE88}"/>
          </ac:cxnSpMkLst>
        </pc:cxnChg>
        <pc:cxnChg chg="add mod">
          <ac:chgData name="张 智" userId="36bdf691fd3510be" providerId="LiveId" clId="{F1BF4103-A6F7-42FB-B645-91339D72C5E5}" dt="2023-05-02T07:19:44.609" v="3089" actId="1076"/>
          <ac:cxnSpMkLst>
            <pc:docMk/>
            <pc:sldMk cId="2086953738" sldId="444"/>
            <ac:cxnSpMk id="19" creationId="{78B4939F-BF56-4E49-AD7A-F52BC0847350}"/>
          </ac:cxnSpMkLst>
        </pc:cxnChg>
      </pc:sldChg>
      <pc:sldChg chg="delSp modSp add mod modNotesTx">
        <pc:chgData name="张 智" userId="36bdf691fd3510be" providerId="LiveId" clId="{F1BF4103-A6F7-42FB-B645-91339D72C5E5}" dt="2023-05-02T07:31:06.581" v="3687" actId="20577"/>
        <pc:sldMkLst>
          <pc:docMk/>
          <pc:sldMk cId="2867893025" sldId="445"/>
        </pc:sldMkLst>
        <pc:spChg chg="mod">
          <ac:chgData name="张 智" userId="36bdf691fd3510be" providerId="LiveId" clId="{F1BF4103-A6F7-42FB-B645-91339D72C5E5}" dt="2023-05-02T07:31:06.581" v="3687" actId="20577"/>
          <ac:spMkLst>
            <pc:docMk/>
            <pc:sldMk cId="2867893025" sldId="445"/>
            <ac:spMk id="2" creationId="{42D06419-9688-4E6E-91B3-405817B0A902}"/>
          </ac:spMkLst>
        </pc:spChg>
        <pc:spChg chg="del">
          <ac:chgData name="张 智" userId="36bdf691fd3510be" providerId="LiveId" clId="{F1BF4103-A6F7-42FB-B645-91339D72C5E5}" dt="2023-05-02T07:21:00.793" v="3139" actId="478"/>
          <ac:spMkLst>
            <pc:docMk/>
            <pc:sldMk cId="2867893025" sldId="445"/>
            <ac:spMk id="7" creationId="{DA2DEE5E-01BE-4DD0-B2F0-CBE2470D398F}"/>
          </ac:spMkLst>
        </pc:spChg>
        <pc:spChg chg="mod">
          <ac:chgData name="张 智" userId="36bdf691fd3510be" providerId="LiveId" clId="{F1BF4103-A6F7-42FB-B645-91339D72C5E5}" dt="2023-05-02T07:23:16.698" v="3335" actId="1076"/>
          <ac:spMkLst>
            <pc:docMk/>
            <pc:sldMk cId="2867893025" sldId="445"/>
            <ac:spMk id="8" creationId="{BD2BA2E6-1E5B-4EDC-804A-97D8F5C0B4D9}"/>
          </ac:spMkLst>
        </pc:spChg>
        <pc:spChg chg="mod">
          <ac:chgData name="张 智" userId="36bdf691fd3510be" providerId="LiveId" clId="{F1BF4103-A6F7-42FB-B645-91339D72C5E5}" dt="2023-05-02T07:23:45.834" v="3356" actId="1076"/>
          <ac:spMkLst>
            <pc:docMk/>
            <pc:sldMk cId="2867893025" sldId="445"/>
            <ac:spMk id="11" creationId="{C44275B8-994E-4E79-9134-640576070D50}"/>
          </ac:spMkLst>
        </pc:spChg>
        <pc:spChg chg="del">
          <ac:chgData name="张 智" userId="36bdf691fd3510be" providerId="LiveId" clId="{F1BF4103-A6F7-42FB-B645-91339D72C5E5}" dt="2023-05-02T07:21:00.793" v="3139" actId="478"/>
          <ac:spMkLst>
            <pc:docMk/>
            <pc:sldMk cId="2867893025" sldId="445"/>
            <ac:spMk id="18" creationId="{CEE9925B-06A8-4D15-A9F8-B0871F57C8A4}"/>
          </ac:spMkLst>
        </pc:spChg>
        <pc:picChg chg="del">
          <ac:chgData name="张 智" userId="36bdf691fd3510be" providerId="LiveId" clId="{F1BF4103-A6F7-42FB-B645-91339D72C5E5}" dt="2023-05-02T07:21:00.793" v="3139" actId="478"/>
          <ac:picMkLst>
            <pc:docMk/>
            <pc:sldMk cId="2867893025" sldId="445"/>
            <ac:picMk id="10" creationId="{27AAF303-A3E3-4B42-8F2A-9AEF47C64FD1}"/>
          </ac:picMkLst>
        </pc:picChg>
        <pc:cxnChg chg="mod">
          <ac:chgData name="张 智" userId="36bdf691fd3510be" providerId="LiveId" clId="{F1BF4103-A6F7-42FB-B645-91339D72C5E5}" dt="2023-05-02T07:23:50.060" v="3358" actId="1076"/>
          <ac:cxnSpMkLst>
            <pc:docMk/>
            <pc:sldMk cId="2867893025" sldId="445"/>
            <ac:cxnSpMk id="6" creationId="{529E1DAE-CF3B-4AD1-A355-19601B86335E}"/>
          </ac:cxnSpMkLst>
        </pc:cxnChg>
        <pc:cxnChg chg="del">
          <ac:chgData name="张 智" userId="36bdf691fd3510be" providerId="LiveId" clId="{F1BF4103-A6F7-42FB-B645-91339D72C5E5}" dt="2023-05-02T07:21:00.793" v="3139" actId="478"/>
          <ac:cxnSpMkLst>
            <pc:docMk/>
            <pc:sldMk cId="2867893025" sldId="445"/>
            <ac:cxnSpMk id="19" creationId="{78B4939F-BF56-4E49-AD7A-F52BC0847350}"/>
          </ac:cxnSpMkLst>
        </pc:cxnChg>
      </pc:sldChg>
      <pc:sldChg chg="addSp delSp modSp add mod modNotesTx">
        <pc:chgData name="张 智" userId="36bdf691fd3510be" providerId="LiveId" clId="{F1BF4103-A6F7-42FB-B645-91339D72C5E5}" dt="2023-05-02T08:55:01.506" v="4650" actId="20577"/>
        <pc:sldMkLst>
          <pc:docMk/>
          <pc:sldMk cId="2222655858" sldId="446"/>
        </pc:sldMkLst>
        <pc:spChg chg="mod">
          <ac:chgData name="张 智" userId="36bdf691fd3510be" providerId="LiveId" clId="{F1BF4103-A6F7-42FB-B645-91339D72C5E5}" dt="2023-05-02T08:01:47.298" v="3991" actId="20577"/>
          <ac:spMkLst>
            <pc:docMk/>
            <pc:sldMk cId="2222655858" sldId="446"/>
            <ac:spMk id="3" creationId="{DD9E5344-939D-4389-AA3E-8709118DCB67}"/>
          </ac:spMkLst>
        </pc:spChg>
        <pc:spChg chg="add del mod">
          <ac:chgData name="张 智" userId="36bdf691fd3510be" providerId="LiveId" clId="{F1BF4103-A6F7-42FB-B645-91339D72C5E5}" dt="2023-05-02T07:32:53.701" v="3712"/>
          <ac:spMkLst>
            <pc:docMk/>
            <pc:sldMk cId="2222655858" sldId="446"/>
            <ac:spMk id="4" creationId="{16654F8A-C818-45B0-A97B-A79DC7A421D7}"/>
          </ac:spMkLst>
        </pc:spChg>
      </pc:sldChg>
      <pc:sldChg chg="modSp add mod modNotesTx">
        <pc:chgData name="张 智" userId="36bdf691fd3510be" providerId="LiveId" clId="{F1BF4103-A6F7-42FB-B645-91339D72C5E5}" dt="2023-05-02T08:56:28.899" v="4706" actId="20577"/>
        <pc:sldMkLst>
          <pc:docMk/>
          <pc:sldMk cId="1592250" sldId="447"/>
        </pc:sldMkLst>
        <pc:spChg chg="mod">
          <ac:chgData name="张 智" userId="36bdf691fd3510be" providerId="LiveId" clId="{F1BF4103-A6F7-42FB-B645-91339D72C5E5}" dt="2023-05-02T08:56:28.899" v="4706" actId="20577"/>
          <ac:spMkLst>
            <pc:docMk/>
            <pc:sldMk cId="1592250" sldId="447"/>
            <ac:spMk id="3" creationId="{DD9E5344-939D-4389-AA3E-8709118DCB67}"/>
          </ac:spMkLst>
        </pc:spChg>
      </pc:sldChg>
      <pc:sldChg chg="add del">
        <pc:chgData name="张 智" userId="36bdf691fd3510be" providerId="LiveId" clId="{F1BF4103-A6F7-42FB-B645-91339D72C5E5}" dt="2023-05-02T08:22:22.251" v="4001"/>
        <pc:sldMkLst>
          <pc:docMk/>
          <pc:sldMk cId="2144114913" sldId="448"/>
        </pc:sldMkLst>
      </pc:sldChg>
      <pc:sldChg chg="modSp add del mod modNotesTx">
        <pc:chgData name="张 智" userId="36bdf691fd3510be" providerId="LiveId" clId="{F1BF4103-A6F7-42FB-B645-91339D72C5E5}" dt="2023-05-02T08:52:28.586" v="4403" actId="2696"/>
        <pc:sldMkLst>
          <pc:docMk/>
          <pc:sldMk cId="2796564476" sldId="523"/>
        </pc:sldMkLst>
        <pc:spChg chg="mod">
          <ac:chgData name="张 智" userId="36bdf691fd3510be" providerId="LiveId" clId="{F1BF4103-A6F7-42FB-B645-91339D72C5E5}" dt="2023-05-02T08:22:39.759" v="4005" actId="20577"/>
          <ac:spMkLst>
            <pc:docMk/>
            <pc:sldMk cId="2796564476" sldId="523"/>
            <ac:spMk id="2" creationId="{29078395-9ABB-4056-81AE-13406C98A42F}"/>
          </ac:spMkLst>
        </pc:spChg>
        <pc:graphicFrameChg chg="mod modGraphic">
          <ac:chgData name="张 智" userId="36bdf691fd3510be" providerId="LiveId" clId="{F1BF4103-A6F7-42FB-B645-91339D72C5E5}" dt="2023-05-02T08:24:06.689" v="4052" actId="20577"/>
          <ac:graphicFrameMkLst>
            <pc:docMk/>
            <pc:sldMk cId="2796564476" sldId="523"/>
            <ac:graphicFrameMk id="5" creationId="{3FEE2090-2AB0-4A5A-BDF0-88C822AD944B}"/>
          </ac:graphicFrameMkLst>
        </pc:graphicFrameChg>
      </pc:sldChg>
      <pc:sldChg chg="addSp delSp modSp add mod modNotesTx">
        <pc:chgData name="张 智" userId="36bdf691fd3510be" providerId="LiveId" clId="{F1BF4103-A6F7-42FB-B645-91339D72C5E5}" dt="2023-05-02T14:04:27.299" v="5943" actId="20577"/>
        <pc:sldMkLst>
          <pc:docMk/>
          <pc:sldMk cId="602400420" sldId="524"/>
        </pc:sldMkLst>
        <pc:spChg chg="mod">
          <ac:chgData name="张 智" userId="36bdf691fd3510be" providerId="LiveId" clId="{F1BF4103-A6F7-42FB-B645-91339D72C5E5}" dt="2023-05-02T08:56:14.594" v="4668" actId="20577"/>
          <ac:spMkLst>
            <pc:docMk/>
            <pc:sldMk cId="602400420" sldId="524"/>
            <ac:spMk id="3" creationId="{DD9E5344-939D-4389-AA3E-8709118DCB67}"/>
          </ac:spMkLst>
        </pc:spChg>
        <pc:spChg chg="add del mod">
          <ac:chgData name="张 智" userId="36bdf691fd3510be" providerId="LiveId" clId="{F1BF4103-A6F7-42FB-B645-91339D72C5E5}" dt="2023-05-02T08:27:02.515" v="4102"/>
          <ac:spMkLst>
            <pc:docMk/>
            <pc:sldMk cId="602400420" sldId="524"/>
            <ac:spMk id="4" creationId="{3402026E-2B82-4B94-ABCA-ADF12045AB56}"/>
          </ac:spMkLst>
        </pc:spChg>
        <pc:spChg chg="add del mod">
          <ac:chgData name="张 智" userId="36bdf691fd3510be" providerId="LiveId" clId="{F1BF4103-A6F7-42FB-B645-91339D72C5E5}" dt="2023-05-02T08:27:13.265" v="4107" actId="478"/>
          <ac:spMkLst>
            <pc:docMk/>
            <pc:sldMk cId="602400420" sldId="524"/>
            <ac:spMk id="5" creationId="{812608D2-A073-4B64-AA02-35D820FC32D0}"/>
          </ac:spMkLst>
        </pc:spChg>
      </pc:sldChg>
      <pc:sldChg chg="modSp add mod modNotesTx">
        <pc:chgData name="张 智" userId="36bdf691fd3510be" providerId="LiveId" clId="{F1BF4103-A6F7-42FB-B645-91339D72C5E5}" dt="2023-05-02T14:04:54.614" v="5953" actId="14100"/>
        <pc:sldMkLst>
          <pc:docMk/>
          <pc:sldMk cId="222040447" sldId="525"/>
        </pc:sldMkLst>
        <pc:spChg chg="mod">
          <ac:chgData name="张 智" userId="36bdf691fd3510be" providerId="LiveId" clId="{F1BF4103-A6F7-42FB-B645-91339D72C5E5}" dt="2023-05-02T14:04:54.614" v="5953" actId="14100"/>
          <ac:spMkLst>
            <pc:docMk/>
            <pc:sldMk cId="222040447" sldId="525"/>
            <ac:spMk id="6" creationId="{6CC0209C-BB32-4594-BE7A-2BFC959299CB}"/>
          </ac:spMkLst>
        </pc:spChg>
      </pc:sldChg>
      <pc:sldChg chg="add del">
        <pc:chgData name="张 智" userId="36bdf691fd3510be" providerId="LiveId" clId="{F1BF4103-A6F7-42FB-B645-91339D72C5E5}" dt="2023-05-02T15:28:47.706" v="7688" actId="2696"/>
        <pc:sldMkLst>
          <pc:docMk/>
          <pc:sldMk cId="3250449492" sldId="526"/>
        </pc:sldMkLst>
      </pc:sldChg>
      <pc:sldChg chg="modSp add del mod">
        <pc:chgData name="张 智" userId="36bdf691fd3510be" providerId="LiveId" clId="{F1BF4103-A6F7-42FB-B645-91339D72C5E5}" dt="2023-05-02T15:12:56.273" v="7411" actId="2696"/>
        <pc:sldMkLst>
          <pc:docMk/>
          <pc:sldMk cId="1629939350" sldId="527"/>
        </pc:sldMkLst>
        <pc:spChg chg="mod">
          <ac:chgData name="张 智" userId="36bdf691fd3510be" providerId="LiveId" clId="{F1BF4103-A6F7-42FB-B645-91339D72C5E5}" dt="2023-05-02T15:12:49.242" v="7410" actId="27636"/>
          <ac:spMkLst>
            <pc:docMk/>
            <pc:sldMk cId="1629939350" sldId="527"/>
            <ac:spMk id="3" creationId="{FD95B780-4F46-48E4-8A07-635D534C3326}"/>
          </ac:spMkLst>
        </pc:spChg>
      </pc:sldChg>
      <pc:sldChg chg="addSp delSp modSp add mod modNotesTx">
        <pc:chgData name="张 智" userId="36bdf691fd3510be" providerId="LiveId" clId="{F1BF4103-A6F7-42FB-B645-91339D72C5E5}" dt="2023-05-03T02:30:50.872" v="9651" actId="20577"/>
        <pc:sldMkLst>
          <pc:docMk/>
          <pc:sldMk cId="1614403497" sldId="528"/>
        </pc:sldMkLst>
        <pc:spChg chg="mod">
          <ac:chgData name="张 智" userId="36bdf691fd3510be" providerId="LiveId" clId="{F1BF4103-A6F7-42FB-B645-91339D72C5E5}" dt="2023-05-02T15:10:07.608" v="7381" actId="14100"/>
          <ac:spMkLst>
            <pc:docMk/>
            <pc:sldMk cId="1614403497" sldId="528"/>
            <ac:spMk id="3" creationId="{FD95B780-4F46-48E4-8A07-635D534C3326}"/>
          </ac:spMkLst>
        </pc:spChg>
        <pc:spChg chg="add mod">
          <ac:chgData name="张 智" userId="36bdf691fd3510be" providerId="LiveId" clId="{F1BF4103-A6F7-42FB-B645-91339D72C5E5}" dt="2023-05-03T02:17:12.554" v="8368" actId="1038"/>
          <ac:spMkLst>
            <pc:docMk/>
            <pc:sldMk cId="1614403497" sldId="528"/>
            <ac:spMk id="6" creationId="{C178BE69-272C-4A17-9DC2-C9A2F97A0332}"/>
          </ac:spMkLst>
        </pc:spChg>
        <pc:spChg chg="add mod">
          <ac:chgData name="张 智" userId="36bdf691fd3510be" providerId="LiveId" clId="{F1BF4103-A6F7-42FB-B645-91339D72C5E5}" dt="2023-05-02T15:19:48.287" v="7532" actId="1076"/>
          <ac:spMkLst>
            <pc:docMk/>
            <pc:sldMk cId="1614403497" sldId="528"/>
            <ac:spMk id="7" creationId="{FEE7FE1D-F98B-45A7-A1F8-C296CBA95000}"/>
          </ac:spMkLst>
        </pc:spChg>
        <pc:spChg chg="add mod">
          <ac:chgData name="张 智" userId="36bdf691fd3510be" providerId="LiveId" clId="{F1BF4103-A6F7-42FB-B645-91339D72C5E5}" dt="2023-05-02T15:19:45.487" v="7531" actId="1076"/>
          <ac:spMkLst>
            <pc:docMk/>
            <pc:sldMk cId="1614403497" sldId="528"/>
            <ac:spMk id="8" creationId="{8CC2CE9B-E6A0-48BA-AC50-4C608F5881F9}"/>
          </ac:spMkLst>
        </pc:spChg>
        <pc:graphicFrameChg chg="add del mod modGraphic">
          <ac:chgData name="张 智" userId="36bdf691fd3510be" providerId="LiveId" clId="{F1BF4103-A6F7-42FB-B645-91339D72C5E5}" dt="2023-05-02T15:13:41.749" v="7428" actId="21"/>
          <ac:graphicFrameMkLst>
            <pc:docMk/>
            <pc:sldMk cId="1614403497" sldId="528"/>
            <ac:graphicFrameMk id="4" creationId="{0A7366DD-DA03-48E0-B1CB-558AC8A4A61E}"/>
          </ac:graphicFrameMkLst>
        </pc:graphicFrameChg>
        <pc:graphicFrameChg chg="add mod modGraphic">
          <ac:chgData name="张 智" userId="36bdf691fd3510be" providerId="LiveId" clId="{F1BF4103-A6F7-42FB-B645-91339D72C5E5}" dt="2023-05-03T02:17:29.420" v="8372" actId="207"/>
          <ac:graphicFrameMkLst>
            <pc:docMk/>
            <pc:sldMk cId="1614403497" sldId="528"/>
            <ac:graphicFrameMk id="5" creationId="{556E0B31-B793-4223-9919-840187E53158}"/>
          </ac:graphicFrameMkLst>
        </pc:graphicFrameChg>
      </pc:sldChg>
      <pc:sldChg chg="add del">
        <pc:chgData name="张 智" userId="36bdf691fd3510be" providerId="LiveId" clId="{F1BF4103-A6F7-42FB-B645-91339D72C5E5}" dt="2023-05-02T15:10:10.832" v="7383"/>
        <pc:sldMkLst>
          <pc:docMk/>
          <pc:sldMk cId="1908442640" sldId="529"/>
        </pc:sldMkLst>
      </pc:sldChg>
      <pc:sldChg chg="add modNotesTx">
        <pc:chgData name="张 智" userId="36bdf691fd3510be" providerId="LiveId" clId="{F1BF4103-A6F7-42FB-B645-91339D72C5E5}" dt="2023-05-03T02:15:30.648" v="8350" actId="20577"/>
        <pc:sldMkLst>
          <pc:docMk/>
          <pc:sldMk cId="3935849827" sldId="529"/>
        </pc:sldMkLst>
      </pc:sldChg>
      <pc:sldChg chg="addSp delSp modSp add mod modNotesTx">
        <pc:chgData name="张 智" userId="36bdf691fd3510be" providerId="LiveId" clId="{F1BF4103-A6F7-42FB-B645-91339D72C5E5}" dt="2023-05-04T02:02:36.465" v="14709" actId="20577"/>
        <pc:sldMkLst>
          <pc:docMk/>
          <pc:sldMk cId="2679307687" sldId="530"/>
        </pc:sldMkLst>
        <pc:spChg chg="mod">
          <ac:chgData name="张 智" userId="36bdf691fd3510be" providerId="LiveId" clId="{F1BF4103-A6F7-42FB-B645-91339D72C5E5}" dt="2023-05-03T08:11:54.981" v="14262" actId="404"/>
          <ac:spMkLst>
            <pc:docMk/>
            <pc:sldMk cId="2679307687" sldId="530"/>
            <ac:spMk id="2" creationId="{CACF3337-D202-49F4-B586-B90CFA38A20B}"/>
          </ac:spMkLst>
        </pc:spChg>
        <pc:spChg chg="mod">
          <ac:chgData name="张 智" userId="36bdf691fd3510be" providerId="LiveId" clId="{F1BF4103-A6F7-42FB-B645-91339D72C5E5}" dt="2023-05-03T08:11:38.332" v="14257" actId="1076"/>
          <ac:spMkLst>
            <pc:docMk/>
            <pc:sldMk cId="2679307687" sldId="530"/>
            <ac:spMk id="3" creationId="{FD95B780-4F46-48E4-8A07-635D534C3326}"/>
          </ac:spMkLst>
        </pc:spChg>
        <pc:spChg chg="add mod">
          <ac:chgData name="张 智" userId="36bdf691fd3510be" providerId="LiveId" clId="{F1BF4103-A6F7-42FB-B645-91339D72C5E5}" dt="2023-05-03T08:11:38.332" v="14257" actId="1076"/>
          <ac:spMkLst>
            <pc:docMk/>
            <pc:sldMk cId="2679307687" sldId="530"/>
            <ac:spMk id="4" creationId="{6719E470-D455-4275-B396-A06CA6EB0EE5}"/>
          </ac:spMkLst>
        </pc:spChg>
        <pc:spChg chg="mod">
          <ac:chgData name="张 智" userId="36bdf691fd3510be" providerId="LiveId" clId="{F1BF4103-A6F7-42FB-B645-91339D72C5E5}" dt="2023-05-03T08:11:38.332" v="14257" actId="1076"/>
          <ac:spMkLst>
            <pc:docMk/>
            <pc:sldMk cId="2679307687" sldId="530"/>
            <ac:spMk id="6" creationId="{C178BE69-272C-4A17-9DC2-C9A2F97A0332}"/>
          </ac:spMkLst>
        </pc:spChg>
        <pc:spChg chg="mod">
          <ac:chgData name="张 智" userId="36bdf691fd3510be" providerId="LiveId" clId="{F1BF4103-A6F7-42FB-B645-91339D72C5E5}" dt="2023-05-03T08:11:38.332" v="14257" actId="1076"/>
          <ac:spMkLst>
            <pc:docMk/>
            <pc:sldMk cId="2679307687" sldId="530"/>
            <ac:spMk id="7" creationId="{FEE7FE1D-F98B-45A7-A1F8-C296CBA95000}"/>
          </ac:spMkLst>
        </pc:spChg>
        <pc:spChg chg="mod">
          <ac:chgData name="张 智" userId="36bdf691fd3510be" providerId="LiveId" clId="{F1BF4103-A6F7-42FB-B645-91339D72C5E5}" dt="2023-05-03T08:11:38.332" v="14257" actId="1076"/>
          <ac:spMkLst>
            <pc:docMk/>
            <pc:sldMk cId="2679307687" sldId="530"/>
            <ac:spMk id="8" creationId="{8CC2CE9B-E6A0-48BA-AC50-4C608F5881F9}"/>
          </ac:spMkLst>
        </pc:spChg>
        <pc:spChg chg="add mod">
          <ac:chgData name="张 智" userId="36bdf691fd3510be" providerId="LiveId" clId="{F1BF4103-A6F7-42FB-B645-91339D72C5E5}" dt="2023-05-03T08:11:38.332" v="14257" actId="1076"/>
          <ac:spMkLst>
            <pc:docMk/>
            <pc:sldMk cId="2679307687" sldId="530"/>
            <ac:spMk id="11" creationId="{1F7C2AA8-93BD-4877-8244-4DED3A4D8853}"/>
          </ac:spMkLst>
        </pc:spChg>
        <pc:graphicFrameChg chg="del">
          <ac:chgData name="张 智" userId="36bdf691fd3510be" providerId="LiveId" clId="{F1BF4103-A6F7-42FB-B645-91339D72C5E5}" dt="2023-05-02T15:21:23.225" v="7543" actId="478"/>
          <ac:graphicFrameMkLst>
            <pc:docMk/>
            <pc:sldMk cId="2679307687" sldId="530"/>
            <ac:graphicFrameMk id="5" creationId="{556E0B31-B793-4223-9919-840187E53158}"/>
          </ac:graphicFrameMkLst>
        </pc:graphicFrameChg>
        <pc:graphicFrameChg chg="add del mod modGraphic">
          <ac:chgData name="张 智" userId="36bdf691fd3510be" providerId="LiveId" clId="{F1BF4103-A6F7-42FB-B645-91339D72C5E5}" dt="2023-05-02T15:21:52.460" v="7553" actId="478"/>
          <ac:graphicFrameMkLst>
            <pc:docMk/>
            <pc:sldMk cId="2679307687" sldId="530"/>
            <ac:graphicFrameMk id="9" creationId="{BF630424-C0A8-40B6-A44F-3F4343D5D170}"/>
          </ac:graphicFrameMkLst>
        </pc:graphicFrameChg>
        <pc:graphicFrameChg chg="add mod modGraphic">
          <ac:chgData name="张 智" userId="36bdf691fd3510be" providerId="LiveId" clId="{F1BF4103-A6F7-42FB-B645-91339D72C5E5}" dt="2023-05-03T08:11:38.332" v="14257" actId="1076"/>
          <ac:graphicFrameMkLst>
            <pc:docMk/>
            <pc:sldMk cId="2679307687" sldId="530"/>
            <ac:graphicFrameMk id="10" creationId="{42D3FFA8-42E1-441C-AED4-1C5DB15A743C}"/>
          </ac:graphicFrameMkLst>
        </pc:graphicFrameChg>
      </pc:sldChg>
      <pc:sldChg chg="modSp add del mod modNotesTx">
        <pc:chgData name="张 智" userId="36bdf691fd3510be" providerId="LiveId" clId="{F1BF4103-A6F7-42FB-B645-91339D72C5E5}" dt="2023-05-03T07:35:15.078" v="13643" actId="2696"/>
        <pc:sldMkLst>
          <pc:docMk/>
          <pc:sldMk cId="1695142936" sldId="531"/>
        </pc:sldMkLst>
        <pc:spChg chg="mod">
          <ac:chgData name="张 智" userId="36bdf691fd3510be" providerId="LiveId" clId="{F1BF4103-A6F7-42FB-B645-91339D72C5E5}" dt="2023-05-03T02:40:51.327" v="10384" actId="20577"/>
          <ac:spMkLst>
            <pc:docMk/>
            <pc:sldMk cId="1695142936" sldId="531"/>
            <ac:spMk id="3" creationId="{32111EBC-E3C0-470B-B785-2E1AAE3530F7}"/>
          </ac:spMkLst>
        </pc:spChg>
      </pc:sldChg>
      <pc:sldChg chg="modSp add del mod">
        <pc:chgData name="张 智" userId="36bdf691fd3510be" providerId="LiveId" clId="{F1BF4103-A6F7-42FB-B645-91339D72C5E5}" dt="2023-05-04T15:02:24.592" v="19327" actId="2696"/>
        <pc:sldMkLst>
          <pc:docMk/>
          <pc:sldMk cId="1719989847" sldId="531"/>
        </pc:sldMkLst>
        <pc:spChg chg="mod">
          <ac:chgData name="张 智" userId="36bdf691fd3510be" providerId="LiveId" clId="{F1BF4103-A6F7-42FB-B645-91339D72C5E5}" dt="2023-05-04T15:02:17.357" v="19326" actId="20577"/>
          <ac:spMkLst>
            <pc:docMk/>
            <pc:sldMk cId="1719989847" sldId="531"/>
            <ac:spMk id="3" creationId="{32111EBC-E3C0-470B-B785-2E1AAE3530F7}"/>
          </ac:spMkLst>
        </pc:spChg>
      </pc:sldChg>
      <pc:sldChg chg="add modNotesTx">
        <pc:chgData name="张 智" userId="36bdf691fd3510be" providerId="LiveId" clId="{F1BF4103-A6F7-42FB-B645-91339D72C5E5}" dt="2023-05-04T15:05:46.668" v="19329" actId="20577"/>
        <pc:sldMkLst>
          <pc:docMk/>
          <pc:sldMk cId="2403556301" sldId="531"/>
        </pc:sldMkLst>
      </pc:sldChg>
      <pc:sldChg chg="modSp add mod modNotesTx">
        <pc:chgData name="张 智" userId="36bdf691fd3510be" providerId="LiveId" clId="{F1BF4103-A6F7-42FB-B645-91339D72C5E5}" dt="2023-05-03T02:31:41.959" v="9715" actId="20577"/>
        <pc:sldMkLst>
          <pc:docMk/>
          <pc:sldMk cId="2239196930" sldId="532"/>
        </pc:sldMkLst>
        <pc:graphicFrameChg chg="modGraphic">
          <ac:chgData name="张 智" userId="36bdf691fd3510be" providerId="LiveId" clId="{F1BF4103-A6F7-42FB-B645-91339D72C5E5}" dt="2023-05-03T02:30:41.250" v="9650" actId="2164"/>
          <ac:graphicFrameMkLst>
            <pc:docMk/>
            <pc:sldMk cId="2239196930" sldId="532"/>
            <ac:graphicFrameMk id="5" creationId="{556E0B31-B793-4223-9919-840187E53158}"/>
          </ac:graphicFrameMkLst>
        </pc:graphicFrameChg>
      </pc:sldChg>
      <pc:sldChg chg="modSp add mod modNotesTx">
        <pc:chgData name="张 智" userId="36bdf691fd3510be" providerId="LiveId" clId="{F1BF4103-A6F7-42FB-B645-91339D72C5E5}" dt="2023-05-03T02:33:37.563" v="9795" actId="20577"/>
        <pc:sldMkLst>
          <pc:docMk/>
          <pc:sldMk cId="1559389550" sldId="533"/>
        </pc:sldMkLst>
        <pc:graphicFrameChg chg="mod modGraphic">
          <ac:chgData name="张 智" userId="36bdf691fd3510be" providerId="LiveId" clId="{F1BF4103-A6F7-42FB-B645-91339D72C5E5}" dt="2023-05-03T02:32:27.217" v="9734" actId="20577"/>
          <ac:graphicFrameMkLst>
            <pc:docMk/>
            <pc:sldMk cId="1559389550" sldId="533"/>
            <ac:graphicFrameMk id="5" creationId="{556E0B31-B793-4223-9919-840187E53158}"/>
          </ac:graphicFrameMkLst>
        </pc:graphicFrameChg>
      </pc:sldChg>
      <pc:sldChg chg="addSp delSp modSp add mod modNotesTx">
        <pc:chgData name="张 智" userId="36bdf691fd3510be" providerId="LiveId" clId="{F1BF4103-A6F7-42FB-B645-91339D72C5E5}" dt="2023-05-03T02:36:07.749" v="9963" actId="20577"/>
        <pc:sldMkLst>
          <pc:docMk/>
          <pc:sldMk cId="2808124262" sldId="534"/>
        </pc:sldMkLst>
        <pc:graphicFrameChg chg="del">
          <ac:chgData name="张 智" userId="36bdf691fd3510be" providerId="LiveId" clId="{F1BF4103-A6F7-42FB-B645-91339D72C5E5}" dt="2023-05-03T02:33:50.450" v="9804" actId="478"/>
          <ac:graphicFrameMkLst>
            <pc:docMk/>
            <pc:sldMk cId="2808124262" sldId="534"/>
            <ac:graphicFrameMk id="5" creationId="{556E0B31-B793-4223-9919-840187E53158}"/>
          </ac:graphicFrameMkLst>
        </pc:graphicFrameChg>
        <pc:graphicFrameChg chg="add mod modGraphic">
          <ac:chgData name="张 智" userId="36bdf691fd3510be" providerId="LiveId" clId="{F1BF4103-A6F7-42FB-B645-91339D72C5E5}" dt="2023-05-03T02:34:32.121" v="9821" actId="20577"/>
          <ac:graphicFrameMkLst>
            <pc:docMk/>
            <pc:sldMk cId="2808124262" sldId="534"/>
            <ac:graphicFrameMk id="9" creationId="{D9C1A7CC-1818-4AE7-8287-6D32E4266B77}"/>
          </ac:graphicFrameMkLst>
        </pc:graphicFrameChg>
      </pc:sldChg>
      <pc:sldChg chg="modSp add mod modNotesTx">
        <pc:chgData name="张 智" userId="36bdf691fd3510be" providerId="LiveId" clId="{F1BF4103-A6F7-42FB-B645-91339D72C5E5}" dt="2023-05-03T08:09:53.023" v="14020" actId="20577"/>
        <pc:sldMkLst>
          <pc:docMk/>
          <pc:sldMk cId="1655456865" sldId="535"/>
        </pc:sldMkLst>
        <pc:spChg chg="mod">
          <ac:chgData name="张 智" userId="36bdf691fd3510be" providerId="LiveId" clId="{F1BF4103-A6F7-42FB-B645-91339D72C5E5}" dt="2023-05-03T08:09:53.023" v="14020" actId="20577"/>
          <ac:spMkLst>
            <pc:docMk/>
            <pc:sldMk cId="1655456865" sldId="535"/>
            <ac:spMk id="3" creationId="{32111EBC-E3C0-470B-B785-2E1AAE3530F7}"/>
          </ac:spMkLst>
        </pc:spChg>
      </pc:sldChg>
      <pc:sldChg chg="delSp modSp add mod modNotesTx">
        <pc:chgData name="张 智" userId="36bdf691fd3510be" providerId="LiveId" clId="{F1BF4103-A6F7-42FB-B645-91339D72C5E5}" dt="2023-05-03T06:34:07.793" v="11155" actId="20577"/>
        <pc:sldMkLst>
          <pc:docMk/>
          <pc:sldMk cId="2042934410" sldId="536"/>
        </pc:sldMkLst>
        <pc:spChg chg="mod">
          <ac:chgData name="张 智" userId="36bdf691fd3510be" providerId="LiveId" clId="{F1BF4103-A6F7-42FB-B645-91339D72C5E5}" dt="2023-05-03T06:29:55.686" v="10977"/>
          <ac:spMkLst>
            <pc:docMk/>
            <pc:sldMk cId="2042934410" sldId="536"/>
            <ac:spMk id="2" creationId="{CACF3337-D202-49F4-B586-B90CFA38A20B}"/>
          </ac:spMkLst>
        </pc:spChg>
        <pc:spChg chg="mod">
          <ac:chgData name="张 智" userId="36bdf691fd3510be" providerId="LiveId" clId="{F1BF4103-A6F7-42FB-B645-91339D72C5E5}" dt="2023-05-03T06:34:07.793" v="11155" actId="20577"/>
          <ac:spMkLst>
            <pc:docMk/>
            <pc:sldMk cId="2042934410" sldId="536"/>
            <ac:spMk id="3" creationId="{FD95B780-4F46-48E4-8A07-635D534C3326}"/>
          </ac:spMkLst>
        </pc:spChg>
        <pc:spChg chg="del">
          <ac:chgData name="张 智" userId="36bdf691fd3510be" providerId="LiveId" clId="{F1BF4103-A6F7-42FB-B645-91339D72C5E5}" dt="2023-05-03T06:30:45.525" v="10983" actId="478"/>
          <ac:spMkLst>
            <pc:docMk/>
            <pc:sldMk cId="2042934410" sldId="536"/>
            <ac:spMk id="8" creationId="{A5D4AF9A-B5A4-4DDF-B564-FF165CEEA72F}"/>
          </ac:spMkLst>
        </pc:spChg>
        <pc:spChg chg="del">
          <ac:chgData name="张 智" userId="36bdf691fd3510be" providerId="LiveId" clId="{F1BF4103-A6F7-42FB-B645-91339D72C5E5}" dt="2023-05-03T06:30:45.525" v="10983" actId="478"/>
          <ac:spMkLst>
            <pc:docMk/>
            <pc:sldMk cId="2042934410" sldId="536"/>
            <ac:spMk id="9" creationId="{00E95105-A102-4075-8B1F-9AD7A2841871}"/>
          </ac:spMkLst>
        </pc:spChg>
        <pc:spChg chg="del">
          <ac:chgData name="张 智" userId="36bdf691fd3510be" providerId="LiveId" clId="{F1BF4103-A6F7-42FB-B645-91339D72C5E5}" dt="2023-05-03T06:30:45.525" v="10983" actId="478"/>
          <ac:spMkLst>
            <pc:docMk/>
            <pc:sldMk cId="2042934410" sldId="536"/>
            <ac:spMk id="10" creationId="{B4BAD64F-AC8F-4525-B881-7DD584DC9B0E}"/>
          </ac:spMkLst>
        </pc:spChg>
        <pc:picChg chg="del">
          <ac:chgData name="张 智" userId="36bdf691fd3510be" providerId="LiveId" clId="{F1BF4103-A6F7-42FB-B645-91339D72C5E5}" dt="2023-05-03T06:30:45.525" v="10983" actId="478"/>
          <ac:picMkLst>
            <pc:docMk/>
            <pc:sldMk cId="2042934410" sldId="536"/>
            <ac:picMk id="5" creationId="{8724B22B-0420-49C9-9A22-7AFA974313A2}"/>
          </ac:picMkLst>
        </pc:picChg>
        <pc:picChg chg="del">
          <ac:chgData name="张 智" userId="36bdf691fd3510be" providerId="LiveId" clId="{F1BF4103-A6F7-42FB-B645-91339D72C5E5}" dt="2023-05-03T06:30:45.525" v="10983" actId="478"/>
          <ac:picMkLst>
            <pc:docMk/>
            <pc:sldMk cId="2042934410" sldId="536"/>
            <ac:picMk id="11" creationId="{A1FD7C39-3638-4692-9517-9B4805A35B5A}"/>
          </ac:picMkLst>
        </pc:picChg>
        <pc:picChg chg="del">
          <ac:chgData name="张 智" userId="36bdf691fd3510be" providerId="LiveId" clId="{F1BF4103-A6F7-42FB-B645-91339D72C5E5}" dt="2023-05-03T06:30:45.525" v="10983" actId="478"/>
          <ac:picMkLst>
            <pc:docMk/>
            <pc:sldMk cId="2042934410" sldId="536"/>
            <ac:picMk id="3076" creationId="{4A953912-B02E-422B-B640-1C8F46FF98DB}"/>
          </ac:picMkLst>
        </pc:picChg>
      </pc:sldChg>
      <pc:sldChg chg="addSp delSp modSp add mod modNotesTx">
        <pc:chgData name="张 智" userId="36bdf691fd3510be" providerId="LiveId" clId="{F1BF4103-A6F7-42FB-B645-91339D72C5E5}" dt="2023-05-03T06:51:37.377" v="12305" actId="1076"/>
        <pc:sldMkLst>
          <pc:docMk/>
          <pc:sldMk cId="1642652350" sldId="537"/>
        </pc:sldMkLst>
        <pc:spChg chg="add del mod">
          <ac:chgData name="张 智" userId="36bdf691fd3510be" providerId="LiveId" clId="{F1BF4103-A6F7-42FB-B645-91339D72C5E5}" dt="2023-05-03T06:51:28.826" v="12302" actId="478"/>
          <ac:spMkLst>
            <pc:docMk/>
            <pc:sldMk cId="1642652350" sldId="537"/>
            <ac:spMk id="3" creationId="{C0480DD5-9736-4BE7-9542-2D2FFEB04E4E}"/>
          </ac:spMkLst>
        </pc:spChg>
        <pc:spChg chg="del">
          <ac:chgData name="张 智" userId="36bdf691fd3510be" providerId="LiveId" clId="{F1BF4103-A6F7-42FB-B645-91339D72C5E5}" dt="2023-05-03T06:51:25.629" v="12301" actId="478"/>
          <ac:spMkLst>
            <pc:docMk/>
            <pc:sldMk cId="1642652350" sldId="537"/>
            <ac:spMk id="8" creationId="{229A0D88-C63B-4DD2-B76C-A0D072C0A7DB}"/>
          </ac:spMkLst>
        </pc:spChg>
        <pc:picChg chg="mod">
          <ac:chgData name="张 智" userId="36bdf691fd3510be" providerId="LiveId" clId="{F1BF4103-A6F7-42FB-B645-91339D72C5E5}" dt="2023-05-03T06:51:37.377" v="12305" actId="1076"/>
          <ac:picMkLst>
            <pc:docMk/>
            <pc:sldMk cId="1642652350" sldId="537"/>
            <ac:picMk id="7" creationId="{0914184F-9447-432B-BE94-1A8181940C46}"/>
          </ac:picMkLst>
        </pc:picChg>
      </pc:sldChg>
      <pc:sldChg chg="modSp add mod modNotesTx">
        <pc:chgData name="张 智" userId="36bdf691fd3510be" providerId="LiveId" clId="{F1BF4103-A6F7-42FB-B645-91339D72C5E5}" dt="2023-05-03T07:09:12.974" v="13373" actId="20577"/>
        <pc:sldMkLst>
          <pc:docMk/>
          <pc:sldMk cId="3992456897" sldId="538"/>
        </pc:sldMkLst>
        <pc:spChg chg="mod">
          <ac:chgData name="张 智" userId="36bdf691fd3510be" providerId="LiveId" clId="{F1BF4103-A6F7-42FB-B645-91339D72C5E5}" dt="2023-05-03T06:57:12.050" v="12457" actId="20577"/>
          <ac:spMkLst>
            <pc:docMk/>
            <pc:sldMk cId="3992456897" sldId="538"/>
            <ac:spMk id="3" creationId="{FD95B780-4F46-48E4-8A07-635D534C3326}"/>
          </ac:spMkLst>
        </pc:spChg>
      </pc:sldChg>
      <pc:sldChg chg="addSp delSp modSp add mod modNotesTx">
        <pc:chgData name="张 智" userId="36bdf691fd3510be" providerId="LiveId" clId="{F1BF4103-A6F7-42FB-B645-91339D72C5E5}" dt="2023-05-03T07:09:35.169" v="13402" actId="20577"/>
        <pc:sldMkLst>
          <pc:docMk/>
          <pc:sldMk cId="2466988963" sldId="539"/>
        </pc:sldMkLst>
        <pc:spChg chg="del mod">
          <ac:chgData name="张 智" userId="36bdf691fd3510be" providerId="LiveId" clId="{F1BF4103-A6F7-42FB-B645-91339D72C5E5}" dt="2023-05-03T06:59:53.326" v="12473" actId="478"/>
          <ac:spMkLst>
            <pc:docMk/>
            <pc:sldMk cId="2466988963" sldId="539"/>
            <ac:spMk id="3" creationId="{FD95B780-4F46-48E4-8A07-635D534C3326}"/>
          </ac:spMkLst>
        </pc:spChg>
        <pc:spChg chg="add del mod">
          <ac:chgData name="张 智" userId="36bdf691fd3510be" providerId="LiveId" clId="{F1BF4103-A6F7-42FB-B645-91339D72C5E5}" dt="2023-05-03T06:59:55.754" v="12474" actId="478"/>
          <ac:spMkLst>
            <pc:docMk/>
            <pc:sldMk cId="2466988963" sldId="539"/>
            <ac:spMk id="7" creationId="{8F21683B-4AB0-42C4-AEF2-E7FC4DBA1F39}"/>
          </ac:spMkLst>
        </pc:spChg>
        <pc:spChg chg="add mod">
          <ac:chgData name="张 智" userId="36bdf691fd3510be" providerId="LiveId" clId="{F1BF4103-A6F7-42FB-B645-91339D72C5E5}" dt="2023-05-03T07:09:23.930" v="13376" actId="20577"/>
          <ac:spMkLst>
            <pc:docMk/>
            <pc:sldMk cId="2466988963" sldId="539"/>
            <ac:spMk id="9" creationId="{408579DB-0970-45C6-81E0-1FC409A24B71}"/>
          </ac:spMkLst>
        </pc:spChg>
        <pc:picChg chg="add mod">
          <ac:chgData name="张 智" userId="36bdf691fd3510be" providerId="LiveId" clId="{F1BF4103-A6F7-42FB-B645-91339D72C5E5}" dt="2023-05-03T07:01:01.472" v="12505" actId="14100"/>
          <ac:picMkLst>
            <pc:docMk/>
            <pc:sldMk cId="2466988963" sldId="539"/>
            <ac:picMk id="5" creationId="{A8E076C9-A1EA-4408-8EFA-633FAC945C3B}"/>
          </ac:picMkLst>
        </pc:picChg>
        <pc:picChg chg="add del mod">
          <ac:chgData name="张 智" userId="36bdf691fd3510be" providerId="LiveId" clId="{F1BF4103-A6F7-42FB-B645-91339D72C5E5}" dt="2023-05-03T06:59:26.693" v="12467" actId="478"/>
          <ac:picMkLst>
            <pc:docMk/>
            <pc:sldMk cId="2466988963" sldId="539"/>
            <ac:picMk id="1026" creationId="{C143A2D0-070C-4529-A4B7-8D4C4BD06F7D}"/>
          </ac:picMkLst>
        </pc:picChg>
      </pc:sldChg>
      <pc:sldChg chg="addSp delSp modSp add mod modNotesTx">
        <pc:chgData name="张 智" userId="36bdf691fd3510be" providerId="LiveId" clId="{F1BF4103-A6F7-42FB-B645-91339D72C5E5}" dt="2023-05-03T07:11:08.326" v="13447" actId="20577"/>
        <pc:sldMkLst>
          <pc:docMk/>
          <pc:sldMk cId="3878242890" sldId="540"/>
        </pc:sldMkLst>
        <pc:spChg chg="mod">
          <ac:chgData name="张 智" userId="36bdf691fd3510be" providerId="LiveId" clId="{F1BF4103-A6F7-42FB-B645-91339D72C5E5}" dt="2023-05-03T07:10:55.282" v="13437" actId="20577"/>
          <ac:spMkLst>
            <pc:docMk/>
            <pc:sldMk cId="3878242890" sldId="540"/>
            <ac:spMk id="9" creationId="{408579DB-0970-45C6-81E0-1FC409A24B71}"/>
          </ac:spMkLst>
        </pc:spChg>
        <pc:picChg chg="add mod">
          <ac:chgData name="张 智" userId="36bdf691fd3510be" providerId="LiveId" clId="{F1BF4103-A6F7-42FB-B645-91339D72C5E5}" dt="2023-05-03T07:10:49.678" v="13434" actId="1035"/>
          <ac:picMkLst>
            <pc:docMk/>
            <pc:sldMk cId="3878242890" sldId="540"/>
            <ac:picMk id="4" creationId="{1752B027-7B38-479B-B692-AD51197C1593}"/>
          </ac:picMkLst>
        </pc:picChg>
        <pc:picChg chg="del">
          <ac:chgData name="张 智" userId="36bdf691fd3510be" providerId="LiveId" clId="{F1BF4103-A6F7-42FB-B645-91339D72C5E5}" dt="2023-05-03T07:09:57.634" v="13404" actId="478"/>
          <ac:picMkLst>
            <pc:docMk/>
            <pc:sldMk cId="3878242890" sldId="540"/>
            <ac:picMk id="5" creationId="{A8E076C9-A1EA-4408-8EFA-633FAC945C3B}"/>
          </ac:picMkLst>
        </pc:picChg>
      </pc:sldChg>
      <pc:sldChg chg="addSp delSp modSp add mod modNotesTx">
        <pc:chgData name="张 智" userId="36bdf691fd3510be" providerId="LiveId" clId="{F1BF4103-A6F7-42FB-B645-91339D72C5E5}" dt="2023-05-03T07:14:49.102" v="13642" actId="20577"/>
        <pc:sldMkLst>
          <pc:docMk/>
          <pc:sldMk cId="397092454" sldId="541"/>
        </pc:sldMkLst>
        <pc:spChg chg="mod">
          <ac:chgData name="张 智" userId="36bdf691fd3510be" providerId="LiveId" clId="{F1BF4103-A6F7-42FB-B645-91339D72C5E5}" dt="2023-05-03T07:12:41.930" v="13492" actId="14100"/>
          <ac:spMkLst>
            <pc:docMk/>
            <pc:sldMk cId="397092454" sldId="541"/>
            <ac:spMk id="9" creationId="{408579DB-0970-45C6-81E0-1FC409A24B71}"/>
          </ac:spMkLst>
        </pc:spChg>
        <pc:picChg chg="del">
          <ac:chgData name="张 智" userId="36bdf691fd3510be" providerId="LiveId" clId="{F1BF4103-A6F7-42FB-B645-91339D72C5E5}" dt="2023-05-03T07:11:45.684" v="13449" actId="478"/>
          <ac:picMkLst>
            <pc:docMk/>
            <pc:sldMk cId="397092454" sldId="541"/>
            <ac:picMk id="4" creationId="{1752B027-7B38-479B-B692-AD51197C1593}"/>
          </ac:picMkLst>
        </pc:picChg>
        <pc:picChg chg="add mod">
          <ac:chgData name="张 智" userId="36bdf691fd3510be" providerId="LiveId" clId="{F1BF4103-A6F7-42FB-B645-91339D72C5E5}" dt="2023-05-03T07:11:57.671" v="13454" actId="14100"/>
          <ac:picMkLst>
            <pc:docMk/>
            <pc:sldMk cId="397092454" sldId="541"/>
            <ac:picMk id="5" creationId="{39C6CA45-FCAE-4D51-9892-19702E186E42}"/>
          </ac:picMkLst>
        </pc:picChg>
      </pc:sldChg>
      <pc:sldChg chg="modSp add mod modNotesTx">
        <pc:chgData name="张 智" userId="36bdf691fd3510be" providerId="LiveId" clId="{F1BF4103-A6F7-42FB-B645-91339D72C5E5}" dt="2023-05-04T02:39:17.604" v="14797"/>
        <pc:sldMkLst>
          <pc:docMk/>
          <pc:sldMk cId="1622616642" sldId="542"/>
        </pc:sldMkLst>
        <pc:spChg chg="mod">
          <ac:chgData name="张 智" userId="36bdf691fd3510be" providerId="LiveId" clId="{F1BF4103-A6F7-42FB-B645-91339D72C5E5}" dt="2023-05-03T07:46:51.451" v="13665" actId="20577"/>
          <ac:spMkLst>
            <pc:docMk/>
            <pc:sldMk cId="1622616642" sldId="542"/>
            <ac:spMk id="2" creationId="{4D02E451-CAB5-489E-8029-85B18A4CDADB}"/>
          </ac:spMkLst>
        </pc:spChg>
        <pc:spChg chg="mod">
          <ac:chgData name="张 智" userId="36bdf691fd3510be" providerId="LiveId" clId="{F1BF4103-A6F7-42FB-B645-91339D72C5E5}" dt="2023-05-04T02:32:35.527" v="14740" actId="14100"/>
          <ac:spMkLst>
            <pc:docMk/>
            <pc:sldMk cId="1622616642" sldId="542"/>
            <ac:spMk id="3" creationId="{5705EF65-B9D6-4C8D-B798-6F1EF3344DD2}"/>
          </ac:spMkLst>
        </pc:spChg>
      </pc:sldChg>
      <pc:sldChg chg="modSp add mod modNotesTx">
        <pc:chgData name="张 智" userId="36bdf691fd3510be" providerId="LiveId" clId="{F1BF4103-A6F7-42FB-B645-91339D72C5E5}" dt="2023-05-04T02:48:03.133" v="15294" actId="20577"/>
        <pc:sldMkLst>
          <pc:docMk/>
          <pc:sldMk cId="2283814443" sldId="543"/>
        </pc:sldMkLst>
        <pc:spChg chg="mod">
          <ac:chgData name="张 智" userId="36bdf691fd3510be" providerId="LiveId" clId="{F1BF4103-A6F7-42FB-B645-91339D72C5E5}" dt="2023-05-03T08:02:43.493" v="13802" actId="14100"/>
          <ac:spMkLst>
            <pc:docMk/>
            <pc:sldMk cId="2283814443" sldId="543"/>
            <ac:spMk id="2" creationId="{4D02E451-CAB5-489E-8029-85B18A4CDADB}"/>
          </ac:spMkLst>
        </pc:spChg>
        <pc:spChg chg="mod">
          <ac:chgData name="张 智" userId="36bdf691fd3510be" providerId="LiveId" clId="{F1BF4103-A6F7-42FB-B645-91339D72C5E5}" dt="2023-05-04T02:46:06.990" v="15093" actId="14100"/>
          <ac:spMkLst>
            <pc:docMk/>
            <pc:sldMk cId="2283814443" sldId="543"/>
            <ac:spMk id="3" creationId="{5705EF65-B9D6-4C8D-B798-6F1EF3344DD2}"/>
          </ac:spMkLst>
        </pc:spChg>
      </pc:sldChg>
      <pc:sldChg chg="addSp delSp modSp add mod modNotesTx">
        <pc:chgData name="张 智" userId="36bdf691fd3510be" providerId="LiveId" clId="{F1BF4103-A6F7-42FB-B645-91339D72C5E5}" dt="2023-05-04T07:10:55.252" v="16998" actId="20577"/>
        <pc:sldMkLst>
          <pc:docMk/>
          <pc:sldMk cId="198381443" sldId="544"/>
        </pc:sldMkLst>
        <pc:spChg chg="del">
          <ac:chgData name="张 智" userId="36bdf691fd3510be" providerId="LiveId" clId="{F1BF4103-A6F7-42FB-B645-91339D72C5E5}" dt="2023-05-03T08:02:59.790" v="13808" actId="478"/>
          <ac:spMkLst>
            <pc:docMk/>
            <pc:sldMk cId="198381443" sldId="544"/>
            <ac:spMk id="3" creationId="{5705EF65-B9D6-4C8D-B798-6F1EF3344DD2}"/>
          </ac:spMkLst>
        </pc:spChg>
        <pc:spChg chg="add del mod">
          <ac:chgData name="张 智" userId="36bdf691fd3510be" providerId="LiveId" clId="{F1BF4103-A6F7-42FB-B645-91339D72C5E5}" dt="2023-05-03T08:03:01.152" v="13809" actId="478"/>
          <ac:spMkLst>
            <pc:docMk/>
            <pc:sldMk cId="198381443" sldId="544"/>
            <ac:spMk id="5" creationId="{1BCCEC91-C277-4520-8D4A-C1C89CB9A4FD}"/>
          </ac:spMkLst>
        </pc:spChg>
        <pc:picChg chg="add mod">
          <ac:chgData name="张 智" userId="36bdf691fd3510be" providerId="LiveId" clId="{F1BF4103-A6F7-42FB-B645-91339D72C5E5}" dt="2023-05-03T08:03:51.357" v="13821" actId="14100"/>
          <ac:picMkLst>
            <pc:docMk/>
            <pc:sldMk cId="198381443" sldId="544"/>
            <ac:picMk id="6" creationId="{B035A42B-3C0C-44F4-A095-298313AC4F90}"/>
          </ac:picMkLst>
        </pc:picChg>
      </pc:sldChg>
      <pc:sldChg chg="modSp add mod modNotesTx">
        <pc:chgData name="张 智" userId="36bdf691fd3510be" providerId="LiveId" clId="{F1BF4103-A6F7-42FB-B645-91339D72C5E5}" dt="2023-05-04T02:29:48.795" v="14738" actId="20577"/>
        <pc:sldMkLst>
          <pc:docMk/>
          <pc:sldMk cId="3461407231" sldId="545"/>
        </pc:sldMkLst>
        <pc:spChg chg="mod">
          <ac:chgData name="张 智" userId="36bdf691fd3510be" providerId="LiveId" clId="{F1BF4103-A6F7-42FB-B645-91339D72C5E5}" dt="2023-05-04T02:01:09.516" v="14656" actId="255"/>
          <ac:spMkLst>
            <pc:docMk/>
            <pc:sldMk cId="3461407231" sldId="545"/>
            <ac:spMk id="3" creationId="{5705EF65-B9D6-4C8D-B798-6F1EF3344DD2}"/>
          </ac:spMkLst>
        </pc:spChg>
      </pc:sldChg>
      <pc:sldChg chg="delSp add del">
        <pc:chgData name="张 智" userId="36bdf691fd3510be" providerId="LiveId" clId="{F1BF4103-A6F7-42FB-B645-91339D72C5E5}" dt="2023-05-04T07:17:37.294" v="16999" actId="2696"/>
        <pc:sldMkLst>
          <pc:docMk/>
          <pc:sldMk cId="149841687" sldId="546"/>
        </pc:sldMkLst>
        <pc:picChg chg="del">
          <ac:chgData name="张 智" userId="36bdf691fd3510be" providerId="LiveId" clId="{F1BF4103-A6F7-42FB-B645-91339D72C5E5}" dt="2023-05-04T03:00:34.019" v="15853" actId="478"/>
          <ac:picMkLst>
            <pc:docMk/>
            <pc:sldMk cId="149841687" sldId="546"/>
            <ac:picMk id="6" creationId="{B035A42B-3C0C-44F4-A095-298313AC4F90}"/>
          </ac:picMkLst>
        </pc:picChg>
      </pc:sldChg>
      <pc:sldChg chg="add del">
        <pc:chgData name="张 智" userId="36bdf691fd3510be" providerId="LiveId" clId="{F1BF4103-A6F7-42FB-B645-91339D72C5E5}" dt="2023-05-04T14:44:41.495" v="19305" actId="2696"/>
        <pc:sldMkLst>
          <pc:docMk/>
          <pc:sldMk cId="285990019" sldId="547"/>
        </pc:sldMkLst>
      </pc:sldChg>
      <pc:sldChg chg="modSp add mod modNotesTx">
        <pc:chgData name="张 智" userId="36bdf691fd3510be" providerId="LiveId" clId="{F1BF4103-A6F7-42FB-B645-91339D72C5E5}" dt="2023-05-04T14:36:37.632" v="18746" actId="20577"/>
        <pc:sldMkLst>
          <pc:docMk/>
          <pc:sldMk cId="2074385427" sldId="548"/>
        </pc:sldMkLst>
        <pc:spChg chg="mod">
          <ac:chgData name="张 智" userId="36bdf691fd3510be" providerId="LiveId" clId="{F1BF4103-A6F7-42FB-B645-91339D72C5E5}" dt="2023-05-04T07:01:02.509" v="16859" actId="1076"/>
          <ac:spMkLst>
            <pc:docMk/>
            <pc:sldMk cId="2074385427" sldId="548"/>
            <ac:spMk id="3" creationId="{8178432B-0C75-44A3-B311-3F262FB42D25}"/>
          </ac:spMkLst>
        </pc:spChg>
      </pc:sldChg>
      <pc:sldChg chg="add">
        <pc:chgData name="张 智" userId="36bdf691fd3510be" providerId="LiveId" clId="{F1BF4103-A6F7-42FB-B645-91339D72C5E5}" dt="2023-05-04T07:00:05.371" v="16820"/>
        <pc:sldMkLst>
          <pc:docMk/>
          <pc:sldMk cId="1675334681" sldId="549"/>
        </pc:sldMkLst>
      </pc:sldChg>
      <pc:sldChg chg="delSp modSp add del mod">
        <pc:chgData name="张 智" userId="36bdf691fd3510be" providerId="LiveId" clId="{F1BF4103-A6F7-42FB-B645-91339D72C5E5}" dt="2023-05-04T07:41:20.741" v="17375" actId="2696"/>
        <pc:sldMkLst>
          <pc:docMk/>
          <pc:sldMk cId="906909653" sldId="550"/>
        </pc:sldMkLst>
        <pc:spChg chg="del">
          <ac:chgData name="张 智" userId="36bdf691fd3510be" providerId="LiveId" clId="{F1BF4103-A6F7-42FB-B645-91339D72C5E5}" dt="2023-05-04T07:38:48.534" v="17352" actId="478"/>
          <ac:spMkLst>
            <pc:docMk/>
            <pc:sldMk cId="906909653" sldId="550"/>
            <ac:spMk id="7" creationId="{00000000-0000-0000-0000-000000000000}"/>
          </ac:spMkLst>
        </pc:spChg>
        <pc:spChg chg="del">
          <ac:chgData name="张 智" userId="36bdf691fd3510be" providerId="LiveId" clId="{F1BF4103-A6F7-42FB-B645-91339D72C5E5}" dt="2023-05-04T07:38:52.340" v="17353" actId="478"/>
          <ac:spMkLst>
            <pc:docMk/>
            <pc:sldMk cId="906909653" sldId="550"/>
            <ac:spMk id="8" creationId="{00000000-0000-0000-0000-000000000000}"/>
          </ac:spMkLst>
        </pc:spChg>
        <pc:spChg chg="mod">
          <ac:chgData name="张 智" userId="36bdf691fd3510be" providerId="LiveId" clId="{F1BF4103-A6F7-42FB-B645-91339D72C5E5}" dt="2023-05-04T07:40:19.171" v="17369" actId="21"/>
          <ac:spMkLst>
            <pc:docMk/>
            <pc:sldMk cId="906909653" sldId="550"/>
            <ac:spMk id="9" creationId="{853EF04D-4AB1-442A-9119-2911AD52F027}"/>
          </ac:spMkLst>
        </pc:spChg>
      </pc:sldChg>
      <pc:sldChg chg="add del">
        <pc:chgData name="张 智" userId="36bdf691fd3510be" providerId="LiveId" clId="{F1BF4103-A6F7-42FB-B645-91339D72C5E5}" dt="2023-05-04T07:39:18.329" v="17355"/>
        <pc:sldMkLst>
          <pc:docMk/>
          <pc:sldMk cId="1944678025" sldId="551"/>
        </pc:sldMkLst>
      </pc:sldChg>
      <pc:sldChg chg="addSp delSp modSp add mod">
        <pc:chgData name="张 智" userId="36bdf691fd3510be" providerId="LiveId" clId="{F1BF4103-A6F7-42FB-B645-91339D72C5E5}" dt="2023-05-05T15:05:59.869" v="22591" actId="14100"/>
        <pc:sldMkLst>
          <pc:docMk/>
          <pc:sldMk cId="3093451917" sldId="551"/>
        </pc:sldMkLst>
        <pc:spChg chg="del mod">
          <ac:chgData name="张 智" userId="36bdf691fd3510be" providerId="LiveId" clId="{F1BF4103-A6F7-42FB-B645-91339D72C5E5}" dt="2023-05-04T08:08:33.478" v="17736" actId="478"/>
          <ac:spMkLst>
            <pc:docMk/>
            <pc:sldMk cId="3093451917" sldId="551"/>
            <ac:spMk id="2" creationId="{00000000-0000-0000-0000-000000000000}"/>
          </ac:spMkLst>
        </pc:spChg>
        <pc:spChg chg="add del">
          <ac:chgData name="张 智" userId="36bdf691fd3510be" providerId="LiveId" clId="{F1BF4103-A6F7-42FB-B645-91339D72C5E5}" dt="2023-05-04T08:08:42.257" v="17738" actId="478"/>
          <ac:spMkLst>
            <pc:docMk/>
            <pc:sldMk cId="3093451917" sldId="551"/>
            <ac:spMk id="3" creationId="{225B151D-ADB8-4F49-8586-B2EEE4A6F8C2}"/>
          </ac:spMkLst>
        </pc:spChg>
        <pc:spChg chg="add del mod">
          <ac:chgData name="张 智" userId="36bdf691fd3510be" providerId="LiveId" clId="{F1BF4103-A6F7-42FB-B645-91339D72C5E5}" dt="2023-05-05T15:01:24.993" v="22503" actId="478"/>
          <ac:spMkLst>
            <pc:docMk/>
            <pc:sldMk cId="3093451917" sldId="551"/>
            <ac:spMk id="3" creationId="{B56FB221-2629-4100-9FA9-5B11312334F4}"/>
          </ac:spMkLst>
        </pc:spChg>
        <pc:spChg chg="mod">
          <ac:chgData name="张 智" userId="36bdf691fd3510be" providerId="LiveId" clId="{F1BF4103-A6F7-42FB-B645-91339D72C5E5}" dt="2023-05-04T07:40:41.675" v="17372" actId="108"/>
          <ac:spMkLst>
            <pc:docMk/>
            <pc:sldMk cId="3093451917" sldId="551"/>
            <ac:spMk id="4" creationId="{00000000-0000-0000-0000-000000000000}"/>
          </ac:spMkLst>
        </pc:spChg>
        <pc:spChg chg="add del mod">
          <ac:chgData name="张 智" userId="36bdf691fd3510be" providerId="LiveId" clId="{F1BF4103-A6F7-42FB-B645-91339D72C5E5}" dt="2023-05-04T08:08:25.320" v="17732" actId="478"/>
          <ac:spMkLst>
            <pc:docMk/>
            <pc:sldMk cId="3093451917" sldId="551"/>
            <ac:spMk id="5" creationId="{551DA820-9029-4555-B819-F970C0BF7F97}"/>
          </ac:spMkLst>
        </pc:spChg>
        <pc:spChg chg="add del mod">
          <ac:chgData name="张 智" userId="36bdf691fd3510be" providerId="LiveId" clId="{F1BF4103-A6F7-42FB-B645-91339D72C5E5}" dt="2023-05-04T08:08:22.632" v="17731" actId="478"/>
          <ac:spMkLst>
            <pc:docMk/>
            <pc:sldMk cId="3093451917" sldId="551"/>
            <ac:spMk id="6" creationId="{DE883346-12DC-41ED-9F3B-E57D698ABE9F}"/>
          </ac:spMkLst>
        </pc:spChg>
        <pc:spChg chg="add del mod">
          <ac:chgData name="张 智" userId="36bdf691fd3510be" providerId="LiveId" clId="{F1BF4103-A6F7-42FB-B645-91339D72C5E5}" dt="2023-05-05T15:01:23.451" v="22502" actId="478"/>
          <ac:spMkLst>
            <pc:docMk/>
            <pc:sldMk cId="3093451917" sldId="551"/>
            <ac:spMk id="8" creationId="{80E200BC-7A10-4D36-8671-173417211610}"/>
          </ac:spMkLst>
        </pc:spChg>
        <pc:spChg chg="add mod">
          <ac:chgData name="张 智" userId="36bdf691fd3510be" providerId="LiveId" clId="{F1BF4103-A6F7-42FB-B645-91339D72C5E5}" dt="2023-05-05T15:05:17.616" v="22580" actId="1076"/>
          <ac:spMkLst>
            <pc:docMk/>
            <pc:sldMk cId="3093451917" sldId="551"/>
            <ac:spMk id="9" creationId="{CEE46228-0CBA-4584-A268-EE13072AFEC1}"/>
          </ac:spMkLst>
        </pc:spChg>
        <pc:spChg chg="add del mod">
          <ac:chgData name="张 智" userId="36bdf691fd3510be" providerId="LiveId" clId="{F1BF4103-A6F7-42FB-B645-91339D72C5E5}" dt="2023-05-05T15:05:05.305" v="22576" actId="478"/>
          <ac:spMkLst>
            <pc:docMk/>
            <pc:sldMk cId="3093451917" sldId="551"/>
            <ac:spMk id="10" creationId="{EB1BE8C2-B7E2-467A-A208-E6EF4815ADA5}"/>
          </ac:spMkLst>
        </pc:spChg>
        <pc:spChg chg="add mod">
          <ac:chgData name="张 智" userId="36bdf691fd3510be" providerId="LiveId" clId="{F1BF4103-A6F7-42FB-B645-91339D72C5E5}" dt="2023-05-05T15:01:39.595" v="22505" actId="1076"/>
          <ac:spMkLst>
            <pc:docMk/>
            <pc:sldMk cId="3093451917" sldId="551"/>
            <ac:spMk id="12" creationId="{4459C86B-E705-46A7-965A-F32321AFFF80}"/>
          </ac:spMkLst>
        </pc:spChg>
        <pc:spChg chg="add mod">
          <ac:chgData name="张 智" userId="36bdf691fd3510be" providerId="LiveId" clId="{F1BF4103-A6F7-42FB-B645-91339D72C5E5}" dt="2023-05-05T15:05:10.313" v="22577" actId="1076"/>
          <ac:spMkLst>
            <pc:docMk/>
            <pc:sldMk cId="3093451917" sldId="551"/>
            <ac:spMk id="13" creationId="{7B693A93-DA4C-4D2F-8247-85DD674B96C8}"/>
          </ac:spMkLst>
        </pc:spChg>
        <pc:spChg chg="del">
          <ac:chgData name="张 智" userId="36bdf691fd3510be" providerId="LiveId" clId="{F1BF4103-A6F7-42FB-B645-91339D72C5E5}" dt="2023-05-04T07:41:14.557" v="17373" actId="478"/>
          <ac:spMkLst>
            <pc:docMk/>
            <pc:sldMk cId="3093451917" sldId="551"/>
            <ac:spMk id="13" creationId="{C4433A21-7241-4211-AF56-7CFF22647253}"/>
          </ac:spMkLst>
        </pc:spChg>
        <pc:spChg chg="add del mod">
          <ac:chgData name="张 智" userId="36bdf691fd3510be" providerId="LiveId" clId="{F1BF4103-A6F7-42FB-B645-91339D72C5E5}" dt="2023-05-05T15:05:02.139" v="22575" actId="478"/>
          <ac:spMkLst>
            <pc:docMk/>
            <pc:sldMk cId="3093451917" sldId="551"/>
            <ac:spMk id="14" creationId="{12603A11-F84B-416E-9349-7ADA30DF5EF3}"/>
          </ac:spMkLst>
        </pc:spChg>
        <pc:spChg chg="add mod">
          <ac:chgData name="张 智" userId="36bdf691fd3510be" providerId="LiveId" clId="{F1BF4103-A6F7-42FB-B645-91339D72C5E5}" dt="2023-05-05T15:05:20.420" v="22581" actId="1076"/>
          <ac:spMkLst>
            <pc:docMk/>
            <pc:sldMk cId="3093451917" sldId="551"/>
            <ac:spMk id="16" creationId="{A12CAE69-394B-4B8A-A2A8-287D3F9F12B4}"/>
          </ac:spMkLst>
        </pc:spChg>
        <pc:cxnChg chg="add mod">
          <ac:chgData name="张 智" userId="36bdf691fd3510be" providerId="LiveId" clId="{F1BF4103-A6F7-42FB-B645-91339D72C5E5}" dt="2023-05-05T15:05:54.720" v="22590" actId="14100"/>
          <ac:cxnSpMkLst>
            <pc:docMk/>
            <pc:sldMk cId="3093451917" sldId="551"/>
            <ac:cxnSpMk id="11" creationId="{9E26D652-CA89-4C22-95D9-F3651ECCCBE8}"/>
          </ac:cxnSpMkLst>
        </pc:cxnChg>
        <pc:cxnChg chg="add del mod">
          <ac:chgData name="张 智" userId="36bdf691fd3510be" providerId="LiveId" clId="{F1BF4103-A6F7-42FB-B645-91339D72C5E5}" dt="2023-05-05T15:05:33.832" v="22584" actId="478"/>
          <ac:cxnSpMkLst>
            <pc:docMk/>
            <pc:sldMk cId="3093451917" sldId="551"/>
            <ac:cxnSpMk id="15" creationId="{F46FBA61-76AF-4509-8D0F-B1587B1F59B5}"/>
          </ac:cxnSpMkLst>
        </pc:cxnChg>
        <pc:cxnChg chg="add mod">
          <ac:chgData name="张 智" userId="36bdf691fd3510be" providerId="LiveId" clId="{F1BF4103-A6F7-42FB-B645-91339D72C5E5}" dt="2023-05-05T15:05:59.869" v="22591" actId="14100"/>
          <ac:cxnSpMkLst>
            <pc:docMk/>
            <pc:sldMk cId="3093451917" sldId="551"/>
            <ac:cxnSpMk id="17" creationId="{81E62B63-A077-4158-BD75-E902D7703D7D}"/>
          </ac:cxnSpMkLst>
        </pc:cxnChg>
      </pc:sldChg>
      <pc:sldChg chg="addSp delSp modSp add mod">
        <pc:chgData name="张 智" userId="36bdf691fd3510be" providerId="LiveId" clId="{F1BF4103-A6F7-42FB-B645-91339D72C5E5}" dt="2023-05-05T15:19:43.028" v="22817" actId="14100"/>
        <pc:sldMkLst>
          <pc:docMk/>
          <pc:sldMk cId="2930170659" sldId="552"/>
        </pc:sldMkLst>
        <pc:spChg chg="mod">
          <ac:chgData name="张 智" userId="36bdf691fd3510be" providerId="LiveId" clId="{F1BF4103-A6F7-42FB-B645-91339D72C5E5}" dt="2023-05-05T15:19:03.736" v="22812" actId="1076"/>
          <ac:spMkLst>
            <pc:docMk/>
            <pc:sldMk cId="2930170659" sldId="552"/>
            <ac:spMk id="2" creationId="{00000000-0000-0000-0000-000000000000}"/>
          </ac:spMkLst>
        </pc:spChg>
        <pc:spChg chg="del mod">
          <ac:chgData name="张 智" userId="36bdf691fd3510be" providerId="LiveId" clId="{F1BF4103-A6F7-42FB-B645-91339D72C5E5}" dt="2023-05-05T15:07:39.144" v="22592" actId="478"/>
          <ac:spMkLst>
            <pc:docMk/>
            <pc:sldMk cId="2930170659" sldId="552"/>
            <ac:spMk id="5" creationId="{551DA820-9029-4555-B819-F970C0BF7F97}"/>
          </ac:spMkLst>
        </pc:spChg>
        <pc:spChg chg="del mod">
          <ac:chgData name="张 智" userId="36bdf691fd3510be" providerId="LiveId" clId="{F1BF4103-A6F7-42FB-B645-91339D72C5E5}" dt="2023-05-05T15:07:54.725" v="22595" actId="478"/>
          <ac:spMkLst>
            <pc:docMk/>
            <pc:sldMk cId="2930170659" sldId="552"/>
            <ac:spMk id="6" creationId="{DE883346-12DC-41ED-9F3B-E57D698ABE9F}"/>
          </ac:spMkLst>
        </pc:spChg>
        <pc:spChg chg="add mod">
          <ac:chgData name="张 智" userId="36bdf691fd3510be" providerId="LiveId" clId="{F1BF4103-A6F7-42FB-B645-91339D72C5E5}" dt="2023-05-05T15:19:40.687" v="22816" actId="14100"/>
          <ac:spMkLst>
            <pc:docMk/>
            <pc:sldMk cId="2930170659" sldId="552"/>
            <ac:spMk id="7" creationId="{5129D2A1-06C6-4A6E-97BB-22FD3C951CEE}"/>
          </ac:spMkLst>
        </pc:spChg>
        <pc:spChg chg="add mod">
          <ac:chgData name="张 智" userId="36bdf691fd3510be" providerId="LiveId" clId="{F1BF4103-A6F7-42FB-B645-91339D72C5E5}" dt="2023-05-05T15:19:43.028" v="22817" actId="14100"/>
          <ac:spMkLst>
            <pc:docMk/>
            <pc:sldMk cId="2930170659" sldId="552"/>
            <ac:spMk id="8" creationId="{AC30ED5F-AFD9-470D-B5DB-19AD0DA667E0}"/>
          </ac:spMkLst>
        </pc:spChg>
        <pc:spChg chg="add del">
          <ac:chgData name="张 智" userId="36bdf691fd3510be" providerId="LiveId" clId="{F1BF4103-A6F7-42FB-B645-91339D72C5E5}" dt="2023-05-04T08:28:49.813" v="18097" actId="478"/>
          <ac:spMkLst>
            <pc:docMk/>
            <pc:sldMk cId="2930170659" sldId="552"/>
            <ac:spMk id="20" creationId="{C3AF3598-CA54-4BE1-AD88-B4D2A7527643}"/>
          </ac:spMkLst>
        </pc:spChg>
        <pc:cxnChg chg="add del mod">
          <ac:chgData name="张 智" userId="36bdf691fd3510be" providerId="LiveId" clId="{F1BF4103-A6F7-42FB-B645-91339D72C5E5}" dt="2023-05-04T08:27:19.483" v="18081" actId="478"/>
          <ac:cxnSpMkLst>
            <pc:docMk/>
            <pc:sldMk cId="2930170659" sldId="552"/>
            <ac:cxnSpMk id="7" creationId="{C2119646-D3D6-42A9-AC1D-B12DC224EAA5}"/>
          </ac:cxnSpMkLst>
        </pc:cxnChg>
        <pc:cxnChg chg="add del">
          <ac:chgData name="张 智" userId="36bdf691fd3510be" providerId="LiveId" clId="{F1BF4103-A6F7-42FB-B645-91339D72C5E5}" dt="2023-05-04T08:27:31.849" v="18083" actId="478"/>
          <ac:cxnSpMkLst>
            <pc:docMk/>
            <pc:sldMk cId="2930170659" sldId="552"/>
            <ac:cxnSpMk id="11" creationId="{E2A5FB93-4722-4F47-92A9-743BC89CC378}"/>
          </ac:cxnSpMkLst>
        </pc:cxnChg>
        <pc:cxnChg chg="add del">
          <ac:chgData name="张 智" userId="36bdf691fd3510be" providerId="LiveId" clId="{F1BF4103-A6F7-42FB-B645-91339D72C5E5}" dt="2023-05-04T08:27:42.498" v="18085" actId="478"/>
          <ac:cxnSpMkLst>
            <pc:docMk/>
            <pc:sldMk cId="2930170659" sldId="552"/>
            <ac:cxnSpMk id="13" creationId="{95A525CE-9EBD-4AC8-B737-9EEC5B20E93B}"/>
          </ac:cxnSpMkLst>
        </pc:cxnChg>
        <pc:cxnChg chg="add del mod">
          <ac:chgData name="张 智" userId="36bdf691fd3510be" providerId="LiveId" clId="{F1BF4103-A6F7-42FB-B645-91339D72C5E5}" dt="2023-05-04T08:28:21.067" v="18092" actId="478"/>
          <ac:cxnSpMkLst>
            <pc:docMk/>
            <pc:sldMk cId="2930170659" sldId="552"/>
            <ac:cxnSpMk id="15" creationId="{BDD0E84D-9E67-4DD4-B553-C14EB7295047}"/>
          </ac:cxnSpMkLst>
        </pc:cxnChg>
        <pc:cxnChg chg="add del mod">
          <ac:chgData name="张 智" userId="36bdf691fd3510be" providerId="LiveId" clId="{F1BF4103-A6F7-42FB-B645-91339D72C5E5}" dt="2023-05-04T08:28:30.529" v="18095" actId="478"/>
          <ac:cxnSpMkLst>
            <pc:docMk/>
            <pc:sldMk cId="2930170659" sldId="552"/>
            <ac:cxnSpMk id="19" creationId="{0C164BC6-89CF-4F1B-BE18-CCD7215D70F2}"/>
          </ac:cxnSpMkLst>
        </pc:cxnChg>
      </pc:sldChg>
      <pc:sldChg chg="addSp delSp modSp add mod">
        <pc:chgData name="张 智" userId="36bdf691fd3510be" providerId="LiveId" clId="{F1BF4103-A6F7-42FB-B645-91339D72C5E5}" dt="2023-05-04T14:17:11.017" v="18604" actId="14100"/>
        <pc:sldMkLst>
          <pc:docMk/>
          <pc:sldMk cId="308939355" sldId="553"/>
        </pc:sldMkLst>
        <pc:spChg chg="mod">
          <ac:chgData name="张 智" userId="36bdf691fd3510be" providerId="LiveId" clId="{F1BF4103-A6F7-42FB-B645-91339D72C5E5}" dt="2023-05-04T14:17:11.017" v="18604" actId="14100"/>
          <ac:spMkLst>
            <pc:docMk/>
            <pc:sldMk cId="308939355" sldId="553"/>
            <ac:spMk id="2" creationId="{55FBBB20-9053-46B4-A5A2-8BC4C6B7D325}"/>
          </ac:spMkLst>
        </pc:spChg>
        <pc:spChg chg="del">
          <ac:chgData name="张 智" userId="36bdf691fd3510be" providerId="LiveId" clId="{F1BF4103-A6F7-42FB-B645-91339D72C5E5}" dt="2023-05-04T13:49:04.394" v="18210" actId="478"/>
          <ac:spMkLst>
            <pc:docMk/>
            <pc:sldMk cId="308939355" sldId="553"/>
            <ac:spMk id="3" creationId="{8178432B-0C75-44A3-B311-3F262FB42D25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4" creationId="{99563A5F-D56E-4136-895B-8CA209F7CF1A}"/>
          </ac:spMkLst>
        </pc:spChg>
        <pc:spChg chg="add del mod">
          <ac:chgData name="张 智" userId="36bdf691fd3510be" providerId="LiveId" clId="{F1BF4103-A6F7-42FB-B645-91339D72C5E5}" dt="2023-05-04T13:49:06.601" v="18211" actId="478"/>
          <ac:spMkLst>
            <pc:docMk/>
            <pc:sldMk cId="308939355" sldId="553"/>
            <ac:spMk id="8" creationId="{640F3957-7C5D-412A-9503-4B7A36E66824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9" creationId="{2D76AC41-5CEC-4D9D-9486-42280924D32A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10" creationId="{4E42E96D-2982-491D-97F3-7D982CB921CC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11" creationId="{040A1348-961E-4F39-8C6A-B3E3DCBE5C85}"/>
          </ac:spMkLst>
        </pc:spChg>
        <pc:spChg chg="add del mod">
          <ac:chgData name="张 智" userId="36bdf691fd3510be" providerId="LiveId" clId="{F1BF4103-A6F7-42FB-B645-91339D72C5E5}" dt="2023-05-04T14:05:04.626" v="18426" actId="478"/>
          <ac:spMkLst>
            <pc:docMk/>
            <pc:sldMk cId="308939355" sldId="553"/>
            <ac:spMk id="12" creationId="{8F5F3398-5263-4252-9F2A-1DE28E4ECD36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13" creationId="{89D728C4-3D87-495E-91E8-B771FE25454B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14" creationId="{6B34080D-8614-4ACD-AEAB-78FE3B8328D2}"/>
          </ac:spMkLst>
        </pc:spChg>
        <pc:spChg chg="add 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15" creationId="{7FE28446-F4B6-435C-9009-19C2ABD9D491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18" creationId="{412978D4-76DE-46CF-B238-5C9E9EF89E3F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20" creationId="{99DA89F7-E062-411E-825E-5F263DB5CB54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23" creationId="{8563A554-621F-4521-BE71-B4AEA3E2283C}"/>
          </ac:spMkLst>
        </pc:spChg>
        <pc:spChg chg="del">
          <ac:chgData name="张 智" userId="36bdf691fd3510be" providerId="LiveId" clId="{F1BF4103-A6F7-42FB-B645-91339D72C5E5}" dt="2023-05-04T13:49:09.058" v="18212" actId="478"/>
          <ac:spMkLst>
            <pc:docMk/>
            <pc:sldMk cId="308939355" sldId="553"/>
            <ac:spMk id="24" creationId="{4D8B397E-0015-40E6-B278-E1581502E357}"/>
          </ac:spMkLst>
        </pc:spChg>
        <pc:spChg chg="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28" creationId="{EF8D9187-119B-4C1F-B0A9-1ED3B8C2133E}"/>
          </ac:spMkLst>
        </pc:spChg>
        <pc:spChg chg="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31" creationId="{51A6146D-7E8F-43F3-B8DF-8451A57D2C98}"/>
          </ac:spMkLst>
        </pc:spChg>
        <pc:spChg chg="add 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32" creationId="{CC9EE012-5E94-45DF-854F-81F31F0C46B6}"/>
          </ac:spMkLst>
        </pc:spChg>
        <pc:spChg chg="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36" creationId="{D57C5C77-1396-47E5-B9CC-883A283B554D}"/>
          </ac:spMkLst>
        </pc:spChg>
        <pc:spChg chg="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39" creationId="{1C93917C-36F1-411D-AA3F-818CC38887C3}"/>
          </ac:spMkLst>
        </pc:spChg>
        <pc:spChg chg="add mod">
          <ac:chgData name="张 智" userId="36bdf691fd3510be" providerId="LiveId" clId="{F1BF4103-A6F7-42FB-B645-91339D72C5E5}" dt="2023-05-04T14:16:36.610" v="18600" actId="1076"/>
          <ac:spMkLst>
            <pc:docMk/>
            <pc:sldMk cId="308939355" sldId="553"/>
            <ac:spMk id="41" creationId="{01E0569C-994A-42FC-AED3-BDB99F146255}"/>
          </ac:spMkLst>
        </pc:spChg>
        <pc:spChg chg="add 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42" creationId="{1BFC8ECE-A13F-4C17-9C36-CDAED9C64CC3}"/>
          </ac:spMkLst>
        </pc:spChg>
        <pc:spChg chg="add mod">
          <ac:chgData name="张 智" userId="36bdf691fd3510be" providerId="LiveId" clId="{F1BF4103-A6F7-42FB-B645-91339D72C5E5}" dt="2023-05-04T14:16:32.178" v="18599" actId="1076"/>
          <ac:spMkLst>
            <pc:docMk/>
            <pc:sldMk cId="308939355" sldId="553"/>
            <ac:spMk id="43" creationId="{6502351A-1E72-42A1-BE3A-EF8AED28EFFA}"/>
          </ac:spMkLst>
        </pc:spChg>
        <pc:spChg chg="add mod">
          <ac:chgData name="张 智" userId="36bdf691fd3510be" providerId="LiveId" clId="{F1BF4103-A6F7-42FB-B645-91339D72C5E5}" dt="2023-05-04T14:16:29.395" v="18598" actId="1076"/>
          <ac:spMkLst>
            <pc:docMk/>
            <pc:sldMk cId="308939355" sldId="553"/>
            <ac:spMk id="70" creationId="{A39D6D30-376D-4948-BBC4-1762B371F786}"/>
          </ac:spMkLst>
        </pc:spChg>
        <pc:spChg chg="add mod">
          <ac:chgData name="张 智" userId="36bdf691fd3510be" providerId="LiveId" clId="{F1BF4103-A6F7-42FB-B645-91339D72C5E5}" dt="2023-05-04T14:16:47.313" v="18601" actId="1076"/>
          <ac:spMkLst>
            <pc:docMk/>
            <pc:sldMk cId="308939355" sldId="553"/>
            <ac:spMk id="77" creationId="{4C3F2E2F-7B07-41BD-80D4-E81B5FF4AA8B}"/>
          </ac:spMkLst>
        </pc:spChg>
        <pc:grpChg chg="add mod">
          <ac:chgData name="张 智" userId="36bdf691fd3510be" providerId="LiveId" clId="{F1BF4103-A6F7-42FB-B645-91339D72C5E5}" dt="2023-05-04T14:16:29.395" v="18598" actId="1076"/>
          <ac:grpSpMkLst>
            <pc:docMk/>
            <pc:sldMk cId="308939355" sldId="553"/>
            <ac:grpSpMk id="26" creationId="{3486F9C5-1026-4D17-8BE1-FC0A9099B8C8}"/>
          </ac:grpSpMkLst>
        </pc:grpChg>
        <pc:grpChg chg="add mod">
          <ac:chgData name="张 智" userId="36bdf691fd3510be" providerId="LiveId" clId="{F1BF4103-A6F7-42FB-B645-91339D72C5E5}" dt="2023-05-04T14:16:29.395" v="18598" actId="1076"/>
          <ac:grpSpMkLst>
            <pc:docMk/>
            <pc:sldMk cId="308939355" sldId="553"/>
            <ac:grpSpMk id="29" creationId="{1D330284-7B4D-4D5F-8378-C376EF613DBC}"/>
          </ac:grpSpMkLst>
        </pc:grpChg>
        <pc:grpChg chg="add mod">
          <ac:chgData name="张 智" userId="36bdf691fd3510be" providerId="LiveId" clId="{F1BF4103-A6F7-42FB-B645-91339D72C5E5}" dt="2023-05-04T14:16:29.395" v="18598" actId="1076"/>
          <ac:grpSpMkLst>
            <pc:docMk/>
            <pc:sldMk cId="308939355" sldId="553"/>
            <ac:grpSpMk id="34" creationId="{9C06E5C7-FB33-4841-914C-49CB233B29F6}"/>
          </ac:grpSpMkLst>
        </pc:grpChg>
        <pc:grpChg chg="add mod">
          <ac:chgData name="张 智" userId="36bdf691fd3510be" providerId="LiveId" clId="{F1BF4103-A6F7-42FB-B645-91339D72C5E5}" dt="2023-05-04T14:16:29.395" v="18598" actId="1076"/>
          <ac:grpSpMkLst>
            <pc:docMk/>
            <pc:sldMk cId="308939355" sldId="553"/>
            <ac:grpSpMk id="37" creationId="{6890A88E-F622-4B72-BAD8-E928CCA3F695}"/>
          </ac:grpSpMkLst>
        </pc:grpChg>
        <pc:picChg chg="add mod">
          <ac:chgData name="张 智" userId="36bdf691fd3510be" providerId="LiveId" clId="{F1BF4103-A6F7-42FB-B645-91339D72C5E5}" dt="2023-05-04T14:16:29.395" v="18598" actId="1076"/>
          <ac:picMkLst>
            <pc:docMk/>
            <pc:sldMk cId="308939355" sldId="553"/>
            <ac:picMk id="25" creationId="{BFC42355-D1B9-4724-85D4-5219BF78C34E}"/>
          </ac:picMkLst>
        </pc:picChg>
        <pc:picChg chg="mod">
          <ac:chgData name="张 智" userId="36bdf691fd3510be" providerId="LiveId" clId="{F1BF4103-A6F7-42FB-B645-91339D72C5E5}" dt="2023-05-04T14:16:29.395" v="18598" actId="1076"/>
          <ac:picMkLst>
            <pc:docMk/>
            <pc:sldMk cId="308939355" sldId="553"/>
            <ac:picMk id="27" creationId="{537FE4BB-4771-4728-A7BD-02A6D4B4352D}"/>
          </ac:picMkLst>
        </pc:picChg>
        <pc:picChg chg="mod">
          <ac:chgData name="张 智" userId="36bdf691fd3510be" providerId="LiveId" clId="{F1BF4103-A6F7-42FB-B645-91339D72C5E5}" dt="2023-05-04T14:16:29.395" v="18598" actId="1076"/>
          <ac:picMkLst>
            <pc:docMk/>
            <pc:sldMk cId="308939355" sldId="553"/>
            <ac:picMk id="30" creationId="{6AB2464C-02F8-4C4C-84B3-9FD17CDCC1FE}"/>
          </ac:picMkLst>
        </pc:picChg>
        <pc:picChg chg="add del mod">
          <ac:chgData name="张 智" userId="36bdf691fd3510be" providerId="LiveId" clId="{F1BF4103-A6F7-42FB-B645-91339D72C5E5}" dt="2023-05-04T13:59:08.800" v="18298"/>
          <ac:picMkLst>
            <pc:docMk/>
            <pc:sldMk cId="308939355" sldId="553"/>
            <ac:picMk id="33" creationId="{3FD652DC-E14F-4E6E-8258-0448B07C79AC}"/>
          </ac:picMkLst>
        </pc:picChg>
        <pc:picChg chg="mod">
          <ac:chgData name="张 智" userId="36bdf691fd3510be" providerId="LiveId" clId="{F1BF4103-A6F7-42FB-B645-91339D72C5E5}" dt="2023-05-04T14:16:29.395" v="18598" actId="1076"/>
          <ac:picMkLst>
            <pc:docMk/>
            <pc:sldMk cId="308939355" sldId="553"/>
            <ac:picMk id="35" creationId="{339DE79C-2CC8-42D6-8AD4-24F56D7F1929}"/>
          </ac:picMkLst>
        </pc:picChg>
        <pc:picChg chg="mod">
          <ac:chgData name="张 智" userId="36bdf691fd3510be" providerId="LiveId" clId="{F1BF4103-A6F7-42FB-B645-91339D72C5E5}" dt="2023-05-04T14:16:29.395" v="18598" actId="1076"/>
          <ac:picMkLst>
            <pc:docMk/>
            <pc:sldMk cId="308939355" sldId="553"/>
            <ac:picMk id="38" creationId="{F3CF2385-8EF7-4E81-9C06-3FD0A6AEB94D}"/>
          </ac:picMkLst>
        </pc:picChg>
        <pc:picChg chg="add del mod">
          <ac:chgData name="张 智" userId="36bdf691fd3510be" providerId="LiveId" clId="{F1BF4103-A6F7-42FB-B645-91339D72C5E5}" dt="2023-05-04T13:52:44.277" v="18233" actId="478"/>
          <ac:picMkLst>
            <pc:docMk/>
            <pc:sldMk cId="308939355" sldId="553"/>
            <ac:picMk id="1026" creationId="{62BA7F27-35F9-4467-BD0E-F5A762C1EC9C}"/>
          </ac:picMkLst>
        </pc:picChg>
        <pc:picChg chg="add del mod">
          <ac:chgData name="张 智" userId="36bdf691fd3510be" providerId="LiveId" clId="{F1BF4103-A6F7-42FB-B645-91339D72C5E5}" dt="2023-05-04T14:05:02.874" v="18425" actId="478"/>
          <ac:picMkLst>
            <pc:docMk/>
            <pc:sldMk cId="308939355" sldId="553"/>
            <ac:picMk id="1028" creationId="{27E99AB7-1B61-48D3-83A7-18C4C79E6168}"/>
          </ac:picMkLst>
        </pc:picChg>
        <pc:cxnChg chg="del">
          <ac:chgData name="张 智" userId="36bdf691fd3510be" providerId="LiveId" clId="{F1BF4103-A6F7-42FB-B645-91339D72C5E5}" dt="2023-05-04T13:49:09.058" v="18212" actId="478"/>
          <ac:cxnSpMkLst>
            <pc:docMk/>
            <pc:sldMk cId="308939355" sldId="553"/>
            <ac:cxnSpMk id="6" creationId="{FDDB84D2-E2A3-4C9A-AF97-3B9C2F3A9D1D}"/>
          </ac:cxnSpMkLst>
        </pc:cxnChg>
        <pc:cxnChg chg="del">
          <ac:chgData name="张 智" userId="36bdf691fd3510be" providerId="LiveId" clId="{F1BF4103-A6F7-42FB-B645-91339D72C5E5}" dt="2023-05-04T13:49:09.058" v="18212" actId="478"/>
          <ac:cxnSpMkLst>
            <pc:docMk/>
            <pc:sldMk cId="308939355" sldId="553"/>
            <ac:cxnSpMk id="7" creationId="{4902732D-FD2D-453F-8680-EA897D6184A1}"/>
          </ac:cxnSpMkLst>
        </pc:cxnChg>
        <pc:cxnChg chg="del">
          <ac:chgData name="张 智" userId="36bdf691fd3510be" providerId="LiveId" clId="{F1BF4103-A6F7-42FB-B645-91339D72C5E5}" dt="2023-05-04T13:49:09.058" v="18212" actId="478"/>
          <ac:cxnSpMkLst>
            <pc:docMk/>
            <pc:sldMk cId="308939355" sldId="553"/>
            <ac:cxnSpMk id="16" creationId="{B81F9433-43E7-4401-B966-5CB4B6CD06B9}"/>
          </ac:cxnSpMkLst>
        </pc:cxnChg>
        <pc:cxnChg chg="del">
          <ac:chgData name="张 智" userId="36bdf691fd3510be" providerId="LiveId" clId="{F1BF4103-A6F7-42FB-B645-91339D72C5E5}" dt="2023-05-04T13:49:09.058" v="18212" actId="478"/>
          <ac:cxnSpMkLst>
            <pc:docMk/>
            <pc:sldMk cId="308939355" sldId="553"/>
            <ac:cxnSpMk id="22" creationId="{95272981-1BD2-48B8-8697-2A8ED116D36E}"/>
          </ac:cxnSpMkLst>
        </pc:cxnChg>
        <pc:cxnChg chg="add mod">
          <ac:chgData name="张 智" userId="36bdf691fd3510be" providerId="LiveId" clId="{F1BF4103-A6F7-42FB-B645-91339D72C5E5}" dt="2023-05-04T14:16:29.395" v="18598" actId="1076"/>
          <ac:cxnSpMkLst>
            <pc:docMk/>
            <pc:sldMk cId="308939355" sldId="553"/>
            <ac:cxnSpMk id="40" creationId="{7A9CAE93-8124-4DC6-BC49-CCE2C6B0AE01}"/>
          </ac:cxnSpMkLst>
        </pc:cxnChg>
        <pc:cxnChg chg="add mod">
          <ac:chgData name="张 智" userId="36bdf691fd3510be" providerId="LiveId" clId="{F1BF4103-A6F7-42FB-B645-91339D72C5E5}" dt="2023-05-04T14:16:29.395" v="18598" actId="1076"/>
          <ac:cxnSpMkLst>
            <pc:docMk/>
            <pc:sldMk cId="308939355" sldId="553"/>
            <ac:cxnSpMk id="48" creationId="{0A350C9E-FA39-41E1-8EC0-A6B49D38E708}"/>
          </ac:cxnSpMkLst>
        </pc:cxnChg>
        <pc:cxnChg chg="add del mod">
          <ac:chgData name="张 智" userId="36bdf691fd3510be" providerId="LiveId" clId="{F1BF4103-A6F7-42FB-B645-91339D72C5E5}" dt="2023-05-04T14:11:43.360" v="18514" actId="11529"/>
          <ac:cxnSpMkLst>
            <pc:docMk/>
            <pc:sldMk cId="308939355" sldId="553"/>
            <ac:cxnSpMk id="51" creationId="{5F0AEDA6-ABCA-4B1A-8051-F9A96549AA77}"/>
          </ac:cxnSpMkLst>
        </pc:cxnChg>
        <pc:cxnChg chg="add del mod">
          <ac:chgData name="张 智" userId="36bdf691fd3510be" providerId="LiveId" clId="{F1BF4103-A6F7-42FB-B645-91339D72C5E5}" dt="2023-05-04T14:11:55.582" v="18516" actId="11529"/>
          <ac:cxnSpMkLst>
            <pc:docMk/>
            <pc:sldMk cId="308939355" sldId="553"/>
            <ac:cxnSpMk id="54" creationId="{1747D3AE-5A76-4312-9C8C-4D49F68B464F}"/>
          </ac:cxnSpMkLst>
        </pc:cxnChg>
        <pc:cxnChg chg="add mod">
          <ac:chgData name="张 智" userId="36bdf691fd3510be" providerId="LiveId" clId="{F1BF4103-A6F7-42FB-B645-91339D72C5E5}" dt="2023-05-04T14:16:29.395" v="18598" actId="1076"/>
          <ac:cxnSpMkLst>
            <pc:docMk/>
            <pc:sldMk cId="308939355" sldId="553"/>
            <ac:cxnSpMk id="56" creationId="{C89E0E24-38EA-4211-B020-5A973F17FD8E}"/>
          </ac:cxnSpMkLst>
        </pc:cxnChg>
        <pc:cxnChg chg="add del mod">
          <ac:chgData name="张 智" userId="36bdf691fd3510be" providerId="LiveId" clId="{F1BF4103-A6F7-42FB-B645-91339D72C5E5}" dt="2023-05-04T14:13:58.162" v="18553" actId="478"/>
          <ac:cxnSpMkLst>
            <pc:docMk/>
            <pc:sldMk cId="308939355" sldId="553"/>
            <ac:cxnSpMk id="63" creationId="{6C43BF5D-45D0-4683-AF9C-01D0526D9E62}"/>
          </ac:cxnSpMkLst>
        </pc:cxnChg>
        <pc:cxnChg chg="add mod">
          <ac:chgData name="张 智" userId="36bdf691fd3510be" providerId="LiveId" clId="{F1BF4103-A6F7-42FB-B645-91339D72C5E5}" dt="2023-05-04T14:16:29.395" v="18598" actId="1076"/>
          <ac:cxnSpMkLst>
            <pc:docMk/>
            <pc:sldMk cId="308939355" sldId="553"/>
            <ac:cxnSpMk id="64" creationId="{C31E33C2-A9B5-42BA-8FCC-03D03F74B7DA}"/>
          </ac:cxnSpMkLst>
        </pc:cxnChg>
        <pc:cxnChg chg="add mod">
          <ac:chgData name="张 智" userId="36bdf691fd3510be" providerId="LiveId" clId="{F1BF4103-A6F7-42FB-B645-91339D72C5E5}" dt="2023-05-04T14:16:29.395" v="18598" actId="1076"/>
          <ac:cxnSpMkLst>
            <pc:docMk/>
            <pc:sldMk cId="308939355" sldId="553"/>
            <ac:cxnSpMk id="72" creationId="{C580327B-437E-4C1B-975E-C4CEF2263B58}"/>
          </ac:cxnSpMkLst>
        </pc:cxnChg>
      </pc:sldChg>
      <pc:sldChg chg="modSp add mod modNotesTx">
        <pc:chgData name="张 智" userId="36bdf691fd3510be" providerId="LiveId" clId="{F1BF4103-A6F7-42FB-B645-91339D72C5E5}" dt="2023-05-04T14:44:21.514" v="19304" actId="20577"/>
        <pc:sldMkLst>
          <pc:docMk/>
          <pc:sldMk cId="250085904" sldId="554"/>
        </pc:sldMkLst>
        <pc:spChg chg="mod">
          <ac:chgData name="张 智" userId="36bdf691fd3510be" providerId="LiveId" clId="{F1BF4103-A6F7-42FB-B645-91339D72C5E5}" dt="2023-05-04T14:37:03.863" v="18777" actId="20577"/>
          <ac:spMkLst>
            <pc:docMk/>
            <pc:sldMk cId="250085904" sldId="554"/>
            <ac:spMk id="3" creationId="{8178432B-0C75-44A3-B311-3F262FB42D25}"/>
          </ac:spMkLst>
        </pc:spChg>
      </pc:sldChg>
      <pc:sldChg chg="add">
        <pc:chgData name="张 智" userId="36bdf691fd3510be" providerId="LiveId" clId="{F1BF4103-A6F7-42FB-B645-91339D72C5E5}" dt="2023-05-04T14:47:43.484" v="19306"/>
        <pc:sldMkLst>
          <pc:docMk/>
          <pc:sldMk cId="1792581159" sldId="555"/>
        </pc:sldMkLst>
      </pc:sldChg>
      <pc:sldChg chg="addSp modSp add del mod">
        <pc:chgData name="张 智" userId="36bdf691fd3510be" providerId="LiveId" clId="{F1BF4103-A6F7-42FB-B645-91339D72C5E5}" dt="2023-05-05T08:23:06.898" v="21356" actId="2696"/>
        <pc:sldMkLst>
          <pc:docMk/>
          <pc:sldMk cId="2172042924" sldId="556"/>
        </pc:sldMkLst>
        <pc:spChg chg="mod">
          <ac:chgData name="张 智" userId="36bdf691fd3510be" providerId="LiveId" clId="{F1BF4103-A6F7-42FB-B645-91339D72C5E5}" dt="2023-05-04T14:52:02.848" v="19323" actId="108"/>
          <ac:spMkLst>
            <pc:docMk/>
            <pc:sldMk cId="2172042924" sldId="556"/>
            <ac:spMk id="4" creationId="{00000000-0000-0000-0000-000000000000}"/>
          </ac:spMkLst>
        </pc:spChg>
        <pc:spChg chg="mod">
          <ac:chgData name="张 智" userId="36bdf691fd3510be" providerId="LiveId" clId="{F1BF4103-A6F7-42FB-B645-91339D72C5E5}" dt="2023-05-05T03:22:41.744" v="20478" actId="1076"/>
          <ac:spMkLst>
            <pc:docMk/>
            <pc:sldMk cId="2172042924" sldId="556"/>
            <ac:spMk id="8" creationId="{00000000-0000-0000-0000-000000000000}"/>
          </ac:spMkLst>
        </pc:spChg>
        <pc:spChg chg="mod">
          <ac:chgData name="张 智" userId="36bdf691fd3510be" providerId="LiveId" clId="{F1BF4103-A6F7-42FB-B645-91339D72C5E5}" dt="2023-05-05T03:23:24.224" v="20483" actId="20577"/>
          <ac:spMkLst>
            <pc:docMk/>
            <pc:sldMk cId="2172042924" sldId="556"/>
            <ac:spMk id="9" creationId="{00000000-0000-0000-0000-000000000000}"/>
          </ac:spMkLst>
        </pc:spChg>
        <pc:spChg chg="mod">
          <ac:chgData name="张 智" userId="36bdf691fd3510be" providerId="LiveId" clId="{F1BF4103-A6F7-42FB-B645-91339D72C5E5}" dt="2023-05-05T03:24:15.171" v="20500" actId="14100"/>
          <ac:spMkLst>
            <pc:docMk/>
            <pc:sldMk cId="2172042924" sldId="556"/>
            <ac:spMk id="10" creationId="{00000000-0000-0000-0000-000000000000}"/>
          </ac:spMkLst>
        </pc:spChg>
        <pc:spChg chg="mod">
          <ac:chgData name="张 智" userId="36bdf691fd3510be" providerId="LiveId" clId="{F1BF4103-A6F7-42FB-B645-91339D72C5E5}" dt="2023-05-05T03:23:30.789" v="20486" actId="20577"/>
          <ac:spMkLst>
            <pc:docMk/>
            <pc:sldMk cId="2172042924" sldId="556"/>
            <ac:spMk id="17" creationId="{00000000-0000-0000-0000-000000000000}"/>
          </ac:spMkLst>
        </pc:spChg>
        <pc:spChg chg="mod">
          <ac:chgData name="张 智" userId="36bdf691fd3510be" providerId="LiveId" clId="{F1BF4103-A6F7-42FB-B645-91339D72C5E5}" dt="2023-05-05T03:24:53.497" v="20513"/>
          <ac:spMkLst>
            <pc:docMk/>
            <pc:sldMk cId="2172042924" sldId="556"/>
            <ac:spMk id="20" creationId="{00000000-0000-0000-0000-000000000000}"/>
          </ac:spMkLst>
        </pc:spChg>
        <pc:spChg chg="mod">
          <ac:chgData name="张 智" userId="36bdf691fd3510be" providerId="LiveId" clId="{F1BF4103-A6F7-42FB-B645-91339D72C5E5}" dt="2023-05-05T03:15:19.298" v="20443" actId="20577"/>
          <ac:spMkLst>
            <pc:docMk/>
            <pc:sldMk cId="2172042924" sldId="556"/>
            <ac:spMk id="23" creationId="{00000000-0000-0000-0000-000000000000}"/>
          </ac:spMkLst>
        </pc:spChg>
        <pc:spChg chg="mod">
          <ac:chgData name="张 智" userId="36bdf691fd3510be" providerId="LiveId" clId="{F1BF4103-A6F7-42FB-B645-91339D72C5E5}" dt="2023-05-05T03:15:15.938" v="20441" actId="20577"/>
          <ac:spMkLst>
            <pc:docMk/>
            <pc:sldMk cId="2172042924" sldId="556"/>
            <ac:spMk id="30" creationId="{00000000-0000-0000-0000-000000000000}"/>
          </ac:spMkLst>
        </pc:spChg>
        <pc:spChg chg="mod">
          <ac:chgData name="张 智" userId="36bdf691fd3510be" providerId="LiveId" clId="{F1BF4103-A6F7-42FB-B645-91339D72C5E5}" dt="2023-05-05T03:15:22.213" v="20445" actId="20577"/>
          <ac:spMkLst>
            <pc:docMk/>
            <pc:sldMk cId="2172042924" sldId="556"/>
            <ac:spMk id="33" creationId="{00000000-0000-0000-0000-000000000000}"/>
          </ac:spMkLst>
        </pc:spChg>
        <pc:spChg chg="add mod">
          <ac:chgData name="张 智" userId="36bdf691fd3510be" providerId="LiveId" clId="{F1BF4103-A6F7-42FB-B645-91339D72C5E5}" dt="2023-05-05T03:21:48.596" v="20464" actId="14100"/>
          <ac:spMkLst>
            <pc:docMk/>
            <pc:sldMk cId="2172042924" sldId="556"/>
            <ac:spMk id="38" creationId="{24A0F7A2-571D-4108-BC20-7CFD9D9FDD45}"/>
          </ac:spMkLst>
        </pc:spChg>
        <pc:spChg chg="add mod">
          <ac:chgData name="张 智" userId="36bdf691fd3510be" providerId="LiveId" clId="{F1BF4103-A6F7-42FB-B645-91339D72C5E5}" dt="2023-05-05T03:24:39.227" v="20512" actId="20577"/>
          <ac:spMkLst>
            <pc:docMk/>
            <pc:sldMk cId="2172042924" sldId="556"/>
            <ac:spMk id="48" creationId="{5136CCB5-4E8B-43DB-BB9B-497D2E97511E}"/>
          </ac:spMkLst>
        </pc:spChg>
        <pc:grpChg chg="mod">
          <ac:chgData name="张 智" userId="36bdf691fd3510be" providerId="LiveId" clId="{F1BF4103-A6F7-42FB-B645-91339D72C5E5}" dt="2023-05-05T03:24:25.338" v="20504" actId="1076"/>
          <ac:grpSpMkLst>
            <pc:docMk/>
            <pc:sldMk cId="2172042924" sldId="556"/>
            <ac:grpSpMk id="21" creationId="{00000000-0000-0000-0000-000000000000}"/>
          </ac:grpSpMkLst>
        </pc:grpChg>
        <pc:grpChg chg="mod">
          <ac:chgData name="张 智" userId="36bdf691fd3510be" providerId="LiveId" clId="{F1BF4103-A6F7-42FB-B645-91339D72C5E5}" dt="2023-05-05T03:22:41.744" v="20478" actId="1076"/>
          <ac:grpSpMkLst>
            <pc:docMk/>
            <pc:sldMk cId="2172042924" sldId="556"/>
            <ac:grpSpMk id="31" creationId="{00000000-0000-0000-0000-000000000000}"/>
          </ac:grpSpMkLst>
        </pc:grpChg>
        <pc:grpChg chg="mod">
          <ac:chgData name="张 智" userId="36bdf691fd3510be" providerId="LiveId" clId="{F1BF4103-A6F7-42FB-B645-91339D72C5E5}" dt="2023-05-05T03:23:30.789" v="20486" actId="20577"/>
          <ac:grpSpMkLst>
            <pc:docMk/>
            <pc:sldMk cId="2172042924" sldId="556"/>
            <ac:grpSpMk id="34" creationId="{00000000-0000-0000-0000-000000000000}"/>
          </ac:grpSpMkLst>
        </pc:grpChg>
        <pc:grpChg chg="mod">
          <ac:chgData name="张 智" userId="36bdf691fd3510be" providerId="LiveId" clId="{F1BF4103-A6F7-42FB-B645-91339D72C5E5}" dt="2023-05-05T03:23:54.791" v="20490" actId="20577"/>
          <ac:grpSpMkLst>
            <pc:docMk/>
            <pc:sldMk cId="2172042924" sldId="556"/>
            <ac:grpSpMk id="35" creationId="{00000000-0000-0000-0000-000000000000}"/>
          </ac:grpSpMkLst>
        </pc:grpChg>
        <pc:picChg chg="mod">
          <ac:chgData name="张 智" userId="36bdf691fd3510be" providerId="LiveId" clId="{F1BF4103-A6F7-42FB-B645-91339D72C5E5}" dt="2023-05-05T03:23:30.789" v="20486" actId="20577"/>
          <ac:picMkLst>
            <pc:docMk/>
            <pc:sldMk cId="2172042924" sldId="556"/>
            <ac:picMk id="26" creationId="{00000000-0000-0000-0000-000000000000}"/>
          </ac:picMkLst>
        </pc:picChg>
        <pc:picChg chg="mod">
          <ac:chgData name="张 智" userId="36bdf691fd3510be" providerId="LiveId" clId="{F1BF4103-A6F7-42FB-B645-91339D72C5E5}" dt="2023-05-05T03:23:54.791" v="20490" actId="20577"/>
          <ac:picMkLst>
            <pc:docMk/>
            <pc:sldMk cId="2172042924" sldId="556"/>
            <ac:picMk id="27" creationId="{00000000-0000-0000-0000-000000000000}"/>
          </ac:picMkLst>
        </pc:picChg>
        <pc:picChg chg="mod">
          <ac:chgData name="张 智" userId="36bdf691fd3510be" providerId="LiveId" clId="{F1BF4103-A6F7-42FB-B645-91339D72C5E5}" dt="2023-05-05T03:22:41.744" v="20478" actId="1076"/>
          <ac:picMkLst>
            <pc:docMk/>
            <pc:sldMk cId="2172042924" sldId="556"/>
            <ac:picMk id="36" creationId="{0C630189-11FB-403C-9161-2720FEBF7941}"/>
          </ac:picMkLst>
        </pc:picChg>
        <pc:cxnChg chg="mod">
          <ac:chgData name="张 智" userId="36bdf691fd3510be" providerId="LiveId" clId="{F1BF4103-A6F7-42FB-B645-91339D72C5E5}" dt="2023-05-05T03:22:10.480" v="20469" actId="14100"/>
          <ac:cxnSpMkLst>
            <pc:docMk/>
            <pc:sldMk cId="2172042924" sldId="556"/>
            <ac:cxnSpMk id="11" creationId="{00000000-0000-0000-0000-000000000000}"/>
          </ac:cxnSpMkLst>
        </pc:cxnChg>
        <pc:cxnChg chg="mod">
          <ac:chgData name="张 智" userId="36bdf691fd3510be" providerId="LiveId" clId="{F1BF4103-A6F7-42FB-B645-91339D72C5E5}" dt="2023-05-05T03:24:30.869" v="20506" actId="14100"/>
          <ac:cxnSpMkLst>
            <pc:docMk/>
            <pc:sldMk cId="2172042924" sldId="556"/>
            <ac:cxnSpMk id="13" creationId="{00000000-0000-0000-0000-000000000000}"/>
          </ac:cxnSpMkLst>
        </pc:cxnChg>
        <pc:cxnChg chg="mod">
          <ac:chgData name="张 智" userId="36bdf691fd3510be" providerId="LiveId" clId="{F1BF4103-A6F7-42FB-B645-91339D72C5E5}" dt="2023-05-05T03:24:20.148" v="20503" actId="14100"/>
          <ac:cxnSpMkLst>
            <pc:docMk/>
            <pc:sldMk cId="2172042924" sldId="556"/>
            <ac:cxnSpMk id="15" creationId="{00000000-0000-0000-0000-000000000000}"/>
          </ac:cxnSpMkLst>
        </pc:cxnChg>
      </pc:sldChg>
      <pc:sldChg chg="modSp add mod">
        <pc:chgData name="张 智" userId="36bdf691fd3510be" providerId="LiveId" clId="{F1BF4103-A6F7-42FB-B645-91339D72C5E5}" dt="2023-05-05T15:20:37.091" v="22829" actId="403"/>
        <pc:sldMkLst>
          <pc:docMk/>
          <pc:sldMk cId="374373565" sldId="557"/>
        </pc:sldMkLst>
        <pc:spChg chg="mod">
          <ac:chgData name="张 智" userId="36bdf691fd3510be" providerId="LiveId" clId="{F1BF4103-A6F7-42FB-B645-91339D72C5E5}" dt="2023-05-05T03:09:07.292" v="20362" actId="1036"/>
          <ac:spMkLst>
            <pc:docMk/>
            <pc:sldMk cId="374373565" sldId="557"/>
            <ac:spMk id="7" creationId="{00000000-0000-0000-0000-000000000000}"/>
          </ac:spMkLst>
        </pc:spChg>
        <pc:spChg chg="mod">
          <ac:chgData name="张 智" userId="36bdf691fd3510be" providerId="LiveId" clId="{F1BF4103-A6F7-42FB-B645-91339D72C5E5}" dt="2023-05-05T03:09:07.292" v="20362" actId="1036"/>
          <ac:spMkLst>
            <pc:docMk/>
            <pc:sldMk cId="374373565" sldId="557"/>
            <ac:spMk id="8" creationId="{00000000-0000-0000-0000-000000000000}"/>
          </ac:spMkLst>
        </pc:spChg>
        <pc:spChg chg="mod">
          <ac:chgData name="张 智" userId="36bdf691fd3510be" providerId="LiveId" clId="{F1BF4103-A6F7-42FB-B645-91339D72C5E5}" dt="2023-05-05T03:09:07.292" v="20362" actId="1036"/>
          <ac:spMkLst>
            <pc:docMk/>
            <pc:sldMk cId="374373565" sldId="557"/>
            <ac:spMk id="9" creationId="{00000000-0000-0000-0000-000000000000}"/>
          </ac:spMkLst>
        </pc:spChg>
        <pc:spChg chg="mod">
          <ac:chgData name="张 智" userId="36bdf691fd3510be" providerId="LiveId" clId="{F1BF4103-A6F7-42FB-B645-91339D72C5E5}" dt="2023-05-05T03:09:07.292" v="20362" actId="1036"/>
          <ac:spMkLst>
            <pc:docMk/>
            <pc:sldMk cId="374373565" sldId="557"/>
            <ac:spMk id="10" creationId="{00000000-0000-0000-0000-000000000000}"/>
          </ac:spMkLst>
        </pc:spChg>
        <pc:spChg chg="mod">
          <ac:chgData name="张 智" userId="36bdf691fd3510be" providerId="LiveId" clId="{F1BF4103-A6F7-42FB-B645-91339D72C5E5}" dt="2023-05-05T15:20:22.268" v="22824" actId="403"/>
          <ac:spMkLst>
            <pc:docMk/>
            <pc:sldMk cId="374373565" sldId="557"/>
            <ac:spMk id="17" creationId="{00000000-0000-0000-0000-000000000000}"/>
          </ac:spMkLst>
        </pc:spChg>
        <pc:spChg chg="mod">
          <ac:chgData name="张 智" userId="36bdf691fd3510be" providerId="LiveId" clId="{F1BF4103-A6F7-42FB-B645-91339D72C5E5}" dt="2023-05-05T15:20:37.091" v="22829" actId="403"/>
          <ac:spMkLst>
            <pc:docMk/>
            <pc:sldMk cId="374373565" sldId="557"/>
            <ac:spMk id="20" creationId="{00000000-0000-0000-0000-000000000000}"/>
          </ac:spMkLst>
        </pc:spChg>
        <pc:spChg chg="mod">
          <ac:chgData name="张 智" userId="36bdf691fd3510be" providerId="LiveId" clId="{F1BF4103-A6F7-42FB-B645-91339D72C5E5}" dt="2023-05-05T03:09:07.292" v="20362" actId="1036"/>
          <ac:spMkLst>
            <pc:docMk/>
            <pc:sldMk cId="374373565" sldId="557"/>
            <ac:spMk id="23" creationId="{00000000-0000-0000-0000-000000000000}"/>
          </ac:spMkLst>
        </pc:spChg>
        <pc:spChg chg="mod">
          <ac:chgData name="张 智" userId="36bdf691fd3510be" providerId="LiveId" clId="{F1BF4103-A6F7-42FB-B645-91339D72C5E5}" dt="2023-05-05T03:09:07.292" v="20362" actId="1036"/>
          <ac:spMkLst>
            <pc:docMk/>
            <pc:sldMk cId="374373565" sldId="557"/>
            <ac:spMk id="30" creationId="{00000000-0000-0000-0000-000000000000}"/>
          </ac:spMkLst>
        </pc:spChg>
        <pc:spChg chg="mod">
          <ac:chgData name="张 智" userId="36bdf691fd3510be" providerId="LiveId" clId="{F1BF4103-A6F7-42FB-B645-91339D72C5E5}" dt="2023-05-05T15:20:31.012" v="22826" actId="20577"/>
          <ac:spMkLst>
            <pc:docMk/>
            <pc:sldMk cId="374373565" sldId="557"/>
            <ac:spMk id="33" creationId="{00000000-0000-0000-0000-000000000000}"/>
          </ac:spMkLst>
        </pc:spChg>
        <pc:grpChg chg="mod">
          <ac:chgData name="张 智" userId="36bdf691fd3510be" providerId="LiveId" clId="{F1BF4103-A6F7-42FB-B645-91339D72C5E5}" dt="2023-05-05T03:09:07.292" v="20362" actId="1036"/>
          <ac:grpSpMkLst>
            <pc:docMk/>
            <pc:sldMk cId="374373565" sldId="557"/>
            <ac:grpSpMk id="21" creationId="{00000000-0000-0000-0000-000000000000}"/>
          </ac:grpSpMkLst>
        </pc:grpChg>
        <pc:grpChg chg="mod">
          <ac:chgData name="张 智" userId="36bdf691fd3510be" providerId="LiveId" clId="{F1BF4103-A6F7-42FB-B645-91339D72C5E5}" dt="2023-05-05T03:09:07.292" v="20362" actId="1036"/>
          <ac:grpSpMkLst>
            <pc:docMk/>
            <pc:sldMk cId="374373565" sldId="557"/>
            <ac:grpSpMk id="28" creationId="{00000000-0000-0000-0000-000000000000}"/>
          </ac:grpSpMkLst>
        </pc:grpChg>
        <pc:grpChg chg="mod">
          <ac:chgData name="张 智" userId="36bdf691fd3510be" providerId="LiveId" clId="{F1BF4103-A6F7-42FB-B645-91339D72C5E5}" dt="2023-05-05T03:09:07.292" v="20362" actId="1036"/>
          <ac:grpSpMkLst>
            <pc:docMk/>
            <pc:sldMk cId="374373565" sldId="557"/>
            <ac:grpSpMk id="31" creationId="{00000000-0000-0000-0000-000000000000}"/>
          </ac:grpSpMkLst>
        </pc:grpChg>
        <pc:grpChg chg="mod">
          <ac:chgData name="张 智" userId="36bdf691fd3510be" providerId="LiveId" clId="{F1BF4103-A6F7-42FB-B645-91339D72C5E5}" dt="2023-05-05T15:20:22.268" v="22824" actId="403"/>
          <ac:grpSpMkLst>
            <pc:docMk/>
            <pc:sldMk cId="374373565" sldId="557"/>
            <ac:grpSpMk id="34" creationId="{00000000-0000-0000-0000-000000000000}"/>
          </ac:grpSpMkLst>
        </pc:grpChg>
        <pc:grpChg chg="mod">
          <ac:chgData name="张 智" userId="36bdf691fd3510be" providerId="LiveId" clId="{F1BF4103-A6F7-42FB-B645-91339D72C5E5}" dt="2023-05-05T15:20:37.091" v="22829" actId="403"/>
          <ac:grpSpMkLst>
            <pc:docMk/>
            <pc:sldMk cId="374373565" sldId="557"/>
            <ac:grpSpMk id="35" creationId="{00000000-0000-0000-0000-000000000000}"/>
          </ac:grpSpMkLst>
        </pc:grpChg>
        <pc:picChg chg="mod">
          <ac:chgData name="张 智" userId="36bdf691fd3510be" providerId="LiveId" clId="{F1BF4103-A6F7-42FB-B645-91339D72C5E5}" dt="2023-05-05T03:09:07.292" v="20362" actId="1036"/>
          <ac:picMkLst>
            <pc:docMk/>
            <pc:sldMk cId="374373565" sldId="557"/>
            <ac:picMk id="5" creationId="{00000000-0000-0000-0000-000000000000}"/>
          </ac:picMkLst>
        </pc:picChg>
        <pc:picChg chg="mod">
          <ac:chgData name="张 智" userId="36bdf691fd3510be" providerId="LiveId" clId="{F1BF4103-A6F7-42FB-B645-91339D72C5E5}" dt="2023-05-05T03:09:07.292" v="20362" actId="1036"/>
          <ac:picMkLst>
            <pc:docMk/>
            <pc:sldMk cId="374373565" sldId="557"/>
            <ac:picMk id="22" creationId="{00000000-0000-0000-0000-000000000000}"/>
          </ac:picMkLst>
        </pc:picChg>
        <pc:picChg chg="mod">
          <ac:chgData name="张 智" userId="36bdf691fd3510be" providerId="LiveId" clId="{F1BF4103-A6F7-42FB-B645-91339D72C5E5}" dt="2023-05-05T15:20:22.268" v="22824" actId="403"/>
          <ac:picMkLst>
            <pc:docMk/>
            <pc:sldMk cId="374373565" sldId="557"/>
            <ac:picMk id="26" creationId="{00000000-0000-0000-0000-000000000000}"/>
          </ac:picMkLst>
        </pc:picChg>
        <pc:picChg chg="mod">
          <ac:chgData name="张 智" userId="36bdf691fd3510be" providerId="LiveId" clId="{F1BF4103-A6F7-42FB-B645-91339D72C5E5}" dt="2023-05-05T15:20:37.091" v="22829" actId="403"/>
          <ac:picMkLst>
            <pc:docMk/>
            <pc:sldMk cId="374373565" sldId="557"/>
            <ac:picMk id="27" creationId="{00000000-0000-0000-0000-000000000000}"/>
          </ac:picMkLst>
        </pc:picChg>
        <pc:picChg chg="mod">
          <ac:chgData name="张 智" userId="36bdf691fd3510be" providerId="LiveId" clId="{F1BF4103-A6F7-42FB-B645-91339D72C5E5}" dt="2023-05-05T03:09:07.292" v="20362" actId="1036"/>
          <ac:picMkLst>
            <pc:docMk/>
            <pc:sldMk cId="374373565" sldId="557"/>
            <ac:picMk id="29" creationId="{00000000-0000-0000-0000-000000000000}"/>
          </ac:picMkLst>
        </pc:picChg>
        <pc:picChg chg="mod">
          <ac:chgData name="张 智" userId="36bdf691fd3510be" providerId="LiveId" clId="{F1BF4103-A6F7-42FB-B645-91339D72C5E5}" dt="2023-05-05T03:09:07.292" v="20362" actId="1036"/>
          <ac:picMkLst>
            <pc:docMk/>
            <pc:sldMk cId="374373565" sldId="557"/>
            <ac:picMk id="32" creationId="{00000000-0000-0000-0000-000000000000}"/>
          </ac:picMkLst>
        </pc:picChg>
        <pc:picChg chg="mod">
          <ac:chgData name="张 智" userId="36bdf691fd3510be" providerId="LiveId" clId="{F1BF4103-A6F7-42FB-B645-91339D72C5E5}" dt="2023-05-05T03:09:07.292" v="20362" actId="1036"/>
          <ac:picMkLst>
            <pc:docMk/>
            <pc:sldMk cId="374373565" sldId="557"/>
            <ac:picMk id="36" creationId="{0C630189-11FB-403C-9161-2720FEBF7941}"/>
          </ac:picMkLst>
        </pc:picChg>
        <pc:cxnChg chg="mod">
          <ac:chgData name="张 智" userId="36bdf691fd3510be" providerId="LiveId" clId="{F1BF4103-A6F7-42FB-B645-91339D72C5E5}" dt="2023-05-05T03:09:07.292" v="20362" actId="1036"/>
          <ac:cxnSpMkLst>
            <pc:docMk/>
            <pc:sldMk cId="374373565" sldId="557"/>
            <ac:cxnSpMk id="11" creationId="{00000000-0000-0000-0000-000000000000}"/>
          </ac:cxnSpMkLst>
        </pc:cxnChg>
        <pc:cxnChg chg="mod">
          <ac:chgData name="张 智" userId="36bdf691fd3510be" providerId="LiveId" clId="{F1BF4103-A6F7-42FB-B645-91339D72C5E5}" dt="2023-05-05T03:09:07.292" v="20362" actId="1036"/>
          <ac:cxnSpMkLst>
            <pc:docMk/>
            <pc:sldMk cId="374373565" sldId="557"/>
            <ac:cxnSpMk id="12" creationId="{9C9C61C3-145D-443B-B08E-1702E3C9F7EF}"/>
          </ac:cxnSpMkLst>
        </pc:cxnChg>
        <pc:cxnChg chg="mod">
          <ac:chgData name="张 智" userId="36bdf691fd3510be" providerId="LiveId" clId="{F1BF4103-A6F7-42FB-B645-91339D72C5E5}" dt="2023-05-05T03:09:07.292" v="20362" actId="1036"/>
          <ac:cxnSpMkLst>
            <pc:docMk/>
            <pc:sldMk cId="374373565" sldId="557"/>
            <ac:cxnSpMk id="13" creationId="{00000000-0000-0000-0000-000000000000}"/>
          </ac:cxnSpMkLst>
        </pc:cxnChg>
        <pc:cxnChg chg="mod">
          <ac:chgData name="张 智" userId="36bdf691fd3510be" providerId="LiveId" clId="{F1BF4103-A6F7-42FB-B645-91339D72C5E5}" dt="2023-05-05T03:09:07.292" v="20362" actId="1036"/>
          <ac:cxnSpMkLst>
            <pc:docMk/>
            <pc:sldMk cId="374373565" sldId="557"/>
            <ac:cxnSpMk id="15" creationId="{00000000-0000-0000-0000-000000000000}"/>
          </ac:cxnSpMkLst>
        </pc:cxnChg>
        <pc:cxnChg chg="mod">
          <ac:chgData name="张 智" userId="36bdf691fd3510be" providerId="LiveId" clId="{F1BF4103-A6F7-42FB-B645-91339D72C5E5}" dt="2023-05-05T03:09:07.292" v="20362" actId="1036"/>
          <ac:cxnSpMkLst>
            <pc:docMk/>
            <pc:sldMk cId="374373565" sldId="557"/>
            <ac:cxnSpMk id="37" creationId="{E80C9EF7-B8A3-4F54-8599-DBEADC746C05}"/>
          </ac:cxnSpMkLst>
        </pc:cxnChg>
      </pc:sldChg>
      <pc:sldChg chg="add del">
        <pc:chgData name="张 智" userId="36bdf691fd3510be" providerId="LiveId" clId="{F1BF4103-A6F7-42FB-B645-91339D72C5E5}" dt="2023-05-04T15:31:09.162" v="19350"/>
        <pc:sldMkLst>
          <pc:docMk/>
          <pc:sldMk cId="1682390566" sldId="558"/>
        </pc:sldMkLst>
      </pc:sldChg>
      <pc:sldChg chg="addSp delSp modSp add mod modNotesTx">
        <pc:chgData name="张 智" userId="36bdf691fd3510be" providerId="LiveId" clId="{F1BF4103-A6F7-42FB-B645-91339D72C5E5}" dt="2023-05-05T14:29:28.463" v="22227" actId="20577"/>
        <pc:sldMkLst>
          <pc:docMk/>
          <pc:sldMk cId="4204181593" sldId="558"/>
        </pc:sldMkLst>
        <pc:spChg chg="del mod">
          <ac:chgData name="张 智" userId="36bdf691fd3510be" providerId="LiveId" clId="{F1BF4103-A6F7-42FB-B645-91339D72C5E5}" dt="2023-05-05T03:51:27.588" v="21079" actId="478"/>
          <ac:spMkLst>
            <pc:docMk/>
            <pc:sldMk cId="4204181593" sldId="558"/>
            <ac:spMk id="3" creationId="{16E39FD5-37A8-4348-8381-91D726EF0830}"/>
          </ac:spMkLst>
        </pc:spChg>
        <pc:spChg chg="mod">
          <ac:chgData name="张 智" userId="36bdf691fd3510be" providerId="LiveId" clId="{F1BF4103-A6F7-42FB-B645-91339D72C5E5}" dt="2023-05-05T03:09:49.496" v="20364"/>
          <ac:spMkLst>
            <pc:docMk/>
            <pc:sldMk cId="4204181593" sldId="558"/>
            <ac:spMk id="4" creationId="{00000000-0000-0000-0000-000000000000}"/>
          </ac:spMkLst>
        </pc:spChg>
        <pc:spChg chg="mod">
          <ac:chgData name="张 智" userId="36bdf691fd3510be" providerId="LiveId" clId="{F1BF4103-A6F7-42FB-B645-91339D72C5E5}" dt="2023-05-05T14:29:28.463" v="22227" actId="20577"/>
          <ac:spMkLst>
            <pc:docMk/>
            <pc:sldMk cId="4204181593" sldId="558"/>
            <ac:spMk id="6" creationId="{4F5B4539-1F2F-4FE7-B0FE-6CACBF149B2A}"/>
          </ac:spMkLst>
        </pc:spChg>
        <pc:spChg chg="add del mod">
          <ac:chgData name="张 智" userId="36bdf691fd3510be" providerId="LiveId" clId="{F1BF4103-A6F7-42FB-B645-91339D72C5E5}" dt="2023-05-05T03:51:30.152" v="21080" actId="478"/>
          <ac:spMkLst>
            <pc:docMk/>
            <pc:sldMk cId="4204181593" sldId="558"/>
            <ac:spMk id="7" creationId="{07D7216F-4B38-4C9B-8348-426EA49A9CED}"/>
          </ac:spMkLst>
        </pc:spChg>
      </pc:sldChg>
      <pc:sldChg chg="addSp delSp modSp add mod ord modNotesTx">
        <pc:chgData name="张 智" userId="36bdf691fd3510be" providerId="LiveId" clId="{F1BF4103-A6F7-42FB-B645-91339D72C5E5}" dt="2023-05-05T12:30:52.544" v="21536" actId="20577"/>
        <pc:sldMkLst>
          <pc:docMk/>
          <pc:sldMk cId="769301239" sldId="559"/>
        </pc:sldMkLst>
        <pc:spChg chg="mod">
          <ac:chgData name="张 智" userId="36bdf691fd3510be" providerId="LiveId" clId="{F1BF4103-A6F7-42FB-B645-91339D72C5E5}" dt="2023-05-05T12:30:52.544" v="21536" actId="20577"/>
          <ac:spMkLst>
            <pc:docMk/>
            <pc:sldMk cId="769301239" sldId="559"/>
            <ac:spMk id="3" creationId="{16E39FD5-37A8-4348-8381-91D726EF0830}"/>
          </ac:spMkLst>
        </pc:spChg>
        <pc:spChg chg="mod">
          <ac:chgData name="张 智" userId="36bdf691fd3510be" providerId="LiveId" clId="{F1BF4103-A6F7-42FB-B645-91339D72C5E5}" dt="2023-05-05T03:46:07.962" v="21053" actId="1076"/>
          <ac:spMkLst>
            <pc:docMk/>
            <pc:sldMk cId="769301239" sldId="559"/>
            <ac:spMk id="4" creationId="{00000000-0000-0000-0000-000000000000}"/>
          </ac:spMkLst>
        </pc:spChg>
        <pc:spChg chg="del">
          <ac:chgData name="张 智" userId="36bdf691fd3510be" providerId="LiveId" clId="{F1BF4103-A6F7-42FB-B645-91339D72C5E5}" dt="2023-05-05T04:08:34.752" v="21249" actId="478"/>
          <ac:spMkLst>
            <pc:docMk/>
            <pc:sldMk cId="769301239" sldId="559"/>
            <ac:spMk id="5" creationId="{CAA7A278-5B3B-44D6-9CD1-D4768B2395DF}"/>
          </ac:spMkLst>
        </pc:spChg>
        <pc:spChg chg="del">
          <ac:chgData name="张 智" userId="36bdf691fd3510be" providerId="LiveId" clId="{F1BF4103-A6F7-42FB-B645-91339D72C5E5}" dt="2023-05-05T03:27:41.469" v="20517" actId="478"/>
          <ac:spMkLst>
            <pc:docMk/>
            <pc:sldMk cId="769301239" sldId="559"/>
            <ac:spMk id="6" creationId="{4F5B4539-1F2F-4FE7-B0FE-6CACBF149B2A}"/>
          </ac:spMkLst>
        </pc:spChg>
        <pc:spChg chg="add del mod">
          <ac:chgData name="张 智" userId="36bdf691fd3510be" providerId="LiveId" clId="{F1BF4103-A6F7-42FB-B645-91339D72C5E5}" dt="2023-05-05T03:44:06.263" v="20865" actId="478"/>
          <ac:spMkLst>
            <pc:docMk/>
            <pc:sldMk cId="769301239" sldId="559"/>
            <ac:spMk id="7" creationId="{7CE4143B-8F3D-486D-A98C-91CF8149D5B8}"/>
          </ac:spMkLst>
        </pc:spChg>
      </pc:sldChg>
      <pc:sldChg chg="modSp add del mod">
        <pc:chgData name="张 智" userId="36bdf691fd3510be" providerId="LiveId" clId="{F1BF4103-A6F7-42FB-B645-91339D72C5E5}" dt="2023-05-05T14:27:33.404" v="22214" actId="2696"/>
        <pc:sldMkLst>
          <pc:docMk/>
          <pc:sldMk cId="1524162257" sldId="560"/>
        </pc:sldMkLst>
        <pc:spChg chg="mod">
          <ac:chgData name="张 智" userId="36bdf691fd3510be" providerId="LiveId" clId="{F1BF4103-A6F7-42FB-B645-91339D72C5E5}" dt="2023-05-05T08:23:26.166" v="21366" actId="20577"/>
          <ac:spMkLst>
            <pc:docMk/>
            <pc:sldMk cId="1524162257" sldId="560"/>
            <ac:spMk id="4" creationId="{00000000-0000-0000-0000-000000000000}"/>
          </ac:spMkLst>
        </pc:spChg>
      </pc:sldChg>
      <pc:sldChg chg="addSp delSp modSp add mod">
        <pc:chgData name="张 智" userId="36bdf691fd3510be" providerId="LiveId" clId="{F1BF4103-A6F7-42FB-B645-91339D72C5E5}" dt="2023-05-05T14:44:36.046" v="22288" actId="14100"/>
        <pc:sldMkLst>
          <pc:docMk/>
          <pc:sldMk cId="2553135735" sldId="561"/>
        </pc:sldMkLst>
        <pc:spChg chg="mod">
          <ac:chgData name="张 智" userId="36bdf691fd3510be" providerId="LiveId" clId="{F1BF4103-A6F7-42FB-B645-91339D72C5E5}" dt="2023-05-05T08:23:58.339" v="21368"/>
          <ac:spMkLst>
            <pc:docMk/>
            <pc:sldMk cId="2553135735" sldId="561"/>
            <ac:spMk id="4" creationId="{00000000-0000-0000-0000-000000000000}"/>
          </ac:spMkLst>
        </pc:spChg>
        <pc:spChg chg="mod">
          <ac:chgData name="张 智" userId="36bdf691fd3510be" providerId="LiveId" clId="{F1BF4103-A6F7-42FB-B645-91339D72C5E5}" dt="2023-05-05T14:40:33.878" v="22251" actId="1076"/>
          <ac:spMkLst>
            <pc:docMk/>
            <pc:sldMk cId="2553135735" sldId="561"/>
            <ac:spMk id="8" creationId="{80E200BC-7A10-4D36-8671-173417211610}"/>
          </ac:spMkLst>
        </pc:spChg>
        <pc:spChg chg="del mod">
          <ac:chgData name="张 智" userId="36bdf691fd3510be" providerId="LiveId" clId="{F1BF4103-A6F7-42FB-B645-91339D72C5E5}" dt="2023-05-05T08:44:31.334" v="21493" actId="478"/>
          <ac:spMkLst>
            <pc:docMk/>
            <pc:sldMk cId="2553135735" sldId="561"/>
            <ac:spMk id="9" creationId="{CEE46228-0CBA-4584-A268-EE13072AFEC1}"/>
          </ac:spMkLst>
        </pc:spChg>
        <pc:spChg chg="del mod">
          <ac:chgData name="张 智" userId="36bdf691fd3510be" providerId="LiveId" clId="{F1BF4103-A6F7-42FB-B645-91339D72C5E5}" dt="2023-05-05T08:43:42.311" v="21480" actId="478"/>
          <ac:spMkLst>
            <pc:docMk/>
            <pc:sldMk cId="2553135735" sldId="561"/>
            <ac:spMk id="10" creationId="{EB1BE8C2-B7E2-467A-A208-E6EF4815ADA5}"/>
          </ac:spMkLst>
        </pc:spChg>
        <pc:spChg chg="mod">
          <ac:chgData name="张 智" userId="36bdf691fd3510be" providerId="LiveId" clId="{F1BF4103-A6F7-42FB-B645-91339D72C5E5}" dt="2023-05-05T14:42:28.769" v="22278" actId="1076"/>
          <ac:spMkLst>
            <pc:docMk/>
            <pc:sldMk cId="2553135735" sldId="561"/>
            <ac:spMk id="14" creationId="{12603A11-F84B-416E-9349-7ADA30DF5EF3}"/>
          </ac:spMkLst>
        </pc:spChg>
        <pc:spChg chg="add mod">
          <ac:chgData name="张 智" userId="36bdf691fd3510be" providerId="LiveId" clId="{F1BF4103-A6F7-42FB-B645-91339D72C5E5}" dt="2023-05-05T14:42:06.050" v="22272" actId="1076"/>
          <ac:spMkLst>
            <pc:docMk/>
            <pc:sldMk cId="2553135735" sldId="561"/>
            <ac:spMk id="16" creationId="{61A8ABD8-F784-4E88-BE07-C61BE5A48F5B}"/>
          </ac:spMkLst>
        </pc:spChg>
        <pc:spChg chg="add mod">
          <ac:chgData name="张 智" userId="36bdf691fd3510be" providerId="LiveId" clId="{F1BF4103-A6F7-42FB-B645-91339D72C5E5}" dt="2023-05-05T14:42:13.006" v="22274" actId="1076"/>
          <ac:spMkLst>
            <pc:docMk/>
            <pc:sldMk cId="2553135735" sldId="561"/>
            <ac:spMk id="17" creationId="{C617C256-7532-41C2-AEFB-CFF72581C6A6}"/>
          </ac:spMkLst>
        </pc:spChg>
        <pc:cxnChg chg="mod">
          <ac:chgData name="张 智" userId="36bdf691fd3510be" providerId="LiveId" clId="{F1BF4103-A6F7-42FB-B645-91339D72C5E5}" dt="2023-05-05T14:43:55.611" v="22283" actId="14100"/>
          <ac:cxnSpMkLst>
            <pc:docMk/>
            <pc:sldMk cId="2553135735" sldId="561"/>
            <ac:cxnSpMk id="11" creationId="{9E26D652-CA89-4C22-95D9-F3651ECCCBE8}"/>
          </ac:cxnSpMkLst>
        </pc:cxnChg>
        <pc:cxnChg chg="del mod">
          <ac:chgData name="张 智" userId="36bdf691fd3510be" providerId="LiveId" clId="{F1BF4103-A6F7-42FB-B645-91339D72C5E5}" dt="2023-05-05T14:44:01.714" v="22284" actId="478"/>
          <ac:cxnSpMkLst>
            <pc:docMk/>
            <pc:sldMk cId="2553135735" sldId="561"/>
            <ac:cxnSpMk id="15" creationId="{F46FBA61-76AF-4509-8D0F-B1587B1F59B5}"/>
          </ac:cxnSpMkLst>
        </pc:cxnChg>
        <pc:cxnChg chg="add mod">
          <ac:chgData name="张 智" userId="36bdf691fd3510be" providerId="LiveId" clId="{F1BF4103-A6F7-42FB-B645-91339D72C5E5}" dt="2023-05-05T14:44:36.046" v="22288" actId="14100"/>
          <ac:cxnSpMkLst>
            <pc:docMk/>
            <pc:sldMk cId="2553135735" sldId="561"/>
            <ac:cxnSpMk id="18" creationId="{7D981780-5660-403B-B268-BE404D03D3E7}"/>
          </ac:cxnSpMkLst>
        </pc:cxnChg>
      </pc:sldChg>
      <pc:sldChg chg="modSp add del mod">
        <pc:chgData name="张 智" userId="36bdf691fd3510be" providerId="LiveId" clId="{F1BF4103-A6F7-42FB-B645-91339D72C5E5}" dt="2023-05-05T14:52:52.615" v="22345" actId="2696"/>
        <pc:sldMkLst>
          <pc:docMk/>
          <pc:sldMk cId="287311202" sldId="562"/>
        </pc:sldMkLst>
        <pc:spChg chg="mod">
          <ac:chgData name="张 智" userId="36bdf691fd3510be" providerId="LiveId" clId="{F1BF4103-A6F7-42FB-B645-91339D72C5E5}" dt="2023-05-05T14:51:58.711" v="22344" actId="20577"/>
          <ac:spMkLst>
            <pc:docMk/>
            <pc:sldMk cId="287311202" sldId="562"/>
            <ac:spMk id="6" creationId="{4F5B4539-1F2F-4FE7-B0FE-6CACBF149B2A}"/>
          </ac:spMkLst>
        </pc:spChg>
      </pc:sldChg>
      <pc:sldChg chg="addSp modSp add mod">
        <pc:chgData name="张 智" userId="36bdf691fd3510be" providerId="LiveId" clId="{F1BF4103-A6F7-42FB-B645-91339D72C5E5}" dt="2023-05-05T15:21:53.972" v="22844" actId="14100"/>
        <pc:sldMkLst>
          <pc:docMk/>
          <pc:sldMk cId="3001436157" sldId="562"/>
        </pc:sldMkLst>
        <pc:cxnChg chg="add mod">
          <ac:chgData name="张 智" userId="36bdf691fd3510be" providerId="LiveId" clId="{F1BF4103-A6F7-42FB-B645-91339D72C5E5}" dt="2023-05-05T15:21:53.972" v="22844" actId="14100"/>
          <ac:cxnSpMkLst>
            <pc:docMk/>
            <pc:sldMk cId="3001436157" sldId="562"/>
            <ac:cxnSpMk id="5" creationId="{B7EEE693-BE92-41D9-9652-72526C4CA024}"/>
          </ac:cxnSpMkLst>
        </pc:cxnChg>
      </pc:sldChg>
      <pc:sldChg chg="modSp add mod modNotesTx">
        <pc:chgData name="张 智" userId="36bdf691fd3510be" providerId="LiveId" clId="{F1BF4103-A6F7-42FB-B645-91339D72C5E5}" dt="2023-05-06T13:50:46.602" v="24045" actId="1076"/>
        <pc:sldMkLst>
          <pc:docMk/>
          <pc:sldMk cId="2639062356" sldId="563"/>
        </pc:sldMkLst>
        <pc:spChg chg="mod">
          <ac:chgData name="张 智" userId="36bdf691fd3510be" providerId="LiveId" clId="{F1BF4103-A6F7-42FB-B645-91339D72C5E5}" dt="2023-05-06T13:50:46.602" v="24045" actId="1076"/>
          <ac:spMkLst>
            <pc:docMk/>
            <pc:sldMk cId="2639062356" sldId="563"/>
            <ac:spMk id="2" creationId="{602B46DB-0610-4041-9618-49392CAE36E3}"/>
          </ac:spMkLst>
        </pc:spChg>
        <pc:spChg chg="mod">
          <ac:chgData name="张 智" userId="36bdf691fd3510be" providerId="LiveId" clId="{F1BF4103-A6F7-42FB-B645-91339D72C5E5}" dt="2023-05-06T13:50:44.242" v="24044" actId="1076"/>
          <ac:spMkLst>
            <pc:docMk/>
            <pc:sldMk cId="2639062356" sldId="563"/>
            <ac:spMk id="3" creationId="{DC61A595-FD10-4DD1-AAB9-056A053960BA}"/>
          </ac:spMkLst>
        </pc:spChg>
      </pc:sldChg>
      <pc:sldChg chg="addSp delSp modSp new del mod modNotesTx">
        <pc:chgData name="张 智" userId="36bdf691fd3510be" providerId="LiveId" clId="{F1BF4103-A6F7-42FB-B645-91339D72C5E5}" dt="2023-05-06T02:45:32.518" v="23438" actId="2696"/>
        <pc:sldMkLst>
          <pc:docMk/>
          <pc:sldMk cId="1671241220" sldId="564"/>
        </pc:sldMkLst>
        <pc:spChg chg="del">
          <ac:chgData name="张 智" userId="36bdf691fd3510be" providerId="LiveId" clId="{F1BF4103-A6F7-42FB-B645-91339D72C5E5}" dt="2023-05-06T02:23:44.631" v="23198" actId="478"/>
          <ac:spMkLst>
            <pc:docMk/>
            <pc:sldMk cId="1671241220" sldId="564"/>
            <ac:spMk id="2" creationId="{AA169386-BA13-4496-8994-D61616E021BC}"/>
          </ac:spMkLst>
        </pc:spChg>
        <pc:spChg chg="del">
          <ac:chgData name="张 智" userId="36bdf691fd3510be" providerId="LiveId" clId="{F1BF4103-A6F7-42FB-B645-91339D72C5E5}" dt="2023-05-06T02:23:42.861" v="23197" actId="478"/>
          <ac:spMkLst>
            <pc:docMk/>
            <pc:sldMk cId="1671241220" sldId="564"/>
            <ac:spMk id="3" creationId="{CDDF5843-9C43-4F2D-B9AB-CADF1C0D0CDB}"/>
          </ac:spMkLst>
        </pc:spChg>
        <pc:spChg chg="add mod">
          <ac:chgData name="张 智" userId="36bdf691fd3510be" providerId="LiveId" clId="{F1BF4103-A6F7-42FB-B645-91339D72C5E5}" dt="2023-05-06T02:31:31.048" v="23355" actId="14100"/>
          <ac:spMkLst>
            <pc:docMk/>
            <pc:sldMk cId="1671241220" sldId="564"/>
            <ac:spMk id="4" creationId="{4C22CF2C-7B03-4549-9F9A-9C7C79843248}"/>
          </ac:spMkLst>
        </pc:spChg>
        <pc:spChg chg="add mod">
          <ac:chgData name="张 智" userId="36bdf691fd3510be" providerId="LiveId" clId="{F1BF4103-A6F7-42FB-B645-91339D72C5E5}" dt="2023-05-06T02:31:46.809" v="23358" actId="1076"/>
          <ac:spMkLst>
            <pc:docMk/>
            <pc:sldMk cId="1671241220" sldId="564"/>
            <ac:spMk id="5" creationId="{89870955-199B-4C7E-ACC9-6488902B944D}"/>
          </ac:spMkLst>
        </pc:spChg>
      </pc:sldChg>
      <pc:sldChg chg="add del">
        <pc:chgData name="张 智" userId="36bdf691fd3510be" providerId="LiveId" clId="{F1BF4103-A6F7-42FB-B645-91339D72C5E5}" dt="2023-05-06T02:45:32.518" v="23438" actId="2696"/>
        <pc:sldMkLst>
          <pc:docMk/>
          <pc:sldMk cId="2641395970" sldId="565"/>
        </pc:sldMkLst>
      </pc:sldChg>
    </pc:docChg>
  </pc:docChgLst>
  <pc:docChgLst>
    <pc:chgData name="张 智" userId="36bdf691fd3510be" providerId="LiveId" clId="{D2AA9545-34E0-4C14-A5E7-62F6581044C5}"/>
    <pc:docChg chg="undo custSel addSld delSld modSld sldOrd">
      <pc:chgData name="张 智" userId="36bdf691fd3510be" providerId="LiveId" clId="{D2AA9545-34E0-4C14-A5E7-62F6581044C5}" dt="2024-05-06T05:28:23.733" v="11444" actId="20577"/>
      <pc:docMkLst>
        <pc:docMk/>
      </pc:docMkLst>
      <pc:sldChg chg="modNotesTx">
        <pc:chgData name="张 智" userId="36bdf691fd3510be" providerId="LiveId" clId="{D2AA9545-34E0-4C14-A5E7-62F6581044C5}" dt="2024-05-06T01:26:26.070" v="7992" actId="20577"/>
        <pc:sldMkLst>
          <pc:docMk/>
          <pc:sldMk cId="1077586671" sldId="256"/>
        </pc:sldMkLst>
      </pc:sldChg>
      <pc:sldChg chg="modNotesTx">
        <pc:chgData name="张 智" userId="36bdf691fd3510be" providerId="LiveId" clId="{D2AA9545-34E0-4C14-A5E7-62F6581044C5}" dt="2024-05-05T07:45:37.678" v="3517" actId="20577"/>
        <pc:sldMkLst>
          <pc:docMk/>
          <pc:sldMk cId="3447974868" sldId="257"/>
        </pc:sldMkLst>
      </pc:sldChg>
      <pc:sldChg chg="modSp mod">
        <pc:chgData name="张 智" userId="36bdf691fd3510be" providerId="LiveId" clId="{D2AA9545-34E0-4C14-A5E7-62F6581044C5}" dt="2024-05-05T07:47:58.744" v="3520" actId="1076"/>
        <pc:sldMkLst>
          <pc:docMk/>
          <pc:sldMk cId="278210718" sldId="258"/>
        </pc:sldMkLst>
        <pc:spChg chg="mod">
          <ac:chgData name="张 智" userId="36bdf691fd3510be" providerId="LiveId" clId="{D2AA9545-34E0-4C14-A5E7-62F6581044C5}" dt="2024-05-05T07:47:58.744" v="3520" actId="1076"/>
          <ac:spMkLst>
            <pc:docMk/>
            <pc:sldMk cId="278210718" sldId="258"/>
            <ac:spMk id="2" creationId="{42D06419-9688-4E6E-91B3-405817B0A902}"/>
          </ac:spMkLst>
        </pc:spChg>
      </pc:sldChg>
      <pc:sldChg chg="modSp mod modNotesTx">
        <pc:chgData name="张 智" userId="36bdf691fd3510be" providerId="LiveId" clId="{D2AA9545-34E0-4C14-A5E7-62F6581044C5}" dt="2024-05-06T01:46:00.298" v="8107" actId="20577"/>
        <pc:sldMkLst>
          <pc:docMk/>
          <pc:sldMk cId="1077353334" sldId="259"/>
        </pc:sldMkLst>
        <pc:spChg chg="mod">
          <ac:chgData name="张 智" userId="36bdf691fd3510be" providerId="LiveId" clId="{D2AA9545-34E0-4C14-A5E7-62F6581044C5}" dt="2024-05-05T08:19:20.848" v="4111" actId="20577"/>
          <ac:spMkLst>
            <pc:docMk/>
            <pc:sldMk cId="1077353334" sldId="259"/>
            <ac:spMk id="3" creationId="{5705EF65-B9D6-4C8D-B798-6F1EF3344DD2}"/>
          </ac:spMkLst>
        </pc:spChg>
      </pc:sldChg>
      <pc:sldChg chg="modNotesTx">
        <pc:chgData name="张 智" userId="36bdf691fd3510be" providerId="LiveId" clId="{D2AA9545-34E0-4C14-A5E7-62F6581044C5}" dt="2024-05-05T13:32:50.652" v="5093" actId="20577"/>
        <pc:sldMkLst>
          <pc:docMk/>
          <pc:sldMk cId="899030509" sldId="261"/>
        </pc:sldMkLst>
      </pc:sldChg>
      <pc:sldChg chg="modSp mod modNotesTx">
        <pc:chgData name="张 智" userId="36bdf691fd3510be" providerId="LiveId" clId="{D2AA9545-34E0-4C14-A5E7-62F6581044C5}" dt="2024-05-05T08:26:54.075" v="4361" actId="20577"/>
        <pc:sldMkLst>
          <pc:docMk/>
          <pc:sldMk cId="3123700147" sldId="265"/>
        </pc:sldMkLst>
        <pc:spChg chg="mod">
          <ac:chgData name="张 智" userId="36bdf691fd3510be" providerId="LiveId" clId="{D2AA9545-34E0-4C14-A5E7-62F6581044C5}" dt="2024-05-05T08:25:54.918" v="4321" actId="14100"/>
          <ac:spMkLst>
            <pc:docMk/>
            <pc:sldMk cId="3123700147" sldId="265"/>
            <ac:spMk id="3" creationId="{FD95B780-4F46-48E4-8A07-635D534C3326}"/>
          </ac:spMkLst>
        </pc:spChg>
      </pc:sldChg>
      <pc:sldChg chg="modSp mod modNotesTx">
        <pc:chgData name="张 智" userId="36bdf691fd3510be" providerId="LiveId" clId="{D2AA9545-34E0-4C14-A5E7-62F6581044C5}" dt="2024-05-05T08:27:20.518" v="4363" actId="20577"/>
        <pc:sldMkLst>
          <pc:docMk/>
          <pc:sldMk cId="1082766398" sldId="266"/>
        </pc:sldMkLst>
        <pc:spChg chg="mod">
          <ac:chgData name="张 智" userId="36bdf691fd3510be" providerId="LiveId" clId="{D2AA9545-34E0-4C14-A5E7-62F6581044C5}" dt="2024-05-05T08:27:18.329" v="4362" actId="20577"/>
          <ac:spMkLst>
            <pc:docMk/>
            <pc:sldMk cId="1082766398" sldId="266"/>
            <ac:spMk id="3" creationId="{FD95B780-4F46-48E4-8A07-635D534C3326}"/>
          </ac:spMkLst>
        </pc:spChg>
      </pc:sldChg>
      <pc:sldChg chg="modNotesTx">
        <pc:chgData name="张 智" userId="36bdf691fd3510be" providerId="LiveId" clId="{D2AA9545-34E0-4C14-A5E7-62F6581044C5}" dt="2024-05-06T02:09:29.234" v="8641" actId="20577"/>
        <pc:sldMkLst>
          <pc:docMk/>
          <pc:sldMk cId="4281615526" sldId="267"/>
        </pc:sldMkLst>
      </pc:sldChg>
      <pc:sldChg chg="delSp modSp mod modNotesTx">
        <pc:chgData name="张 智" userId="36bdf691fd3510be" providerId="LiveId" clId="{D2AA9545-34E0-4C14-A5E7-62F6581044C5}" dt="2024-05-06T03:30:03.131" v="9805" actId="20577"/>
        <pc:sldMkLst>
          <pc:docMk/>
          <pc:sldMk cId="2333892740" sldId="271"/>
        </pc:sldMkLst>
        <pc:spChg chg="mod">
          <ac:chgData name="张 智" userId="36bdf691fd3510be" providerId="LiveId" clId="{D2AA9545-34E0-4C14-A5E7-62F6581044C5}" dt="2024-05-05T14:10:30.107" v="5547" actId="20577"/>
          <ac:spMkLst>
            <pc:docMk/>
            <pc:sldMk cId="2333892740" sldId="271"/>
            <ac:spMk id="11" creationId="{21A16768-2ACF-4876-871D-5FE311CCE896}"/>
          </ac:spMkLst>
        </pc:spChg>
        <pc:picChg chg="del">
          <ac:chgData name="张 智" userId="36bdf691fd3510be" providerId="LiveId" clId="{D2AA9545-34E0-4C14-A5E7-62F6581044C5}" dt="2024-05-03T03:39:37.987" v="134" actId="478"/>
          <ac:picMkLst>
            <pc:docMk/>
            <pc:sldMk cId="2333892740" sldId="271"/>
            <ac:picMk id="2" creationId="{6B355827-6072-3388-0B27-5B3FCADEB05D}"/>
          </ac:picMkLst>
        </pc:picChg>
      </pc:sldChg>
      <pc:sldChg chg="modNotesTx">
        <pc:chgData name="张 智" userId="36bdf691fd3510be" providerId="LiveId" clId="{D2AA9545-34E0-4C14-A5E7-62F6581044C5}" dt="2024-05-05T14:35:49.313" v="6343" actId="20577"/>
        <pc:sldMkLst>
          <pc:docMk/>
          <pc:sldMk cId="2757093489" sldId="317"/>
        </pc:sldMkLst>
      </pc:sldChg>
      <pc:sldChg chg="addSp delSp modSp mod modNotesTx">
        <pc:chgData name="张 智" userId="36bdf691fd3510be" providerId="LiveId" clId="{D2AA9545-34E0-4C14-A5E7-62F6581044C5}" dt="2024-05-05T15:11:08.933" v="7655" actId="20577"/>
        <pc:sldMkLst>
          <pc:docMk/>
          <pc:sldMk cId="1759880920" sldId="318"/>
        </pc:sldMkLst>
        <pc:spChg chg="del">
          <ac:chgData name="张 智" userId="36bdf691fd3510be" providerId="LiveId" clId="{D2AA9545-34E0-4C14-A5E7-62F6581044C5}" dt="2024-05-04T13:54:37.232" v="3226" actId="478"/>
          <ac:spMkLst>
            <pc:docMk/>
            <pc:sldMk cId="1759880920" sldId="318"/>
            <ac:spMk id="7" creationId="{00000000-0000-0000-0000-000000000000}"/>
          </ac:spMkLst>
        </pc:spChg>
        <pc:spChg chg="mod">
          <ac:chgData name="张 智" userId="36bdf691fd3510be" providerId="LiveId" clId="{D2AA9545-34E0-4C14-A5E7-62F6581044C5}" dt="2024-05-04T13:54:07.166" v="3224" actId="20577"/>
          <ac:spMkLst>
            <pc:docMk/>
            <pc:sldMk cId="1759880920" sldId="318"/>
            <ac:spMk id="9" creationId="{00000000-0000-0000-0000-000000000000}"/>
          </ac:spMkLst>
        </pc:spChg>
        <pc:spChg chg="add mod">
          <ac:chgData name="张 智" userId="36bdf691fd3510be" providerId="LiveId" clId="{D2AA9545-34E0-4C14-A5E7-62F6581044C5}" dt="2024-05-04T13:54:56.731" v="3231" actId="1076"/>
          <ac:spMkLst>
            <pc:docMk/>
            <pc:sldMk cId="1759880920" sldId="318"/>
            <ac:spMk id="10" creationId="{5AD1956A-6E1F-4630-9918-B0349FE2F070}"/>
          </ac:spMkLst>
        </pc:spChg>
        <pc:spChg chg="add mod">
          <ac:chgData name="张 智" userId="36bdf691fd3510be" providerId="LiveId" clId="{D2AA9545-34E0-4C14-A5E7-62F6581044C5}" dt="2024-05-04T13:54:55.026" v="3230" actId="1076"/>
          <ac:spMkLst>
            <pc:docMk/>
            <pc:sldMk cId="1759880920" sldId="318"/>
            <ac:spMk id="11" creationId="{B60B043F-9814-4042-AC74-DAAAFF82639D}"/>
          </ac:spMkLst>
        </pc:spChg>
      </pc:sldChg>
      <pc:sldChg chg="add modNotesTx">
        <pc:chgData name="张 智" userId="36bdf691fd3510be" providerId="LiveId" clId="{D2AA9545-34E0-4C14-A5E7-62F6581044C5}" dt="2024-05-04T14:10:33.886" v="3512" actId="20577"/>
        <pc:sldMkLst>
          <pc:docMk/>
          <pc:sldMk cId="3416727738" sldId="355"/>
        </pc:sldMkLst>
      </pc:sldChg>
      <pc:sldChg chg="modSp del mod">
        <pc:chgData name="张 智" userId="36bdf691fd3510be" providerId="LiveId" clId="{D2AA9545-34E0-4C14-A5E7-62F6581044C5}" dt="2024-05-04T14:09:47.048" v="3438" actId="2696"/>
        <pc:sldMkLst>
          <pc:docMk/>
          <pc:sldMk cId="4198719846" sldId="355"/>
        </pc:sldMkLst>
        <pc:spChg chg="mod">
          <ac:chgData name="张 智" userId="36bdf691fd3510be" providerId="LiveId" clId="{D2AA9545-34E0-4C14-A5E7-62F6581044C5}" dt="2024-05-03T16:08:40.226" v="2878" actId="14100"/>
          <ac:spMkLst>
            <pc:docMk/>
            <pc:sldMk cId="4198719846" sldId="355"/>
            <ac:spMk id="8" creationId="{00000000-0000-0000-0000-000000000000}"/>
          </ac:spMkLst>
        </pc:spChg>
        <pc:spChg chg="mod">
          <ac:chgData name="张 智" userId="36bdf691fd3510be" providerId="LiveId" clId="{D2AA9545-34E0-4C14-A5E7-62F6581044C5}" dt="2024-05-03T16:08:28.931" v="2876" actId="14100"/>
          <ac:spMkLst>
            <pc:docMk/>
            <pc:sldMk cId="4198719846" sldId="355"/>
            <ac:spMk id="13" creationId="{00000000-0000-0000-0000-000000000000}"/>
          </ac:spMkLst>
        </pc:spChg>
      </pc:sldChg>
      <pc:sldChg chg="modSp mod modNotesTx">
        <pc:chgData name="张 智" userId="36bdf691fd3510be" providerId="LiveId" clId="{D2AA9545-34E0-4C14-A5E7-62F6581044C5}" dt="2024-05-06T01:29:05.880" v="7996" actId="20577"/>
        <pc:sldMkLst>
          <pc:docMk/>
          <pc:sldMk cId="780240120" sldId="438"/>
        </pc:sldMkLst>
        <pc:spChg chg="mod">
          <ac:chgData name="张 智" userId="36bdf691fd3510be" providerId="LiveId" clId="{D2AA9545-34E0-4C14-A5E7-62F6581044C5}" dt="2024-05-05T07:46:57.155" v="3518" actId="1076"/>
          <ac:spMkLst>
            <pc:docMk/>
            <pc:sldMk cId="780240120" sldId="438"/>
            <ac:spMk id="2" creationId="{42D06419-9688-4E6E-91B3-405817B0A902}"/>
          </ac:spMkLst>
        </pc:spChg>
        <pc:spChg chg="mod">
          <ac:chgData name="张 智" userId="36bdf691fd3510be" providerId="LiveId" clId="{D2AA9545-34E0-4C14-A5E7-62F6581044C5}" dt="2024-05-05T07:46:59.215" v="3519" actId="1076"/>
          <ac:spMkLst>
            <pc:docMk/>
            <pc:sldMk cId="780240120" sldId="438"/>
            <ac:spMk id="3" creationId="{DD9E5344-939D-4389-AA3E-8709118DCB67}"/>
          </ac:spMkLst>
        </pc:spChg>
      </pc:sldChg>
      <pc:sldChg chg="modSp mod modNotesTx">
        <pc:chgData name="张 智" userId="36bdf691fd3510be" providerId="LiveId" clId="{D2AA9545-34E0-4C14-A5E7-62F6581044C5}" dt="2024-05-06T01:34:13.227" v="8030"/>
        <pc:sldMkLst>
          <pc:docMk/>
          <pc:sldMk cId="2113717570" sldId="440"/>
        </pc:sldMkLst>
        <pc:spChg chg="mod">
          <ac:chgData name="张 智" userId="36bdf691fd3510be" providerId="LiveId" clId="{D2AA9545-34E0-4C14-A5E7-62F6581044C5}" dt="2024-05-06T01:34:07.741" v="8028" actId="20577"/>
          <ac:spMkLst>
            <pc:docMk/>
            <pc:sldMk cId="2113717570" sldId="440"/>
            <ac:spMk id="3" creationId="{DD9E5344-939D-4389-AA3E-8709118DCB67}"/>
          </ac:spMkLst>
        </pc:spChg>
      </pc:sldChg>
      <pc:sldChg chg="modSp mod modNotesTx">
        <pc:chgData name="张 智" userId="36bdf691fd3510be" providerId="LiveId" clId="{D2AA9545-34E0-4C14-A5E7-62F6581044C5}" dt="2024-05-05T07:56:57.496" v="3748" actId="20577"/>
        <pc:sldMkLst>
          <pc:docMk/>
          <pc:sldMk cId="2086953738" sldId="444"/>
        </pc:sldMkLst>
        <pc:spChg chg="mod">
          <ac:chgData name="张 智" userId="36bdf691fd3510be" providerId="LiveId" clId="{D2AA9545-34E0-4C14-A5E7-62F6581044C5}" dt="2024-05-05T07:51:07.767" v="3529" actId="20577"/>
          <ac:spMkLst>
            <pc:docMk/>
            <pc:sldMk cId="2086953738" sldId="444"/>
            <ac:spMk id="11" creationId="{C44275B8-994E-4E79-9134-640576070D50}"/>
          </ac:spMkLst>
        </pc:spChg>
      </pc:sldChg>
      <pc:sldChg chg="modNotesTx">
        <pc:chgData name="张 智" userId="36bdf691fd3510be" providerId="LiveId" clId="{D2AA9545-34E0-4C14-A5E7-62F6581044C5}" dt="2024-05-06T01:33:25.811" v="8002" actId="20577"/>
        <pc:sldMkLst>
          <pc:docMk/>
          <pc:sldMk cId="2867893025" sldId="445"/>
        </pc:sldMkLst>
      </pc:sldChg>
      <pc:sldChg chg="modNotesTx">
        <pc:chgData name="张 智" userId="36bdf691fd3510be" providerId="LiveId" clId="{D2AA9545-34E0-4C14-A5E7-62F6581044C5}" dt="2024-05-05T08:02:34.910" v="3777" actId="20577"/>
        <pc:sldMkLst>
          <pc:docMk/>
          <pc:sldMk cId="1592250" sldId="447"/>
        </pc:sldMkLst>
      </pc:sldChg>
      <pc:sldChg chg="delSp modSp add mod modNotesTx">
        <pc:chgData name="张 智" userId="36bdf691fd3510be" providerId="LiveId" clId="{D2AA9545-34E0-4C14-A5E7-62F6581044C5}" dt="2024-05-06T03:48:10.857" v="10104" actId="20577"/>
        <pc:sldMkLst>
          <pc:docMk/>
          <pc:sldMk cId="3718469435" sldId="492"/>
        </pc:sldMkLst>
        <pc:spChg chg="del mod">
          <ac:chgData name="张 智" userId="36bdf691fd3510be" providerId="LiveId" clId="{D2AA9545-34E0-4C14-A5E7-62F6581044C5}" dt="2024-05-04T14:00:32.522" v="3270" actId="478"/>
          <ac:spMkLst>
            <pc:docMk/>
            <pc:sldMk cId="3718469435" sldId="492"/>
            <ac:spMk id="4" creationId="{1F2E8368-EEE3-459A-A801-C6618C26CE9F}"/>
          </ac:spMkLst>
        </pc:spChg>
        <pc:spChg chg="mod">
          <ac:chgData name="张 智" userId="36bdf691fd3510be" providerId="LiveId" clId="{D2AA9545-34E0-4C14-A5E7-62F6581044C5}" dt="2024-05-04T14:00:27.879" v="3268" actId="27636"/>
          <ac:spMkLst>
            <pc:docMk/>
            <pc:sldMk cId="3718469435" sldId="492"/>
            <ac:spMk id="13" creationId="{00000000-0000-0000-0000-000000000000}"/>
          </ac:spMkLst>
        </pc:spChg>
        <pc:picChg chg="mod">
          <ac:chgData name="张 智" userId="36bdf691fd3510be" providerId="LiveId" clId="{D2AA9545-34E0-4C14-A5E7-62F6581044C5}" dt="2024-05-04T13:59:45.690" v="3262" actId="1076"/>
          <ac:picMkLst>
            <pc:docMk/>
            <pc:sldMk cId="3718469435" sldId="492"/>
            <ac:picMk id="6" creationId="{00000000-0000-0000-0000-000000000000}"/>
          </ac:picMkLst>
        </pc:picChg>
      </pc:sldChg>
      <pc:sldChg chg="modSp mod modNotesTx">
        <pc:chgData name="张 智" userId="36bdf691fd3510be" providerId="LiveId" clId="{D2AA9545-34E0-4C14-A5E7-62F6581044C5}" dt="2024-05-06T01:38:40.208" v="8031" actId="20577"/>
        <pc:sldMkLst>
          <pc:docMk/>
          <pc:sldMk cId="602400420" sldId="524"/>
        </pc:sldMkLst>
        <pc:spChg chg="mod">
          <ac:chgData name="张 智" userId="36bdf691fd3510be" providerId="LiveId" clId="{D2AA9545-34E0-4C14-A5E7-62F6581044C5}" dt="2024-05-06T01:38:40.208" v="8031" actId="20577"/>
          <ac:spMkLst>
            <pc:docMk/>
            <pc:sldMk cId="602400420" sldId="524"/>
            <ac:spMk id="3" creationId="{DD9E5344-939D-4389-AA3E-8709118DCB67}"/>
          </ac:spMkLst>
        </pc:spChg>
      </pc:sldChg>
      <pc:sldChg chg="modNotesTx">
        <pc:chgData name="张 智" userId="36bdf691fd3510be" providerId="LiveId" clId="{D2AA9545-34E0-4C14-A5E7-62F6581044C5}" dt="2024-05-06T01:43:24.516" v="8065" actId="20577"/>
        <pc:sldMkLst>
          <pc:docMk/>
          <pc:sldMk cId="222040447" sldId="525"/>
        </pc:sldMkLst>
      </pc:sldChg>
      <pc:sldChg chg="modNotesTx">
        <pc:chgData name="张 智" userId="36bdf691fd3510be" providerId="LiveId" clId="{D2AA9545-34E0-4C14-A5E7-62F6581044C5}" dt="2024-05-05T08:31:43.317" v="4495" actId="20577"/>
        <pc:sldMkLst>
          <pc:docMk/>
          <pc:sldMk cId="1614403497" sldId="528"/>
        </pc:sldMkLst>
      </pc:sldChg>
      <pc:sldChg chg="modSp mod modNotesTx">
        <pc:chgData name="张 智" userId="36bdf691fd3510be" providerId="LiveId" clId="{D2AA9545-34E0-4C14-A5E7-62F6581044C5}" dt="2024-05-06T01:51:21.018" v="8271" actId="20577"/>
        <pc:sldMkLst>
          <pc:docMk/>
          <pc:sldMk cId="3935849827" sldId="529"/>
        </pc:sldMkLst>
        <pc:spChg chg="mod">
          <ac:chgData name="张 智" userId="36bdf691fd3510be" providerId="LiveId" clId="{D2AA9545-34E0-4C14-A5E7-62F6581044C5}" dt="2024-05-05T08:28:06.402" v="4364" actId="20577"/>
          <ac:spMkLst>
            <pc:docMk/>
            <pc:sldMk cId="3935849827" sldId="529"/>
            <ac:spMk id="3" creationId="{FD95B780-4F46-48E4-8A07-635D534C3326}"/>
          </ac:spMkLst>
        </pc:spChg>
      </pc:sldChg>
      <pc:sldChg chg="addSp delSp modSp mod modNotesTx">
        <pc:chgData name="张 智" userId="36bdf691fd3510be" providerId="LiveId" clId="{D2AA9545-34E0-4C14-A5E7-62F6581044C5}" dt="2024-05-05T08:36:43.029" v="4630" actId="20577"/>
        <pc:sldMkLst>
          <pc:docMk/>
          <pc:sldMk cId="2679307687" sldId="530"/>
        </pc:sldMkLst>
        <pc:spChg chg="del">
          <ac:chgData name="张 智" userId="36bdf691fd3510be" providerId="LiveId" clId="{D2AA9545-34E0-4C14-A5E7-62F6581044C5}" dt="2024-05-05T08:33:38.453" v="4529" actId="478"/>
          <ac:spMkLst>
            <pc:docMk/>
            <pc:sldMk cId="2679307687" sldId="530"/>
            <ac:spMk id="4" creationId="{6719E470-D455-4275-B396-A06CA6EB0EE5}"/>
          </ac:spMkLst>
        </pc:spChg>
        <pc:spChg chg="del">
          <ac:chgData name="张 智" userId="36bdf691fd3510be" providerId="LiveId" clId="{D2AA9545-34E0-4C14-A5E7-62F6581044C5}" dt="2024-05-05T08:33:53.244" v="4530" actId="478"/>
          <ac:spMkLst>
            <pc:docMk/>
            <pc:sldMk cId="2679307687" sldId="530"/>
            <ac:spMk id="11" creationId="{1F7C2AA8-93BD-4877-8244-4DED3A4D8853}"/>
          </ac:spMkLst>
        </pc:spChg>
        <pc:spChg chg="del">
          <ac:chgData name="张 智" userId="36bdf691fd3510be" providerId="LiveId" clId="{D2AA9545-34E0-4C14-A5E7-62F6581044C5}" dt="2024-05-05T08:33:35.299" v="4528" actId="478"/>
          <ac:spMkLst>
            <pc:docMk/>
            <pc:sldMk cId="2679307687" sldId="530"/>
            <ac:spMk id="12" creationId="{F36A28C1-8A3C-47BE-B933-03DED823FF6C}"/>
          </ac:spMkLst>
        </pc:spChg>
        <pc:spChg chg="del">
          <ac:chgData name="张 智" userId="36bdf691fd3510be" providerId="LiveId" clId="{D2AA9545-34E0-4C14-A5E7-62F6581044C5}" dt="2024-05-05T08:33:35.299" v="4528" actId="478"/>
          <ac:spMkLst>
            <pc:docMk/>
            <pc:sldMk cId="2679307687" sldId="530"/>
            <ac:spMk id="13" creationId="{4013E276-5AF9-4D17-B150-8EC66FC676C2}"/>
          </ac:spMkLst>
        </pc:spChg>
        <pc:spChg chg="add del">
          <ac:chgData name="张 智" userId="36bdf691fd3510be" providerId="LiveId" clId="{D2AA9545-34E0-4C14-A5E7-62F6581044C5}" dt="2024-05-05T08:34:12.514" v="4534" actId="22"/>
          <ac:spMkLst>
            <pc:docMk/>
            <pc:sldMk cId="2679307687" sldId="530"/>
            <ac:spMk id="14" creationId="{BC7EEC86-5189-4158-B58F-483C24FAFEA6}"/>
          </ac:spMkLst>
        </pc:spChg>
        <pc:graphicFrameChg chg="modGraphic">
          <ac:chgData name="张 智" userId="36bdf691fd3510be" providerId="LiveId" clId="{D2AA9545-34E0-4C14-A5E7-62F6581044C5}" dt="2024-05-05T08:34:01.641" v="4531" actId="2165"/>
          <ac:graphicFrameMkLst>
            <pc:docMk/>
            <pc:sldMk cId="2679307687" sldId="530"/>
            <ac:graphicFrameMk id="10" creationId="{42D3FFA8-42E1-441C-AED4-1C5DB15A743C}"/>
          </ac:graphicFrameMkLst>
        </pc:graphicFrameChg>
      </pc:sldChg>
      <pc:sldChg chg="modNotesTx">
        <pc:chgData name="张 智" userId="36bdf691fd3510be" providerId="LiveId" clId="{D2AA9545-34E0-4C14-A5E7-62F6581044C5}" dt="2024-05-05T08:32:13.073" v="4501" actId="20577"/>
        <pc:sldMkLst>
          <pc:docMk/>
          <pc:sldMk cId="2239196930" sldId="532"/>
        </pc:sldMkLst>
      </pc:sldChg>
      <pc:sldChg chg="modNotesTx">
        <pc:chgData name="张 智" userId="36bdf691fd3510be" providerId="LiveId" clId="{D2AA9545-34E0-4C14-A5E7-62F6581044C5}" dt="2024-05-05T08:32:34.437" v="4507" actId="20577"/>
        <pc:sldMkLst>
          <pc:docMk/>
          <pc:sldMk cId="1559389550" sldId="533"/>
        </pc:sldMkLst>
      </pc:sldChg>
      <pc:sldChg chg="modNotesTx">
        <pc:chgData name="张 智" userId="36bdf691fd3510be" providerId="LiveId" clId="{D2AA9545-34E0-4C14-A5E7-62F6581044C5}" dt="2024-05-05T08:33:04.579" v="4526" actId="20577"/>
        <pc:sldMkLst>
          <pc:docMk/>
          <pc:sldMk cId="2808124262" sldId="534"/>
        </pc:sldMkLst>
      </pc:sldChg>
      <pc:sldChg chg="modSp mod modNotesTx">
        <pc:chgData name="张 智" userId="36bdf691fd3510be" providerId="LiveId" clId="{D2AA9545-34E0-4C14-A5E7-62F6581044C5}" dt="2024-05-06T02:05:35.623" v="8397" actId="20577"/>
        <pc:sldMkLst>
          <pc:docMk/>
          <pc:sldMk cId="1655456865" sldId="535"/>
        </pc:sldMkLst>
        <pc:spChg chg="mod">
          <ac:chgData name="张 智" userId="36bdf691fd3510be" providerId="LiveId" clId="{D2AA9545-34E0-4C14-A5E7-62F6581044C5}" dt="2024-05-06T02:05:35.623" v="8397" actId="20577"/>
          <ac:spMkLst>
            <pc:docMk/>
            <pc:sldMk cId="1655456865" sldId="535"/>
            <ac:spMk id="3" creationId="{32111EBC-E3C0-470B-B785-2E1AAE3530F7}"/>
          </ac:spMkLst>
        </pc:spChg>
      </pc:sldChg>
      <pc:sldChg chg="modNotesTx">
        <pc:chgData name="张 智" userId="36bdf691fd3510be" providerId="LiveId" clId="{D2AA9545-34E0-4C14-A5E7-62F6581044C5}" dt="2024-05-06T02:08:24.857" v="8633" actId="20577"/>
        <pc:sldMkLst>
          <pc:docMk/>
          <pc:sldMk cId="2042934410" sldId="536"/>
        </pc:sldMkLst>
      </pc:sldChg>
      <pc:sldChg chg="modNotesTx">
        <pc:chgData name="张 智" userId="36bdf691fd3510be" providerId="LiveId" clId="{D2AA9545-34E0-4C14-A5E7-62F6581044C5}" dt="2024-05-05T08:51:45.276" v="4891" actId="20577"/>
        <pc:sldMkLst>
          <pc:docMk/>
          <pc:sldMk cId="1642652350" sldId="537"/>
        </pc:sldMkLst>
      </pc:sldChg>
      <pc:sldChg chg="del">
        <pc:chgData name="张 智" userId="36bdf691fd3510be" providerId="LiveId" clId="{D2AA9545-34E0-4C14-A5E7-62F6581044C5}" dt="2024-05-05T08:50:00.603" v="4813" actId="47"/>
        <pc:sldMkLst>
          <pc:docMk/>
          <pc:sldMk cId="3992456897" sldId="538"/>
        </pc:sldMkLst>
      </pc:sldChg>
      <pc:sldChg chg="del">
        <pc:chgData name="张 智" userId="36bdf691fd3510be" providerId="LiveId" clId="{D2AA9545-34E0-4C14-A5E7-62F6581044C5}" dt="2024-05-05T08:50:01.641" v="4814" actId="47"/>
        <pc:sldMkLst>
          <pc:docMk/>
          <pc:sldMk cId="2466988963" sldId="539"/>
        </pc:sldMkLst>
      </pc:sldChg>
      <pc:sldChg chg="del">
        <pc:chgData name="张 智" userId="36bdf691fd3510be" providerId="LiveId" clId="{D2AA9545-34E0-4C14-A5E7-62F6581044C5}" dt="2024-05-05T08:50:02.334" v="4815" actId="47"/>
        <pc:sldMkLst>
          <pc:docMk/>
          <pc:sldMk cId="3878242890" sldId="540"/>
        </pc:sldMkLst>
      </pc:sldChg>
      <pc:sldChg chg="del">
        <pc:chgData name="张 智" userId="36bdf691fd3510be" providerId="LiveId" clId="{D2AA9545-34E0-4C14-A5E7-62F6581044C5}" dt="2024-05-05T08:50:02.961" v="4816" actId="47"/>
        <pc:sldMkLst>
          <pc:docMk/>
          <pc:sldMk cId="397092454" sldId="541"/>
        </pc:sldMkLst>
      </pc:sldChg>
      <pc:sldChg chg="modNotesTx">
        <pc:chgData name="张 智" userId="36bdf691fd3510be" providerId="LiveId" clId="{D2AA9545-34E0-4C14-A5E7-62F6581044C5}" dt="2024-05-05T08:52:57.739" v="4900" actId="20577"/>
        <pc:sldMkLst>
          <pc:docMk/>
          <pc:sldMk cId="1622616642" sldId="542"/>
        </pc:sldMkLst>
      </pc:sldChg>
      <pc:sldChg chg="modSp mod modNotesTx">
        <pc:chgData name="张 智" userId="36bdf691fd3510be" providerId="LiveId" clId="{D2AA9545-34E0-4C14-A5E7-62F6581044C5}" dt="2024-05-06T02:22:38.069" v="8856" actId="20577"/>
        <pc:sldMkLst>
          <pc:docMk/>
          <pc:sldMk cId="2283814443" sldId="543"/>
        </pc:sldMkLst>
        <pc:spChg chg="mod">
          <ac:chgData name="张 智" userId="36bdf691fd3510be" providerId="LiveId" clId="{D2AA9545-34E0-4C14-A5E7-62F6581044C5}" dt="2024-05-05T13:29:29.316" v="5048"/>
          <ac:spMkLst>
            <pc:docMk/>
            <pc:sldMk cId="2283814443" sldId="543"/>
            <ac:spMk id="3" creationId="{5705EF65-B9D6-4C8D-B798-6F1EF3344DD2}"/>
          </ac:spMkLst>
        </pc:spChg>
      </pc:sldChg>
      <pc:sldChg chg="modNotesTx">
        <pc:chgData name="张 智" userId="36bdf691fd3510be" providerId="LiveId" clId="{D2AA9545-34E0-4C14-A5E7-62F6581044C5}" dt="2024-05-05T08:55:26.485" v="4924" actId="20577"/>
        <pc:sldMkLst>
          <pc:docMk/>
          <pc:sldMk cId="198381443" sldId="544"/>
        </pc:sldMkLst>
      </pc:sldChg>
      <pc:sldChg chg="modSp mod modNotesTx">
        <pc:chgData name="张 智" userId="36bdf691fd3510be" providerId="LiveId" clId="{D2AA9545-34E0-4C14-A5E7-62F6581044C5}" dt="2024-05-05T08:24:36.491" v="4311" actId="20577"/>
        <pc:sldMkLst>
          <pc:docMk/>
          <pc:sldMk cId="3461407231" sldId="545"/>
        </pc:sldMkLst>
        <pc:spChg chg="mod">
          <ac:chgData name="张 智" userId="36bdf691fd3510be" providerId="LiveId" clId="{D2AA9545-34E0-4C14-A5E7-62F6581044C5}" dt="2024-05-05T08:22:22.686" v="4189" actId="20577"/>
          <ac:spMkLst>
            <pc:docMk/>
            <pc:sldMk cId="3461407231" sldId="545"/>
            <ac:spMk id="3" creationId="{5705EF65-B9D6-4C8D-B798-6F1EF3344DD2}"/>
          </ac:spMkLst>
        </pc:spChg>
      </pc:sldChg>
      <pc:sldChg chg="modNotesTx">
        <pc:chgData name="张 智" userId="36bdf691fd3510be" providerId="LiveId" clId="{D2AA9545-34E0-4C14-A5E7-62F6581044C5}" dt="2024-05-05T13:43:30.835" v="5274" actId="20577"/>
        <pc:sldMkLst>
          <pc:docMk/>
          <pc:sldMk cId="2074385427" sldId="548"/>
        </pc:sldMkLst>
      </pc:sldChg>
      <pc:sldChg chg="modSp mod modNotesTx">
        <pc:chgData name="张 智" userId="36bdf691fd3510be" providerId="LiveId" clId="{D2AA9545-34E0-4C14-A5E7-62F6581044C5}" dt="2024-05-06T03:28:28.855" v="9733" actId="14100"/>
        <pc:sldMkLst>
          <pc:docMk/>
          <pc:sldMk cId="1675334681" sldId="549"/>
        </pc:sldMkLst>
        <pc:spChg chg="mod">
          <ac:chgData name="张 智" userId="36bdf691fd3510be" providerId="LiveId" clId="{D2AA9545-34E0-4C14-A5E7-62F6581044C5}" dt="2024-05-06T03:28:28.855" v="9733" actId="14100"/>
          <ac:spMkLst>
            <pc:docMk/>
            <pc:sldMk cId="1675334681" sldId="549"/>
            <ac:spMk id="9" creationId="{2D76AC41-5CEC-4D9D-9486-42280924D32A}"/>
          </ac:spMkLst>
        </pc:spChg>
      </pc:sldChg>
      <pc:sldChg chg="delSp modSp del mod modNotesTx">
        <pc:chgData name="张 智" userId="36bdf691fd3510be" providerId="LiveId" clId="{D2AA9545-34E0-4C14-A5E7-62F6581044C5}" dt="2024-05-05T14:03:42.124" v="5408" actId="2696"/>
        <pc:sldMkLst>
          <pc:docMk/>
          <pc:sldMk cId="3093451917" sldId="551"/>
        </pc:sldMkLst>
        <pc:spChg chg="mod">
          <ac:chgData name="张 智" userId="36bdf691fd3510be" providerId="LiveId" clId="{D2AA9545-34E0-4C14-A5E7-62F6581044C5}" dt="2024-05-05T13:55:55.820" v="5395" actId="1076"/>
          <ac:spMkLst>
            <pc:docMk/>
            <pc:sldMk cId="3093451917" sldId="551"/>
            <ac:spMk id="2" creationId="{12BE9540-CA25-470C-B16A-CD7CB8F46942}"/>
          </ac:spMkLst>
        </pc:spChg>
        <pc:spChg chg="del">
          <ac:chgData name="张 智" userId="36bdf691fd3510be" providerId="LiveId" clId="{D2AA9545-34E0-4C14-A5E7-62F6581044C5}" dt="2024-05-05T13:51:59.484" v="5346" actId="478"/>
          <ac:spMkLst>
            <pc:docMk/>
            <pc:sldMk cId="3093451917" sldId="551"/>
            <ac:spMk id="9" creationId="{CEE46228-0CBA-4584-A268-EE13072AFEC1}"/>
          </ac:spMkLst>
        </pc:spChg>
        <pc:spChg chg="mod">
          <ac:chgData name="张 智" userId="36bdf691fd3510be" providerId="LiveId" clId="{D2AA9545-34E0-4C14-A5E7-62F6581044C5}" dt="2024-05-05T13:55:59.236" v="5396" actId="1076"/>
          <ac:spMkLst>
            <pc:docMk/>
            <pc:sldMk cId="3093451917" sldId="551"/>
            <ac:spMk id="10" creationId="{4D53EFD9-2F7C-44AE-A39F-33F85C69A87C}"/>
          </ac:spMkLst>
        </pc:spChg>
        <pc:spChg chg="mod">
          <ac:chgData name="张 智" userId="36bdf691fd3510be" providerId="LiveId" clId="{D2AA9545-34E0-4C14-A5E7-62F6581044C5}" dt="2024-05-05T13:55:51.374" v="5394" actId="20577"/>
          <ac:spMkLst>
            <pc:docMk/>
            <pc:sldMk cId="3093451917" sldId="551"/>
            <ac:spMk id="13" creationId="{7B693A93-DA4C-4D2F-8247-85DD674B96C8}"/>
          </ac:spMkLst>
        </pc:spChg>
        <pc:spChg chg="del">
          <ac:chgData name="张 智" userId="36bdf691fd3510be" providerId="LiveId" clId="{D2AA9545-34E0-4C14-A5E7-62F6581044C5}" dt="2024-05-05T13:52:01.937" v="5347" actId="478"/>
          <ac:spMkLst>
            <pc:docMk/>
            <pc:sldMk cId="3093451917" sldId="551"/>
            <ac:spMk id="16" creationId="{A12CAE69-394B-4B8A-A2A8-287D3F9F12B4}"/>
          </ac:spMkLst>
        </pc:spChg>
        <pc:cxnChg chg="del">
          <ac:chgData name="张 智" userId="36bdf691fd3510be" providerId="LiveId" clId="{D2AA9545-34E0-4C14-A5E7-62F6581044C5}" dt="2024-05-05T13:51:55.595" v="5344" actId="478"/>
          <ac:cxnSpMkLst>
            <pc:docMk/>
            <pc:sldMk cId="3093451917" sldId="551"/>
            <ac:cxnSpMk id="11" creationId="{9E26D652-CA89-4C22-95D9-F3651ECCCBE8}"/>
          </ac:cxnSpMkLst>
        </pc:cxnChg>
        <pc:cxnChg chg="del mod">
          <ac:chgData name="张 智" userId="36bdf691fd3510be" providerId="LiveId" clId="{D2AA9545-34E0-4C14-A5E7-62F6581044C5}" dt="2024-05-05T13:51:57.301" v="5345" actId="478"/>
          <ac:cxnSpMkLst>
            <pc:docMk/>
            <pc:sldMk cId="3093451917" sldId="551"/>
            <ac:cxnSpMk id="17" creationId="{81E62B63-A077-4158-BD75-E902D7703D7D}"/>
          </ac:cxnSpMkLst>
        </pc:cxnChg>
      </pc:sldChg>
      <pc:sldChg chg="addSp modSp mod modNotesTx">
        <pc:chgData name="张 智" userId="36bdf691fd3510be" providerId="LiveId" clId="{D2AA9545-34E0-4C14-A5E7-62F6581044C5}" dt="2024-05-06T02:43:36.048" v="9056" actId="20577"/>
        <pc:sldMkLst>
          <pc:docMk/>
          <pc:sldMk cId="308939355" sldId="553"/>
        </pc:sldMkLst>
        <pc:spChg chg="add mod">
          <ac:chgData name="张 智" userId="36bdf691fd3510be" providerId="LiveId" clId="{D2AA9545-34E0-4C14-A5E7-62F6581044C5}" dt="2024-05-05T13:37:00.253" v="5096" actId="1076"/>
          <ac:spMkLst>
            <pc:docMk/>
            <pc:sldMk cId="308939355" sldId="553"/>
            <ac:spMk id="33" creationId="{256510AD-693C-4C48-98C2-3BE4271A899C}"/>
          </ac:spMkLst>
        </pc:spChg>
        <pc:spChg chg="add mod">
          <ac:chgData name="张 智" userId="36bdf691fd3510be" providerId="LiveId" clId="{D2AA9545-34E0-4C14-A5E7-62F6581044C5}" dt="2024-05-05T13:37:24.437" v="5110" actId="1076"/>
          <ac:spMkLst>
            <pc:docMk/>
            <pc:sldMk cId="308939355" sldId="553"/>
            <ac:spMk id="44" creationId="{C3E80BFC-6430-44ED-BFCA-00BECC115F3C}"/>
          </ac:spMkLst>
        </pc:spChg>
      </pc:sldChg>
      <pc:sldChg chg="modNotesTx">
        <pc:chgData name="张 智" userId="36bdf691fd3510be" providerId="LiveId" clId="{D2AA9545-34E0-4C14-A5E7-62F6581044C5}" dt="2024-05-05T13:46:12.765" v="5341" actId="20577"/>
        <pc:sldMkLst>
          <pc:docMk/>
          <pc:sldMk cId="250085904" sldId="554"/>
        </pc:sldMkLst>
      </pc:sldChg>
      <pc:sldChg chg="del">
        <pc:chgData name="张 智" userId="36bdf691fd3510be" providerId="LiveId" clId="{D2AA9545-34E0-4C14-A5E7-62F6581044C5}" dt="2024-05-05T13:32:05.441" v="5050" actId="2696"/>
        <pc:sldMkLst>
          <pc:docMk/>
          <pc:sldMk cId="1792581159" sldId="555"/>
        </pc:sldMkLst>
      </pc:sldChg>
      <pc:sldChg chg="delSp modSp add del mod modNotesTx">
        <pc:chgData name="张 智" userId="36bdf691fd3510be" providerId="LiveId" clId="{D2AA9545-34E0-4C14-A5E7-62F6581044C5}" dt="2024-05-06T03:26:30.481" v="9692" actId="20577"/>
        <pc:sldMkLst>
          <pc:docMk/>
          <pc:sldMk cId="2553135735" sldId="561"/>
        </pc:sldMkLst>
        <pc:spChg chg="mod">
          <ac:chgData name="张 智" userId="36bdf691fd3510be" providerId="LiveId" clId="{D2AA9545-34E0-4C14-A5E7-62F6581044C5}" dt="2024-05-05T13:56:06.645" v="5398" actId="1076"/>
          <ac:spMkLst>
            <pc:docMk/>
            <pc:sldMk cId="2553135735" sldId="561"/>
            <ac:spMk id="12" creationId="{16CD6393-9415-4132-811E-6F54CB1F73E6}"/>
          </ac:spMkLst>
        </pc:spChg>
        <pc:spChg chg="mod">
          <ac:chgData name="张 智" userId="36bdf691fd3510be" providerId="LiveId" clId="{D2AA9545-34E0-4C14-A5E7-62F6581044C5}" dt="2024-05-05T13:56:04.292" v="5397" actId="1076"/>
          <ac:spMkLst>
            <pc:docMk/>
            <pc:sldMk cId="2553135735" sldId="561"/>
            <ac:spMk id="13" creationId="{A3235588-AE24-4319-945E-F1C19FF4F46B}"/>
          </ac:spMkLst>
        </pc:spChg>
        <pc:spChg chg="del mod">
          <ac:chgData name="张 智" userId="36bdf691fd3510be" providerId="LiveId" clId="{D2AA9545-34E0-4C14-A5E7-62F6581044C5}" dt="2024-05-06T02:55:11.651" v="9557" actId="20577"/>
          <ac:spMkLst>
            <pc:docMk/>
            <pc:sldMk cId="2553135735" sldId="561"/>
            <ac:spMk id="14" creationId="{12603A11-F84B-416E-9349-7ADA30DF5EF3}"/>
          </ac:spMkLst>
        </pc:spChg>
        <pc:spChg chg="del">
          <ac:chgData name="张 智" userId="36bdf691fd3510be" providerId="LiveId" clId="{D2AA9545-34E0-4C14-A5E7-62F6581044C5}" dt="2024-05-05T13:52:33.772" v="5350" actId="478"/>
          <ac:spMkLst>
            <pc:docMk/>
            <pc:sldMk cId="2553135735" sldId="561"/>
            <ac:spMk id="16" creationId="{61A8ABD8-F784-4E88-BE07-C61BE5A48F5B}"/>
          </ac:spMkLst>
        </pc:spChg>
        <pc:spChg chg="mod">
          <ac:chgData name="张 智" userId="36bdf691fd3510be" providerId="LiveId" clId="{D2AA9545-34E0-4C14-A5E7-62F6581044C5}" dt="2024-05-05T13:55:46.182" v="5388" actId="20577"/>
          <ac:spMkLst>
            <pc:docMk/>
            <pc:sldMk cId="2553135735" sldId="561"/>
            <ac:spMk id="17" creationId="{C617C256-7532-41C2-AEFB-CFF72581C6A6}"/>
          </ac:spMkLst>
        </pc:spChg>
        <pc:cxnChg chg="del">
          <ac:chgData name="张 智" userId="36bdf691fd3510be" providerId="LiveId" clId="{D2AA9545-34E0-4C14-A5E7-62F6581044C5}" dt="2024-05-05T13:52:28.818" v="5348" actId="478"/>
          <ac:cxnSpMkLst>
            <pc:docMk/>
            <pc:sldMk cId="2553135735" sldId="561"/>
            <ac:cxnSpMk id="11" creationId="{9E26D652-CA89-4C22-95D9-F3651ECCCBE8}"/>
          </ac:cxnSpMkLst>
        </pc:cxnChg>
        <pc:cxnChg chg="del">
          <ac:chgData name="张 智" userId="36bdf691fd3510be" providerId="LiveId" clId="{D2AA9545-34E0-4C14-A5E7-62F6581044C5}" dt="2024-05-05T13:52:35.501" v="5351" actId="478"/>
          <ac:cxnSpMkLst>
            <pc:docMk/>
            <pc:sldMk cId="2553135735" sldId="561"/>
            <ac:cxnSpMk id="18" creationId="{7D981780-5660-403B-B268-BE404D03D3E7}"/>
          </ac:cxnSpMkLst>
        </pc:cxnChg>
      </pc:sldChg>
      <pc:sldChg chg="modNotesTx">
        <pc:chgData name="张 智" userId="36bdf691fd3510be" providerId="LiveId" clId="{D2AA9545-34E0-4C14-A5E7-62F6581044C5}" dt="2024-05-05T14:07:50.870" v="5508" actId="313"/>
        <pc:sldMkLst>
          <pc:docMk/>
          <pc:sldMk cId="2639062356" sldId="563"/>
        </pc:sldMkLst>
      </pc:sldChg>
      <pc:sldChg chg="modNotesTx">
        <pc:chgData name="张 智" userId="36bdf691fd3510be" providerId="LiveId" clId="{D2AA9545-34E0-4C14-A5E7-62F6581044C5}" dt="2024-05-06T03:47:02.104" v="9952" actId="20577"/>
        <pc:sldMkLst>
          <pc:docMk/>
          <pc:sldMk cId="2282517952" sldId="564"/>
        </pc:sldMkLst>
      </pc:sldChg>
      <pc:sldChg chg="modSp mod modNotesTx">
        <pc:chgData name="张 智" userId="36bdf691fd3510be" providerId="LiveId" clId="{D2AA9545-34E0-4C14-A5E7-62F6581044C5}" dt="2024-05-05T15:03:29.622" v="7578" actId="207"/>
        <pc:sldMkLst>
          <pc:docMk/>
          <pc:sldMk cId="3769123737" sldId="565"/>
        </pc:sldMkLst>
        <pc:spChg chg="mod">
          <ac:chgData name="张 智" userId="36bdf691fd3510be" providerId="LiveId" clId="{D2AA9545-34E0-4C14-A5E7-62F6581044C5}" dt="2024-05-05T15:03:29.622" v="7578" actId="207"/>
          <ac:spMkLst>
            <pc:docMk/>
            <pc:sldMk cId="3769123737" sldId="565"/>
            <ac:spMk id="11" creationId="{21A16768-2ACF-4876-871D-5FE311CCE896}"/>
          </ac:spMkLst>
        </pc:spChg>
      </pc:sldChg>
      <pc:sldChg chg="addSp delSp modSp mod modNotesTx">
        <pc:chgData name="张 智" userId="36bdf691fd3510be" providerId="LiveId" clId="{D2AA9545-34E0-4C14-A5E7-62F6581044C5}" dt="2024-05-06T03:44:41.234" v="9906" actId="20577"/>
        <pc:sldMkLst>
          <pc:docMk/>
          <pc:sldMk cId="2662085714" sldId="566"/>
        </pc:sldMkLst>
        <pc:spChg chg="del">
          <ac:chgData name="张 智" userId="36bdf691fd3510be" providerId="LiveId" clId="{D2AA9545-34E0-4C14-A5E7-62F6581044C5}" dt="2024-05-05T14:49:04.365" v="6948" actId="478"/>
          <ac:spMkLst>
            <pc:docMk/>
            <pc:sldMk cId="2662085714" sldId="566"/>
            <ac:spMk id="7" creationId="{36A5D6AB-B953-4D3C-A75F-CD7709850122}"/>
          </ac:spMkLst>
        </pc:spChg>
        <pc:spChg chg="del">
          <ac:chgData name="张 智" userId="36bdf691fd3510be" providerId="LiveId" clId="{D2AA9545-34E0-4C14-A5E7-62F6581044C5}" dt="2024-05-05T14:49:05.408" v="6949" actId="478"/>
          <ac:spMkLst>
            <pc:docMk/>
            <pc:sldMk cId="2662085714" sldId="566"/>
            <ac:spMk id="9" creationId="{3FA41315-8B46-4ADA-B25B-5CBE25F58F03}"/>
          </ac:spMkLst>
        </pc:spChg>
        <pc:spChg chg="mod">
          <ac:chgData name="张 智" userId="36bdf691fd3510be" providerId="LiveId" clId="{D2AA9545-34E0-4C14-A5E7-62F6581044C5}" dt="2024-05-03T16:06:46.711" v="2872" actId="20577"/>
          <ac:spMkLst>
            <pc:docMk/>
            <pc:sldMk cId="2662085714" sldId="566"/>
            <ac:spMk id="11" creationId="{21A16768-2ACF-4876-871D-5FE311CCE896}"/>
          </ac:spMkLst>
        </pc:spChg>
        <pc:picChg chg="add mod">
          <ac:chgData name="张 智" userId="36bdf691fd3510be" providerId="LiveId" clId="{D2AA9545-34E0-4C14-A5E7-62F6581044C5}" dt="2024-05-05T14:49:27.737" v="6956" actId="1076"/>
          <ac:picMkLst>
            <pc:docMk/>
            <pc:sldMk cId="2662085714" sldId="566"/>
            <ac:picMk id="3" creationId="{29B02D7D-D99F-41EB-BFD5-F42D89143110}"/>
          </ac:picMkLst>
        </pc:picChg>
      </pc:sldChg>
      <pc:sldChg chg="modSp mod modNotesTx">
        <pc:chgData name="张 智" userId="36bdf691fd3510be" providerId="LiveId" clId="{D2AA9545-34E0-4C14-A5E7-62F6581044C5}" dt="2024-05-05T15:17:49.318" v="7826" actId="20577"/>
        <pc:sldMkLst>
          <pc:docMk/>
          <pc:sldMk cId="3652033937" sldId="568"/>
        </pc:sldMkLst>
        <pc:spChg chg="mod">
          <ac:chgData name="张 智" userId="36bdf691fd3510be" providerId="LiveId" clId="{D2AA9545-34E0-4C14-A5E7-62F6581044C5}" dt="2024-05-05T15:17:34.392" v="7816" actId="1076"/>
          <ac:spMkLst>
            <pc:docMk/>
            <pc:sldMk cId="3652033937" sldId="568"/>
            <ac:spMk id="72" creationId="{C55704E8-FDD4-4188-AF04-242316ECB960}"/>
          </ac:spMkLst>
        </pc:spChg>
      </pc:sldChg>
      <pc:sldChg chg="modSp mod modNotesTx">
        <pc:chgData name="张 智" userId="36bdf691fd3510be" providerId="LiveId" clId="{D2AA9545-34E0-4C14-A5E7-62F6581044C5}" dt="2024-05-06T05:26:58.016" v="11434"/>
        <pc:sldMkLst>
          <pc:docMk/>
          <pc:sldMk cId="2390514544" sldId="570"/>
        </pc:sldMkLst>
        <pc:spChg chg="mod">
          <ac:chgData name="张 智" userId="36bdf691fd3510be" providerId="LiveId" clId="{D2AA9545-34E0-4C14-A5E7-62F6581044C5}" dt="2024-05-06T05:22:07.944" v="11122" actId="20577"/>
          <ac:spMkLst>
            <pc:docMk/>
            <pc:sldMk cId="2390514544" sldId="570"/>
            <ac:spMk id="55" creationId="{BF123816-81D9-4325-88A1-E32F60BFD3F0}"/>
          </ac:spMkLst>
        </pc:spChg>
      </pc:sldChg>
      <pc:sldChg chg="del">
        <pc:chgData name="张 智" userId="36bdf691fd3510be" providerId="LiveId" clId="{D2AA9545-34E0-4C14-A5E7-62F6581044C5}" dt="2024-05-05T13:32:07.696" v="5051" actId="2696"/>
        <pc:sldMkLst>
          <pc:docMk/>
          <pc:sldMk cId="3518980803" sldId="572"/>
        </pc:sldMkLst>
      </pc:sldChg>
      <pc:sldChg chg="modSp mod modNotesTx">
        <pc:chgData name="张 智" userId="36bdf691fd3510be" providerId="LiveId" clId="{D2AA9545-34E0-4C14-A5E7-62F6581044C5}" dt="2024-05-06T01:40:26.980" v="8041" actId="20577"/>
        <pc:sldMkLst>
          <pc:docMk/>
          <pc:sldMk cId="1275783266" sldId="573"/>
        </pc:sldMkLst>
        <pc:spChg chg="mod">
          <ac:chgData name="张 智" userId="36bdf691fd3510be" providerId="LiveId" clId="{D2AA9545-34E0-4C14-A5E7-62F6581044C5}" dt="2024-05-05T08:09:23.590" v="3957" actId="20577"/>
          <ac:spMkLst>
            <pc:docMk/>
            <pc:sldMk cId="1275783266" sldId="573"/>
            <ac:spMk id="7" creationId="{7A57FD91-E8F3-4718-9733-198CC62A0ECE}"/>
          </ac:spMkLst>
        </pc:spChg>
        <pc:spChg chg="mod">
          <ac:chgData name="张 智" userId="36bdf691fd3510be" providerId="LiveId" clId="{D2AA9545-34E0-4C14-A5E7-62F6581044C5}" dt="2024-05-05T08:09:37.028" v="3978" actId="20577"/>
          <ac:spMkLst>
            <pc:docMk/>
            <pc:sldMk cId="1275783266" sldId="573"/>
            <ac:spMk id="38" creationId="{266F6659-896D-4A21-A987-A2FD1F88C729}"/>
          </ac:spMkLst>
        </pc:spChg>
      </pc:sldChg>
      <pc:sldChg chg="modNotesTx">
        <pc:chgData name="张 智" userId="36bdf691fd3510be" providerId="LiveId" clId="{D2AA9545-34E0-4C14-A5E7-62F6581044C5}" dt="2024-05-06T01:41:12.618" v="8046" actId="20577"/>
        <pc:sldMkLst>
          <pc:docMk/>
          <pc:sldMk cId="622331225" sldId="576"/>
        </pc:sldMkLst>
      </pc:sldChg>
      <pc:sldChg chg="modNotesTx">
        <pc:chgData name="张 智" userId="36bdf691fd3510be" providerId="LiveId" clId="{D2AA9545-34E0-4C14-A5E7-62F6581044C5}" dt="2024-05-06T02:21:45.904" v="8854" actId="20577"/>
        <pc:sldMkLst>
          <pc:docMk/>
          <pc:sldMk cId="509262906" sldId="577"/>
        </pc:sldMkLst>
      </pc:sldChg>
      <pc:sldChg chg="modSp mod modNotesTx">
        <pc:chgData name="张 智" userId="36bdf691fd3510be" providerId="LiveId" clId="{D2AA9545-34E0-4C14-A5E7-62F6581044C5}" dt="2024-05-06T03:41:22.004" v="9880" actId="20577"/>
        <pc:sldMkLst>
          <pc:docMk/>
          <pc:sldMk cId="347944674" sldId="578"/>
        </pc:sldMkLst>
        <pc:spChg chg="mod">
          <ac:chgData name="张 智" userId="36bdf691fd3510be" providerId="LiveId" clId="{D2AA9545-34E0-4C14-A5E7-62F6581044C5}" dt="2024-05-03T16:06:34.032" v="2869" actId="20577"/>
          <ac:spMkLst>
            <pc:docMk/>
            <pc:sldMk cId="347944674" sldId="578"/>
            <ac:spMk id="11" creationId="{21A16768-2ACF-4876-871D-5FE311CCE896}"/>
          </ac:spMkLst>
        </pc:spChg>
      </pc:sldChg>
      <pc:sldChg chg="addSp delSp modSp add mod modNotesTx">
        <pc:chgData name="张 智" userId="36bdf691fd3510be" providerId="LiveId" clId="{D2AA9545-34E0-4C14-A5E7-62F6581044C5}" dt="2024-05-05T14:16:20.114" v="5602" actId="20577"/>
        <pc:sldMkLst>
          <pc:docMk/>
          <pc:sldMk cId="2542914180" sldId="579"/>
        </pc:sldMkLst>
        <pc:spChg chg="del">
          <ac:chgData name="张 智" userId="36bdf691fd3510be" providerId="LiveId" clId="{D2AA9545-34E0-4C14-A5E7-62F6581044C5}" dt="2024-05-03T15:44:41.554" v="1329" actId="478"/>
          <ac:spMkLst>
            <pc:docMk/>
            <pc:sldMk cId="2542914180" sldId="579"/>
            <ac:spMk id="8" creationId="{00000000-0000-0000-0000-000000000000}"/>
          </ac:spMkLst>
        </pc:spChg>
        <pc:spChg chg="add del">
          <ac:chgData name="张 智" userId="36bdf691fd3510be" providerId="LiveId" clId="{D2AA9545-34E0-4C14-A5E7-62F6581044C5}" dt="2024-05-03T15:45:11.547" v="1337" actId="22"/>
          <ac:spMkLst>
            <pc:docMk/>
            <pc:sldMk cId="2542914180" sldId="579"/>
            <ac:spMk id="10" creationId="{DE9EB1F1-E20C-4C4B-95B6-6C7FFC017ED5}"/>
          </ac:spMkLst>
        </pc:spChg>
        <pc:spChg chg="del mod">
          <ac:chgData name="张 智" userId="36bdf691fd3510be" providerId="LiveId" clId="{D2AA9545-34E0-4C14-A5E7-62F6581044C5}" dt="2024-05-03T15:52:58.531" v="2060" actId="478"/>
          <ac:spMkLst>
            <pc:docMk/>
            <pc:sldMk cId="2542914180" sldId="579"/>
            <ac:spMk id="11" creationId="{21A16768-2ACF-4876-871D-5FE311CCE896}"/>
          </ac:spMkLst>
        </pc:spChg>
        <pc:spChg chg="add del mod">
          <ac:chgData name="张 智" userId="36bdf691fd3510be" providerId="LiveId" clId="{D2AA9545-34E0-4C14-A5E7-62F6581044C5}" dt="2024-05-03T15:53:00.860" v="2061" actId="478"/>
          <ac:spMkLst>
            <pc:docMk/>
            <pc:sldMk cId="2542914180" sldId="579"/>
            <ac:spMk id="20" creationId="{0382FBEE-482B-4C5E-A997-4CE3B8D0E24E}"/>
          </ac:spMkLst>
        </pc:spChg>
        <pc:picChg chg="add del mod">
          <ac:chgData name="张 智" userId="36bdf691fd3510be" providerId="LiveId" clId="{D2AA9545-34E0-4C14-A5E7-62F6581044C5}" dt="2024-05-03T15:35:45.395" v="1278" actId="478"/>
          <ac:picMkLst>
            <pc:docMk/>
            <pc:sldMk cId="2542914180" sldId="579"/>
            <ac:picMk id="3" creationId="{DE8F8C1A-31F5-4184-9873-35D00D9EF16C}"/>
          </ac:picMkLst>
        </pc:picChg>
        <pc:picChg chg="add del mod">
          <ac:chgData name="张 智" userId="36bdf691fd3510be" providerId="LiveId" clId="{D2AA9545-34E0-4C14-A5E7-62F6581044C5}" dt="2024-05-03T15:45:10.203" v="1335" actId="478"/>
          <ac:picMkLst>
            <pc:docMk/>
            <pc:sldMk cId="2542914180" sldId="579"/>
            <ac:picMk id="5" creationId="{F9151717-29EE-49B6-9B0E-94E23B70F097}"/>
          </ac:picMkLst>
        </pc:picChg>
        <pc:picChg chg="add del mod">
          <ac:chgData name="张 智" userId="36bdf691fd3510be" providerId="LiveId" clId="{D2AA9545-34E0-4C14-A5E7-62F6581044C5}" dt="2024-05-03T15:45:27.858" v="1340" actId="478"/>
          <ac:picMkLst>
            <pc:docMk/>
            <pc:sldMk cId="2542914180" sldId="579"/>
            <ac:picMk id="9" creationId="{5ABEC54C-2F4E-4A65-A61A-F6DE38CECE67}"/>
          </ac:picMkLst>
        </pc:picChg>
        <pc:picChg chg="del">
          <ac:chgData name="张 智" userId="36bdf691fd3510be" providerId="LiveId" clId="{D2AA9545-34E0-4C14-A5E7-62F6581044C5}" dt="2024-05-03T15:29:28.368" v="1082" actId="478"/>
          <ac:picMkLst>
            <pc:docMk/>
            <pc:sldMk cId="2542914180" sldId="579"/>
            <ac:picMk id="12" creationId="{ED65D499-3223-CF61-29E5-BD641F46BA8A}"/>
          </ac:picMkLst>
        </pc:picChg>
        <pc:picChg chg="add del mod">
          <ac:chgData name="张 智" userId="36bdf691fd3510be" providerId="LiveId" clId="{D2AA9545-34E0-4C14-A5E7-62F6581044C5}" dt="2024-05-03T15:45:40.333" v="1342" actId="478"/>
          <ac:picMkLst>
            <pc:docMk/>
            <pc:sldMk cId="2542914180" sldId="579"/>
            <ac:picMk id="14" creationId="{93B1412B-5381-4A95-9A11-65E21DBE24D8}"/>
          </ac:picMkLst>
        </pc:picChg>
        <pc:picChg chg="add mod">
          <ac:chgData name="张 智" userId="36bdf691fd3510be" providerId="LiveId" clId="{D2AA9545-34E0-4C14-A5E7-62F6581044C5}" dt="2024-05-03T15:49:29.005" v="1696" actId="1076"/>
          <ac:picMkLst>
            <pc:docMk/>
            <pc:sldMk cId="2542914180" sldId="579"/>
            <ac:picMk id="16" creationId="{B69BB017-817B-4F65-8B29-1603BD6B2EB2}"/>
          </ac:picMkLst>
        </pc:picChg>
        <pc:picChg chg="add mod">
          <ac:chgData name="张 智" userId="36bdf691fd3510be" providerId="LiveId" clId="{D2AA9545-34E0-4C14-A5E7-62F6581044C5}" dt="2024-05-03T15:49:29.005" v="1696" actId="1076"/>
          <ac:picMkLst>
            <pc:docMk/>
            <pc:sldMk cId="2542914180" sldId="579"/>
            <ac:picMk id="18" creationId="{024BE5F2-1DC0-47F9-A877-F3A712DD7A43}"/>
          </ac:picMkLst>
        </pc:picChg>
      </pc:sldChg>
      <pc:sldChg chg="addSp modSp mod modNotesTx">
        <pc:chgData name="张 智" userId="36bdf691fd3510be" providerId="LiveId" clId="{D2AA9545-34E0-4C14-A5E7-62F6581044C5}" dt="2024-05-05T14:11:57.129" v="5549" actId="20577"/>
        <pc:sldMkLst>
          <pc:docMk/>
          <pc:sldMk cId="1934526135" sldId="580"/>
        </pc:sldMkLst>
        <pc:spChg chg="add mod">
          <ac:chgData name="张 智" userId="36bdf691fd3510be" providerId="LiveId" clId="{D2AA9545-34E0-4C14-A5E7-62F6581044C5}" dt="2024-05-03T15:31:11.563" v="1087" actId="14100"/>
          <ac:spMkLst>
            <pc:docMk/>
            <pc:sldMk cId="1934526135" sldId="580"/>
            <ac:spMk id="2" creationId="{67BFF007-B190-426D-9424-A0E3618EB359}"/>
          </ac:spMkLst>
        </pc:spChg>
      </pc:sldChg>
      <pc:sldChg chg="add modNotesTx">
        <pc:chgData name="张 智" userId="36bdf691fd3510be" providerId="LiveId" clId="{D2AA9545-34E0-4C14-A5E7-62F6581044C5}" dt="2024-05-04T14:06:30.883" v="3372" actId="20577"/>
        <pc:sldMkLst>
          <pc:docMk/>
          <pc:sldMk cId="976500175" sldId="581"/>
        </pc:sldMkLst>
      </pc:sldChg>
      <pc:sldChg chg="add del">
        <pc:chgData name="张 智" userId="36bdf691fd3510be" providerId="LiveId" clId="{D2AA9545-34E0-4C14-A5E7-62F6581044C5}" dt="2024-05-04T14:05:42.011" v="3313" actId="2696"/>
        <pc:sldMkLst>
          <pc:docMk/>
          <pc:sldMk cId="2209312912" sldId="581"/>
        </pc:sldMkLst>
      </pc:sldChg>
      <pc:sldChg chg="modSp del mod modNotesTx">
        <pc:chgData name="张 智" userId="36bdf691fd3510be" providerId="LiveId" clId="{D2AA9545-34E0-4C14-A5E7-62F6581044C5}" dt="2024-05-04T14:04:45.656" v="3311" actId="2696"/>
        <pc:sldMkLst>
          <pc:docMk/>
          <pc:sldMk cId="3767822893" sldId="581"/>
        </pc:sldMkLst>
        <pc:spChg chg="mod">
          <ac:chgData name="张 智" userId="36bdf691fd3510be" providerId="LiveId" clId="{D2AA9545-34E0-4C14-A5E7-62F6581044C5}" dt="2024-05-04T13:49:59.634" v="2941" actId="27636"/>
          <ac:spMkLst>
            <pc:docMk/>
            <pc:sldMk cId="3767822893" sldId="581"/>
            <ac:spMk id="4" creationId="{3820715E-D77E-84AD-EFBC-A05680D0237A}"/>
          </ac:spMkLst>
        </pc:spChg>
      </pc:sldChg>
      <pc:sldChg chg="addSp modSp add mod modNotesTx">
        <pc:chgData name="张 智" userId="36bdf691fd3510be" providerId="LiveId" clId="{D2AA9545-34E0-4C14-A5E7-62F6581044C5}" dt="2024-05-06T03:39:42.888" v="9877" actId="20577"/>
        <pc:sldMkLst>
          <pc:docMk/>
          <pc:sldMk cId="1854487583" sldId="582"/>
        </pc:sldMkLst>
        <pc:spChg chg="add mod">
          <ac:chgData name="张 智" userId="36bdf691fd3510be" providerId="LiveId" clId="{D2AA9545-34E0-4C14-A5E7-62F6581044C5}" dt="2024-05-03T15:54:30.689" v="2091" actId="1036"/>
          <ac:spMkLst>
            <pc:docMk/>
            <pc:sldMk cId="1854487583" sldId="582"/>
            <ac:spMk id="5" creationId="{E0BD8D2E-271F-401F-BA1E-CF926221A468}"/>
          </ac:spMkLst>
        </pc:spChg>
        <pc:spChg chg="add mod">
          <ac:chgData name="张 智" userId="36bdf691fd3510be" providerId="LiveId" clId="{D2AA9545-34E0-4C14-A5E7-62F6581044C5}" dt="2024-05-03T15:54:46.988" v="2119" actId="20577"/>
          <ac:spMkLst>
            <pc:docMk/>
            <pc:sldMk cId="1854487583" sldId="582"/>
            <ac:spMk id="6" creationId="{A6FE2B92-BA52-4744-8E25-CBCCA3F995A7}"/>
          </ac:spMkLst>
        </pc:spChg>
        <pc:spChg chg="add mod">
          <ac:chgData name="张 智" userId="36bdf691fd3510be" providerId="LiveId" clId="{D2AA9545-34E0-4C14-A5E7-62F6581044C5}" dt="2024-05-03T15:56:07.926" v="2213" actId="1036"/>
          <ac:spMkLst>
            <pc:docMk/>
            <pc:sldMk cId="1854487583" sldId="582"/>
            <ac:spMk id="7" creationId="{7D66999E-84AB-4519-B301-22A9A2B1FA54}"/>
          </ac:spMkLst>
        </pc:spChg>
        <pc:spChg chg="add mod">
          <ac:chgData name="张 智" userId="36bdf691fd3510be" providerId="LiveId" clId="{D2AA9545-34E0-4C14-A5E7-62F6581044C5}" dt="2024-05-03T15:56:07.926" v="2213" actId="1036"/>
          <ac:spMkLst>
            <pc:docMk/>
            <pc:sldMk cId="1854487583" sldId="582"/>
            <ac:spMk id="8" creationId="{8D49D9CF-5DDD-4D7C-93CA-F8D17FB9DF26}"/>
          </ac:spMkLst>
        </pc:spChg>
        <pc:spChg chg="add mod">
          <ac:chgData name="张 智" userId="36bdf691fd3510be" providerId="LiveId" clId="{D2AA9545-34E0-4C14-A5E7-62F6581044C5}" dt="2024-05-03T15:56:07.926" v="2213" actId="1036"/>
          <ac:spMkLst>
            <pc:docMk/>
            <pc:sldMk cId="1854487583" sldId="582"/>
            <ac:spMk id="9" creationId="{823E6F2B-0B8B-45DF-BC01-C257DF6C0643}"/>
          </ac:spMkLst>
        </pc:spChg>
        <pc:spChg chg="add mod">
          <ac:chgData name="张 智" userId="36bdf691fd3510be" providerId="LiveId" clId="{D2AA9545-34E0-4C14-A5E7-62F6581044C5}" dt="2024-05-03T15:56:27.018" v="2223" actId="1076"/>
          <ac:spMkLst>
            <pc:docMk/>
            <pc:sldMk cId="1854487583" sldId="582"/>
            <ac:spMk id="10" creationId="{E7946D15-5D20-4D6D-8972-7995B1B7EB0D}"/>
          </ac:spMkLst>
        </pc:spChg>
        <pc:spChg chg="add mod">
          <ac:chgData name="张 智" userId="36bdf691fd3510be" providerId="LiveId" clId="{D2AA9545-34E0-4C14-A5E7-62F6581044C5}" dt="2024-05-03T15:57:17.020" v="2246" actId="14100"/>
          <ac:spMkLst>
            <pc:docMk/>
            <pc:sldMk cId="1854487583" sldId="582"/>
            <ac:spMk id="12" creationId="{1E5F4456-6CB1-4F99-88CD-EC16F5F7BF93}"/>
          </ac:spMkLst>
        </pc:spChg>
        <pc:spChg chg="add mod">
          <ac:chgData name="张 智" userId="36bdf691fd3510be" providerId="LiveId" clId="{D2AA9545-34E0-4C14-A5E7-62F6581044C5}" dt="2024-05-03T15:57:46.662" v="2273" actId="1035"/>
          <ac:spMkLst>
            <pc:docMk/>
            <pc:sldMk cId="1854487583" sldId="582"/>
            <ac:spMk id="13" creationId="{60071918-6059-4083-83D6-D373805CCB90}"/>
          </ac:spMkLst>
        </pc:spChg>
      </pc:sldChg>
      <pc:sldChg chg="addSp delSp modSp add mod modNotesTx">
        <pc:chgData name="张 智" userId="36bdf691fd3510be" providerId="LiveId" clId="{D2AA9545-34E0-4C14-A5E7-62F6581044C5}" dt="2024-05-06T05:04:56.749" v="10298" actId="20577"/>
        <pc:sldMkLst>
          <pc:docMk/>
          <pc:sldMk cId="2509247904" sldId="583"/>
        </pc:sldMkLst>
        <pc:spChg chg="del">
          <ac:chgData name="张 智" userId="36bdf691fd3510be" providerId="LiveId" clId="{D2AA9545-34E0-4C14-A5E7-62F6581044C5}" dt="2024-05-04T14:04:01.787" v="3304" actId="478"/>
          <ac:spMkLst>
            <pc:docMk/>
            <pc:sldMk cId="2509247904" sldId="583"/>
            <ac:spMk id="7" creationId="{00000000-0000-0000-0000-000000000000}"/>
          </ac:spMkLst>
        </pc:spChg>
        <pc:spChg chg="add mod">
          <ac:chgData name="张 智" userId="36bdf691fd3510be" providerId="LiveId" clId="{D2AA9545-34E0-4C14-A5E7-62F6581044C5}" dt="2024-05-05T15:12:41.528" v="7664" actId="1076"/>
          <ac:spMkLst>
            <pc:docMk/>
            <pc:sldMk cId="2509247904" sldId="583"/>
            <ac:spMk id="10" creationId="{EFAB4075-C3B1-4567-8D73-7A7E8D3FA993}"/>
          </ac:spMkLst>
        </pc:spChg>
        <pc:spChg chg="add mod">
          <ac:chgData name="张 智" userId="36bdf691fd3510be" providerId="LiveId" clId="{D2AA9545-34E0-4C14-A5E7-62F6581044C5}" dt="2024-05-05T15:12:41.528" v="7664" actId="1076"/>
          <ac:spMkLst>
            <pc:docMk/>
            <pc:sldMk cId="2509247904" sldId="583"/>
            <ac:spMk id="11" creationId="{4A636D77-E1BA-4360-91B9-97699A157C35}"/>
          </ac:spMkLst>
        </pc:spChg>
        <pc:picChg chg="add mod">
          <ac:chgData name="张 智" userId="36bdf691fd3510be" providerId="LiveId" clId="{D2AA9545-34E0-4C14-A5E7-62F6581044C5}" dt="2024-05-05T15:13:03.064" v="7669" actId="14100"/>
          <ac:picMkLst>
            <pc:docMk/>
            <pc:sldMk cId="2509247904" sldId="583"/>
            <ac:picMk id="7" creationId="{5F4F429F-F007-422D-A8EB-3FAC5CAB1A8C}"/>
          </ac:picMkLst>
        </pc:picChg>
      </pc:sldChg>
      <pc:sldChg chg="modSp add mod modNotesTx">
        <pc:chgData name="张 智" userId="36bdf691fd3510be" providerId="LiveId" clId="{D2AA9545-34E0-4C14-A5E7-62F6581044C5}" dt="2024-05-05T15:07:56.755" v="7646" actId="20577"/>
        <pc:sldMkLst>
          <pc:docMk/>
          <pc:sldMk cId="3283882742" sldId="584"/>
        </pc:sldMkLst>
        <pc:spChg chg="mod">
          <ac:chgData name="张 智" userId="36bdf691fd3510be" providerId="LiveId" clId="{D2AA9545-34E0-4C14-A5E7-62F6581044C5}" dt="2024-05-04T14:00:50.524" v="3272" actId="207"/>
          <ac:spMkLst>
            <pc:docMk/>
            <pc:sldMk cId="3283882742" sldId="584"/>
            <ac:spMk id="4" creationId="{1F2E8368-EEE3-459A-A801-C6618C26CE9F}"/>
          </ac:spMkLst>
        </pc:spChg>
        <pc:spChg chg="mod">
          <ac:chgData name="张 智" userId="36bdf691fd3510be" providerId="LiveId" clId="{D2AA9545-34E0-4C14-A5E7-62F6581044C5}" dt="2024-05-04T14:00:47.665" v="3271" actId="207"/>
          <ac:spMkLst>
            <pc:docMk/>
            <pc:sldMk cId="3283882742" sldId="584"/>
            <ac:spMk id="13" creationId="{00000000-0000-0000-0000-000000000000}"/>
          </ac:spMkLst>
        </pc:spChg>
      </pc:sldChg>
      <pc:sldChg chg="delSp add mod ord modNotesTx">
        <pc:chgData name="张 智" userId="36bdf691fd3510be" providerId="LiveId" clId="{D2AA9545-34E0-4C14-A5E7-62F6581044C5}" dt="2024-05-06T05:28:23.733" v="11444" actId="20577"/>
        <pc:sldMkLst>
          <pc:docMk/>
          <pc:sldMk cId="2153705474" sldId="585"/>
        </pc:sldMkLst>
        <pc:spChg chg="del">
          <ac:chgData name="张 智" userId="36bdf691fd3510be" providerId="LiveId" clId="{D2AA9545-34E0-4C14-A5E7-62F6581044C5}" dt="2024-05-04T14:15:35.872" v="3514" actId="478"/>
          <ac:spMkLst>
            <pc:docMk/>
            <pc:sldMk cId="2153705474" sldId="585"/>
            <ac:spMk id="55" creationId="{BF123816-81D9-4325-88A1-E32F60BFD3F0}"/>
          </ac:spMkLst>
        </pc:spChg>
      </pc:sldChg>
      <pc:sldChg chg="add modNotesTx">
        <pc:chgData name="张 智" userId="36bdf691fd3510be" providerId="LiveId" clId="{D2AA9545-34E0-4C14-A5E7-62F6581044C5}" dt="2024-05-06T01:56:10.375" v="8272" actId="20577"/>
        <pc:sldMkLst>
          <pc:docMk/>
          <pc:sldMk cId="1544737134" sldId="586"/>
        </pc:sldMkLst>
      </pc:sldChg>
      <pc:sldChg chg="modSp add mod modNotesTx">
        <pc:chgData name="张 智" userId="36bdf691fd3510be" providerId="LiveId" clId="{D2AA9545-34E0-4C14-A5E7-62F6581044C5}" dt="2024-05-06T02:50:28.702" v="9433" actId="20577"/>
        <pc:sldMkLst>
          <pc:docMk/>
          <pc:sldMk cId="540270219" sldId="587"/>
        </pc:sldMkLst>
        <pc:spChg chg="mod">
          <ac:chgData name="张 智" userId="36bdf691fd3510be" providerId="LiveId" clId="{D2AA9545-34E0-4C14-A5E7-62F6581044C5}" dt="2024-05-06T02:46:30.709" v="9064" actId="14100"/>
          <ac:spMkLst>
            <pc:docMk/>
            <pc:sldMk cId="540270219" sldId="587"/>
            <ac:spMk id="16" creationId="{A12CAE69-394B-4B8A-A2A8-287D3F9F12B4}"/>
          </ac:spMkLst>
        </pc:spChg>
      </pc:sldChg>
      <pc:sldChg chg="add ord">
        <pc:chgData name="张 智" userId="36bdf691fd3510be" providerId="LiveId" clId="{D2AA9545-34E0-4C14-A5E7-62F6581044C5}" dt="2024-05-05T14:49:08.445" v="6951"/>
        <pc:sldMkLst>
          <pc:docMk/>
          <pc:sldMk cId="1562264393" sldId="588"/>
        </pc:sldMkLst>
      </pc:sldChg>
    </pc:docChg>
  </pc:docChgLst>
  <pc:docChgLst>
    <pc:chgData name="zhi zhang" userId="36bdf691fd3510be" providerId="LiveId" clId="{530BFB9B-54EE-3541-A541-2B9B30B50AF9}"/>
    <pc:docChg chg="custSel addSld modSld sldOrd">
      <pc:chgData name="zhi zhang" userId="36bdf691fd3510be" providerId="LiveId" clId="{530BFB9B-54EE-3541-A541-2B9B30B50AF9}" dt="2024-05-02T08:48:18.476" v="418" actId="20577"/>
      <pc:docMkLst>
        <pc:docMk/>
      </pc:docMkLst>
      <pc:sldChg chg="modSp mod">
        <pc:chgData name="zhi zhang" userId="36bdf691fd3510be" providerId="LiveId" clId="{530BFB9B-54EE-3541-A541-2B9B30B50AF9}" dt="2024-05-02T08:47:24.902" v="410" actId="20577"/>
        <pc:sldMkLst>
          <pc:docMk/>
          <pc:sldMk cId="607921257" sldId="437"/>
        </pc:sldMkLst>
        <pc:spChg chg="mod">
          <ac:chgData name="zhi zhang" userId="36bdf691fd3510be" providerId="LiveId" clId="{530BFB9B-54EE-3541-A541-2B9B30B50AF9}" dt="2024-05-02T08:47:24.902" v="410" actId="20577"/>
          <ac:spMkLst>
            <pc:docMk/>
            <pc:sldMk cId="607921257" sldId="437"/>
            <ac:spMk id="3" creationId="{DC61A595-FD10-4DD1-AAB9-056A053960BA}"/>
          </ac:spMkLst>
        </pc:spChg>
      </pc:sldChg>
      <pc:sldChg chg="modSp mod">
        <pc:chgData name="zhi zhang" userId="36bdf691fd3510be" providerId="LiveId" clId="{530BFB9B-54EE-3541-A541-2B9B30B50AF9}" dt="2024-05-02T08:08:18.942" v="1" actId="20577"/>
        <pc:sldMkLst>
          <pc:docMk/>
          <pc:sldMk cId="1559389550" sldId="533"/>
        </pc:sldMkLst>
        <pc:graphicFrameChg chg="modGraphic">
          <ac:chgData name="zhi zhang" userId="36bdf691fd3510be" providerId="LiveId" clId="{530BFB9B-54EE-3541-A541-2B9B30B50AF9}" dt="2024-05-02T08:08:18.942" v="1" actId="20577"/>
          <ac:graphicFrameMkLst>
            <pc:docMk/>
            <pc:sldMk cId="1559389550" sldId="533"/>
            <ac:graphicFrameMk id="5" creationId="{556E0B31-B793-4223-9919-840187E53158}"/>
          </ac:graphicFrameMkLst>
        </pc:graphicFrameChg>
      </pc:sldChg>
      <pc:sldChg chg="modSp mod modNotesTx">
        <pc:chgData name="zhi zhang" userId="36bdf691fd3510be" providerId="LiveId" clId="{530BFB9B-54EE-3541-A541-2B9B30B50AF9}" dt="2024-05-02T08:15:16.089" v="348" actId="20577"/>
        <pc:sldMkLst>
          <pc:docMk/>
          <pc:sldMk cId="3992456897" sldId="538"/>
        </pc:sldMkLst>
        <pc:spChg chg="mod">
          <ac:chgData name="zhi zhang" userId="36bdf691fd3510be" providerId="LiveId" clId="{530BFB9B-54EE-3541-A541-2B9B30B50AF9}" dt="2024-05-02T08:12:34.380" v="60" actId="20577"/>
          <ac:spMkLst>
            <pc:docMk/>
            <pc:sldMk cId="3992456897" sldId="538"/>
            <ac:spMk id="3" creationId="{FD95B780-4F46-48E4-8A07-635D534C3326}"/>
          </ac:spMkLst>
        </pc:spChg>
      </pc:sldChg>
      <pc:sldChg chg="addSp delSp modSp mod">
        <pc:chgData name="zhi zhang" userId="36bdf691fd3510be" providerId="LiveId" clId="{530BFB9B-54EE-3541-A541-2B9B30B50AF9}" dt="2024-05-02T08:26:14.630" v="353"/>
        <pc:sldMkLst>
          <pc:docMk/>
          <pc:sldMk cId="1622616642" sldId="542"/>
        </pc:sldMkLst>
        <pc:spChg chg="mod">
          <ac:chgData name="zhi zhang" userId="36bdf691fd3510be" providerId="LiveId" clId="{530BFB9B-54EE-3541-A541-2B9B30B50AF9}" dt="2024-05-02T08:26:10.474" v="350" actId="207"/>
          <ac:spMkLst>
            <pc:docMk/>
            <pc:sldMk cId="1622616642" sldId="542"/>
            <ac:spMk id="3" creationId="{5705EF65-B9D6-4C8D-B798-6F1EF3344DD2}"/>
          </ac:spMkLst>
        </pc:spChg>
        <pc:spChg chg="add del mod">
          <ac:chgData name="zhi zhang" userId="36bdf691fd3510be" providerId="LiveId" clId="{530BFB9B-54EE-3541-A541-2B9B30B50AF9}" dt="2024-05-02T08:26:14.630" v="353"/>
          <ac:spMkLst>
            <pc:docMk/>
            <pc:sldMk cId="1622616642" sldId="542"/>
            <ac:spMk id="4" creationId="{7D3E33E4-8EA7-4B3B-B5E2-C59AD51719A7}"/>
          </ac:spMkLst>
        </pc:spChg>
      </pc:sldChg>
      <pc:sldChg chg="modSp mod modNotesTx">
        <pc:chgData name="zhi zhang" userId="36bdf691fd3510be" providerId="LiveId" clId="{530BFB9B-54EE-3541-A541-2B9B30B50AF9}" dt="2024-05-02T08:30:27.775" v="387" actId="20577"/>
        <pc:sldMkLst>
          <pc:docMk/>
          <pc:sldMk cId="2283814443" sldId="543"/>
        </pc:sldMkLst>
        <pc:spChg chg="mod">
          <ac:chgData name="zhi zhang" userId="36bdf691fd3510be" providerId="LiveId" clId="{530BFB9B-54EE-3541-A541-2B9B30B50AF9}" dt="2024-05-02T08:30:04.563" v="377" actId="20577"/>
          <ac:spMkLst>
            <pc:docMk/>
            <pc:sldMk cId="2283814443" sldId="543"/>
            <ac:spMk id="3" creationId="{5705EF65-B9D6-4C8D-B798-6F1EF3344DD2}"/>
          </ac:spMkLst>
        </pc:spChg>
      </pc:sldChg>
      <pc:sldChg chg="addSp delSp modSp mod ord">
        <pc:chgData name="zhi zhang" userId="36bdf691fd3510be" providerId="LiveId" clId="{530BFB9B-54EE-3541-A541-2B9B30B50AF9}" dt="2024-05-02T08:27:15.012" v="363" actId="20578"/>
        <pc:sldMkLst>
          <pc:docMk/>
          <pc:sldMk cId="198381443" sldId="544"/>
        </pc:sldMkLst>
        <pc:picChg chg="add mod">
          <ac:chgData name="zhi zhang" userId="36bdf691fd3510be" providerId="LiveId" clId="{530BFB9B-54EE-3541-A541-2B9B30B50AF9}" dt="2024-05-02T08:27:03.379" v="362" actId="1076"/>
          <ac:picMkLst>
            <pc:docMk/>
            <pc:sldMk cId="198381443" sldId="544"/>
            <ac:picMk id="4" creationId="{6CCAFDBE-A9F9-F959-8971-7591B6E48569}"/>
          </ac:picMkLst>
        </pc:picChg>
        <pc:picChg chg="del">
          <ac:chgData name="zhi zhang" userId="36bdf691fd3510be" providerId="LiveId" clId="{530BFB9B-54EE-3541-A541-2B9B30B50AF9}" dt="2024-05-02T08:26:50.869" v="356" actId="478"/>
          <ac:picMkLst>
            <pc:docMk/>
            <pc:sldMk cId="198381443" sldId="544"/>
            <ac:picMk id="6" creationId="{B035A42B-3C0C-44F4-A095-298313AC4F90}"/>
          </ac:picMkLst>
        </pc:picChg>
      </pc:sldChg>
      <pc:sldChg chg="modNotesTx">
        <pc:chgData name="zhi zhang" userId="36bdf691fd3510be" providerId="LiveId" clId="{530BFB9B-54EE-3541-A541-2B9B30B50AF9}" dt="2024-05-02T08:34:17.803" v="407" actId="20577"/>
        <pc:sldMkLst>
          <pc:docMk/>
          <pc:sldMk cId="308939355" sldId="553"/>
        </pc:sldMkLst>
      </pc:sldChg>
      <pc:sldChg chg="modSp mod">
        <pc:chgData name="zhi zhang" userId="36bdf691fd3510be" providerId="LiveId" clId="{530BFB9B-54EE-3541-A541-2B9B30B50AF9}" dt="2024-05-02T08:46:03.869" v="409" actId="207"/>
        <pc:sldMkLst>
          <pc:docMk/>
          <pc:sldMk cId="2639062356" sldId="563"/>
        </pc:sldMkLst>
        <pc:spChg chg="mod">
          <ac:chgData name="zhi zhang" userId="36bdf691fd3510be" providerId="LiveId" clId="{530BFB9B-54EE-3541-A541-2B9B30B50AF9}" dt="2024-05-02T08:46:03.869" v="409" actId="207"/>
          <ac:spMkLst>
            <pc:docMk/>
            <pc:sldMk cId="2639062356" sldId="563"/>
            <ac:spMk id="8" creationId="{5C28BF67-CA64-463A-9676-70B9E0670C56}"/>
          </ac:spMkLst>
        </pc:spChg>
      </pc:sldChg>
      <pc:sldChg chg="modNotesTx">
        <pc:chgData name="zhi zhang" userId="36bdf691fd3510be" providerId="LiveId" clId="{530BFB9B-54EE-3541-A541-2B9B30B50AF9}" dt="2024-05-02T08:48:18.476" v="418" actId="20577"/>
        <pc:sldMkLst>
          <pc:docMk/>
          <pc:sldMk cId="2662085714" sldId="566"/>
        </pc:sldMkLst>
      </pc:sldChg>
      <pc:sldChg chg="modNotesTx">
        <pc:chgData name="zhi zhang" userId="36bdf691fd3510be" providerId="LiveId" clId="{530BFB9B-54EE-3541-A541-2B9B30B50AF9}" dt="2024-05-02T08:31:38.142" v="390" actId="20577"/>
        <pc:sldMkLst>
          <pc:docMk/>
          <pc:sldMk cId="3518980803" sldId="572"/>
        </pc:sldMkLst>
      </pc:sldChg>
      <pc:sldChg chg="addSp delSp modSp add mod ord">
        <pc:chgData name="zhi zhang" userId="36bdf691fd3510be" providerId="LiveId" clId="{530BFB9B-54EE-3541-A541-2B9B30B50AF9}" dt="2024-05-02T08:28:51.605" v="372" actId="14100"/>
        <pc:sldMkLst>
          <pc:docMk/>
          <pc:sldMk cId="509262906" sldId="577"/>
        </pc:sldMkLst>
        <pc:picChg chg="add mod">
          <ac:chgData name="zhi zhang" userId="36bdf691fd3510be" providerId="LiveId" clId="{530BFB9B-54EE-3541-A541-2B9B30B50AF9}" dt="2024-05-02T08:28:51.605" v="372" actId="14100"/>
          <ac:picMkLst>
            <pc:docMk/>
            <pc:sldMk cId="509262906" sldId="577"/>
            <ac:picMk id="4" creationId="{910C2AFF-49E4-C546-5EA2-88F3B6686164}"/>
          </ac:picMkLst>
        </pc:picChg>
        <pc:picChg chg="del">
          <ac:chgData name="zhi zhang" userId="36bdf691fd3510be" providerId="LiveId" clId="{530BFB9B-54EE-3541-A541-2B9B30B50AF9}" dt="2024-05-02T08:28:37.414" v="365" actId="478"/>
          <ac:picMkLst>
            <pc:docMk/>
            <pc:sldMk cId="509262906" sldId="577"/>
            <ac:picMk id="6" creationId="{B035A42B-3C0C-44F4-A095-298313AC4F9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5/05/2025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884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6632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3759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82A93-9804-73A8-D718-D5FCDE5AE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DD5D0-4EF2-A1F4-2CAB-64C454010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A06DC-1D91-C557-651D-14DE21EF0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7B1A6-DC25-47F1-C464-0BEFE9E58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362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820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4743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01550-19B8-F72F-C8F2-A7A2BB54C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929E0-2209-59EB-EFEE-4F6CF6BCE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BC60D-028C-5E39-D273-40B1CF607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5A09E-8166-487B-62A3-B0AE29080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0651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6F905-93D6-F921-312C-4238148B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9CF28-4318-C1F9-931F-040434D41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763BC-FE13-A315-AFD4-9601DF73F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019BA-A89C-76A4-EF72-CCD40E937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7354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3409F-19F4-C9CA-768E-16D357DD3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5CF2B-4816-B31E-9BD4-D70BCCD12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DE231-E091-9890-3D50-4A0211519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55F1D-DF2E-D751-1AD4-D98BF1E0D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8513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741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785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107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864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3404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58697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83561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318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362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8819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94110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08014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67957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35374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87943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67896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8558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07065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52220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84741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90245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73697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94025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4477A-85AD-4039-F888-6056ACBB6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243ED-876E-C110-B4B0-81145B87F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A03EA-F8DB-64A4-0D1A-402F564FB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1DF82-2D9C-F061-0CBF-A5DEA74C2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2939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14177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2DFC-CEBD-6DE1-A3E9-C0982ACC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C08DF-7AA2-025D-76E0-D006AE6A5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BEB5B-9FB8-FA4F-A4FE-DDD622C17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920A7-607F-C320-861F-46FF0C671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10512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4EA3-C039-DBE6-C6EE-B4A04496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9968E-7554-6450-D1B9-3520C2A47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F48E9-4B7F-7B14-5906-D5EB4BF75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B6D89-96C1-D170-6959-8852ABFFB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929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1391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76236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3481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96695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74461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44792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6256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BA023-6D60-C114-D432-520F74F4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99B98-9AE2-99EE-E6EC-B22EA9564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7B9F5-A871-B0EA-7E3C-071CED649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33423-DEFA-0AEE-9E9B-8AEF0264D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342180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C3460-2052-3896-EF56-325432C4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F240C-A5E3-9491-1576-7DBB9DE7C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9FC76-50E6-73FA-CBCB-52C232683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C3CF4-7988-5D09-2DE9-B0BE09F67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847168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24147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104AF-AD0F-09EC-B49C-25317846C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4EFEE-57FE-8901-0D5D-3B10814F9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7BF51-70E1-3152-78AA-AFC6B20D6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7DA8B-3430-793C-B37F-F9A865F0E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379151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0B66-4D84-759A-9599-F21A6DC57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81D7C-6194-F4B5-0CDC-D03C33BD9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798FE-521C-D79F-0ED8-D6D60DED2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8E832-706D-C8A3-23B6-2086BEE64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228743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6AA18-0583-193C-4B87-AEEBA8A3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ADEB0-8EDE-1046-AAA6-A99828F9C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F46B6-B015-03FA-EBDB-183039270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C3F0D-D03D-82ED-8731-81D7AE3CD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160597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5195-A3AB-752E-C199-16BFA4E9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4656C-B5A7-FEDF-158B-181F424D5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E5CA7-AF37-BBAE-7589-F4C3F068F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C5A3C-3CA1-41A8-E20D-6814F8653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403780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051383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45091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263412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980613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2437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43.png"/><Relationship Id="rId4" Type="http://schemas.openxmlformats.org/officeDocument/2006/relationships/image" Target="../media/image19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51459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[9] Cyber Law and </a:t>
            </a:r>
            <a:br>
              <a:rPr lang="en-US" sz="4800" dirty="0"/>
            </a:br>
            <a:r>
              <a:rPr lang="en-US" sz="4800" dirty="0"/>
              <a:t>CI &amp; CPS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4438710"/>
            <a:ext cx="7219954" cy="6509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Garrison Gao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6B94F-5307-4CF7-8CA1-4D0D8666F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841248"/>
            <a:ext cx="10353762" cy="5559551"/>
          </a:xfrm>
        </p:spPr>
        <p:txBody>
          <a:bodyPr>
            <a:normAutofit/>
          </a:bodyPr>
          <a:lstStyle/>
          <a:p>
            <a:r>
              <a:rPr lang="en-AU" sz="2800" dirty="0"/>
              <a:t>Privacy preserving </a:t>
            </a:r>
          </a:p>
          <a:p>
            <a:pPr lvl="1"/>
            <a:r>
              <a:rPr lang="en-AU" sz="2800" dirty="0"/>
              <a:t>Secure Multi-Party Computation (SMPC)</a:t>
            </a:r>
          </a:p>
          <a:p>
            <a:pPr lvl="1"/>
            <a:r>
              <a:rPr lang="en-AU" sz="2800" dirty="0"/>
              <a:t>Differential Privacy (DP)</a:t>
            </a:r>
          </a:p>
          <a:p>
            <a:pPr lvl="1"/>
            <a:r>
              <a:rPr lang="en-AU" sz="2800" dirty="0"/>
              <a:t>Homomorphic Encryption (HE)</a:t>
            </a:r>
          </a:p>
          <a:p>
            <a:r>
              <a:rPr lang="en-AU" altLang="zh-CN" sz="2800" dirty="0"/>
              <a:t>Implementation vulnerability: Side Channel Attack (e.g., Power, Thermal, Time)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447974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6419-9688-4E6E-91B3-405817B0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64672"/>
            <a:ext cx="10353762" cy="827314"/>
          </a:xfrm>
        </p:spPr>
        <p:txBody>
          <a:bodyPr/>
          <a:lstStyle/>
          <a:p>
            <a:r>
              <a:rPr lang="en-AU" dirty="0"/>
              <a:t>What is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344-939D-4389-AA3E-8709118D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456146"/>
            <a:ext cx="10891762" cy="133894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ea typeface="+mj-ea"/>
              </a:rPr>
              <a:t>Privacy refers to the ability of individuals to control the access, use of their personal information (e.g., gender, age, phone number, </a:t>
            </a:r>
            <a:r>
              <a:rPr lang="en-US" sz="2800" dirty="0" err="1">
                <a:ea typeface="+mj-ea"/>
              </a:rPr>
              <a:t>etc</a:t>
            </a:r>
            <a:r>
              <a:rPr lang="en-US" sz="2800" dirty="0">
                <a:ea typeface="+mj-ea"/>
              </a:rPr>
              <a:t>) as well as erasure of their data (‘Right to be Forgotten’). 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2A32479-2D55-CB6B-EA39-995010B21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504083"/>
              </p:ext>
            </p:extLst>
          </p:nvPr>
        </p:nvGraphicFramePr>
        <p:xfrm>
          <a:off x="914400" y="3429000"/>
          <a:ext cx="10353675" cy="2651760"/>
        </p:xfrm>
        <a:graphic>
          <a:graphicData uri="http://schemas.openxmlformats.org/drawingml/2006/table">
            <a:tbl>
              <a:tblPr/>
              <a:tblGrid>
                <a:gridCol w="3451225">
                  <a:extLst>
                    <a:ext uri="{9D8B030D-6E8A-4147-A177-3AD203B41FA5}">
                      <a16:colId xmlns:a16="http://schemas.microsoft.com/office/drawing/2014/main" val="316592954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005999520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313954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Name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Country/Region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Year Enacted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997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b="1" dirty="0"/>
                        <a:t>General Data Protection Regulation (GDPR)</a:t>
                      </a:r>
                      <a:endParaRPr lang="en-A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European Union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2016 (effective 2018)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551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Privacy Act 1988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Australia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1988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139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California Consumer Privacy Act (CCPA)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United States (California)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2018 (effective 2020)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40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Personal Information Protection Law (PIPL)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811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24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F13A6-2653-0F94-33B8-E0B0D14F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FC27D-A055-35BD-0DC2-FAFC0350A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64672"/>
            <a:ext cx="10353762" cy="827314"/>
          </a:xfrm>
        </p:spPr>
        <p:txBody>
          <a:bodyPr/>
          <a:lstStyle/>
          <a:p>
            <a:r>
              <a:rPr lang="en-AU" dirty="0"/>
              <a:t>What is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69ACC-CC64-5C22-D7E3-01C1A6C2B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456146"/>
            <a:ext cx="10891762" cy="133894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ea typeface="+mj-ea"/>
              </a:rPr>
              <a:t>Privacy refers to the ability of individuals to control the access, use of their personal information (e.g., gender, age, phone number, </a:t>
            </a:r>
            <a:r>
              <a:rPr lang="en-US" sz="2800" dirty="0" err="1">
                <a:ea typeface="+mj-ea"/>
              </a:rPr>
              <a:t>etc</a:t>
            </a:r>
            <a:r>
              <a:rPr lang="en-US" sz="2800" dirty="0">
                <a:ea typeface="+mj-ea"/>
              </a:rPr>
              <a:t>) as well as erasure of their data (‘Right to be Forgotten’).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C587BC6-BCDE-1A7A-20C0-FCFE33F35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872" y="5086395"/>
            <a:ext cx="8688012" cy="20291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E62D56F-5EE8-20D0-2419-AEEA6A815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872" y="3021450"/>
            <a:ext cx="8688012" cy="196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912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6419-9688-4E6E-91B3-405817B0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125" y="160338"/>
            <a:ext cx="10353762" cy="966258"/>
          </a:xfrm>
        </p:spPr>
        <p:txBody>
          <a:bodyPr/>
          <a:lstStyle/>
          <a:p>
            <a:r>
              <a:rPr lang="en-AU" dirty="0"/>
              <a:t>What is Privacy</a:t>
            </a:r>
          </a:p>
        </p:txBody>
      </p:sp>
      <p:pic>
        <p:nvPicPr>
          <p:cNvPr id="1026" name="Picture 2" descr="Costco Undercuts Harvey Norman By Hundreds On CE – channelnews">
            <a:extLst>
              <a:ext uri="{FF2B5EF4-FFF2-40B4-BE49-F238E27FC236}">
                <a16:creationId xmlns:a16="http://schemas.microsoft.com/office/drawing/2014/main" id="{7617C8A3-5D1F-4DC5-84F0-A5726B259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529" y="2157947"/>
            <a:ext cx="3690862" cy="22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The Most Quotable Sayings From Alice in Wonderland | Disney Quotes">
            <a:extLst>
              <a:ext uri="{FF2B5EF4-FFF2-40B4-BE49-F238E27FC236}">
                <a16:creationId xmlns:a16="http://schemas.microsoft.com/office/drawing/2014/main" id="{27AAF303-A3E3-4B42-8F2A-9AEF47C64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47125" y="2157946"/>
            <a:ext cx="1971043" cy="209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4275B8-994E-4E79-9134-640576070D50}"/>
              </a:ext>
            </a:extLst>
          </p:cNvPr>
          <p:cNvSpPr txBox="1"/>
          <p:nvPr/>
        </p:nvSpPr>
        <p:spPr>
          <a:xfrm>
            <a:off x="1245065" y="4160315"/>
            <a:ext cx="124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Alice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9E1DAE-CF3B-4AD1-A355-19601B86335E}"/>
              </a:ext>
            </a:extLst>
          </p:cNvPr>
          <p:cNvCxnSpPr>
            <a:cxnSpLocks/>
          </p:cNvCxnSpPr>
          <p:nvPr/>
        </p:nvCxnSpPr>
        <p:spPr>
          <a:xfrm>
            <a:off x="3149600" y="3203161"/>
            <a:ext cx="43688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A2DEE5E-01BE-4DD0-B2F0-CBE2470D398F}"/>
              </a:ext>
            </a:extLst>
          </p:cNvPr>
          <p:cNvSpPr/>
          <p:nvPr/>
        </p:nvSpPr>
        <p:spPr>
          <a:xfrm>
            <a:off x="3149600" y="1862667"/>
            <a:ext cx="4148667" cy="1219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provides personal information</a:t>
            </a:r>
          </a:p>
          <a:p>
            <a:pPr algn="ctr"/>
            <a:r>
              <a:rPr lang="en-AU" sz="2400" dirty="0"/>
              <a:t>to sign up for a membership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6CE592-D867-44DF-A4A4-2A5110F6E786}"/>
              </a:ext>
            </a:extLst>
          </p:cNvPr>
          <p:cNvSpPr/>
          <p:nvPr/>
        </p:nvSpPr>
        <p:spPr>
          <a:xfrm>
            <a:off x="7695626" y="5051250"/>
            <a:ext cx="4148667" cy="1219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Why does Costco collect users’ private data?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706F9D-FBDA-46DE-A63F-F740CA905589}"/>
              </a:ext>
            </a:extLst>
          </p:cNvPr>
          <p:cNvCxnSpPr>
            <a:cxnSpLocks/>
            <a:stCxn id="1026" idx="2"/>
            <a:endCxn id="8" idx="0"/>
          </p:cNvCxnSpPr>
          <p:nvPr/>
        </p:nvCxnSpPr>
        <p:spPr>
          <a:xfrm>
            <a:off x="9769960" y="4421927"/>
            <a:ext cx="0" cy="62932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10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6419-9688-4E6E-91B3-405817B0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What is Privacy</a:t>
            </a:r>
          </a:p>
        </p:txBody>
      </p:sp>
      <p:pic>
        <p:nvPicPr>
          <p:cNvPr id="1026" name="Picture 2" descr="Costco Undercuts Harvey Norman By Hundreds On CE – channelnews">
            <a:extLst>
              <a:ext uri="{FF2B5EF4-FFF2-40B4-BE49-F238E27FC236}">
                <a16:creationId xmlns:a16="http://schemas.microsoft.com/office/drawing/2014/main" id="{7617C8A3-5D1F-4DC5-84F0-A5726B259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23" y="1373444"/>
            <a:ext cx="2739333" cy="163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The Most Quotable Sayings From Alice in Wonderland | Disney Quotes">
            <a:extLst>
              <a:ext uri="{FF2B5EF4-FFF2-40B4-BE49-F238E27FC236}">
                <a16:creationId xmlns:a16="http://schemas.microsoft.com/office/drawing/2014/main" id="{27AAF303-A3E3-4B42-8F2A-9AEF47C64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589599" y="3069778"/>
            <a:ext cx="1709691" cy="1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4275B8-994E-4E79-9134-640576070D50}"/>
              </a:ext>
            </a:extLst>
          </p:cNvPr>
          <p:cNvSpPr txBox="1"/>
          <p:nvPr/>
        </p:nvSpPr>
        <p:spPr>
          <a:xfrm>
            <a:off x="3405613" y="1582784"/>
            <a:ext cx="4148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provide dataset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9E1DAE-CF3B-4AD1-A355-19601B86335E}"/>
              </a:ext>
            </a:extLst>
          </p:cNvPr>
          <p:cNvCxnSpPr>
            <a:cxnSpLocks/>
          </p:cNvCxnSpPr>
          <p:nvPr/>
        </p:nvCxnSpPr>
        <p:spPr>
          <a:xfrm>
            <a:off x="3704532" y="2191803"/>
            <a:ext cx="367792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A2DEE5E-01BE-4DD0-B2F0-CBE2470D398F}"/>
              </a:ext>
            </a:extLst>
          </p:cNvPr>
          <p:cNvSpPr/>
          <p:nvPr/>
        </p:nvSpPr>
        <p:spPr>
          <a:xfrm>
            <a:off x="7192280" y="4181907"/>
            <a:ext cx="3677921" cy="9685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e.g., her favourite items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2BA2E6-1E5B-4EDC-804A-97D8F5C0B4D9}"/>
              </a:ext>
            </a:extLst>
          </p:cNvPr>
          <p:cNvSpPr/>
          <p:nvPr/>
        </p:nvSpPr>
        <p:spPr>
          <a:xfrm>
            <a:off x="7554280" y="1434791"/>
            <a:ext cx="2537987" cy="1514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Model Training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E9925B-06A8-4D15-A9F8-B0871F57C8A4}"/>
              </a:ext>
            </a:extLst>
          </p:cNvPr>
          <p:cNvSpPr/>
          <p:nvPr/>
        </p:nvSpPr>
        <p:spPr>
          <a:xfrm>
            <a:off x="813224" y="3942904"/>
            <a:ext cx="2739333" cy="1514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Well-trained</a:t>
            </a:r>
          </a:p>
          <a:p>
            <a:pPr algn="ctr"/>
            <a:r>
              <a:rPr lang="en-AU" sz="2800" dirty="0"/>
              <a:t>Model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B4939F-BF56-4E49-AD7A-F52BC0847350}"/>
              </a:ext>
            </a:extLst>
          </p:cNvPr>
          <p:cNvCxnSpPr>
            <a:cxnSpLocks/>
          </p:cNvCxnSpPr>
          <p:nvPr/>
        </p:nvCxnSpPr>
        <p:spPr>
          <a:xfrm>
            <a:off x="3704532" y="4699916"/>
            <a:ext cx="367792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953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F9DA6-E8BA-AE36-44BE-0CD437415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77D3-F9EF-9A6D-7640-2558A097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Privacy Inference Attack on Machine Learning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47EF20-59C1-59E6-E0DE-FE764F069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496" y="2399840"/>
            <a:ext cx="6927749" cy="390550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E236F4-4179-73FD-ADEB-B4FD0C248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456146"/>
            <a:ext cx="10891762" cy="1338943"/>
          </a:xfrm>
        </p:spPr>
        <p:txBody>
          <a:bodyPr>
            <a:normAutofit/>
          </a:bodyPr>
          <a:lstStyle/>
          <a:p>
            <a:r>
              <a:rPr lang="en-US" sz="2800" dirty="0">
                <a:ea typeface="+mj-ea"/>
              </a:rPr>
              <a:t>Data Reconstruction Attack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2135EC-4B40-A81D-1649-A640858BDBE2}"/>
              </a:ext>
            </a:extLst>
          </p:cNvPr>
          <p:cNvSpPr txBox="1"/>
          <p:nvPr/>
        </p:nvSpPr>
        <p:spPr>
          <a:xfrm>
            <a:off x="697781" y="5982180"/>
            <a:ext cx="111271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effectLst/>
                <a:latin typeface="Arial" panose="020B0604020202020204" pitchFamily="34" charset="0"/>
              </a:rPr>
              <a:t>Balle, Borja, Giovanni Cherubin, and Jamie Hayes. "Reconstructing training data with informed adversaries." In </a:t>
            </a:r>
            <a:r>
              <a:rPr lang="en-US" altLang="zh-CN" sz="1400" b="0" i="1" dirty="0">
                <a:effectLst/>
                <a:latin typeface="Arial" panose="020B0604020202020204" pitchFamily="34" charset="0"/>
              </a:rPr>
              <a:t>2022 IEEE Symposium on Security and Privacy (SP)</a:t>
            </a:r>
            <a:r>
              <a:rPr lang="en-US" altLang="zh-CN" sz="1400" b="0" i="0" dirty="0">
                <a:effectLst/>
                <a:latin typeface="Arial" panose="020B0604020202020204" pitchFamily="34" charset="0"/>
              </a:rPr>
              <a:t>, pp. 1138-1156. IEEE, 2022.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35837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ED42-A5C9-4DF8-F27B-D003E14D0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AC0D-9FA7-586C-3003-38780DFE3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Privacy Inference Attack on Machine Learning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67D02B-E94B-EB8C-5B28-19FE31E56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456145"/>
            <a:ext cx="10891762" cy="3317735"/>
          </a:xfrm>
        </p:spPr>
        <p:txBody>
          <a:bodyPr>
            <a:normAutofit/>
          </a:bodyPr>
          <a:lstStyle/>
          <a:p>
            <a:r>
              <a:rPr lang="en-US" sz="2800" dirty="0">
                <a:ea typeface="+mj-ea"/>
              </a:rPr>
              <a:t>Data Reconstruction Attack</a:t>
            </a:r>
          </a:p>
          <a:p>
            <a:r>
              <a:rPr lang="en-US" sz="2800" dirty="0">
                <a:ea typeface="+mj-ea"/>
              </a:rPr>
              <a:t>Personal Identifiable Information Extraction</a:t>
            </a:r>
          </a:p>
          <a:p>
            <a:pPr lvl="1"/>
            <a:r>
              <a:rPr lang="en-US" sz="2600" dirty="0">
                <a:ea typeface="+mj-ea"/>
              </a:rPr>
              <a:t>e.g., exposing credit card number by querying trained LLM</a:t>
            </a:r>
          </a:p>
        </p:txBody>
      </p:sp>
    </p:spTree>
    <p:extLst>
      <p:ext uri="{BB962C8B-B14F-4D97-AF65-F5344CB8AC3E}">
        <p14:creationId xmlns:p14="http://schemas.microsoft.com/office/powerpoint/2010/main" val="1602460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5069E-87B5-E64E-51E3-66F8C695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DF80-075D-6D85-2CA3-A406B14E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Privacy Inference Attack on Machine Learning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C27C22-AC1E-69A8-75A7-BCF43BF75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456145"/>
            <a:ext cx="10891762" cy="3317735"/>
          </a:xfrm>
        </p:spPr>
        <p:txBody>
          <a:bodyPr>
            <a:normAutofit/>
          </a:bodyPr>
          <a:lstStyle/>
          <a:p>
            <a:r>
              <a:rPr lang="en-US" sz="2800" dirty="0">
                <a:ea typeface="+mj-ea"/>
              </a:rPr>
              <a:t>Data Reconstruction Attack</a:t>
            </a:r>
          </a:p>
          <a:p>
            <a:r>
              <a:rPr lang="en-US" sz="2800" dirty="0">
                <a:ea typeface="+mj-ea"/>
              </a:rPr>
              <a:t>Personal Identifiable Information Extraction</a:t>
            </a:r>
          </a:p>
          <a:p>
            <a:pPr lvl="1"/>
            <a:r>
              <a:rPr lang="en-US" sz="2600" dirty="0">
                <a:ea typeface="+mj-ea"/>
              </a:rPr>
              <a:t>e.g., exposing credit card number by querying trained LLM</a:t>
            </a:r>
          </a:p>
          <a:p>
            <a:r>
              <a:rPr lang="en-US" sz="2800" dirty="0">
                <a:ea typeface="+mj-ea"/>
              </a:rPr>
              <a:t>Membership Inference Attack</a:t>
            </a:r>
          </a:p>
          <a:p>
            <a:pPr lvl="1"/>
            <a:r>
              <a:rPr lang="en-US" sz="2600" dirty="0">
                <a:ea typeface="+mj-ea"/>
              </a:rPr>
              <a:t>E.g., medical record used for training a disease diagnosis model</a:t>
            </a:r>
          </a:p>
        </p:txBody>
      </p:sp>
    </p:spTree>
    <p:extLst>
      <p:ext uri="{BB962C8B-B14F-4D97-AF65-F5344CB8AC3E}">
        <p14:creationId xmlns:p14="http://schemas.microsoft.com/office/powerpoint/2010/main" val="2774510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6419-9688-4E6E-91B3-405817B0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What is Privacy Preserving</a:t>
            </a:r>
          </a:p>
        </p:txBody>
      </p:sp>
      <p:pic>
        <p:nvPicPr>
          <p:cNvPr id="1026" name="Picture 2" descr="Costco Undercuts Harvey Norman By Hundreds On CE – channelnews">
            <a:extLst>
              <a:ext uri="{FF2B5EF4-FFF2-40B4-BE49-F238E27FC236}">
                <a16:creationId xmlns:a16="http://schemas.microsoft.com/office/drawing/2014/main" id="{7617C8A3-5D1F-4DC5-84F0-A5726B259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23" y="1373444"/>
            <a:ext cx="2739333" cy="163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4275B8-994E-4E79-9134-640576070D50}"/>
              </a:ext>
            </a:extLst>
          </p:cNvPr>
          <p:cNvSpPr txBox="1"/>
          <p:nvPr/>
        </p:nvSpPr>
        <p:spPr>
          <a:xfrm>
            <a:off x="4021667" y="1237696"/>
            <a:ext cx="41486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provide </a:t>
            </a:r>
            <a:r>
              <a:rPr lang="en-AU" sz="2800" dirty="0">
                <a:solidFill>
                  <a:srgbClr val="FF0000"/>
                </a:solidFill>
              </a:rPr>
              <a:t>anonymized</a:t>
            </a:r>
            <a:r>
              <a:rPr lang="en-AU" sz="2800" dirty="0"/>
              <a:t> </a:t>
            </a:r>
          </a:p>
          <a:p>
            <a:pPr algn="ctr"/>
            <a:r>
              <a:rPr lang="en-AU" sz="2800" dirty="0"/>
              <a:t>users’ data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9E1DAE-CF3B-4AD1-A355-19601B86335E}"/>
              </a:ext>
            </a:extLst>
          </p:cNvPr>
          <p:cNvCxnSpPr>
            <a:cxnSpLocks/>
          </p:cNvCxnSpPr>
          <p:nvPr/>
        </p:nvCxnSpPr>
        <p:spPr>
          <a:xfrm flipV="1">
            <a:off x="3779679" y="2191049"/>
            <a:ext cx="4632644" cy="75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D2BA2E6-1E5B-4EDC-804A-97D8F5C0B4D9}"/>
              </a:ext>
            </a:extLst>
          </p:cNvPr>
          <p:cNvSpPr/>
          <p:nvPr/>
        </p:nvSpPr>
        <p:spPr>
          <a:xfrm>
            <a:off x="8639446" y="1434791"/>
            <a:ext cx="2537987" cy="1514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Model Training</a:t>
            </a:r>
          </a:p>
        </p:txBody>
      </p:sp>
    </p:spTree>
    <p:extLst>
      <p:ext uri="{BB962C8B-B14F-4D97-AF65-F5344CB8AC3E}">
        <p14:creationId xmlns:p14="http://schemas.microsoft.com/office/powerpoint/2010/main" val="2867893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344-939D-4389-AA3E-8709118D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19" y="1191986"/>
            <a:ext cx="10891762" cy="2237014"/>
          </a:xfrm>
        </p:spPr>
        <p:txBody>
          <a:bodyPr>
            <a:normAutofit/>
          </a:bodyPr>
          <a:lstStyle/>
          <a:p>
            <a:r>
              <a:rPr lang="en-US" sz="2800" dirty="0">
                <a:ea typeface="+mj-ea"/>
              </a:rPr>
              <a:t>Privacy preserving (objectives)</a:t>
            </a:r>
          </a:p>
          <a:p>
            <a:pPr lvl="1"/>
            <a:r>
              <a:rPr lang="en-US" sz="2800" dirty="0">
                <a:ea typeface="+mj-ea"/>
              </a:rPr>
              <a:t>protects data from being disclosed to unauthorized parties</a:t>
            </a:r>
          </a:p>
          <a:p>
            <a:pPr lvl="1"/>
            <a:r>
              <a:rPr lang="en-US" sz="2800" dirty="0">
                <a:ea typeface="+mj-ea"/>
              </a:rPr>
              <a:t>enables the collection and statistical analysis of data</a:t>
            </a:r>
            <a:endParaRPr lang="en-AU" sz="2800" dirty="0">
              <a:ea typeface="+mj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What is Privacy Preserving</a:t>
            </a:r>
          </a:p>
        </p:txBody>
      </p:sp>
    </p:spTree>
    <p:extLst>
      <p:ext uri="{BB962C8B-B14F-4D97-AF65-F5344CB8AC3E}">
        <p14:creationId xmlns:p14="http://schemas.microsoft.com/office/powerpoint/2010/main" val="2113717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344-939D-4389-AA3E-8709118D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031" y="987425"/>
            <a:ext cx="10647741" cy="3894364"/>
          </a:xfrm>
        </p:spPr>
        <p:txBody>
          <a:bodyPr>
            <a:normAutofit/>
          </a:bodyPr>
          <a:lstStyle/>
          <a:p>
            <a:r>
              <a:rPr lang="en-US" sz="2800" dirty="0">
                <a:ea typeface="+mj-ea"/>
              </a:rPr>
              <a:t>Privacy preserving </a:t>
            </a:r>
            <a:r>
              <a:rPr lang="en-US" altLang="zh-CN" sz="2800" dirty="0">
                <a:ea typeface="+mj-ea"/>
              </a:rPr>
              <a:t>(objectives)</a:t>
            </a:r>
            <a:endParaRPr lang="en-US" sz="2800" dirty="0">
              <a:ea typeface="+mj-ea"/>
            </a:endParaRPr>
          </a:p>
          <a:p>
            <a:pPr lvl="1"/>
            <a:r>
              <a:rPr lang="en-US" sz="2800" dirty="0">
                <a:ea typeface="+mj-ea"/>
              </a:rPr>
              <a:t>protect data from being disclosed to unauthorized parties</a:t>
            </a:r>
          </a:p>
          <a:p>
            <a:pPr lvl="1"/>
            <a:r>
              <a:rPr lang="en-US" sz="2800" dirty="0">
                <a:ea typeface="+mj-ea"/>
              </a:rPr>
              <a:t>enable the collection, and analysis of data</a:t>
            </a:r>
          </a:p>
          <a:p>
            <a:r>
              <a:rPr lang="en-AU" sz="2800" dirty="0"/>
              <a:t>How to collect and </a:t>
            </a:r>
            <a:r>
              <a:rPr lang="en-AU" sz="2800" dirty="0" err="1"/>
              <a:t>analyze</a:t>
            </a:r>
            <a:r>
              <a:rPr lang="en-AU" sz="2800" dirty="0"/>
              <a:t> data without leaking private information?</a:t>
            </a:r>
          </a:p>
          <a:p>
            <a:pPr marL="450000" lvl="1" indent="0">
              <a:buNone/>
            </a:pPr>
            <a:r>
              <a:rPr lang="en-US" sz="2600" dirty="0">
                <a:ea typeface="+mj-ea"/>
              </a:rPr>
              <a:t> </a:t>
            </a:r>
          </a:p>
          <a:p>
            <a:pPr marL="450000" lvl="1" indent="0">
              <a:buNone/>
            </a:pPr>
            <a:endParaRPr lang="en-AU" sz="2800" dirty="0">
              <a:ea typeface="+mj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What is Privacy Preserving</a:t>
            </a:r>
          </a:p>
        </p:txBody>
      </p:sp>
    </p:spTree>
    <p:extLst>
      <p:ext uri="{BB962C8B-B14F-4D97-AF65-F5344CB8AC3E}">
        <p14:creationId xmlns:p14="http://schemas.microsoft.com/office/powerpoint/2010/main" val="2222655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344-939D-4389-AA3E-8709118D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031" y="987424"/>
            <a:ext cx="10647741" cy="452242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ea typeface="+mj-ea"/>
              </a:rPr>
              <a:t>Privacy preserving </a:t>
            </a:r>
          </a:p>
          <a:p>
            <a:pPr lvl="1"/>
            <a:r>
              <a:rPr lang="en-US" sz="2800" dirty="0">
                <a:ea typeface="+mj-ea"/>
              </a:rPr>
              <a:t>protect data from being disclosed to unauthorized parties</a:t>
            </a:r>
          </a:p>
          <a:p>
            <a:pPr lvl="1"/>
            <a:r>
              <a:rPr lang="en-US" sz="2800" dirty="0">
                <a:ea typeface="+mj-ea"/>
              </a:rPr>
              <a:t>enable the collection, and analysis of data</a:t>
            </a:r>
          </a:p>
          <a:p>
            <a:r>
              <a:rPr lang="en-AU" sz="2800" dirty="0"/>
              <a:t>How to collect and </a:t>
            </a:r>
            <a:r>
              <a:rPr lang="en-AU" sz="2800" dirty="0" err="1"/>
              <a:t>analyze</a:t>
            </a:r>
            <a:r>
              <a:rPr lang="en-AU" sz="2800" dirty="0"/>
              <a:t> data without leaking private information?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Data anonymization</a:t>
            </a:r>
            <a:r>
              <a:rPr lang="en-AU" sz="2800" dirty="0"/>
              <a:t>: </a:t>
            </a:r>
            <a:r>
              <a:rPr lang="en-US" sz="2800" dirty="0"/>
              <a:t>hide personal identifiers that may lead to an individual being identified</a:t>
            </a:r>
          </a:p>
          <a:p>
            <a:pPr lvl="2"/>
            <a:r>
              <a:rPr lang="en-AU" sz="2800" dirty="0"/>
              <a:t>e.g., </a:t>
            </a:r>
            <a:r>
              <a:rPr lang="en-AU" sz="2800" dirty="0">
                <a:solidFill>
                  <a:srgbClr val="FF0000"/>
                </a:solidFill>
              </a:rPr>
              <a:t>data masking</a:t>
            </a:r>
            <a:r>
              <a:rPr lang="en-AU" sz="2800" dirty="0"/>
              <a:t>: remove personally identifiable data such as user names and credit card details. </a:t>
            </a:r>
          </a:p>
          <a:p>
            <a:pPr marL="450000" lvl="1" indent="0">
              <a:buNone/>
            </a:pPr>
            <a:r>
              <a:rPr lang="en-US" sz="2600" dirty="0">
                <a:ea typeface="+mj-ea"/>
              </a:rPr>
              <a:t> </a:t>
            </a:r>
          </a:p>
          <a:p>
            <a:pPr marL="450000" lvl="1" indent="0">
              <a:buNone/>
            </a:pPr>
            <a:endParaRPr lang="en-AU" sz="2800" dirty="0">
              <a:ea typeface="+mj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Privacy Preserving</a:t>
            </a:r>
          </a:p>
        </p:txBody>
      </p:sp>
    </p:spTree>
    <p:extLst>
      <p:ext uri="{BB962C8B-B14F-4D97-AF65-F5344CB8AC3E}">
        <p14:creationId xmlns:p14="http://schemas.microsoft.com/office/powerpoint/2010/main" val="1592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344-939D-4389-AA3E-8709118D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18" y="1222395"/>
            <a:ext cx="11349803" cy="4522421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Data anonymisation: </a:t>
            </a:r>
            <a:r>
              <a:rPr lang="en-US" sz="2800" dirty="0"/>
              <a:t>removing personal identifiers that may lead to an individual being identified</a:t>
            </a:r>
          </a:p>
          <a:p>
            <a:pPr lvl="1"/>
            <a:r>
              <a:rPr lang="en-AU" sz="2800" dirty="0"/>
              <a:t>Data anonymisation is </a:t>
            </a:r>
            <a:r>
              <a:rPr lang="en-AU" sz="2800" dirty="0">
                <a:solidFill>
                  <a:srgbClr val="FF0000"/>
                </a:solidFill>
              </a:rPr>
              <a:t>NOT secure </a:t>
            </a:r>
            <a:r>
              <a:rPr lang="en-AU" sz="2800" dirty="0"/>
              <a:t>enough</a:t>
            </a:r>
          </a:p>
          <a:p>
            <a:pPr lvl="2"/>
            <a:r>
              <a:rPr lang="en-AU" sz="2800" dirty="0"/>
              <a:t>e.g., </a:t>
            </a:r>
            <a:r>
              <a:rPr lang="en-AU" sz="2800" dirty="0">
                <a:solidFill>
                  <a:srgbClr val="FF0000"/>
                </a:solidFill>
              </a:rPr>
              <a:t>data linking attack</a:t>
            </a:r>
            <a:r>
              <a:rPr lang="en-AU" sz="2800" dirty="0"/>
              <a:t>: </a:t>
            </a:r>
            <a:r>
              <a:rPr lang="en-US" sz="2800" dirty="0"/>
              <a:t>correlates anonymized data with publicly available data to re-identify individuals.</a:t>
            </a:r>
            <a:endParaRPr lang="en-AU" sz="2800" dirty="0"/>
          </a:p>
          <a:p>
            <a:pPr lvl="2"/>
            <a:endParaRPr lang="en-AU" sz="2600" dirty="0"/>
          </a:p>
          <a:p>
            <a:pPr marL="450000" lvl="1" indent="0">
              <a:buNone/>
            </a:pPr>
            <a:r>
              <a:rPr lang="en-US" sz="2600" dirty="0">
                <a:ea typeface="+mj-ea"/>
              </a:rPr>
              <a:t> </a:t>
            </a:r>
          </a:p>
          <a:p>
            <a:pPr marL="450000" lvl="1" indent="0">
              <a:buNone/>
            </a:pPr>
            <a:endParaRPr lang="en-AU" sz="2800" dirty="0">
              <a:ea typeface="+mj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Privacy Preserving</a:t>
            </a:r>
          </a:p>
        </p:txBody>
      </p:sp>
    </p:spTree>
    <p:extLst>
      <p:ext uri="{BB962C8B-B14F-4D97-AF65-F5344CB8AC3E}">
        <p14:creationId xmlns:p14="http://schemas.microsoft.com/office/powerpoint/2010/main" val="602400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What is Privacy Preserving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57FD91-E8F3-4718-9733-198CC62A0ECE}"/>
              </a:ext>
            </a:extLst>
          </p:cNvPr>
          <p:cNvSpPr/>
          <p:nvPr/>
        </p:nvSpPr>
        <p:spPr>
          <a:xfrm>
            <a:off x="1778424" y="2016580"/>
            <a:ext cx="5257376" cy="85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Raw Medical Records</a:t>
            </a:r>
          </a:p>
          <a:p>
            <a:pPr algn="ctr"/>
            <a:r>
              <a:rPr lang="en-AU" sz="2000" dirty="0"/>
              <a:t>(e.g., patients’ names, genders, ages, diseases, addresses and postcodes)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0832B8-E1B9-48B9-B958-922B6796CFE8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 flipH="1">
            <a:off x="1958976" y="1714500"/>
            <a:ext cx="15240" cy="15017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251B12F-63C9-4F2F-937D-FD2F0E3E9BBD}"/>
              </a:ext>
            </a:extLst>
          </p:cNvPr>
          <p:cNvSpPr/>
          <p:nvPr/>
        </p:nvSpPr>
        <p:spPr>
          <a:xfrm>
            <a:off x="779358" y="3216280"/>
            <a:ext cx="2359236" cy="8578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Data Anonymization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B84C43-1ABE-49D7-8669-1C00A47AC8A9}"/>
              </a:ext>
            </a:extLst>
          </p:cNvPr>
          <p:cNvSpPr/>
          <p:nvPr/>
        </p:nvSpPr>
        <p:spPr>
          <a:xfrm>
            <a:off x="551816" y="1071524"/>
            <a:ext cx="2844800" cy="6429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A Hospital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01987E-BD70-41F2-BF87-B7F2AD3516B0}"/>
              </a:ext>
            </a:extLst>
          </p:cNvPr>
          <p:cNvSpPr/>
          <p:nvPr/>
        </p:nvSpPr>
        <p:spPr>
          <a:xfrm>
            <a:off x="536576" y="5558498"/>
            <a:ext cx="2844800" cy="8578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A Third-party </a:t>
            </a:r>
          </a:p>
          <a:p>
            <a:pPr algn="ctr"/>
            <a:r>
              <a:rPr lang="en-AU" sz="2000" dirty="0"/>
              <a:t>Data Analytics Company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905AFD-2063-4721-9F48-CD131E31BCC9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1958976" y="4074142"/>
            <a:ext cx="0" cy="148435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66F6659-896D-4A21-A987-A2FD1F88C729}"/>
              </a:ext>
            </a:extLst>
          </p:cNvPr>
          <p:cNvSpPr/>
          <p:nvPr/>
        </p:nvSpPr>
        <p:spPr>
          <a:xfrm>
            <a:off x="1974216" y="4222761"/>
            <a:ext cx="5523864" cy="12122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Anonymized Medical Records</a:t>
            </a:r>
          </a:p>
          <a:p>
            <a:pPr algn="ctr"/>
            <a:r>
              <a:rPr lang="en-AU" sz="2000" dirty="0"/>
              <a:t>(e.g., names, addresses are masked,</a:t>
            </a:r>
          </a:p>
          <a:p>
            <a:pPr algn="ctr"/>
            <a:r>
              <a:rPr lang="en-AU" sz="2000" dirty="0"/>
              <a:t>while postcodes, genders, ages and diseases are kept)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33BAC3-48E0-430F-A951-4D594DB6DA90}"/>
              </a:ext>
            </a:extLst>
          </p:cNvPr>
          <p:cNvSpPr/>
          <p:nvPr/>
        </p:nvSpPr>
        <p:spPr>
          <a:xfrm>
            <a:off x="8036348" y="1071523"/>
            <a:ext cx="3058372" cy="1342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dirty="0"/>
          </a:p>
          <a:p>
            <a:pPr algn="ctr"/>
            <a:r>
              <a:rPr lang="en-AU" sz="2000" dirty="0"/>
              <a:t>A Third-party </a:t>
            </a:r>
          </a:p>
          <a:p>
            <a:pPr algn="ctr"/>
            <a:r>
              <a:rPr lang="en-AU" sz="2000" dirty="0"/>
              <a:t>Data Analytics Company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CCE63-2A82-4D0F-A4A1-943019BD6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453" y="1071523"/>
            <a:ext cx="718268" cy="70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83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490" y="21167"/>
            <a:ext cx="10353762" cy="966258"/>
          </a:xfrm>
        </p:spPr>
        <p:txBody>
          <a:bodyPr/>
          <a:lstStyle/>
          <a:p>
            <a:r>
              <a:rPr lang="en-AU" dirty="0"/>
              <a:t>What is Privacy Preserving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57FD91-E8F3-4718-9733-198CC62A0ECE}"/>
              </a:ext>
            </a:extLst>
          </p:cNvPr>
          <p:cNvSpPr/>
          <p:nvPr/>
        </p:nvSpPr>
        <p:spPr>
          <a:xfrm>
            <a:off x="1778424" y="2016580"/>
            <a:ext cx="4317576" cy="85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Raw Medical Records</a:t>
            </a:r>
          </a:p>
          <a:p>
            <a:pPr algn="ctr"/>
            <a:r>
              <a:rPr lang="en-AU" sz="2000" dirty="0"/>
              <a:t>(e.g., patients’ names, gender, age, addresses and postcode)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1FD623-CE72-4AE1-AAE5-C577C80308F3}"/>
              </a:ext>
            </a:extLst>
          </p:cNvPr>
          <p:cNvSpPr/>
          <p:nvPr/>
        </p:nvSpPr>
        <p:spPr>
          <a:xfrm>
            <a:off x="8528620" y="2697028"/>
            <a:ext cx="3058371" cy="5192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Public Data</a:t>
            </a:r>
          </a:p>
          <a:p>
            <a:pPr algn="ctr"/>
            <a:r>
              <a:rPr lang="en-AU" sz="2000" dirty="0"/>
              <a:t>(e.g., voting records and social media profiles)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0832B8-E1B9-48B9-B958-922B6796CFE8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 flipH="1">
            <a:off x="1958976" y="1714500"/>
            <a:ext cx="15240" cy="15017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251B12F-63C9-4F2F-937D-FD2F0E3E9BBD}"/>
              </a:ext>
            </a:extLst>
          </p:cNvPr>
          <p:cNvSpPr/>
          <p:nvPr/>
        </p:nvSpPr>
        <p:spPr>
          <a:xfrm>
            <a:off x="779358" y="3216280"/>
            <a:ext cx="2359236" cy="8578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Data Anonymization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B84C43-1ABE-49D7-8669-1C00A47AC8A9}"/>
              </a:ext>
            </a:extLst>
          </p:cNvPr>
          <p:cNvSpPr/>
          <p:nvPr/>
        </p:nvSpPr>
        <p:spPr>
          <a:xfrm>
            <a:off x="551816" y="1071524"/>
            <a:ext cx="2844800" cy="6429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A Hospital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01987E-BD70-41F2-BF87-B7F2AD3516B0}"/>
              </a:ext>
            </a:extLst>
          </p:cNvPr>
          <p:cNvSpPr/>
          <p:nvPr/>
        </p:nvSpPr>
        <p:spPr>
          <a:xfrm>
            <a:off x="536576" y="5558498"/>
            <a:ext cx="2844800" cy="8578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A Third-party </a:t>
            </a:r>
          </a:p>
          <a:p>
            <a:pPr algn="ctr"/>
            <a:r>
              <a:rPr lang="en-AU" sz="2000" dirty="0"/>
              <a:t>Data Analytics Company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905AFD-2063-4721-9F48-CD131E31BCC9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1958976" y="4074142"/>
            <a:ext cx="0" cy="148435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6DDA6C-CFFD-4BDE-8FDF-4ADC078DCC8C}"/>
              </a:ext>
            </a:extLst>
          </p:cNvPr>
          <p:cNvCxnSpPr>
            <a:cxnSpLocks/>
            <a:stCxn id="16" idx="2"/>
            <a:endCxn id="27" idx="0"/>
          </p:cNvCxnSpPr>
          <p:nvPr/>
        </p:nvCxnSpPr>
        <p:spPr>
          <a:xfrm>
            <a:off x="8618612" y="2385680"/>
            <a:ext cx="1" cy="116705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69E2F1A-34FF-45BB-9DFA-AD47E0619198}"/>
              </a:ext>
            </a:extLst>
          </p:cNvPr>
          <p:cNvSpPr/>
          <p:nvPr/>
        </p:nvSpPr>
        <p:spPr>
          <a:xfrm>
            <a:off x="7089427" y="3552738"/>
            <a:ext cx="3058372" cy="8578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Patient Re-identification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929ABAF-1C73-4257-A2B1-767BCEAB1B9C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4247304" y="3010884"/>
            <a:ext cx="4371308" cy="12118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66F6659-896D-4A21-A987-A2FD1F88C729}"/>
              </a:ext>
            </a:extLst>
          </p:cNvPr>
          <p:cNvSpPr/>
          <p:nvPr/>
        </p:nvSpPr>
        <p:spPr>
          <a:xfrm>
            <a:off x="1974216" y="4222761"/>
            <a:ext cx="4546176" cy="12122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Anonymized Medical Records</a:t>
            </a:r>
          </a:p>
          <a:p>
            <a:pPr algn="ctr"/>
            <a:r>
              <a:rPr lang="en-AU" sz="2000" dirty="0"/>
              <a:t>(e.g., names and addresses are masked,</a:t>
            </a:r>
          </a:p>
          <a:p>
            <a:pPr algn="ctr"/>
            <a:r>
              <a:rPr lang="en-AU" sz="2000" dirty="0"/>
              <a:t>while postcodes, gender, age and diseases are kept)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938829-1338-46E4-B83F-50DBED205642}"/>
              </a:ext>
            </a:extLst>
          </p:cNvPr>
          <p:cNvSpPr/>
          <p:nvPr/>
        </p:nvSpPr>
        <p:spPr>
          <a:xfrm>
            <a:off x="7089426" y="1043319"/>
            <a:ext cx="3058372" cy="1342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dirty="0"/>
          </a:p>
          <a:p>
            <a:pPr algn="ctr"/>
            <a:r>
              <a:rPr lang="en-AU" sz="2000" dirty="0"/>
              <a:t>A Third-party </a:t>
            </a:r>
          </a:p>
          <a:p>
            <a:pPr algn="ctr"/>
            <a:r>
              <a:rPr lang="en-AU" sz="2000" dirty="0"/>
              <a:t>Data Analytics Company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1B6CBB-044E-4BBF-A18C-77214F6FB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531" y="1043319"/>
            <a:ext cx="718268" cy="70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31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344-939D-4389-AA3E-8709118D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19" y="1222395"/>
            <a:ext cx="9719786" cy="4522421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Data anonymisation: </a:t>
            </a:r>
            <a:r>
              <a:rPr lang="en-US" sz="2800" dirty="0"/>
              <a:t>removing personal identifiers that may lead to an individual being identified</a:t>
            </a:r>
          </a:p>
          <a:p>
            <a:pPr lvl="1"/>
            <a:r>
              <a:rPr lang="en-AU" sz="2800" dirty="0"/>
              <a:t>Data anonymisation is NOT secure enough</a:t>
            </a:r>
          </a:p>
          <a:p>
            <a:pPr lvl="2"/>
            <a:r>
              <a:rPr lang="en-AU" sz="2800" dirty="0">
                <a:solidFill>
                  <a:srgbClr val="FF0000"/>
                </a:solidFill>
              </a:rPr>
              <a:t>Secure multi-party computation</a:t>
            </a:r>
          </a:p>
          <a:p>
            <a:pPr lvl="2"/>
            <a:r>
              <a:rPr lang="en-AU" sz="2800" dirty="0">
                <a:solidFill>
                  <a:srgbClr val="FF0000"/>
                </a:solidFill>
              </a:rPr>
              <a:t>Differential privacy</a:t>
            </a:r>
          </a:p>
          <a:p>
            <a:pPr lvl="2"/>
            <a:r>
              <a:rPr lang="en-AU" sz="2800" dirty="0">
                <a:solidFill>
                  <a:srgbClr val="FF0000"/>
                </a:solidFill>
              </a:rPr>
              <a:t>Homomorphic encryption</a:t>
            </a:r>
          </a:p>
          <a:p>
            <a:pPr lvl="2"/>
            <a:endParaRPr lang="en-AU" sz="2600" dirty="0"/>
          </a:p>
          <a:p>
            <a:pPr marL="450000" lvl="1" indent="0">
              <a:buNone/>
            </a:pPr>
            <a:r>
              <a:rPr lang="en-US" sz="2600" dirty="0">
                <a:ea typeface="+mj-ea"/>
              </a:rPr>
              <a:t> </a:t>
            </a:r>
          </a:p>
          <a:p>
            <a:pPr marL="450000" lvl="1" indent="0">
              <a:buNone/>
            </a:pPr>
            <a:endParaRPr lang="en-AU" sz="2800" dirty="0">
              <a:ea typeface="+mj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C0209C-BB32-4594-BE7A-2BFC959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330" y="21167"/>
            <a:ext cx="10185922" cy="966258"/>
          </a:xfrm>
        </p:spPr>
        <p:txBody>
          <a:bodyPr/>
          <a:lstStyle/>
          <a:p>
            <a:r>
              <a:rPr lang="en-AU" dirty="0"/>
              <a:t>Privacy Preserving</a:t>
            </a:r>
          </a:p>
        </p:txBody>
      </p:sp>
    </p:spTree>
    <p:extLst>
      <p:ext uri="{BB962C8B-B14F-4D97-AF65-F5344CB8AC3E}">
        <p14:creationId xmlns:p14="http://schemas.microsoft.com/office/powerpoint/2010/main" val="222040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E451-CAB5-489E-8029-85B18A4C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95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EF65-B9D6-4C8D-B798-6F1EF3344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943" y="1257300"/>
            <a:ext cx="9963755" cy="3714749"/>
          </a:xfrm>
        </p:spPr>
        <p:txBody>
          <a:bodyPr>
            <a:normAutofit/>
          </a:bodyPr>
          <a:lstStyle/>
          <a:p>
            <a:r>
              <a:rPr lang="en-US" sz="2800" dirty="0"/>
              <a:t>Secure multi-party computation is a privacy concept that distributes a computation across multiple users where </a:t>
            </a:r>
            <a:r>
              <a:rPr lang="en-US" sz="2800" dirty="0">
                <a:solidFill>
                  <a:srgbClr val="FF0000"/>
                </a:solidFill>
              </a:rPr>
              <a:t>no user can see the other users’ private data.</a:t>
            </a:r>
          </a:p>
        </p:txBody>
      </p:sp>
    </p:spTree>
    <p:extLst>
      <p:ext uri="{BB962C8B-B14F-4D97-AF65-F5344CB8AC3E}">
        <p14:creationId xmlns:p14="http://schemas.microsoft.com/office/powerpoint/2010/main" val="1077353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E451-CAB5-489E-8029-85B18A4C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95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EF65-B9D6-4C8D-B798-6F1EF3344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943" y="1257300"/>
            <a:ext cx="9963755" cy="4977245"/>
          </a:xfrm>
        </p:spPr>
        <p:txBody>
          <a:bodyPr>
            <a:normAutofit/>
          </a:bodyPr>
          <a:lstStyle/>
          <a:p>
            <a:r>
              <a:rPr lang="en-US" sz="2800" dirty="0"/>
              <a:t>Secure multi-party computation is a privacy concept that distributes a computation across multiple users where no user can see the other users' private data.</a:t>
            </a:r>
          </a:p>
          <a:p>
            <a:pPr lvl="1"/>
            <a:r>
              <a:rPr lang="en-US" sz="2600" dirty="0"/>
              <a:t>e.g., </a:t>
            </a:r>
            <a:r>
              <a:rPr lang="en-US" sz="2800" dirty="0">
                <a:solidFill>
                  <a:srgbClr val="FF0000"/>
                </a:solidFill>
              </a:rPr>
              <a:t>additive secret sharing: </a:t>
            </a:r>
            <a:r>
              <a:rPr lang="en-US" sz="2800" dirty="0"/>
              <a:t>refers to the division of a secret and its distribution among a group of independent participants.</a:t>
            </a:r>
            <a:r>
              <a:rPr lang="en-AU" sz="16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61407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45" y="57151"/>
            <a:ext cx="10353762" cy="1062335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685" y="1179515"/>
            <a:ext cx="10818621" cy="2240032"/>
          </a:xfrm>
        </p:spPr>
        <p:txBody>
          <a:bodyPr>
            <a:normAutofit/>
          </a:bodyPr>
          <a:lstStyle/>
          <a:p>
            <a:r>
              <a:rPr lang="en-AU" sz="2800" dirty="0"/>
              <a:t>Situation: Three </a:t>
            </a:r>
            <a:r>
              <a:rPr lang="en-AU" sz="2800" dirty="0" err="1"/>
              <a:t>coworkers</a:t>
            </a:r>
            <a:r>
              <a:rPr lang="en-AU" sz="2800" dirty="0"/>
              <a:t>--Alice, Emu and Penguin—want to compute their average hourly rate </a:t>
            </a:r>
          </a:p>
          <a:p>
            <a:r>
              <a:rPr lang="en-AU" sz="2800" dirty="0"/>
              <a:t>Requirement: They do not want to reveal their own rate to each other.</a:t>
            </a:r>
          </a:p>
        </p:txBody>
      </p:sp>
      <p:pic>
        <p:nvPicPr>
          <p:cNvPr id="3076" name="Picture 4" descr="The Most Quotable Sayings From Alice in Wonderland | Disney Quotes">
            <a:extLst>
              <a:ext uri="{FF2B5EF4-FFF2-40B4-BE49-F238E27FC236}">
                <a16:creationId xmlns:a16="http://schemas.microsoft.com/office/drawing/2014/main" id="{4A953912-B02E-422B-B640-1C8F46FF9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508125" y="3785475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D4AF9A-B5A4-4DDF-B564-FF165CEEA72F}"/>
              </a:ext>
            </a:extLst>
          </p:cNvPr>
          <p:cNvSpPr txBox="1"/>
          <p:nvPr/>
        </p:nvSpPr>
        <p:spPr>
          <a:xfrm>
            <a:off x="1445092" y="5497018"/>
            <a:ext cx="1714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Alice (A)</a:t>
            </a:r>
          </a:p>
          <a:p>
            <a:pPr algn="ctr"/>
            <a:r>
              <a:rPr lang="en-AU" sz="2400" dirty="0"/>
              <a:t>$50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E95105-A102-4075-8B1F-9AD7A2841871}"/>
              </a:ext>
            </a:extLst>
          </p:cNvPr>
          <p:cNvSpPr txBox="1"/>
          <p:nvPr/>
        </p:nvSpPr>
        <p:spPr>
          <a:xfrm>
            <a:off x="5181684" y="5562958"/>
            <a:ext cx="18286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Emu (E)</a:t>
            </a:r>
          </a:p>
          <a:p>
            <a:pPr algn="ctr"/>
            <a:r>
              <a:rPr lang="en-AU" sz="2400" dirty="0"/>
              <a:t>$120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BAD64F-AC8F-4525-B881-7DD584DC9B0E}"/>
              </a:ext>
            </a:extLst>
          </p:cNvPr>
          <p:cNvSpPr txBox="1"/>
          <p:nvPr/>
        </p:nvSpPr>
        <p:spPr>
          <a:xfrm>
            <a:off x="8757185" y="5560003"/>
            <a:ext cx="20267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Penguin (P)</a:t>
            </a:r>
          </a:p>
          <a:p>
            <a:pPr algn="ctr"/>
            <a:r>
              <a:rPr lang="en-AU" sz="2400" dirty="0"/>
              <a:t>$180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24B22B-0420-49C9-9A22-7AFA97431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6072" y="3785474"/>
            <a:ext cx="1428949" cy="171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CCD965-008D-421F-BA80-102FC60C5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3040" y="3785473"/>
            <a:ext cx="1645920" cy="17145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81AEDF-F44C-4BC3-AE14-69A593B255D7}"/>
              </a:ext>
            </a:extLst>
          </p:cNvPr>
          <p:cNvSpPr txBox="1"/>
          <p:nvPr/>
        </p:nvSpPr>
        <p:spPr>
          <a:xfrm>
            <a:off x="7972983" y="6496479"/>
            <a:ext cx="4219017" cy="33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dirty="0"/>
              <a:t>https://stock.adobe.com/search?k=emu+cartoon</a:t>
            </a:r>
          </a:p>
        </p:txBody>
      </p:sp>
    </p:spTree>
    <p:extLst>
      <p:ext uri="{BB962C8B-B14F-4D97-AF65-F5344CB8AC3E}">
        <p14:creationId xmlns:p14="http://schemas.microsoft.com/office/powerpoint/2010/main" val="3123700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319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719" y="1257300"/>
            <a:ext cx="9223296" cy="3578469"/>
          </a:xfrm>
        </p:spPr>
        <p:txBody>
          <a:bodyPr>
            <a:normAutofit/>
          </a:bodyPr>
          <a:lstStyle/>
          <a:p>
            <a:r>
              <a:rPr lang="en-AU" sz="2400" dirty="0"/>
              <a:t>Steps:</a:t>
            </a:r>
          </a:p>
          <a:p>
            <a:pPr marL="450000" lvl="1" indent="0">
              <a:buNone/>
            </a:pPr>
            <a:r>
              <a:rPr lang="en-AU" sz="2400" dirty="0"/>
              <a:t>1. </a:t>
            </a:r>
            <a:r>
              <a:rPr lang="en-AU" sz="2400" dirty="0">
                <a:solidFill>
                  <a:srgbClr val="FF0000"/>
                </a:solidFill>
              </a:rPr>
              <a:t>Each staff splits their rate randomly into n (n=3) secret shares</a:t>
            </a:r>
          </a:p>
          <a:p>
            <a:pPr marL="72900" indent="0">
              <a:buNone/>
            </a:pPr>
            <a:r>
              <a:rPr lang="en-AU" sz="2400" dirty="0"/>
              <a:t>		A: 	$50</a:t>
            </a:r>
          </a:p>
          <a:p>
            <a:pPr marL="72900" indent="0">
              <a:buNone/>
            </a:pPr>
            <a:r>
              <a:rPr lang="en-AU" sz="2400" dirty="0"/>
              <a:t>		E: 	$120 </a:t>
            </a:r>
          </a:p>
          <a:p>
            <a:pPr marL="72900" indent="0">
              <a:buNone/>
            </a:pPr>
            <a:r>
              <a:rPr lang="en-AU" sz="2400" dirty="0"/>
              <a:t>		P:   $180</a:t>
            </a: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2766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319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257300"/>
            <a:ext cx="10084944" cy="3714749"/>
          </a:xfrm>
        </p:spPr>
        <p:txBody>
          <a:bodyPr>
            <a:normAutofit fontScale="92500" lnSpcReduction="20000"/>
          </a:bodyPr>
          <a:lstStyle/>
          <a:p>
            <a:r>
              <a:rPr lang="en-AU" sz="3000" dirty="0"/>
              <a:t>Steps:</a:t>
            </a:r>
          </a:p>
          <a:p>
            <a:pPr marL="450000" lvl="1" indent="0">
              <a:buNone/>
            </a:pPr>
            <a:r>
              <a:rPr lang="en-AU" sz="3000" dirty="0"/>
              <a:t>1. Each staff splits their rate randomly into 3 secret shares</a:t>
            </a:r>
          </a:p>
          <a:p>
            <a:pPr marL="72900" indent="0">
              <a:buNone/>
            </a:pPr>
            <a:r>
              <a:rPr lang="en-AU" sz="3000" dirty="0"/>
              <a:t>		A: 	$50    -&gt; $10, $5,      $35</a:t>
            </a:r>
          </a:p>
          <a:p>
            <a:pPr marL="72900" indent="0">
              <a:buNone/>
            </a:pPr>
            <a:r>
              <a:rPr lang="en-AU" sz="3000" dirty="0"/>
              <a:t>		E: 	$120  -&gt; $25, $100, -$5</a:t>
            </a:r>
          </a:p>
          <a:p>
            <a:pPr marL="72900" indent="0">
              <a:buNone/>
            </a:pPr>
            <a:r>
              <a:rPr lang="en-AU" sz="3000" dirty="0"/>
              <a:t>		P:   $180 -&gt; $10, $100,  $70</a:t>
            </a:r>
          </a:p>
          <a:p>
            <a:pPr marL="72900" indent="0">
              <a:buNone/>
            </a:pPr>
            <a:r>
              <a:rPr lang="en-AU" sz="3000" dirty="0"/>
              <a:t>    2. </a:t>
            </a:r>
            <a:r>
              <a:rPr lang="en-AU" sz="3000" dirty="0">
                <a:solidFill>
                  <a:srgbClr val="FF0000"/>
                </a:solidFill>
              </a:rPr>
              <a:t>Each staff keeps one secret share and distributes the remaining two secret shares to the other two staffs.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5849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319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257301"/>
            <a:ext cx="10084944" cy="975946"/>
          </a:xfrm>
        </p:spPr>
        <p:txBody>
          <a:bodyPr>
            <a:normAutofit/>
          </a:bodyPr>
          <a:lstStyle/>
          <a:p>
            <a:r>
              <a:rPr lang="en-AU" sz="3000" dirty="0"/>
              <a:t>After secret sharing is completed: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56E0B31-B793-4223-9919-840187E53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323871"/>
              </p:ext>
            </p:extLst>
          </p:nvPr>
        </p:nvGraphicFramePr>
        <p:xfrm>
          <a:off x="3009817" y="2158512"/>
          <a:ext cx="5243148" cy="2338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7716">
                  <a:extLst>
                    <a:ext uri="{9D8B030D-6E8A-4147-A177-3AD203B41FA5}">
                      <a16:colId xmlns:a16="http://schemas.microsoft.com/office/drawing/2014/main" val="2531774165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123721623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2657161149"/>
                    </a:ext>
                  </a:extLst>
                </a:gridCol>
              </a:tblGrid>
              <a:tr h="584689">
                <a:tc>
                  <a:txBody>
                    <a:bodyPr/>
                    <a:lstStyle/>
                    <a:p>
                      <a:r>
                        <a:rPr lang="en-AU" sz="2400" dirty="0"/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85272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r>
                        <a:rPr lang="en-AU" sz="24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838824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r>
                        <a:rPr lang="en-AU" sz="2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8737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r>
                        <a:rPr lang="en-AU" sz="2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30196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178BE69-272C-4A17-9DC2-C9A2F97A0332}"/>
              </a:ext>
            </a:extLst>
          </p:cNvPr>
          <p:cNvSpPr/>
          <p:nvPr/>
        </p:nvSpPr>
        <p:spPr>
          <a:xfrm>
            <a:off x="1124837" y="2778370"/>
            <a:ext cx="2227963" cy="4982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 = 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7FE1D-F98B-45A7-A1F8-C296CBA95000}"/>
              </a:ext>
            </a:extLst>
          </p:cNvPr>
          <p:cNvSpPr/>
          <p:nvPr/>
        </p:nvSpPr>
        <p:spPr>
          <a:xfrm>
            <a:off x="1233278" y="3385040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 = 120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2CE9B-E6A0-48BA-AC50-4C608F5881F9}"/>
              </a:ext>
            </a:extLst>
          </p:cNvPr>
          <p:cNvSpPr/>
          <p:nvPr/>
        </p:nvSpPr>
        <p:spPr>
          <a:xfrm>
            <a:off x="1233279" y="3943354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 = 180</a:t>
            </a:r>
          </a:p>
        </p:txBody>
      </p:sp>
    </p:spTree>
    <p:extLst>
      <p:ext uri="{BB962C8B-B14F-4D97-AF65-F5344CB8AC3E}">
        <p14:creationId xmlns:p14="http://schemas.microsoft.com/office/powerpoint/2010/main" val="1614403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319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257301"/>
            <a:ext cx="10084944" cy="975946"/>
          </a:xfrm>
        </p:spPr>
        <p:txBody>
          <a:bodyPr>
            <a:normAutofit/>
          </a:bodyPr>
          <a:lstStyle/>
          <a:p>
            <a:r>
              <a:rPr lang="en-AU" sz="3000" dirty="0"/>
              <a:t>After secret sharing is completed: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56E0B31-B793-4223-9919-840187E53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004466"/>
              </p:ext>
            </p:extLst>
          </p:nvPr>
        </p:nvGraphicFramePr>
        <p:xfrm>
          <a:off x="3009817" y="2158512"/>
          <a:ext cx="5243148" cy="2338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7716">
                  <a:extLst>
                    <a:ext uri="{9D8B030D-6E8A-4147-A177-3AD203B41FA5}">
                      <a16:colId xmlns:a16="http://schemas.microsoft.com/office/drawing/2014/main" val="2531774165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123721623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2657161149"/>
                    </a:ext>
                  </a:extLst>
                </a:gridCol>
              </a:tblGrid>
              <a:tr h="584689">
                <a:tc>
                  <a:txBody>
                    <a:bodyPr/>
                    <a:lstStyle/>
                    <a:p>
                      <a:r>
                        <a:rPr lang="en-AU" sz="2400" dirty="0"/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85272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r>
                        <a:rPr lang="en-AU" sz="24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838824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r>
                        <a:rPr lang="en-AU" sz="2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8737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r>
                        <a:rPr lang="en-AU" sz="2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30196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178BE69-272C-4A17-9DC2-C9A2F97A0332}"/>
              </a:ext>
            </a:extLst>
          </p:cNvPr>
          <p:cNvSpPr/>
          <p:nvPr/>
        </p:nvSpPr>
        <p:spPr>
          <a:xfrm>
            <a:off x="1124837" y="2778370"/>
            <a:ext cx="2227963" cy="4982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 = 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7FE1D-F98B-45A7-A1F8-C296CBA95000}"/>
              </a:ext>
            </a:extLst>
          </p:cNvPr>
          <p:cNvSpPr/>
          <p:nvPr/>
        </p:nvSpPr>
        <p:spPr>
          <a:xfrm>
            <a:off x="1233278" y="3385040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 = 120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2CE9B-E6A0-48BA-AC50-4C608F5881F9}"/>
              </a:ext>
            </a:extLst>
          </p:cNvPr>
          <p:cNvSpPr/>
          <p:nvPr/>
        </p:nvSpPr>
        <p:spPr>
          <a:xfrm>
            <a:off x="1233279" y="3943354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 = 180</a:t>
            </a:r>
          </a:p>
        </p:txBody>
      </p:sp>
    </p:spTree>
    <p:extLst>
      <p:ext uri="{BB962C8B-B14F-4D97-AF65-F5344CB8AC3E}">
        <p14:creationId xmlns:p14="http://schemas.microsoft.com/office/powerpoint/2010/main" val="2239196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319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257301"/>
            <a:ext cx="10084944" cy="975946"/>
          </a:xfrm>
        </p:spPr>
        <p:txBody>
          <a:bodyPr>
            <a:normAutofit/>
          </a:bodyPr>
          <a:lstStyle/>
          <a:p>
            <a:r>
              <a:rPr lang="en-AU" sz="3000" dirty="0"/>
              <a:t>After secret sharing is completed: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56E0B31-B793-4223-9919-840187E53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363224"/>
              </p:ext>
            </p:extLst>
          </p:nvPr>
        </p:nvGraphicFramePr>
        <p:xfrm>
          <a:off x="3009817" y="2158512"/>
          <a:ext cx="5243148" cy="2338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7716">
                  <a:extLst>
                    <a:ext uri="{9D8B030D-6E8A-4147-A177-3AD203B41FA5}">
                      <a16:colId xmlns:a16="http://schemas.microsoft.com/office/drawing/2014/main" val="2531774165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123721623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2657161149"/>
                    </a:ext>
                  </a:extLst>
                </a:gridCol>
              </a:tblGrid>
              <a:tr h="584689"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85272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838824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8737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30196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178BE69-272C-4A17-9DC2-C9A2F97A0332}"/>
              </a:ext>
            </a:extLst>
          </p:cNvPr>
          <p:cNvSpPr/>
          <p:nvPr/>
        </p:nvSpPr>
        <p:spPr>
          <a:xfrm>
            <a:off x="1124837" y="2778370"/>
            <a:ext cx="2227963" cy="4982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 = 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7FE1D-F98B-45A7-A1F8-C296CBA95000}"/>
              </a:ext>
            </a:extLst>
          </p:cNvPr>
          <p:cNvSpPr/>
          <p:nvPr/>
        </p:nvSpPr>
        <p:spPr>
          <a:xfrm>
            <a:off x="1233278" y="3385040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 = 120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2CE9B-E6A0-48BA-AC50-4C608F5881F9}"/>
              </a:ext>
            </a:extLst>
          </p:cNvPr>
          <p:cNvSpPr/>
          <p:nvPr/>
        </p:nvSpPr>
        <p:spPr>
          <a:xfrm>
            <a:off x="1233279" y="3943354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 = 180</a:t>
            </a:r>
          </a:p>
        </p:txBody>
      </p:sp>
    </p:spTree>
    <p:extLst>
      <p:ext uri="{BB962C8B-B14F-4D97-AF65-F5344CB8AC3E}">
        <p14:creationId xmlns:p14="http://schemas.microsoft.com/office/powerpoint/2010/main" val="1559389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319" y="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257301"/>
            <a:ext cx="10084944" cy="975946"/>
          </a:xfrm>
        </p:spPr>
        <p:txBody>
          <a:bodyPr>
            <a:normAutofit/>
          </a:bodyPr>
          <a:lstStyle/>
          <a:p>
            <a:r>
              <a:rPr lang="en-AU" sz="3000" dirty="0"/>
              <a:t>After secret sharing is completed: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78BE69-272C-4A17-9DC2-C9A2F97A0332}"/>
              </a:ext>
            </a:extLst>
          </p:cNvPr>
          <p:cNvSpPr/>
          <p:nvPr/>
        </p:nvSpPr>
        <p:spPr>
          <a:xfrm>
            <a:off x="1124837" y="2778370"/>
            <a:ext cx="2227963" cy="4982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 = 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7FE1D-F98B-45A7-A1F8-C296CBA95000}"/>
              </a:ext>
            </a:extLst>
          </p:cNvPr>
          <p:cNvSpPr/>
          <p:nvPr/>
        </p:nvSpPr>
        <p:spPr>
          <a:xfrm>
            <a:off x="1233278" y="3385040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 = 120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2CE9B-E6A0-48BA-AC50-4C608F5881F9}"/>
              </a:ext>
            </a:extLst>
          </p:cNvPr>
          <p:cNvSpPr/>
          <p:nvPr/>
        </p:nvSpPr>
        <p:spPr>
          <a:xfrm>
            <a:off x="1233279" y="3943354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 = 180</a:t>
            </a: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9C1A7CC-1818-4AE7-8287-6D32E4266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467738"/>
              </p:ext>
            </p:extLst>
          </p:nvPr>
        </p:nvGraphicFramePr>
        <p:xfrm>
          <a:off x="3009817" y="2158512"/>
          <a:ext cx="5243148" cy="2338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7716">
                  <a:extLst>
                    <a:ext uri="{9D8B030D-6E8A-4147-A177-3AD203B41FA5}">
                      <a16:colId xmlns:a16="http://schemas.microsoft.com/office/drawing/2014/main" val="2531774165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123721623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2657161149"/>
                    </a:ext>
                  </a:extLst>
                </a:gridCol>
              </a:tblGrid>
              <a:tr h="584689"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85272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838824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8737"/>
                  </a:ext>
                </a:extLst>
              </a:tr>
              <a:tr h="584689"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301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124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6256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579785"/>
            <a:ext cx="10084944" cy="975946"/>
          </a:xfrm>
        </p:spPr>
        <p:txBody>
          <a:bodyPr>
            <a:normAutofit/>
          </a:bodyPr>
          <a:lstStyle/>
          <a:p>
            <a:r>
              <a:rPr lang="en-AU" sz="3000" dirty="0"/>
              <a:t>After secret sharing is completed: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78BE69-272C-4A17-9DC2-C9A2F97A0332}"/>
              </a:ext>
            </a:extLst>
          </p:cNvPr>
          <p:cNvSpPr/>
          <p:nvPr/>
        </p:nvSpPr>
        <p:spPr>
          <a:xfrm>
            <a:off x="1559809" y="2935433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 = 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7FE1D-F98B-45A7-A1F8-C296CBA95000}"/>
              </a:ext>
            </a:extLst>
          </p:cNvPr>
          <p:cNvSpPr/>
          <p:nvPr/>
        </p:nvSpPr>
        <p:spPr>
          <a:xfrm>
            <a:off x="1630150" y="3666124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 = 120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2CE9B-E6A0-48BA-AC50-4C608F5881F9}"/>
              </a:ext>
            </a:extLst>
          </p:cNvPr>
          <p:cNvSpPr/>
          <p:nvPr/>
        </p:nvSpPr>
        <p:spPr>
          <a:xfrm>
            <a:off x="1630149" y="4317091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 = 180</a:t>
            </a:r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42D3FFA8-42E1-441C-AED4-1C5DB15A7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785816"/>
              </p:ext>
            </p:extLst>
          </p:nvPr>
        </p:nvGraphicFramePr>
        <p:xfrm>
          <a:off x="3406689" y="2390242"/>
          <a:ext cx="5243148" cy="25241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7716">
                  <a:extLst>
                    <a:ext uri="{9D8B030D-6E8A-4147-A177-3AD203B41FA5}">
                      <a16:colId xmlns:a16="http://schemas.microsoft.com/office/drawing/2014/main" val="2531774165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123721623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2657161149"/>
                    </a:ext>
                  </a:extLst>
                </a:gridCol>
              </a:tblGrid>
              <a:tr h="480094">
                <a:tc>
                  <a:txBody>
                    <a:bodyPr/>
                    <a:lstStyle/>
                    <a:p>
                      <a:r>
                        <a:rPr lang="en-AU" sz="2400" dirty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P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785272"/>
                  </a:ext>
                </a:extLst>
              </a:tr>
              <a:tr h="623755">
                <a:tc>
                  <a:txBody>
                    <a:bodyPr/>
                    <a:lstStyle/>
                    <a:p>
                      <a:r>
                        <a:rPr lang="en-AU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838824"/>
                  </a:ext>
                </a:extLst>
              </a:tr>
              <a:tr h="800156">
                <a:tc>
                  <a:txBody>
                    <a:bodyPr/>
                    <a:lstStyle/>
                    <a:p>
                      <a:r>
                        <a:rPr lang="en-AU" sz="2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8737"/>
                  </a:ext>
                </a:extLst>
              </a:tr>
              <a:tr h="620121">
                <a:tc>
                  <a:txBody>
                    <a:bodyPr/>
                    <a:lstStyle/>
                    <a:p>
                      <a:r>
                        <a:rPr lang="en-AU" sz="2400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6301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307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3337-D202-49F4-B586-B90CFA3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6256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B780-4F46-48E4-8A07-635D534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19" y="1579785"/>
            <a:ext cx="10084944" cy="975946"/>
          </a:xfrm>
        </p:spPr>
        <p:txBody>
          <a:bodyPr>
            <a:normAutofit/>
          </a:bodyPr>
          <a:lstStyle/>
          <a:p>
            <a:r>
              <a:rPr lang="en-AU" sz="3000" dirty="0"/>
              <a:t>After secret sharing is completed:</a:t>
            </a:r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sz="2800" dirty="0"/>
          </a:p>
          <a:p>
            <a:pPr marL="72900" indent="0">
              <a:buNone/>
            </a:pPr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78BE69-272C-4A17-9DC2-C9A2F97A0332}"/>
              </a:ext>
            </a:extLst>
          </p:cNvPr>
          <p:cNvSpPr/>
          <p:nvPr/>
        </p:nvSpPr>
        <p:spPr>
          <a:xfrm>
            <a:off x="1559809" y="2935433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 = 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7FE1D-F98B-45A7-A1F8-C296CBA95000}"/>
              </a:ext>
            </a:extLst>
          </p:cNvPr>
          <p:cNvSpPr/>
          <p:nvPr/>
        </p:nvSpPr>
        <p:spPr>
          <a:xfrm>
            <a:off x="1630150" y="3666124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E = 120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2CE9B-E6A0-48BA-AC50-4C608F5881F9}"/>
              </a:ext>
            </a:extLst>
          </p:cNvPr>
          <p:cNvSpPr/>
          <p:nvPr/>
        </p:nvSpPr>
        <p:spPr>
          <a:xfrm>
            <a:off x="1630149" y="4317091"/>
            <a:ext cx="2173411" cy="40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P = 180</a:t>
            </a:r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42D3FFA8-42E1-441C-AED4-1C5DB15A743C}"/>
              </a:ext>
            </a:extLst>
          </p:cNvPr>
          <p:cNvGraphicFramePr>
            <a:graphicFrameLocks noGrp="1"/>
          </p:cNvGraphicFramePr>
          <p:nvPr/>
        </p:nvGraphicFramePr>
        <p:xfrm>
          <a:off x="3406689" y="2390242"/>
          <a:ext cx="5243148" cy="29813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7716">
                  <a:extLst>
                    <a:ext uri="{9D8B030D-6E8A-4147-A177-3AD203B41FA5}">
                      <a16:colId xmlns:a16="http://schemas.microsoft.com/office/drawing/2014/main" val="2531774165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123721623"/>
                    </a:ext>
                  </a:extLst>
                </a:gridCol>
                <a:gridCol w="1747716">
                  <a:extLst>
                    <a:ext uri="{9D8B030D-6E8A-4147-A177-3AD203B41FA5}">
                      <a16:colId xmlns:a16="http://schemas.microsoft.com/office/drawing/2014/main" val="2657161149"/>
                    </a:ext>
                  </a:extLst>
                </a:gridCol>
              </a:tblGrid>
              <a:tr h="480094">
                <a:tc>
                  <a:txBody>
                    <a:bodyPr/>
                    <a:lstStyle/>
                    <a:p>
                      <a:r>
                        <a:rPr lang="en-AU" sz="2400" dirty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P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785272"/>
                  </a:ext>
                </a:extLst>
              </a:tr>
              <a:tr h="623755">
                <a:tc>
                  <a:txBody>
                    <a:bodyPr/>
                    <a:lstStyle/>
                    <a:p>
                      <a:r>
                        <a:rPr lang="en-AU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838824"/>
                  </a:ext>
                </a:extLst>
              </a:tr>
              <a:tr h="800156">
                <a:tc>
                  <a:txBody>
                    <a:bodyPr/>
                    <a:lstStyle/>
                    <a:p>
                      <a:r>
                        <a:rPr lang="en-AU" sz="2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8737"/>
                  </a:ext>
                </a:extLst>
              </a:tr>
              <a:tr h="620121">
                <a:tc>
                  <a:txBody>
                    <a:bodyPr/>
                    <a:lstStyle/>
                    <a:p>
                      <a:r>
                        <a:rPr lang="en-AU" sz="2400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100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6301968"/>
                  </a:ext>
                </a:extLst>
              </a:tr>
              <a:tr h="432084">
                <a:tc>
                  <a:txBody>
                    <a:bodyPr/>
                    <a:lstStyle/>
                    <a:p>
                      <a:r>
                        <a:rPr lang="en-A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520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719E470-D455-4275-B396-A06CA6EB0EE5}"/>
              </a:ext>
            </a:extLst>
          </p:cNvPr>
          <p:cNvSpPr/>
          <p:nvPr/>
        </p:nvSpPr>
        <p:spPr>
          <a:xfrm>
            <a:off x="3317044" y="4804173"/>
            <a:ext cx="5396652" cy="813916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7C2AA8-93BD-4877-8244-4DED3A4D8853}"/>
              </a:ext>
            </a:extLst>
          </p:cNvPr>
          <p:cNvSpPr/>
          <p:nvPr/>
        </p:nvSpPr>
        <p:spPr>
          <a:xfrm>
            <a:off x="4624509" y="5781321"/>
            <a:ext cx="429427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400" dirty="0"/>
              <a:t>Sum: 350</a:t>
            </a:r>
          </a:p>
          <a:p>
            <a:r>
              <a:rPr lang="en-AU" sz="2400" dirty="0"/>
              <a:t>Average: 350/3  = 116.67 </a:t>
            </a:r>
            <a:endParaRPr lang="en-A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6A28C1-8A3C-47BE-B933-03DED823FF6C}"/>
              </a:ext>
            </a:extLst>
          </p:cNvPr>
          <p:cNvSpPr/>
          <p:nvPr/>
        </p:nvSpPr>
        <p:spPr>
          <a:xfrm>
            <a:off x="2061778" y="2848653"/>
            <a:ext cx="1201373" cy="18728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13E276-5AF9-4D17-B150-8EC66FC676C2}"/>
              </a:ext>
            </a:extLst>
          </p:cNvPr>
          <p:cNvSpPr/>
          <p:nvPr/>
        </p:nvSpPr>
        <p:spPr>
          <a:xfrm>
            <a:off x="460843" y="3504635"/>
            <a:ext cx="1457397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400" dirty="0"/>
              <a:t>Sum: 350</a:t>
            </a:r>
          </a:p>
        </p:txBody>
      </p:sp>
    </p:spTree>
    <p:extLst>
      <p:ext uri="{BB962C8B-B14F-4D97-AF65-F5344CB8AC3E}">
        <p14:creationId xmlns:p14="http://schemas.microsoft.com/office/powerpoint/2010/main" val="1544737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AC60-A7A6-43BB-9AE6-E6737B84D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1905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11EBC-E3C0-470B-B785-2E1AAE353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44" y="1123950"/>
            <a:ext cx="11316305" cy="3429000"/>
          </a:xfrm>
        </p:spPr>
        <p:txBody>
          <a:bodyPr>
            <a:normAutofit/>
          </a:bodyPr>
          <a:lstStyle/>
          <a:p>
            <a:endParaRPr lang="en-AU" sz="2800" dirty="0"/>
          </a:p>
          <a:p>
            <a:r>
              <a:rPr lang="en-AU" sz="2800" dirty="0"/>
              <a:t>What are limitations of SMPC in practice?</a:t>
            </a:r>
          </a:p>
        </p:txBody>
      </p:sp>
    </p:spTree>
    <p:extLst>
      <p:ext uri="{BB962C8B-B14F-4D97-AF65-F5344CB8AC3E}">
        <p14:creationId xmlns:p14="http://schemas.microsoft.com/office/powerpoint/2010/main" val="24035563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AC60-A7A6-43BB-9AE6-E6737B84D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1905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11EBC-E3C0-470B-B785-2E1AAE353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44" y="1123950"/>
            <a:ext cx="11316305" cy="3429000"/>
          </a:xfrm>
        </p:spPr>
        <p:txBody>
          <a:bodyPr>
            <a:normAutofit/>
          </a:bodyPr>
          <a:lstStyle/>
          <a:p>
            <a:endParaRPr lang="en-AU" sz="2800" dirty="0"/>
          </a:p>
          <a:p>
            <a:r>
              <a:rPr lang="en-AU" sz="2800" dirty="0"/>
              <a:t>What are limitations of SMPC in practice?</a:t>
            </a:r>
          </a:p>
          <a:p>
            <a:pPr lvl="1"/>
            <a:r>
              <a:rPr lang="en-AU" sz="2600" dirty="0"/>
              <a:t>e.g., computational overhead and communication cost</a:t>
            </a:r>
          </a:p>
        </p:txBody>
      </p:sp>
    </p:spTree>
    <p:extLst>
      <p:ext uri="{BB962C8B-B14F-4D97-AF65-F5344CB8AC3E}">
        <p14:creationId xmlns:p14="http://schemas.microsoft.com/office/powerpoint/2010/main" val="18161116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AC60-A7A6-43BB-9AE6-E6737B84D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19050"/>
            <a:ext cx="10353762" cy="1257300"/>
          </a:xfrm>
        </p:spPr>
        <p:txBody>
          <a:bodyPr/>
          <a:lstStyle/>
          <a:p>
            <a:r>
              <a:rPr lang="en-AU" dirty="0"/>
              <a:t>Secure Multi-party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11EBC-E3C0-470B-B785-2E1AAE353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44" y="1123950"/>
            <a:ext cx="11316305" cy="4985906"/>
          </a:xfrm>
        </p:spPr>
        <p:txBody>
          <a:bodyPr>
            <a:normAutofit/>
          </a:bodyPr>
          <a:lstStyle/>
          <a:p>
            <a:endParaRPr lang="en-AU" sz="2800" dirty="0"/>
          </a:p>
          <a:p>
            <a:r>
              <a:rPr lang="en-AU" sz="2800" dirty="0"/>
              <a:t>What if one </a:t>
            </a:r>
            <a:r>
              <a:rPr lang="en-AU" sz="2800" dirty="0" err="1"/>
              <a:t>coworker</a:t>
            </a:r>
            <a:r>
              <a:rPr lang="en-AU" sz="2800" dirty="0"/>
              <a:t> is dishonest and distributes false secret shares?</a:t>
            </a:r>
          </a:p>
          <a:p>
            <a:pPr lvl="1"/>
            <a:r>
              <a:rPr lang="en-AU" sz="2800" dirty="0"/>
              <a:t>e.g., </a:t>
            </a:r>
            <a:r>
              <a:rPr lang="en-AU" sz="2800" dirty="0">
                <a:solidFill>
                  <a:srgbClr val="FF0000"/>
                </a:solidFill>
              </a:rPr>
              <a:t>Zero Knowledge Proof </a:t>
            </a:r>
          </a:p>
        </p:txBody>
      </p:sp>
    </p:spTree>
    <p:extLst>
      <p:ext uri="{BB962C8B-B14F-4D97-AF65-F5344CB8AC3E}">
        <p14:creationId xmlns:p14="http://schemas.microsoft.com/office/powerpoint/2010/main" val="16554568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02C2976-7825-371D-20DB-901194758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315" y="961901"/>
            <a:ext cx="6678761" cy="43157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DB5EE97-54E3-0148-B377-239FE51CFFCA}"/>
              </a:ext>
            </a:extLst>
          </p:cNvPr>
          <p:cNvSpPr txBox="1"/>
          <p:nvPr/>
        </p:nvSpPr>
        <p:spPr>
          <a:xfrm>
            <a:off x="3939639" y="6334530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https://avestura.dev/blog/zero-knowledge-proofs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DE4EAC-E810-1AB0-F559-66D2071B0FAC}"/>
              </a:ext>
            </a:extLst>
          </p:cNvPr>
          <p:cNvSpPr txBox="1"/>
          <p:nvPr/>
        </p:nvSpPr>
        <p:spPr>
          <a:xfrm>
            <a:off x="210787" y="1656285"/>
            <a:ext cx="420683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AU" altLang="zh-CN" b="0" i="0" dirty="0">
                <a:effectLst/>
                <a:latin typeface="PT Sans" panose="020F0502020204030204" pitchFamily="34" charset="0"/>
              </a:rPr>
              <a:t>A zero-knowledge proof (ZKP) is a method in which you (the prover) have 3 tasks:</a:t>
            </a:r>
          </a:p>
          <a:p>
            <a:pPr algn="l">
              <a:buNone/>
            </a:pPr>
            <a:endParaRPr lang="en-AU" altLang="zh-CN" b="0" i="0" dirty="0">
              <a:effectLst/>
              <a:latin typeface="PT Sans" panose="020F050202020403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AU" altLang="zh-CN" b="1" i="0" dirty="0">
                <a:effectLst/>
                <a:latin typeface="Kreon"/>
              </a:rPr>
              <a:t>✅ </a:t>
            </a:r>
            <a:r>
              <a:rPr lang="en-AU" altLang="zh-CN" b="0" i="0" dirty="0">
                <a:effectLst/>
                <a:latin typeface="PT Sans" panose="020F0502020204030204" pitchFamily="34" charset="0"/>
              </a:rPr>
              <a:t>Prove someone (the verifier) that some statement or claim is true.</a:t>
            </a:r>
          </a:p>
          <a:p>
            <a:pPr algn="l">
              <a:buFont typeface="+mj-lt"/>
              <a:buAutoNum type="arabicPeriod"/>
            </a:pPr>
            <a:endParaRPr lang="en-AU" altLang="zh-CN" b="0" i="0" dirty="0">
              <a:effectLst/>
              <a:latin typeface="PT Sans" panose="020F050202020403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AU" altLang="zh-CN" b="1" i="0" dirty="0">
                <a:effectLst/>
                <a:latin typeface="Kreon"/>
              </a:rPr>
              <a:t>✅ </a:t>
            </a:r>
            <a:r>
              <a:rPr lang="en-AU" altLang="zh-CN" b="0" i="0" dirty="0">
                <a:effectLst/>
                <a:latin typeface="PT Sans" panose="020F0502020204030204" pitchFamily="34" charset="0"/>
              </a:rPr>
              <a:t>Do not expose any other information apart from that the statement is true.</a:t>
            </a:r>
          </a:p>
          <a:p>
            <a:pPr algn="l">
              <a:buFont typeface="+mj-lt"/>
              <a:buAutoNum type="arabicPeriod"/>
            </a:pPr>
            <a:endParaRPr lang="en-AU" altLang="zh-CN" b="0" i="0" dirty="0">
              <a:effectLst/>
              <a:latin typeface="PT Sans" panose="020F050202020403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AU" altLang="zh-CN" b="1" i="0" dirty="0">
                <a:effectLst/>
                <a:latin typeface="Kreon"/>
              </a:rPr>
              <a:t>✅ </a:t>
            </a:r>
            <a:r>
              <a:rPr lang="en-AU" altLang="zh-CN" b="0" i="0" dirty="0">
                <a:effectLst/>
                <a:latin typeface="PT Sans" panose="020F0502020204030204" pitchFamily="34" charset="0"/>
              </a:rPr>
              <a:t>Prove it only to the verifier, and nobody else.</a:t>
            </a:r>
          </a:p>
        </p:txBody>
      </p:sp>
    </p:spTree>
    <p:extLst>
      <p:ext uri="{BB962C8B-B14F-4D97-AF65-F5344CB8AC3E}">
        <p14:creationId xmlns:p14="http://schemas.microsoft.com/office/powerpoint/2010/main" val="4281615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BFD1-9FFE-4B2F-5480-C629DD0A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199A910-91D2-6350-DD27-7ABCAB938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315" y="961901"/>
            <a:ext cx="6678761" cy="43157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72F0285-60AD-F1C5-678A-36A66A6F95C5}"/>
              </a:ext>
            </a:extLst>
          </p:cNvPr>
          <p:cNvSpPr txBox="1"/>
          <p:nvPr/>
        </p:nvSpPr>
        <p:spPr>
          <a:xfrm>
            <a:off x="3939639" y="6334530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https://avestura.dev/blog/zero-knowledge-proofs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276443-8BEF-CD40-28B8-6AB7F843BCA0}"/>
              </a:ext>
            </a:extLst>
          </p:cNvPr>
          <p:cNvSpPr txBox="1"/>
          <p:nvPr/>
        </p:nvSpPr>
        <p:spPr>
          <a:xfrm>
            <a:off x="308758" y="1273103"/>
            <a:ext cx="428699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altLang="zh-CN" b="1" i="0" dirty="0">
                <a:effectLst/>
                <a:latin typeface="PT Sans" panose="020B0503020203020204" pitchFamily="34" charset="0"/>
              </a:rPr>
              <a:t>Claim</a:t>
            </a:r>
            <a:r>
              <a:rPr lang="en-AU" altLang="zh-CN" b="0" i="0" dirty="0">
                <a:effectLst/>
                <a:latin typeface="PT Sans" panose="020B0503020203020204" pitchFamily="34" charset="0"/>
              </a:rPr>
              <a:t>: Thomas knows the password of the gate.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AU" altLang="zh-CN" b="0" i="0" dirty="0">
              <a:effectLst/>
              <a:latin typeface="PT Sans" panose="020B05030202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altLang="zh-CN" b="1" i="0" dirty="0">
                <a:effectLst/>
                <a:latin typeface="PT Sans" panose="020B0503020203020204" pitchFamily="34" charset="0"/>
              </a:rPr>
              <a:t>Characters</a:t>
            </a:r>
            <a:r>
              <a:rPr lang="en-AU" altLang="zh-CN" b="0" i="0" dirty="0">
                <a:effectLst/>
                <a:latin typeface="PT Sans" panose="020B0503020203020204" pitchFamily="34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AU" altLang="zh-CN" b="1" i="0" dirty="0">
                <a:effectLst/>
                <a:latin typeface="PT Sans" panose="020B0503020203020204" pitchFamily="34" charset="0"/>
              </a:rPr>
              <a:t>Thomas</a:t>
            </a:r>
            <a:r>
              <a:rPr lang="en-AU" altLang="zh-CN" b="0" i="0" dirty="0">
                <a:effectLst/>
                <a:latin typeface="PT Sans" panose="020B0503020203020204" pitchFamily="34" charset="0"/>
              </a:rPr>
              <a:t>: The prover who wants to prove the claim.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AU" altLang="zh-CN" b="1" i="0" dirty="0">
                <a:effectLst/>
                <a:latin typeface="PT Sans" panose="020B0503020203020204" pitchFamily="34" charset="0"/>
              </a:rPr>
              <a:t>Muthu</a:t>
            </a:r>
            <a:r>
              <a:rPr lang="en-AU" altLang="zh-CN" b="0" i="0" dirty="0">
                <a:effectLst/>
                <a:latin typeface="PT Sans" panose="020B0503020203020204" pitchFamily="34" charset="0"/>
              </a:rPr>
              <a:t>: The verifier who wants to verify the proof provided by Thomas.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AU" altLang="zh-CN" b="1" i="0" dirty="0">
                <a:effectLst/>
                <a:latin typeface="PT Sans" panose="020B0503020203020204" pitchFamily="34" charset="0"/>
              </a:rPr>
              <a:t>Emma</a:t>
            </a:r>
            <a:r>
              <a:rPr lang="en-AU" altLang="zh-CN" b="0" i="0" dirty="0">
                <a:effectLst/>
                <a:latin typeface="PT Sans" panose="020B0503020203020204" pitchFamily="34" charset="0"/>
              </a:rPr>
              <a:t>: An unknown stranger who happens to be in the scene. In a zero-knowledge proof, Emma shouldn’t be able to verify the proof even with eavesdropping.</a:t>
            </a:r>
          </a:p>
        </p:txBody>
      </p:sp>
    </p:spTree>
    <p:extLst>
      <p:ext uri="{BB962C8B-B14F-4D97-AF65-F5344CB8AC3E}">
        <p14:creationId xmlns:p14="http://schemas.microsoft.com/office/powerpoint/2010/main" val="2949360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22615C3-397B-6BDB-C50B-8564C5B55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93" y="813742"/>
            <a:ext cx="6885372" cy="559299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1080973-9421-BA65-23B5-2F59DF867AD0}"/>
              </a:ext>
            </a:extLst>
          </p:cNvPr>
          <p:cNvSpPr txBox="1"/>
          <p:nvPr/>
        </p:nvSpPr>
        <p:spPr>
          <a:xfrm>
            <a:off x="3915889" y="266597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Strategy #1: Just tell Muthu the password.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8ADCCE-D482-D209-A313-AE633B9EB1BA}"/>
              </a:ext>
            </a:extLst>
          </p:cNvPr>
          <p:cNvSpPr txBox="1"/>
          <p:nvPr/>
        </p:nvSpPr>
        <p:spPr>
          <a:xfrm>
            <a:off x="7728520" y="3429000"/>
            <a:ext cx="4289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altLang="zh-CN" b="1" i="0" dirty="0">
                <a:effectLst/>
                <a:latin typeface="Kreon"/>
              </a:rPr>
              <a:t>Task 2: ❌ Do not expose any other information.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D04C1D-3CF5-2369-3FC8-A64C39B9E74E}"/>
              </a:ext>
            </a:extLst>
          </p:cNvPr>
          <p:cNvSpPr txBox="1"/>
          <p:nvPr/>
        </p:nvSpPr>
        <p:spPr>
          <a:xfrm>
            <a:off x="7728519" y="4609421"/>
            <a:ext cx="354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altLang="zh-CN" b="1" i="0" dirty="0">
                <a:effectLst/>
                <a:latin typeface="Kreon"/>
              </a:rPr>
              <a:t>Task 3: ❌ Prove it only to the verifier.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D19757-986B-4C90-0B44-68094BA129D4}"/>
              </a:ext>
            </a:extLst>
          </p:cNvPr>
          <p:cNvSpPr txBox="1"/>
          <p:nvPr/>
        </p:nvSpPr>
        <p:spPr>
          <a:xfrm>
            <a:off x="7728520" y="2248579"/>
            <a:ext cx="354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altLang="zh-CN" b="1" i="0" dirty="0">
                <a:effectLst/>
                <a:latin typeface="Kreon"/>
              </a:rPr>
              <a:t>Task 1: ✅ Prove Muthu that the claim is true.</a:t>
            </a:r>
          </a:p>
        </p:txBody>
      </p:sp>
    </p:spTree>
    <p:extLst>
      <p:ext uri="{BB962C8B-B14F-4D97-AF65-F5344CB8AC3E}">
        <p14:creationId xmlns:p14="http://schemas.microsoft.com/office/powerpoint/2010/main" val="16426523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97BE8-91CB-CD9F-E41E-B096A23F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392E614-D034-C66A-AAC8-6E7D4504D4CF}"/>
              </a:ext>
            </a:extLst>
          </p:cNvPr>
          <p:cNvSpPr txBox="1"/>
          <p:nvPr/>
        </p:nvSpPr>
        <p:spPr>
          <a:xfrm>
            <a:off x="1341912" y="266597"/>
            <a:ext cx="10236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Strategy #</a:t>
            </a:r>
            <a:r>
              <a:rPr lang="en-US" altLang="zh-CN" dirty="0"/>
              <a:t>2</a:t>
            </a:r>
            <a:r>
              <a:rPr lang="zh-CN" altLang="en-US" dirty="0"/>
              <a:t>: </a:t>
            </a:r>
            <a:r>
              <a:rPr lang="en-AU" altLang="zh-CN" dirty="0"/>
              <a:t>Thomas enters from one side of the cave and exits from the other side, while Muthu is watching him at the entrance.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479480-4A60-63AD-7C69-38D03E602FB8}"/>
              </a:ext>
            </a:extLst>
          </p:cNvPr>
          <p:cNvSpPr txBox="1"/>
          <p:nvPr/>
        </p:nvSpPr>
        <p:spPr>
          <a:xfrm>
            <a:off x="7728520" y="3429000"/>
            <a:ext cx="4289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altLang="zh-CN" b="1" i="0" dirty="0">
                <a:effectLst/>
                <a:latin typeface="Kreon"/>
              </a:rPr>
              <a:t>Task 2: ✅ Do not expose any other information.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B4A0D5-FE5E-788F-4DA1-B7CE40E83E5B}"/>
              </a:ext>
            </a:extLst>
          </p:cNvPr>
          <p:cNvSpPr txBox="1"/>
          <p:nvPr/>
        </p:nvSpPr>
        <p:spPr>
          <a:xfrm>
            <a:off x="7728519" y="4609421"/>
            <a:ext cx="354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altLang="zh-CN" b="1" i="0" dirty="0">
                <a:effectLst/>
                <a:latin typeface="Kreon"/>
              </a:rPr>
              <a:t>Task 3: ❌ Prove it only to the verifier.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CAD9F6-E33F-4A53-2A6C-C9EC57B52741}"/>
              </a:ext>
            </a:extLst>
          </p:cNvPr>
          <p:cNvSpPr txBox="1"/>
          <p:nvPr/>
        </p:nvSpPr>
        <p:spPr>
          <a:xfrm>
            <a:off x="7728520" y="2248579"/>
            <a:ext cx="354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altLang="zh-CN" b="1" i="0" dirty="0">
                <a:effectLst/>
                <a:latin typeface="Kreon"/>
              </a:rPr>
              <a:t>Task 1: ✅ Prove Muthu that the claim is true.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0A72C8-055E-FD3B-7183-E3E4BDE5B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491" y="1136211"/>
            <a:ext cx="5800991" cy="523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343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807A2-EF6D-9E60-8D6A-CB8B7CA2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50CAB2E-C49C-7B90-1E58-F5ADAFAECA30}"/>
              </a:ext>
            </a:extLst>
          </p:cNvPr>
          <p:cNvSpPr txBox="1"/>
          <p:nvPr/>
        </p:nvSpPr>
        <p:spPr>
          <a:xfrm>
            <a:off x="1341912" y="266597"/>
            <a:ext cx="10236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Strategy #</a:t>
            </a:r>
            <a:r>
              <a:rPr lang="en-US" altLang="zh-CN" dirty="0"/>
              <a:t>3</a:t>
            </a:r>
            <a:r>
              <a:rPr lang="zh-CN" altLang="en-US" dirty="0"/>
              <a:t>: </a:t>
            </a:r>
            <a:r>
              <a:rPr lang="en-AU" altLang="zh-CN" dirty="0"/>
              <a:t>Muthu doesn’t see from which side Thomas enters the cave. Thomas picks the entrance path randomly, but Muthu decides which side Thomas should exit from.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715E7-B0B2-7B38-2E72-5F1BAE5D9C4A}"/>
              </a:ext>
            </a:extLst>
          </p:cNvPr>
          <p:cNvSpPr txBox="1"/>
          <p:nvPr/>
        </p:nvSpPr>
        <p:spPr>
          <a:xfrm>
            <a:off x="7728520" y="3429000"/>
            <a:ext cx="4289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altLang="zh-CN" b="1" i="0" dirty="0">
                <a:effectLst/>
                <a:latin typeface="Kreon"/>
              </a:rPr>
              <a:t>Task 2: ✅ Do not expose any other information.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909397-02E0-1B34-740D-2643582806E2}"/>
              </a:ext>
            </a:extLst>
          </p:cNvPr>
          <p:cNvSpPr txBox="1"/>
          <p:nvPr/>
        </p:nvSpPr>
        <p:spPr>
          <a:xfrm>
            <a:off x="7728519" y="4609421"/>
            <a:ext cx="354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altLang="zh-CN" b="1" i="0" dirty="0">
                <a:effectLst/>
                <a:latin typeface="Kreon"/>
              </a:rPr>
              <a:t>Task 3: ✅ Prove it only to the verifier.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111D79-F0F5-A199-82EB-7732DD79891F}"/>
              </a:ext>
            </a:extLst>
          </p:cNvPr>
          <p:cNvSpPr txBox="1"/>
          <p:nvPr/>
        </p:nvSpPr>
        <p:spPr>
          <a:xfrm>
            <a:off x="7728520" y="2248579"/>
            <a:ext cx="354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altLang="zh-CN" b="1" i="0" dirty="0">
                <a:effectLst/>
                <a:latin typeface="Kreon"/>
              </a:rPr>
              <a:t>Task 1: ✅ Prove Muthu that the claim is true.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E1D61C-36D5-AF27-EF7E-4023E2BFF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66" y="1271208"/>
            <a:ext cx="6925170" cy="532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8197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E451-CAB5-489E-8029-85B18A4C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95" y="0"/>
            <a:ext cx="10353762" cy="1257300"/>
          </a:xfrm>
        </p:spPr>
        <p:txBody>
          <a:bodyPr/>
          <a:lstStyle/>
          <a:p>
            <a:r>
              <a:rPr lang="en-AU" dirty="0"/>
              <a:t>Differential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EF65-B9D6-4C8D-B798-6F1EF3344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943" y="1257300"/>
            <a:ext cx="10724114" cy="371474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Differential privacy (DP) </a:t>
            </a:r>
            <a:r>
              <a:rPr lang="en-US" sz="2800" dirty="0"/>
              <a:t>is also a concept in privacy that aims to provide strong guarantees for protecting the privacy of individuals in a dataset while allowing statistical analysis of the dataset. </a:t>
            </a:r>
          </a:p>
        </p:txBody>
      </p:sp>
    </p:spTree>
    <p:extLst>
      <p:ext uri="{BB962C8B-B14F-4D97-AF65-F5344CB8AC3E}">
        <p14:creationId xmlns:p14="http://schemas.microsoft.com/office/powerpoint/2010/main" val="16226166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data processing process&#10;&#10;Description automatically generated">
            <a:extLst>
              <a:ext uri="{FF2B5EF4-FFF2-40B4-BE49-F238E27FC236}">
                <a16:creationId xmlns:a16="http://schemas.microsoft.com/office/drawing/2014/main" id="{6CCAFDBE-A9F9-F959-8971-7591B6E48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261" y="1242281"/>
            <a:ext cx="9263477" cy="495973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DEBACE-6714-776E-DE60-5F37BE9D8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7905" y="305873"/>
            <a:ext cx="4450453" cy="936408"/>
          </a:xfrm>
          <a:effectLst/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AU" sz="3400" dirty="0">
                <a:latin typeface="+mj-lt"/>
                <a:ea typeface="+mj-ea"/>
              </a:rPr>
              <a:t>User Privacy Inference</a:t>
            </a:r>
          </a:p>
        </p:txBody>
      </p:sp>
    </p:spTree>
    <p:extLst>
      <p:ext uri="{BB962C8B-B14F-4D97-AF65-F5344CB8AC3E}">
        <p14:creationId xmlns:p14="http://schemas.microsoft.com/office/powerpoint/2010/main" val="1983814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E451-CAB5-489E-8029-85B18A4C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95" y="0"/>
            <a:ext cx="10353762" cy="1028700"/>
          </a:xfrm>
        </p:spPr>
        <p:txBody>
          <a:bodyPr/>
          <a:lstStyle/>
          <a:p>
            <a:r>
              <a:rPr lang="en-AU" dirty="0"/>
              <a:t>Differential Privacy</a:t>
            </a:r>
          </a:p>
        </p:txBody>
      </p:sp>
      <p:pic>
        <p:nvPicPr>
          <p:cNvPr id="4" name="Picture 3" descr="A diagram of a data flow&#10;&#10;Description automatically generated">
            <a:extLst>
              <a:ext uri="{FF2B5EF4-FFF2-40B4-BE49-F238E27FC236}">
                <a16:creationId xmlns:a16="http://schemas.microsoft.com/office/drawing/2014/main" id="{910C2AFF-49E4-C546-5EA2-88F3B6686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243" y="1272758"/>
            <a:ext cx="9226827" cy="502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629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E451-CAB5-489E-8029-85B18A4C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95" y="0"/>
            <a:ext cx="10353762" cy="1028700"/>
          </a:xfrm>
        </p:spPr>
        <p:txBody>
          <a:bodyPr/>
          <a:lstStyle/>
          <a:p>
            <a:r>
              <a:rPr lang="en-AU" dirty="0"/>
              <a:t>Differential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EF65-B9D6-4C8D-B798-6F1EF3344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6" y="1132609"/>
            <a:ext cx="9494432" cy="4042064"/>
          </a:xfrm>
        </p:spPr>
        <p:txBody>
          <a:bodyPr>
            <a:noAutofit/>
          </a:bodyPr>
          <a:lstStyle/>
          <a:p>
            <a:r>
              <a:rPr lang="en-US" sz="2800" dirty="0"/>
              <a:t>Differential privacy (DP) is also a concept in privacy that aims to provide strong guarantees for protecting the privacy of individuals in a dataset while allowing statistical analysis of the dataset. 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The key difference </a:t>
            </a:r>
            <a:r>
              <a:rPr lang="en-US" sz="2800" dirty="0"/>
              <a:t>between DP and SMPC</a:t>
            </a:r>
          </a:p>
          <a:p>
            <a:pPr lvl="1"/>
            <a:r>
              <a:rPr lang="en-US" sz="2800" dirty="0"/>
              <a:t>DP focuses on a statistical analysis of a dataset </a:t>
            </a:r>
          </a:p>
          <a:p>
            <a:pPr lvl="1"/>
            <a:r>
              <a:rPr lang="en-US" sz="2800" dirty="0"/>
              <a:t>SMPC focuses on multiple parties that perform a collaborative computation</a:t>
            </a:r>
          </a:p>
        </p:txBody>
      </p:sp>
    </p:spTree>
    <p:extLst>
      <p:ext uri="{BB962C8B-B14F-4D97-AF65-F5344CB8AC3E}">
        <p14:creationId xmlns:p14="http://schemas.microsoft.com/office/powerpoint/2010/main" val="22838144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BB20-9053-46B4-A5A2-8BC4C6B7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453" y="294410"/>
            <a:ext cx="10353762" cy="907473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8432B-0C75-44A3-B311-3F262FB42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95" y="1201883"/>
            <a:ext cx="10890278" cy="1624444"/>
          </a:xfrm>
        </p:spPr>
        <p:txBody>
          <a:bodyPr>
            <a:normAutofit/>
          </a:bodyPr>
          <a:lstStyle/>
          <a:p>
            <a:r>
              <a:rPr lang="en-AU" sz="2800" dirty="0"/>
              <a:t>Homomorphic Encryption (HE) </a:t>
            </a:r>
            <a:r>
              <a:rPr lang="en-US" sz="2800" dirty="0"/>
              <a:t>is a type of encryption that allows computations to be performed on encrypted data, making itself computationally expensive.  </a:t>
            </a:r>
            <a:endParaRPr lang="en-AU" sz="2800" dirty="0"/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90305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BB20-9053-46B4-A5A2-8BC4C6B7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245"/>
            <a:ext cx="10353762" cy="907473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8432B-0C75-44A3-B311-3F262FB42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95" y="952501"/>
            <a:ext cx="10890278" cy="1624444"/>
          </a:xfrm>
        </p:spPr>
        <p:txBody>
          <a:bodyPr>
            <a:normAutofit/>
          </a:bodyPr>
          <a:lstStyle/>
          <a:p>
            <a:r>
              <a:rPr lang="en-AU" sz="2800" dirty="0"/>
              <a:t>Homomorphic Encryption (HE) </a:t>
            </a:r>
            <a:r>
              <a:rPr lang="en-US" sz="2800" dirty="0"/>
              <a:t>is a type of encryption that allows computations to be performed on encrypted data, making itself computationally expensive.  </a:t>
            </a:r>
            <a:endParaRPr lang="en-AU" sz="2800" dirty="0"/>
          </a:p>
          <a:p>
            <a:pPr marL="36900" indent="0">
              <a:buNone/>
            </a:pP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563A5F-D56E-4136-895B-8CA209F7CF1A}"/>
              </a:ext>
            </a:extLst>
          </p:cNvPr>
          <p:cNvSpPr/>
          <p:nvPr/>
        </p:nvSpPr>
        <p:spPr>
          <a:xfrm rot="16200000">
            <a:off x="-717577" y="4073242"/>
            <a:ext cx="2431467" cy="6442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Plaintext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DB84D2-E2A3-4C9A-AF97-3B9C2F3A9D1D}"/>
              </a:ext>
            </a:extLst>
          </p:cNvPr>
          <p:cNvCxnSpPr>
            <a:cxnSpLocks/>
          </p:cNvCxnSpPr>
          <p:nvPr/>
        </p:nvCxnSpPr>
        <p:spPr>
          <a:xfrm flipV="1">
            <a:off x="1002419" y="3574474"/>
            <a:ext cx="1075763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02732D-FD2D-453F-8680-EA897D6184A1}"/>
              </a:ext>
            </a:extLst>
          </p:cNvPr>
          <p:cNvCxnSpPr>
            <a:cxnSpLocks/>
          </p:cNvCxnSpPr>
          <p:nvPr/>
        </p:nvCxnSpPr>
        <p:spPr>
          <a:xfrm>
            <a:off x="1101435" y="5389420"/>
            <a:ext cx="843983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D76AC41-5CEC-4D9D-9486-42280924D32A}"/>
              </a:ext>
            </a:extLst>
          </p:cNvPr>
          <p:cNvSpPr/>
          <p:nvPr/>
        </p:nvSpPr>
        <p:spPr>
          <a:xfrm>
            <a:off x="2836507" y="4759043"/>
            <a:ext cx="4856232" cy="644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homomorphically same computing operation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42E96D-2982-491D-97F3-7D982CB921CC}"/>
              </a:ext>
            </a:extLst>
          </p:cNvPr>
          <p:cNvSpPr/>
          <p:nvPr/>
        </p:nvSpPr>
        <p:spPr>
          <a:xfrm>
            <a:off x="9596306" y="4966858"/>
            <a:ext cx="2419656" cy="6442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Computation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0A1348-961E-4F39-8C6A-B3E3DCBE5C85}"/>
              </a:ext>
            </a:extLst>
          </p:cNvPr>
          <p:cNvSpPr/>
          <p:nvPr/>
        </p:nvSpPr>
        <p:spPr>
          <a:xfrm>
            <a:off x="919291" y="2774376"/>
            <a:ext cx="1292683" cy="644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HE </a:t>
            </a:r>
          </a:p>
          <a:p>
            <a:pPr algn="ctr"/>
            <a:r>
              <a:rPr lang="en-AU" sz="2000" dirty="0"/>
              <a:t>encryption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D728C4-3D87-495E-91E8-B771FE25454B}"/>
              </a:ext>
            </a:extLst>
          </p:cNvPr>
          <p:cNvSpPr/>
          <p:nvPr/>
        </p:nvSpPr>
        <p:spPr>
          <a:xfrm>
            <a:off x="2243255" y="3157117"/>
            <a:ext cx="1292683" cy="6580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Encrypted </a:t>
            </a:r>
          </a:p>
          <a:p>
            <a:pPr algn="ctr"/>
            <a:r>
              <a:rPr lang="en-AU" sz="2000" dirty="0"/>
              <a:t>Texts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34080D-8614-4ACD-AEAB-78FE3B8328D2}"/>
              </a:ext>
            </a:extLst>
          </p:cNvPr>
          <p:cNvSpPr/>
          <p:nvPr/>
        </p:nvSpPr>
        <p:spPr>
          <a:xfrm>
            <a:off x="3646857" y="2774380"/>
            <a:ext cx="1781629" cy="644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computing </a:t>
            </a:r>
          </a:p>
          <a:p>
            <a:pPr algn="ctr"/>
            <a:r>
              <a:rPr lang="en-AU" sz="2000" dirty="0"/>
              <a:t>operation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1F9433-43E7-4401-B966-5CB4B6CD06B9}"/>
              </a:ext>
            </a:extLst>
          </p:cNvPr>
          <p:cNvCxnSpPr>
            <a:cxnSpLocks/>
          </p:cNvCxnSpPr>
          <p:nvPr/>
        </p:nvCxnSpPr>
        <p:spPr>
          <a:xfrm flipV="1">
            <a:off x="3650272" y="3564084"/>
            <a:ext cx="1727227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978D4-76DE-46CF-B238-5C9E9EF89E3F}"/>
              </a:ext>
            </a:extLst>
          </p:cNvPr>
          <p:cNvSpPr/>
          <p:nvPr/>
        </p:nvSpPr>
        <p:spPr>
          <a:xfrm>
            <a:off x="5479474" y="3181364"/>
            <a:ext cx="2521526" cy="6338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Encrypted </a:t>
            </a:r>
          </a:p>
          <a:p>
            <a:pPr algn="ctr"/>
            <a:r>
              <a:rPr lang="en-AU" sz="2000" dirty="0"/>
              <a:t>Computation 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DA89F7-E062-411E-825E-5F263DB5CB54}"/>
              </a:ext>
            </a:extLst>
          </p:cNvPr>
          <p:cNvSpPr/>
          <p:nvPr/>
        </p:nvSpPr>
        <p:spPr>
          <a:xfrm>
            <a:off x="8001000" y="2873092"/>
            <a:ext cx="1595306" cy="550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HE </a:t>
            </a:r>
          </a:p>
          <a:p>
            <a:pPr algn="ctr"/>
            <a:r>
              <a:rPr lang="en-AU" sz="2000" dirty="0"/>
              <a:t>decryption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272981-1BD2-48B8-8697-2A8ED116D36E}"/>
              </a:ext>
            </a:extLst>
          </p:cNvPr>
          <p:cNvCxnSpPr>
            <a:cxnSpLocks/>
          </p:cNvCxnSpPr>
          <p:nvPr/>
        </p:nvCxnSpPr>
        <p:spPr>
          <a:xfrm flipV="1">
            <a:off x="8072770" y="3584871"/>
            <a:ext cx="1468503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563A554-621F-4521-BE71-B4AEA3E2283C}"/>
              </a:ext>
            </a:extLst>
          </p:cNvPr>
          <p:cNvSpPr/>
          <p:nvPr/>
        </p:nvSpPr>
        <p:spPr>
          <a:xfrm>
            <a:off x="9613043" y="3172712"/>
            <a:ext cx="2402919" cy="6338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Decrypted Computation Results</a:t>
            </a:r>
          </a:p>
        </p:txBody>
      </p:sp>
      <p:sp>
        <p:nvSpPr>
          <p:cNvPr id="24" name="Equals 23">
            <a:extLst>
              <a:ext uri="{FF2B5EF4-FFF2-40B4-BE49-F238E27FC236}">
                <a16:creationId xmlns:a16="http://schemas.microsoft.com/office/drawing/2014/main" id="{4D8B397E-0015-40E6-B278-E1581502E357}"/>
              </a:ext>
            </a:extLst>
          </p:cNvPr>
          <p:cNvSpPr/>
          <p:nvPr/>
        </p:nvSpPr>
        <p:spPr>
          <a:xfrm rot="16200000">
            <a:off x="10369719" y="4219845"/>
            <a:ext cx="872831" cy="364944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3346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BB20-9053-46B4-A5A2-8BC4C6B7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93" y="-17702"/>
            <a:ext cx="5431244" cy="766805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7FE28446-F4B6-435C-9009-19C2ABD9D491}"/>
              </a:ext>
            </a:extLst>
          </p:cNvPr>
          <p:cNvSpPr/>
          <p:nvPr/>
        </p:nvSpPr>
        <p:spPr>
          <a:xfrm>
            <a:off x="3722972" y="837440"/>
            <a:ext cx="2873079" cy="1268964"/>
          </a:xfrm>
          <a:prstGeom prst="cloud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bg1"/>
                </a:solidFill>
              </a:rPr>
              <a:t>Cloud Server</a:t>
            </a:r>
          </a:p>
        </p:txBody>
      </p:sp>
      <p:pic>
        <p:nvPicPr>
          <p:cNvPr id="25" name="Picture 4" descr="The Most Quotable Sayings From Alice in Wonderland | Disney Quotes">
            <a:extLst>
              <a:ext uri="{FF2B5EF4-FFF2-40B4-BE49-F238E27FC236}">
                <a16:creationId xmlns:a16="http://schemas.microsoft.com/office/drawing/2014/main" id="{BFC42355-D1B9-4724-85D4-5219BF78C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671380" y="5382164"/>
            <a:ext cx="985119" cy="88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3486F9C5-1026-4D17-8BE1-FC0A9099B8C8}"/>
              </a:ext>
            </a:extLst>
          </p:cNvPr>
          <p:cNvGrpSpPr/>
          <p:nvPr/>
        </p:nvGrpSpPr>
        <p:grpSpPr>
          <a:xfrm>
            <a:off x="3643942" y="4369879"/>
            <a:ext cx="1136915" cy="784088"/>
            <a:chOff x="3730143" y="1165855"/>
            <a:chExt cx="852686" cy="824263"/>
          </a:xfrm>
        </p:grpSpPr>
        <p:pic>
          <p:nvPicPr>
            <p:cNvPr id="27" name="Picture 26" descr="Age Adjusted D-Dimer Testing - R.E.B.E.L. EM - Emergency ...">
              <a:extLst>
                <a:ext uri="{FF2B5EF4-FFF2-40B4-BE49-F238E27FC236}">
                  <a16:creationId xmlns:a16="http://schemas.microsoft.com/office/drawing/2014/main" id="{537FE4BB-4771-4728-A7BD-02A6D4B43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0143" y="1165855"/>
              <a:ext cx="852686" cy="824263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F8D9187-119B-4C1F-B0A9-1ED3B8C2133E}"/>
                </a:ext>
              </a:extLst>
            </p:cNvPr>
            <p:cNvSpPr txBox="1"/>
            <p:nvPr/>
          </p:nvSpPr>
          <p:spPr>
            <a:xfrm rot="21120449">
              <a:off x="3779821" y="1216893"/>
              <a:ext cx="704088" cy="61473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Plaintext A</a:t>
              </a:r>
              <a:endParaRPr lang="en-AU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D330284-7B4D-4D5F-8378-C376EF613DBC}"/>
              </a:ext>
            </a:extLst>
          </p:cNvPr>
          <p:cNvGrpSpPr/>
          <p:nvPr/>
        </p:nvGrpSpPr>
        <p:grpSpPr>
          <a:xfrm>
            <a:off x="5459136" y="4285566"/>
            <a:ext cx="1136915" cy="784088"/>
            <a:chOff x="3730143" y="1165855"/>
            <a:chExt cx="852686" cy="824263"/>
          </a:xfrm>
        </p:grpSpPr>
        <p:pic>
          <p:nvPicPr>
            <p:cNvPr id="30" name="Picture 29" descr="Age Adjusted D-Dimer Testing - R.E.B.E.L. EM - Emergency ...">
              <a:extLst>
                <a:ext uri="{FF2B5EF4-FFF2-40B4-BE49-F238E27FC236}">
                  <a16:creationId xmlns:a16="http://schemas.microsoft.com/office/drawing/2014/main" id="{6AB2464C-02F8-4C4C-84B3-9FD17CDCC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0143" y="1165855"/>
              <a:ext cx="852686" cy="82426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1A6146D-7E8F-43F3-B8DF-8451A57D2C98}"/>
                </a:ext>
              </a:extLst>
            </p:cNvPr>
            <p:cNvSpPr txBox="1"/>
            <p:nvPr/>
          </p:nvSpPr>
          <p:spPr>
            <a:xfrm rot="21120449">
              <a:off x="3779821" y="1216893"/>
              <a:ext cx="704088" cy="61473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Plaintext B</a:t>
              </a:r>
              <a:endParaRPr lang="en-AU" sz="1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C9EE012-5E94-45DF-854F-81F31F0C46B6}"/>
              </a:ext>
            </a:extLst>
          </p:cNvPr>
          <p:cNvSpPr/>
          <p:nvPr/>
        </p:nvSpPr>
        <p:spPr>
          <a:xfrm>
            <a:off x="4088836" y="3448526"/>
            <a:ext cx="2055904" cy="5637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HE Encryption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C06E5C7-FB33-4841-914C-49CB233B29F6}"/>
              </a:ext>
            </a:extLst>
          </p:cNvPr>
          <p:cNvGrpSpPr/>
          <p:nvPr/>
        </p:nvGrpSpPr>
        <p:grpSpPr>
          <a:xfrm>
            <a:off x="3460813" y="2480588"/>
            <a:ext cx="1393943" cy="817100"/>
            <a:chOff x="3702151" y="1165855"/>
            <a:chExt cx="1103877" cy="824263"/>
          </a:xfrm>
        </p:grpSpPr>
        <p:pic>
          <p:nvPicPr>
            <p:cNvPr id="35" name="Picture 34" descr="Age Adjusted D-Dimer Testing - R.E.B.E.L. EM - Emergency ...">
              <a:extLst>
                <a:ext uri="{FF2B5EF4-FFF2-40B4-BE49-F238E27FC236}">
                  <a16:creationId xmlns:a16="http://schemas.microsoft.com/office/drawing/2014/main" id="{339DE79C-2CC8-42D6-8AD4-24F56D7F1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2151" y="1165855"/>
              <a:ext cx="1103877" cy="82426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57C5C77-1396-47E5-B9CC-883A283B554D}"/>
                </a:ext>
              </a:extLst>
            </p:cNvPr>
            <p:cNvSpPr txBox="1"/>
            <p:nvPr/>
          </p:nvSpPr>
          <p:spPr>
            <a:xfrm rot="21120449">
              <a:off x="3778847" y="1291029"/>
              <a:ext cx="904662" cy="43858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Ciphertext E(A)</a:t>
              </a:r>
              <a:endParaRPr lang="en-AU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890A88E-F622-4B72-BAD8-E928CCA3F695}"/>
              </a:ext>
            </a:extLst>
          </p:cNvPr>
          <p:cNvGrpSpPr/>
          <p:nvPr/>
        </p:nvGrpSpPr>
        <p:grpSpPr>
          <a:xfrm>
            <a:off x="5459136" y="2424625"/>
            <a:ext cx="1343273" cy="817100"/>
            <a:chOff x="3702151" y="1165855"/>
            <a:chExt cx="1103877" cy="824263"/>
          </a:xfrm>
        </p:grpSpPr>
        <p:pic>
          <p:nvPicPr>
            <p:cNvPr id="38" name="Picture 37" descr="Age Adjusted D-Dimer Testing - R.E.B.E.L. EM - Emergency ...">
              <a:extLst>
                <a:ext uri="{FF2B5EF4-FFF2-40B4-BE49-F238E27FC236}">
                  <a16:creationId xmlns:a16="http://schemas.microsoft.com/office/drawing/2014/main" id="{F3CF2385-8EF7-4E81-9C06-3FD0A6AEB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2151" y="1165855"/>
              <a:ext cx="1103877" cy="82426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C93917C-36F1-411D-AA3F-818CC38887C3}"/>
                </a:ext>
              </a:extLst>
            </p:cNvPr>
            <p:cNvSpPr txBox="1"/>
            <p:nvPr/>
          </p:nvSpPr>
          <p:spPr>
            <a:xfrm rot="21120449">
              <a:off x="3778847" y="1215369"/>
              <a:ext cx="904662" cy="58990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Ciphertext E(B)</a:t>
              </a:r>
              <a:endParaRPr lang="en-AU" sz="16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A9CAE93-8124-4DC6-BC49-CCE2C6B0AE01}"/>
              </a:ext>
            </a:extLst>
          </p:cNvPr>
          <p:cNvCxnSpPr>
            <a:cxnSpLocks/>
            <a:endCxn id="32" idx="2"/>
          </p:cNvCxnSpPr>
          <p:nvPr/>
        </p:nvCxnSpPr>
        <p:spPr>
          <a:xfrm flipH="1" flipV="1">
            <a:off x="5116788" y="4012239"/>
            <a:ext cx="3208" cy="134212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1E0569C-994A-42FC-AED3-BDB99F146255}"/>
              </a:ext>
            </a:extLst>
          </p:cNvPr>
          <p:cNvSpPr/>
          <p:nvPr/>
        </p:nvSpPr>
        <p:spPr>
          <a:xfrm>
            <a:off x="353902" y="3493225"/>
            <a:ext cx="2726158" cy="5637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 Computing Request: </a:t>
            </a:r>
          </a:p>
          <a:p>
            <a:pPr algn="ctr"/>
            <a:r>
              <a:rPr lang="en-AU" sz="2000" dirty="0"/>
              <a:t>F()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BFC8ECE-A13F-4C17-9C36-CDAED9C64CC3}"/>
              </a:ext>
            </a:extLst>
          </p:cNvPr>
          <p:cNvSpPr/>
          <p:nvPr/>
        </p:nvSpPr>
        <p:spPr>
          <a:xfrm>
            <a:off x="7559278" y="2153666"/>
            <a:ext cx="2402919" cy="6338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Computed Result:</a:t>
            </a:r>
          </a:p>
          <a:p>
            <a:pPr algn="ctr"/>
            <a:r>
              <a:rPr lang="en-AU" sz="2000" dirty="0"/>
              <a:t>F(E(A), E(B))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502351A-1E72-42A1-BE3A-EF8AED28EFFA}"/>
              </a:ext>
            </a:extLst>
          </p:cNvPr>
          <p:cNvSpPr/>
          <p:nvPr/>
        </p:nvSpPr>
        <p:spPr>
          <a:xfrm>
            <a:off x="3958051" y="6165943"/>
            <a:ext cx="2402919" cy="6338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Alice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A350C9E-FA39-41E1-8EC0-A6B49D38E708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5116788" y="2160451"/>
            <a:ext cx="0" cy="12880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C89E0E24-38EA-4211-B020-5A973F17FD8E}"/>
              </a:ext>
            </a:extLst>
          </p:cNvPr>
          <p:cNvCxnSpPr>
            <a:cxnSpLocks/>
            <a:stCxn id="25" idx="3"/>
            <a:endCxn id="15" idx="2"/>
          </p:cNvCxnSpPr>
          <p:nvPr/>
        </p:nvCxnSpPr>
        <p:spPr>
          <a:xfrm rot="10800000">
            <a:off x="3731884" y="1471922"/>
            <a:ext cx="939496" cy="4352684"/>
          </a:xfrm>
          <a:prstGeom prst="bentConnector3">
            <a:avLst>
              <a:gd name="adj1" fmla="val 188843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C31E33C2-A9B5-42BA-8FCC-03D03F74B7DA}"/>
              </a:ext>
            </a:extLst>
          </p:cNvPr>
          <p:cNvCxnSpPr>
            <a:cxnSpLocks/>
            <a:stCxn id="15" idx="0"/>
            <a:endCxn id="70" idx="0"/>
          </p:cNvCxnSpPr>
          <p:nvPr/>
        </p:nvCxnSpPr>
        <p:spPr>
          <a:xfrm>
            <a:off x="6593657" y="1471922"/>
            <a:ext cx="1167294" cy="1959907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A39D6D30-376D-4948-BBC4-1762B371F786}"/>
              </a:ext>
            </a:extLst>
          </p:cNvPr>
          <p:cNvSpPr/>
          <p:nvPr/>
        </p:nvSpPr>
        <p:spPr>
          <a:xfrm>
            <a:off x="6732999" y="3431829"/>
            <a:ext cx="2055904" cy="5637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HE Decryption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C580327B-437E-4C1B-975E-C4CEF2263B58}"/>
              </a:ext>
            </a:extLst>
          </p:cNvPr>
          <p:cNvCxnSpPr>
            <a:cxnSpLocks/>
            <a:endCxn id="25" idx="1"/>
          </p:cNvCxnSpPr>
          <p:nvPr/>
        </p:nvCxnSpPr>
        <p:spPr>
          <a:xfrm rot="10800000" flipV="1">
            <a:off x="5656500" y="4043626"/>
            <a:ext cx="2112195" cy="1780980"/>
          </a:xfrm>
          <a:prstGeom prst="bentConnector3">
            <a:avLst>
              <a:gd name="adj1" fmla="val 524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4C3F2E2F-7B07-41BD-80D4-E81B5FF4AA8B}"/>
              </a:ext>
            </a:extLst>
          </p:cNvPr>
          <p:cNvSpPr/>
          <p:nvPr/>
        </p:nvSpPr>
        <p:spPr>
          <a:xfrm>
            <a:off x="7581170" y="4797443"/>
            <a:ext cx="3440692" cy="6338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Decrypted Computed Result:</a:t>
            </a:r>
          </a:p>
          <a:p>
            <a:pPr algn="ctr"/>
            <a:r>
              <a:rPr lang="en-AU" sz="2000" dirty="0"/>
              <a:t>D(F(E(A), E(B)))</a:t>
            </a:r>
          </a:p>
        </p:txBody>
      </p:sp>
      <p:sp>
        <p:nvSpPr>
          <p:cNvPr id="33" name="Equals 32">
            <a:extLst>
              <a:ext uri="{FF2B5EF4-FFF2-40B4-BE49-F238E27FC236}">
                <a16:creationId xmlns:a16="http://schemas.microsoft.com/office/drawing/2014/main" id="{256510AD-693C-4C48-98C2-3BE4271A899C}"/>
              </a:ext>
            </a:extLst>
          </p:cNvPr>
          <p:cNvSpPr/>
          <p:nvPr/>
        </p:nvSpPr>
        <p:spPr>
          <a:xfrm rot="16200000">
            <a:off x="8926696" y="5634020"/>
            <a:ext cx="482730" cy="36494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E80BFC-6430-44ED-BFCA-00BECC115F3C}"/>
              </a:ext>
            </a:extLst>
          </p:cNvPr>
          <p:cNvSpPr/>
          <p:nvPr/>
        </p:nvSpPr>
        <p:spPr>
          <a:xfrm>
            <a:off x="8419491" y="5985191"/>
            <a:ext cx="1497139" cy="5637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F(A, B)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A1D6EBE5-6A74-B2C1-A453-80866359B9F9}"/>
              </a:ext>
            </a:extLst>
          </p:cNvPr>
          <p:cNvSpPr/>
          <p:nvPr/>
        </p:nvSpPr>
        <p:spPr>
          <a:xfrm>
            <a:off x="5517157" y="114616"/>
            <a:ext cx="4221271" cy="5637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rgbClr val="0070C0"/>
                </a:solidFill>
              </a:rPr>
              <a:t>Scenario: Medical Diagnosis</a:t>
            </a:r>
          </a:p>
        </p:txBody>
      </p:sp>
      <p:pic>
        <p:nvPicPr>
          <p:cNvPr id="1026" name="Picture 2" descr="Medical record - Free healthcare and medical icons">
            <a:extLst>
              <a:ext uri="{FF2B5EF4-FFF2-40B4-BE49-F238E27FC236}">
                <a16:creationId xmlns:a16="http://schemas.microsoft.com/office/drawing/2014/main" id="{B2CC653C-ABD6-212E-8082-4112B3237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167" y="4907166"/>
            <a:ext cx="2007982" cy="2007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Medical record - Free healthcare and medical icons">
            <a:extLst>
              <a:ext uri="{FF2B5EF4-FFF2-40B4-BE49-F238E27FC236}">
                <a16:creationId xmlns:a16="http://schemas.microsoft.com/office/drawing/2014/main" id="{ECCC6BCC-0C23-59D3-114A-FD089A9D2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247" y="4971453"/>
            <a:ext cx="2007982" cy="2007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emium Vector | An icon symbolizing the principle of data minimization  featuring a lock incorporating data bars">
            <a:extLst>
              <a:ext uri="{FF2B5EF4-FFF2-40B4-BE49-F238E27FC236}">
                <a16:creationId xmlns:a16="http://schemas.microsoft.com/office/drawing/2014/main" id="{0A826DCB-9F33-A79A-5CB7-722F4EA0D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560" y="1886547"/>
            <a:ext cx="1002591" cy="100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remium Vector | An icon symbolizing the principle of data minimization  featuring a lock incorporating data bars">
            <a:extLst>
              <a:ext uri="{FF2B5EF4-FFF2-40B4-BE49-F238E27FC236}">
                <a16:creationId xmlns:a16="http://schemas.microsoft.com/office/drawing/2014/main" id="{F88B740E-C952-6D90-9DC0-878BB23CF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576" y="1274481"/>
            <a:ext cx="1002591" cy="100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393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92F4C-9678-3472-3F21-E14034290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ACC31-96BC-7013-EEC4-245832C2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245"/>
            <a:ext cx="10353762" cy="907473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F88A6-CCEC-EDF8-94FF-FAFA090B0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22" y="912669"/>
            <a:ext cx="11259155" cy="5155622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AU" dirty="0"/>
          </a:p>
          <a:p>
            <a:r>
              <a:rPr lang="en-AU" sz="2800" dirty="0"/>
              <a:t>Fully HE (FHE) </a:t>
            </a:r>
            <a:r>
              <a:rPr lang="en-US" sz="2800" dirty="0"/>
              <a:t>enables any computations to be performed on encrypted data, both addition and multiplication. An infinite number of times,</a:t>
            </a:r>
          </a:p>
          <a:p>
            <a:pPr lvl="1"/>
            <a:r>
              <a:rPr lang="en-US" sz="2800" dirty="0"/>
              <a:t>e.g., </a:t>
            </a:r>
            <a:r>
              <a:rPr lang="en-AU" sz="2800" dirty="0"/>
              <a:t>BGV (</a:t>
            </a:r>
            <a:r>
              <a:rPr lang="en-AU" sz="2800" dirty="0" err="1"/>
              <a:t>Brakerski</a:t>
            </a:r>
            <a:r>
              <a:rPr lang="en-AU" sz="2800" dirty="0"/>
              <a:t>-Gentry-</a:t>
            </a:r>
            <a:r>
              <a:rPr lang="en-AU" sz="2800" dirty="0" err="1"/>
              <a:t>Vaikuntanathan</a:t>
            </a:r>
            <a:r>
              <a:rPr lang="en-AU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344565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BB157-E879-EE05-4B73-3E5C4965C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F9D8-F38D-AA10-654A-10D096AE0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245"/>
            <a:ext cx="10353762" cy="907473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890C-8479-6D63-3062-C2EE005FA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22" y="912669"/>
            <a:ext cx="11259155" cy="5155622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AU" dirty="0"/>
          </a:p>
          <a:p>
            <a:r>
              <a:rPr lang="en-AU" sz="2800" dirty="0"/>
              <a:t>Fully HE (FHE) </a:t>
            </a:r>
            <a:r>
              <a:rPr lang="en-US" sz="2800" dirty="0"/>
              <a:t>enables any computations to be performed on encrypted data, both addition and multiplication. An infinite number of times,</a:t>
            </a:r>
          </a:p>
          <a:p>
            <a:pPr lvl="1"/>
            <a:r>
              <a:rPr lang="en-US" sz="2800" dirty="0"/>
              <a:t>e.g., </a:t>
            </a:r>
            <a:r>
              <a:rPr lang="en-AU" sz="2800" dirty="0"/>
              <a:t>BGV (</a:t>
            </a:r>
            <a:r>
              <a:rPr lang="en-AU" sz="2800" dirty="0" err="1"/>
              <a:t>Brakerski</a:t>
            </a:r>
            <a:r>
              <a:rPr lang="en-AU" sz="2800" dirty="0"/>
              <a:t>-Gentry-</a:t>
            </a:r>
            <a:r>
              <a:rPr lang="en-AU" sz="2800" dirty="0" err="1"/>
              <a:t>Vaikuntanathan</a:t>
            </a:r>
            <a:r>
              <a:rPr lang="en-AU" sz="2800" dirty="0"/>
              <a:t>)</a:t>
            </a:r>
          </a:p>
          <a:p>
            <a:r>
              <a:rPr lang="en-AU" sz="2800" dirty="0"/>
              <a:t>Partially HE (</a:t>
            </a:r>
            <a:r>
              <a:rPr lang="en-US" sz="2800" dirty="0"/>
              <a:t>PHE) enables one type of computations (either addition or multiplication) to be performed on encrypted data. </a:t>
            </a:r>
            <a:r>
              <a:rPr lang="en-US" altLang="zh-CN" sz="2800" dirty="0"/>
              <a:t>An infinite number of times. </a:t>
            </a:r>
          </a:p>
          <a:p>
            <a:pPr lvl="1"/>
            <a:r>
              <a:rPr lang="en-US" altLang="zh-CN" sz="2800" dirty="0"/>
              <a:t>e.g., RSA (</a:t>
            </a:r>
            <a:r>
              <a:rPr lang="en-AU" altLang="zh-CN" sz="2800" dirty="0"/>
              <a:t>homomorphic </a:t>
            </a:r>
            <a:r>
              <a:rPr lang="en-US" altLang="zh-CN" sz="2800" dirty="0"/>
              <a:t>multiplication)</a:t>
            </a:r>
          </a:p>
          <a:p>
            <a:pPr marL="810000" lvl="2" indent="0">
              <a:buNone/>
            </a:pPr>
            <a:r>
              <a:rPr lang="en-AU" altLang="zh-CN" sz="2800" dirty="0"/>
              <a:t>     </a:t>
            </a:r>
            <a:r>
              <a:rPr lang="en-AU" altLang="zh-CN" sz="2800" dirty="0" err="1"/>
              <a:t>Paillier</a:t>
            </a:r>
            <a:r>
              <a:rPr lang="en-AU" altLang="zh-CN" sz="2800" dirty="0"/>
              <a:t> (homomorphic </a:t>
            </a:r>
            <a:r>
              <a:rPr lang="en-US" altLang="zh-CN" sz="2800" dirty="0"/>
              <a:t>addition</a:t>
            </a:r>
            <a:r>
              <a:rPr lang="en-AU" altLang="zh-CN" sz="2800" dirty="0"/>
              <a:t>)</a:t>
            </a: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264318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BB20-9053-46B4-A5A2-8BC4C6B7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245"/>
            <a:ext cx="10353762" cy="907473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8432B-0C75-44A3-B311-3F262FB42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22" y="912669"/>
            <a:ext cx="11259155" cy="5155622"/>
          </a:xfrm>
        </p:spPr>
        <p:txBody>
          <a:bodyPr>
            <a:normAutofit fontScale="92500"/>
          </a:bodyPr>
          <a:lstStyle/>
          <a:p>
            <a:pPr marL="36900" indent="0">
              <a:buNone/>
            </a:pPr>
            <a:endParaRPr lang="en-AU" dirty="0"/>
          </a:p>
          <a:p>
            <a:r>
              <a:rPr lang="en-AU" sz="2800" dirty="0"/>
              <a:t>Fully HE (FHE) </a:t>
            </a:r>
            <a:r>
              <a:rPr lang="en-US" sz="2800" dirty="0"/>
              <a:t>enables any computations to be performed on encrypted data, both addition and multiplication. An infinite number of times,</a:t>
            </a:r>
          </a:p>
          <a:p>
            <a:pPr lvl="1"/>
            <a:r>
              <a:rPr lang="en-US" sz="2800" dirty="0"/>
              <a:t>e.g., </a:t>
            </a:r>
            <a:r>
              <a:rPr lang="en-AU" sz="2800" dirty="0"/>
              <a:t>BGV (</a:t>
            </a:r>
            <a:r>
              <a:rPr lang="en-AU" sz="2800" dirty="0" err="1"/>
              <a:t>Brakerski</a:t>
            </a:r>
            <a:r>
              <a:rPr lang="en-AU" sz="2800" dirty="0"/>
              <a:t>-Gentry-</a:t>
            </a:r>
            <a:r>
              <a:rPr lang="en-AU" sz="2800" dirty="0" err="1"/>
              <a:t>Vaikuntanathan</a:t>
            </a:r>
            <a:r>
              <a:rPr lang="en-AU" sz="2800" dirty="0"/>
              <a:t>)</a:t>
            </a:r>
          </a:p>
          <a:p>
            <a:r>
              <a:rPr lang="en-AU" sz="2800" dirty="0"/>
              <a:t>Partially HE (</a:t>
            </a:r>
            <a:r>
              <a:rPr lang="en-US" sz="2800" dirty="0"/>
              <a:t>PHE) enables one type of computations (either addition or multiplication) to be performed on encrypted data. </a:t>
            </a:r>
            <a:r>
              <a:rPr lang="en-US" altLang="zh-CN" sz="2800" dirty="0"/>
              <a:t>An infinite number of times. </a:t>
            </a:r>
          </a:p>
          <a:p>
            <a:pPr lvl="1"/>
            <a:r>
              <a:rPr lang="en-US" altLang="zh-CN" sz="2800" dirty="0"/>
              <a:t>e.g., RSA (</a:t>
            </a:r>
            <a:r>
              <a:rPr lang="en-AU" altLang="zh-CN" sz="2800" dirty="0"/>
              <a:t>homomorphic </a:t>
            </a:r>
            <a:r>
              <a:rPr lang="en-US" altLang="zh-CN" sz="2800" dirty="0"/>
              <a:t>multiplication)</a:t>
            </a:r>
          </a:p>
          <a:p>
            <a:pPr marL="810000" lvl="2" indent="0">
              <a:buNone/>
            </a:pPr>
            <a:r>
              <a:rPr lang="en-AU" altLang="zh-CN" sz="2800" dirty="0"/>
              <a:t>     </a:t>
            </a:r>
            <a:r>
              <a:rPr lang="en-AU" altLang="zh-CN" sz="2800" dirty="0" err="1"/>
              <a:t>Paillier</a:t>
            </a:r>
            <a:r>
              <a:rPr lang="en-AU" altLang="zh-CN" sz="2800" dirty="0"/>
              <a:t> (homomorphic </a:t>
            </a:r>
            <a:r>
              <a:rPr lang="en-US" altLang="zh-CN" sz="2800" dirty="0"/>
              <a:t>addition</a:t>
            </a:r>
            <a:r>
              <a:rPr lang="en-AU" altLang="zh-CN" sz="2800" dirty="0"/>
              <a:t>)</a:t>
            </a:r>
            <a:endParaRPr lang="en-US" altLang="zh-CN" sz="2600" dirty="0"/>
          </a:p>
          <a:p>
            <a:r>
              <a:rPr lang="en-US" sz="2800" dirty="0"/>
              <a:t>Somewhat HE (SHE) enables both addition and multiplication, but for a limited number of times</a:t>
            </a:r>
          </a:p>
        </p:txBody>
      </p:sp>
    </p:spTree>
    <p:extLst>
      <p:ext uri="{BB962C8B-B14F-4D97-AF65-F5344CB8AC3E}">
        <p14:creationId xmlns:p14="http://schemas.microsoft.com/office/powerpoint/2010/main" val="2500859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B2E5-ADE7-2C18-F6F9-E421CC98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1B83C4-B637-5F86-74FC-51C6D7285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446" y="50065"/>
            <a:ext cx="10353762" cy="995250"/>
          </a:xfrm>
        </p:spPr>
        <p:txBody>
          <a:bodyPr>
            <a:normAutofit/>
          </a:bodyPr>
          <a:lstStyle/>
          <a:p>
            <a:r>
              <a:rPr lang="en-AU" sz="3600" dirty="0"/>
              <a:t>RSA: Homomorphic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0239E97-758C-B126-035D-1F43E02B35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43742" y="1768615"/>
                <a:ext cx="2681745" cy="60528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8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AU" sz="28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8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EE46228-0CBA-4584-A268-EE13072AF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742" y="1768615"/>
                <a:ext cx="2681745" cy="6052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B21D31-A414-C587-9477-406318BCB22A}"/>
              </a:ext>
            </a:extLst>
          </p:cNvPr>
          <p:cNvCxnSpPr>
            <a:cxnSpLocks/>
          </p:cNvCxnSpPr>
          <p:nvPr/>
        </p:nvCxnSpPr>
        <p:spPr>
          <a:xfrm flipH="1">
            <a:off x="2690191" y="2841373"/>
            <a:ext cx="2935274" cy="22844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68B44E63-AB37-1A5A-F397-32A99739DB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6588" y="1088593"/>
                <a:ext cx="5996820" cy="76133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 )</m:t>
                    </m:r>
                  </m:oMath>
                </a14:m>
                <a:r>
                  <a:rPr lang="en-AU" sz="2400" dirty="0"/>
                  <a:t>: RSA encryption;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AU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 )</m:t>
                    </m:r>
                  </m:oMath>
                </a14:m>
                <a:r>
                  <a:rPr lang="en-AU" sz="2400" dirty="0"/>
                  <a:t>: RSA decryption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459C86B-E705-46A7-965A-F32321AFFF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588" y="1088593"/>
                <a:ext cx="5996820" cy="761336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9DA533B3-5BD2-4FD1-8D60-0B50BB3959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2345861"/>
                <a:ext cx="7020731" cy="76133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693A93-DA4C-4D2F-8247-85DD674B9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45861"/>
                <a:ext cx="7020731" cy="7613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58B5F131-1044-F01C-E3F2-5991D5383D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0648" y="5125802"/>
                <a:ext cx="7796194" cy="655543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AU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AU" sz="240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A12CAE69-394B-4B8A-A2A8-287D3F9F1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48" y="5125802"/>
                <a:ext cx="7796194" cy="6555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F7BE9C-78E8-D78E-ECD7-2A70B27A0A9A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207188" y="2071256"/>
            <a:ext cx="2836554" cy="3824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4A92968E-3ED5-85E7-0B94-69D06A02ED89}"/>
              </a:ext>
            </a:extLst>
          </p:cNvPr>
          <p:cNvSpPr/>
          <p:nvPr/>
        </p:nvSpPr>
        <p:spPr>
          <a:xfrm rot="16200000">
            <a:off x="2647670" y="1206631"/>
            <a:ext cx="386370" cy="3859855"/>
          </a:xfrm>
          <a:prstGeom prst="leftBrace">
            <a:avLst>
              <a:gd name="adj1" fmla="val 8333"/>
              <a:gd name="adj2" fmla="val 5144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21B7BC33-EAFC-10EC-29F7-AC20BABB59A9}"/>
              </a:ext>
            </a:extLst>
          </p:cNvPr>
          <p:cNvSpPr txBox="1">
            <a:spLocks/>
          </p:cNvSpPr>
          <p:nvPr/>
        </p:nvSpPr>
        <p:spPr>
          <a:xfrm>
            <a:off x="1103446" y="3320735"/>
            <a:ext cx="4038397" cy="4563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  <a:ea typeface="+mn-ea"/>
                <a:cs typeface="+mn-cs"/>
              </a:rPr>
              <a:t>Homomorphic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38731753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38AEF-D61C-0B51-1A79-CF0DCAC9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60FCDA-E7D9-C9E4-52A0-A6AF25F621F4}"/>
              </a:ext>
            </a:extLst>
          </p:cNvPr>
          <p:cNvSpPr txBox="1"/>
          <p:nvPr/>
        </p:nvSpPr>
        <p:spPr>
          <a:xfrm>
            <a:off x="1981201" y="274321"/>
            <a:ext cx="42386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RSA Algorithm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9F86B-31B1-B4BF-8FB4-8857D4B8655C}"/>
              </a:ext>
            </a:extLst>
          </p:cNvPr>
          <p:cNvSpPr txBox="1"/>
          <p:nvPr/>
        </p:nvSpPr>
        <p:spPr>
          <a:xfrm>
            <a:off x="1981201" y="1097280"/>
            <a:ext cx="785156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RSA Key Generation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Choose two primes: p, q</a:t>
            </a:r>
            <a:r>
              <a:rPr lang="en-US" sz="2000" dirty="0">
                <a:solidFill>
                  <a:srgbClr val="FFFFFF"/>
                </a:solidFill>
              </a:rPr>
              <a:t>, </a:t>
            </a:r>
            <a:r>
              <a:rPr lang="en-AU" altLang="zh-CN" sz="2000" dirty="0">
                <a:solidFill>
                  <a:srgbClr val="FFFFFF"/>
                </a:solidFill>
              </a:rPr>
              <a:t>The prime numbers need to be large so that they will be difficult for someone to figure out.</a:t>
            </a:r>
            <a:endParaRPr sz="2000" dirty="0">
              <a:solidFill>
                <a:srgbClr val="FFFFFF"/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Compute: n = p × q, φ(n) = (p − 1)(q − 1)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Choose public exponent e such that </a:t>
            </a:r>
            <a:r>
              <a:rPr lang="en-US" sz="2000" dirty="0"/>
              <a:t>e is co-prime to </a:t>
            </a:r>
            <a:r>
              <a:rPr sz="2000" dirty="0"/>
              <a:t>φ(n)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Compute private exponent d such that e × d ≡ 1 mod φ(n)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sz="2000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RSA Operations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Public key: (e, 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Private key: 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Encryption: c = </a:t>
            </a:r>
            <a:r>
              <a:rPr sz="2000" dirty="0" err="1"/>
              <a:t>m^e</a:t>
            </a:r>
            <a:r>
              <a:rPr sz="2000" dirty="0"/>
              <a:t> mod 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Decryption: m = </a:t>
            </a:r>
            <a:r>
              <a:rPr sz="2000" dirty="0" err="1"/>
              <a:t>c^d</a:t>
            </a:r>
            <a:r>
              <a:rPr sz="2000" dirty="0"/>
              <a:t> mod 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A2CF22-6AD4-CE88-CAE1-FB6FAE4E55BF}"/>
              </a:ext>
            </a:extLst>
          </p:cNvPr>
          <p:cNvSpPr txBox="1"/>
          <p:nvPr/>
        </p:nvSpPr>
        <p:spPr>
          <a:xfrm>
            <a:off x="2066045" y="5478530"/>
            <a:ext cx="7766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b="1" i="0" dirty="0">
                <a:effectLst/>
                <a:latin typeface="system-ui"/>
              </a:rPr>
              <a:t>Note:</a:t>
            </a:r>
            <a:r>
              <a:rPr lang="en-AU" altLang="zh-CN" b="0" i="0" dirty="0">
                <a:effectLst/>
                <a:latin typeface="system-ui"/>
              </a:rPr>
              <a:t> Two integers are co-prime if the only positive integer that divides them is 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50929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A731A-19A1-4311-57D1-8B7E276AE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FDDFE2-BDCB-855A-71C6-391622F8E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446" y="50065"/>
            <a:ext cx="10353762" cy="995250"/>
          </a:xfrm>
        </p:spPr>
        <p:txBody>
          <a:bodyPr>
            <a:normAutofit/>
          </a:bodyPr>
          <a:lstStyle/>
          <a:p>
            <a:r>
              <a:rPr lang="en-AU" sz="3600" dirty="0"/>
              <a:t>RSA: Homomorphic Multiplication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23BB6D-DCD9-3B20-9840-F985869CB85D}"/>
              </a:ext>
            </a:extLst>
          </p:cNvPr>
          <p:cNvSpPr txBox="1"/>
          <p:nvPr/>
        </p:nvSpPr>
        <p:spPr>
          <a:xfrm>
            <a:off x="840180" y="1051576"/>
            <a:ext cx="43137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RSA Setup:
- p = 3, q = 11 → n = 33
- </a:t>
            </a:r>
            <a:r>
              <a:rPr lang="el-GR" altLang="zh-CN" sz="1800" dirty="0"/>
              <a:t>φ(</a:t>
            </a:r>
            <a:r>
              <a:rPr lang="en-US" altLang="zh-CN" sz="1800" dirty="0"/>
              <a:t>n) = (p-1)(q-1) = 20
- e = 3, d = 7 (since 3×7 ≡ 1 mod 20)
- Public key: (n=33, e=3)
- Private key: d = 7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D9669B-2044-53BF-3605-3859B7F5AD94}"/>
              </a:ext>
            </a:extLst>
          </p:cNvPr>
          <p:cNvSpPr txBox="1"/>
          <p:nvPr/>
        </p:nvSpPr>
        <p:spPr>
          <a:xfrm>
            <a:off x="840180" y="3659073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zh-CN" sz="1800" dirty="0"/>
              <a:t>Encrypting Plaintexts:
- m₁ = 4 → c₁ = 4³ mod 33 = 64 mod 33 = 31
- m₂ = 5 → c₂ = 5³ mod 33 = 125 mod 33 = 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37556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9708B-324F-0490-9911-88831341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A23A7F-0F5B-F5A2-F498-C58AF596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446" y="50065"/>
            <a:ext cx="10353762" cy="995250"/>
          </a:xfrm>
        </p:spPr>
        <p:txBody>
          <a:bodyPr>
            <a:normAutofit/>
          </a:bodyPr>
          <a:lstStyle/>
          <a:p>
            <a:r>
              <a:rPr lang="en-AU" sz="3600" dirty="0"/>
              <a:t>RSA: Homomorphic Multiplication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BFA661-3465-85E9-2C7D-C0C288D3F8AC}"/>
              </a:ext>
            </a:extLst>
          </p:cNvPr>
          <p:cNvSpPr txBox="1"/>
          <p:nvPr/>
        </p:nvSpPr>
        <p:spPr>
          <a:xfrm>
            <a:off x="840180" y="1051576"/>
            <a:ext cx="43137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RSA Setup:
- p = 3, q = 11 → n = 33
- </a:t>
            </a:r>
            <a:r>
              <a:rPr lang="el-GR" altLang="zh-CN" sz="1800" dirty="0"/>
              <a:t>φ(</a:t>
            </a:r>
            <a:r>
              <a:rPr lang="en-US" altLang="zh-CN" sz="1800" dirty="0"/>
              <a:t>n) = (p-1)(q-1) = 20
- e = 3, d = 7 (since 3×7 ≡ 1 mod 20)
- Public key: (n=33, e=3)
- Private key: d = 7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46DFD4-8F1B-0943-C6F3-D6A231F010DC}"/>
              </a:ext>
            </a:extLst>
          </p:cNvPr>
          <p:cNvSpPr txBox="1"/>
          <p:nvPr/>
        </p:nvSpPr>
        <p:spPr>
          <a:xfrm>
            <a:off x="840180" y="3659073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zh-CN" sz="1800" dirty="0"/>
              <a:t>Encrypting Plaintexts:
- m₁ = 4 → c₁ = 4³ mod 33 = 64 mod 33 = 31
- m₂ = 5 → c₂ = 5³ mod 33 = 125 mod 33 = 26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7F1FAE-3F19-20E8-A498-6B4131693F8F}"/>
              </a:ext>
            </a:extLst>
          </p:cNvPr>
          <p:cNvSpPr txBox="1"/>
          <p:nvPr/>
        </p:nvSpPr>
        <p:spPr>
          <a:xfrm>
            <a:off x="5756563" y="1051576"/>
            <a:ext cx="6340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zh-CN" sz="1800" dirty="0"/>
              <a:t>Multiply Ciphertexts:
- c = c₁ × c₂ mod 33 = 31 × 26 mod 33 = 806 mod 33 = 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30356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6996A-DA78-D1D0-329F-3874E6EBF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7F69DA-ECA4-88B3-936F-EC2712A8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446" y="50065"/>
            <a:ext cx="10353762" cy="995250"/>
          </a:xfrm>
        </p:spPr>
        <p:txBody>
          <a:bodyPr>
            <a:normAutofit/>
          </a:bodyPr>
          <a:lstStyle/>
          <a:p>
            <a:r>
              <a:rPr lang="en-AU" sz="3600" dirty="0"/>
              <a:t>RSA: Homomorphic Multiplication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A912F7-E06C-9188-2F0E-B3BF3936E8B5}"/>
              </a:ext>
            </a:extLst>
          </p:cNvPr>
          <p:cNvSpPr txBox="1"/>
          <p:nvPr/>
        </p:nvSpPr>
        <p:spPr>
          <a:xfrm>
            <a:off x="840180" y="1051576"/>
            <a:ext cx="43137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RSA Setup:
- p = 3, q = 11 → n = 33
- </a:t>
            </a:r>
            <a:r>
              <a:rPr lang="el-GR" altLang="zh-CN" sz="1800" dirty="0"/>
              <a:t>φ(</a:t>
            </a:r>
            <a:r>
              <a:rPr lang="en-US" altLang="zh-CN" sz="1800" dirty="0"/>
              <a:t>n) = (p-1)(q-1) = 20
- e = 3, d = 7 (since 3×7 ≡ 1 mod 20)
- Public key: (n=33, e=3)
- Private key: d = 7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59E661-5347-E4E7-CEF8-19D073F89C27}"/>
              </a:ext>
            </a:extLst>
          </p:cNvPr>
          <p:cNvSpPr txBox="1"/>
          <p:nvPr/>
        </p:nvSpPr>
        <p:spPr>
          <a:xfrm>
            <a:off x="840180" y="3659073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zh-CN" sz="1800" dirty="0"/>
              <a:t>Encrypting Plaintexts:
- m₁ = 4 → c₁ = 4³ mod 33 = 64 mod 33 = 31
- m₂ = 5 → c₂ = 5³ mod 33 = 125 mod 33 = 26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B19510-7ECB-0CB4-2F3E-8CBA0EC79C36}"/>
              </a:ext>
            </a:extLst>
          </p:cNvPr>
          <p:cNvSpPr txBox="1"/>
          <p:nvPr/>
        </p:nvSpPr>
        <p:spPr>
          <a:xfrm>
            <a:off x="5756563" y="1051576"/>
            <a:ext cx="6340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zh-CN" sz="1800" dirty="0"/>
              <a:t>Multiply Ciphertexts:
- c = c₁ × c₂ mod 33 = 31 × 26 mod 33 = 806 mod 33 = 14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9A7419-79CA-EDB6-64E9-B9280288816D}"/>
              </a:ext>
            </a:extLst>
          </p:cNvPr>
          <p:cNvSpPr txBox="1"/>
          <p:nvPr/>
        </p:nvSpPr>
        <p:spPr>
          <a:xfrm>
            <a:off x="5756563" y="2122473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sz="1800" dirty="0"/>
              <a:t>Decrypt Result:
- c = 14 → m = 14⁷ mod 33 = </a:t>
            </a:r>
            <a:r>
              <a:rPr lang="en-AU" altLang="zh-CN" sz="1800" dirty="0">
                <a:solidFill>
                  <a:srgbClr val="FF0000"/>
                </a:solidFill>
              </a:rPr>
              <a:t>20</a:t>
            </a:r>
            <a:r>
              <a:rPr lang="en-AU" altLang="zh-CN" sz="1800" dirty="0"/>
              <a:t>
- Expected: </a:t>
            </a:r>
            <a:r>
              <a:rPr lang="en-AU" altLang="zh-CN" sz="1800" dirty="0">
                <a:solidFill>
                  <a:srgbClr val="FF0000"/>
                </a:solidFill>
              </a:rPr>
              <a:t>4 × 5 = 20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8570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03446" y="50065"/>
            <a:ext cx="10353762" cy="995250"/>
          </a:xfrm>
        </p:spPr>
        <p:txBody>
          <a:bodyPr>
            <a:normAutofit/>
          </a:bodyPr>
          <a:lstStyle/>
          <a:p>
            <a:r>
              <a:rPr lang="en-AU" sz="3600" dirty="0"/>
              <a:t>RSA: Homomorphic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EE46228-0CBA-4584-A268-EE13072AFE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43742" y="1768615"/>
                <a:ext cx="2681745" cy="60528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8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AU" sz="28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8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EE46228-0CBA-4584-A268-EE13072AF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742" y="1768615"/>
                <a:ext cx="2681745" cy="6052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26D652-CA89-4C22-95D9-F3651ECCCBE8}"/>
              </a:ext>
            </a:extLst>
          </p:cNvPr>
          <p:cNvCxnSpPr>
            <a:cxnSpLocks/>
          </p:cNvCxnSpPr>
          <p:nvPr/>
        </p:nvCxnSpPr>
        <p:spPr>
          <a:xfrm flipH="1">
            <a:off x="2690191" y="2841373"/>
            <a:ext cx="2935274" cy="22844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459C86B-E705-46A7-965A-F32321AFFF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6588" y="1088593"/>
                <a:ext cx="5996820" cy="76133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 )</m:t>
                    </m:r>
                  </m:oMath>
                </a14:m>
                <a:r>
                  <a:rPr lang="en-AU" sz="2400" dirty="0"/>
                  <a:t>: RSA encryption;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AU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 )</m:t>
                    </m:r>
                  </m:oMath>
                </a14:m>
                <a:r>
                  <a:rPr lang="en-AU" sz="2400" dirty="0"/>
                  <a:t>: RSA decryption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459C86B-E705-46A7-965A-F32321AFFF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588" y="1088593"/>
                <a:ext cx="5996820" cy="761336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693A93-DA4C-4D2F-8247-85DD674B96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2345861"/>
                <a:ext cx="7020731" cy="76133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693A93-DA4C-4D2F-8247-85DD674B9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45861"/>
                <a:ext cx="7020731" cy="7613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A12CAE69-394B-4B8A-A2A8-287D3F9F12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0648" y="5125802"/>
                <a:ext cx="7796194" cy="655543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AU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AU" sz="240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A12CAE69-394B-4B8A-A2A8-287D3F9F1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48" y="5125802"/>
                <a:ext cx="7796194" cy="6555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1E62B63-A077-4158-BD75-E902D7703D7D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207188" y="2071256"/>
            <a:ext cx="2836554" cy="3824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12BE9540-CA25-470C-B16A-CD7CB8F46942}"/>
              </a:ext>
            </a:extLst>
          </p:cNvPr>
          <p:cNvSpPr/>
          <p:nvPr/>
        </p:nvSpPr>
        <p:spPr>
          <a:xfrm rot="16200000">
            <a:off x="2647670" y="1206631"/>
            <a:ext cx="386370" cy="3859855"/>
          </a:xfrm>
          <a:prstGeom prst="leftBrace">
            <a:avLst>
              <a:gd name="adj1" fmla="val 8333"/>
              <a:gd name="adj2" fmla="val 5144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D53EFD9-2F7C-44AE-A39F-33F85C69A87C}"/>
              </a:ext>
            </a:extLst>
          </p:cNvPr>
          <p:cNvSpPr txBox="1">
            <a:spLocks/>
          </p:cNvSpPr>
          <p:nvPr/>
        </p:nvSpPr>
        <p:spPr>
          <a:xfrm>
            <a:off x="1103446" y="3320735"/>
            <a:ext cx="4038397" cy="4563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  <a:ea typeface="+mn-ea"/>
                <a:cs typeface="+mn-cs"/>
              </a:rPr>
              <a:t>Homomorphic Multiplication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9DDA4A-8875-7E4B-9738-23CBB0B55D18}"/>
              </a:ext>
            </a:extLst>
          </p:cNvPr>
          <p:cNvSpPr txBox="1"/>
          <p:nvPr/>
        </p:nvSpPr>
        <p:spPr>
          <a:xfrm>
            <a:off x="6280327" y="6216134"/>
            <a:ext cx="611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https://asecuritysite.com/encryption/hom_rsa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E1052F1-432D-C819-7A15-AFF6192AAB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470" y="831216"/>
            <a:ext cx="11326806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702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03446" y="50065"/>
            <a:ext cx="10353762" cy="995250"/>
          </a:xfrm>
        </p:spPr>
        <p:txBody>
          <a:bodyPr>
            <a:normAutofit/>
          </a:bodyPr>
          <a:lstStyle/>
          <a:p>
            <a:r>
              <a:rPr lang="en-AU" sz="3600" dirty="0" err="1"/>
              <a:t>Paillier</a:t>
            </a:r>
            <a:r>
              <a:rPr lang="en-AU" sz="3600" dirty="0"/>
              <a:t>: Homomorphic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0E200BC-7A10-4D36-8671-1734172116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612" y="1290188"/>
                <a:ext cx="7626528" cy="76133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 )</m:t>
                    </m:r>
                  </m:oMath>
                </a14:m>
                <a:r>
                  <a:rPr lang="en-AU" sz="2400" dirty="0"/>
                  <a:t>: Paillier encryption;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AU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 )</m:t>
                    </m:r>
                  </m:oMath>
                </a14:m>
                <a:r>
                  <a:rPr lang="en-AU" sz="2400" dirty="0"/>
                  <a:t>: Paillier decryption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0E200BC-7A10-4D36-8671-173417211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612" y="1290188"/>
                <a:ext cx="7626528" cy="76133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26D652-CA89-4C22-95D9-F3651ECCCBE8}"/>
              </a:ext>
            </a:extLst>
          </p:cNvPr>
          <p:cNvCxnSpPr>
            <a:cxnSpLocks/>
          </p:cNvCxnSpPr>
          <p:nvPr/>
        </p:nvCxnSpPr>
        <p:spPr>
          <a:xfrm flipH="1">
            <a:off x="3101009" y="3557971"/>
            <a:ext cx="4648408" cy="18578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2603A11-F84B-416E-9349-7ADA30DF5E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9312" y="5340414"/>
                <a:ext cx="9109635" cy="655543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AU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AU" sz="2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AU" sz="2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 ∗</m:t>
                      </m:r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))</m:t>
                      </m:r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2603A11-F84B-416E-9349-7ADA30DF5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312" y="5340414"/>
                <a:ext cx="9109635" cy="6555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61A8ABD8-F784-4E88-BE07-C61BE5A48F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49416" y="1745214"/>
                <a:ext cx="3024601" cy="99525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AU" sz="2400" i="1" dirty="0"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690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690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AU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61A8ABD8-F784-4E88-BE07-C61BE5A48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416" y="1745214"/>
                <a:ext cx="3024601" cy="9952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C617C256-7532-41C2-AEFB-CFF72581C6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612" y="2961306"/>
                <a:ext cx="8322353" cy="76133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90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AU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AU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C617C256-7532-41C2-AEFB-CFF72581C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12" y="2961306"/>
                <a:ext cx="8322353" cy="7613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981780-5660-403B-B268-BE404D03D3E7}"/>
              </a:ext>
            </a:extLst>
          </p:cNvPr>
          <p:cNvCxnSpPr>
            <a:cxnSpLocks/>
          </p:cNvCxnSpPr>
          <p:nvPr/>
        </p:nvCxnSpPr>
        <p:spPr>
          <a:xfrm flipH="1">
            <a:off x="5331975" y="2272365"/>
            <a:ext cx="2774165" cy="6889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3">
            <a:extLst>
              <a:ext uri="{FF2B5EF4-FFF2-40B4-BE49-F238E27FC236}">
                <a16:creationId xmlns:a16="http://schemas.microsoft.com/office/drawing/2014/main" id="{16CD6393-9415-4132-811E-6F54CB1F73E6}"/>
              </a:ext>
            </a:extLst>
          </p:cNvPr>
          <p:cNvSpPr txBox="1">
            <a:spLocks/>
          </p:cNvSpPr>
          <p:nvPr/>
        </p:nvSpPr>
        <p:spPr>
          <a:xfrm>
            <a:off x="1855304" y="3975016"/>
            <a:ext cx="4240696" cy="6371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  <a:ea typeface="+mn-ea"/>
                <a:cs typeface="+mn-cs"/>
              </a:rPr>
              <a:t>Homomorphic Addition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A3235588-AE24-4319-945E-F1C19FF4F46B}"/>
              </a:ext>
            </a:extLst>
          </p:cNvPr>
          <p:cNvSpPr/>
          <p:nvPr/>
        </p:nvSpPr>
        <p:spPr>
          <a:xfrm rot="16200000">
            <a:off x="3551281" y="881602"/>
            <a:ext cx="386370" cy="5816257"/>
          </a:xfrm>
          <a:prstGeom prst="leftBrace">
            <a:avLst>
              <a:gd name="adj1" fmla="val 8333"/>
              <a:gd name="adj2" fmla="val 5144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FD68E7-B112-0950-7061-23E1DAA2BFC2}"/>
              </a:ext>
            </a:extLst>
          </p:cNvPr>
          <p:cNvSpPr txBox="1"/>
          <p:nvPr/>
        </p:nvSpPr>
        <p:spPr>
          <a:xfrm>
            <a:off x="8801965" y="835633"/>
            <a:ext cx="3217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sz="2400" b="0" i="0" dirty="0">
                <a:effectLst/>
                <a:latin typeface="Arial" panose="020B0604020202020204" pitchFamily="34" charset="0"/>
              </a:rPr>
              <a:t>Pascal </a:t>
            </a:r>
            <a:r>
              <a:rPr lang="en-AU" altLang="zh-CN" sz="2400" b="0" i="0" dirty="0" err="1">
                <a:effectLst/>
                <a:latin typeface="Arial" panose="020B0604020202020204" pitchFamily="34" charset="0"/>
              </a:rPr>
              <a:t>Paillier</a:t>
            </a:r>
            <a:r>
              <a:rPr lang="en-AU" altLang="zh-CN" sz="2400" b="0" i="0" dirty="0">
                <a:effectLst/>
                <a:latin typeface="Arial" panose="020B0604020202020204" pitchFamily="34" charset="0"/>
              </a:rPr>
              <a:t> in 1999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E07CA5-27F2-D759-E0AD-D1175E7AAD1E}"/>
              </a:ext>
            </a:extLst>
          </p:cNvPr>
          <p:cNvSpPr txBox="1"/>
          <p:nvPr/>
        </p:nvSpPr>
        <p:spPr>
          <a:xfrm>
            <a:off x="637407" y="6022367"/>
            <a:ext cx="112858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When two ciphertexts are multiplied, the result decrypts to the sum of their plaintexts</a:t>
            </a:r>
            <a:endParaRPr lang="zh-CN" alt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F9847D-CE5A-797C-AB77-EF426B4C7093}"/>
              </a:ext>
            </a:extLst>
          </p:cNvPr>
          <p:cNvSpPr txBox="1"/>
          <p:nvPr/>
        </p:nvSpPr>
        <p:spPr>
          <a:xfrm>
            <a:off x="3603606" y="6466952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https://asecuritysite.com/homomorphic/pal</a:t>
            </a:r>
          </a:p>
        </p:txBody>
      </p:sp>
    </p:spTree>
    <p:extLst>
      <p:ext uri="{BB962C8B-B14F-4D97-AF65-F5344CB8AC3E}">
        <p14:creationId xmlns:p14="http://schemas.microsoft.com/office/powerpoint/2010/main" val="25531357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46DB-0610-4041-9618-49392CAE3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795" y="55033"/>
            <a:ext cx="10353762" cy="1011768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1A595-FD10-4DD1-AAB9-056A05396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84" y="1395132"/>
            <a:ext cx="10353762" cy="3714749"/>
          </a:xfrm>
        </p:spPr>
        <p:txBody>
          <a:bodyPr/>
          <a:lstStyle/>
          <a:p>
            <a:r>
              <a:rPr lang="en-AU" sz="2800" dirty="0"/>
              <a:t>What are the pros and cons of HE?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79212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46DB-0610-4041-9618-49392CAE3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795" y="61508"/>
            <a:ext cx="10353762" cy="805579"/>
          </a:xfrm>
        </p:spPr>
        <p:txBody>
          <a:bodyPr/>
          <a:lstStyle/>
          <a:p>
            <a:r>
              <a:rPr lang="en-AU" dirty="0"/>
              <a:t>Homomorphic Encryption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8BF67-CA64-463A-9676-70B9E0670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62" y="1047626"/>
            <a:ext cx="11260275" cy="5026603"/>
          </a:xfrm>
        </p:spPr>
        <p:txBody>
          <a:bodyPr>
            <a:normAutofit/>
          </a:bodyPr>
          <a:lstStyle/>
          <a:p>
            <a:r>
              <a:rPr lang="en-AU" sz="2600" dirty="0"/>
              <a:t>What are the pros and cons of HE?</a:t>
            </a:r>
          </a:p>
          <a:p>
            <a:r>
              <a:rPr lang="en-AU" sz="2600" dirty="0">
                <a:solidFill>
                  <a:srgbClr val="FF0000"/>
                </a:solidFill>
              </a:rPr>
              <a:t>Pros</a:t>
            </a:r>
            <a:r>
              <a:rPr lang="en-AU" sz="2600" dirty="0"/>
              <a:t>:</a:t>
            </a:r>
          </a:p>
          <a:p>
            <a:pPr lvl="1"/>
            <a:r>
              <a:rPr lang="en-US" sz="2600" dirty="0"/>
              <a:t>HE allows computation on encrypted data, ensuring data privacy.</a:t>
            </a:r>
          </a:p>
          <a:p>
            <a:pPr lvl="1"/>
            <a:r>
              <a:rPr lang="en-US" sz="2600" dirty="0"/>
              <a:t>HE is versatile as it can be used for many privacy-preserving tasks (e.g., Deep Learning model training or inference).</a:t>
            </a:r>
          </a:p>
          <a:p>
            <a:r>
              <a:rPr lang="en-AU" sz="2600" dirty="0">
                <a:solidFill>
                  <a:srgbClr val="FF0000"/>
                </a:solidFill>
              </a:rPr>
              <a:t>Cons</a:t>
            </a:r>
            <a:r>
              <a:rPr lang="en-AU" sz="2600" dirty="0"/>
              <a:t>:</a:t>
            </a:r>
          </a:p>
          <a:p>
            <a:pPr lvl="1"/>
            <a:r>
              <a:rPr lang="en-US" sz="2600" dirty="0"/>
              <a:t>HE is computationally expensive, and the computational overhead increases with the complexity of the computation.</a:t>
            </a:r>
          </a:p>
          <a:p>
            <a:pPr marL="450000" lvl="1" indent="0">
              <a:buNone/>
            </a:pPr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pPr lvl="1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90623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457201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sz="3600" dirty="0"/>
              <a:t> </a:t>
            </a:r>
            <a:r>
              <a:rPr lang="en-US" sz="3600" dirty="0"/>
              <a:t>    </a:t>
            </a:r>
            <a:r>
              <a:rPr sz="3600" dirty="0"/>
              <a:t>What is a Side-Channel Attack?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Cryptography ≠ Always Safe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Strong algorithms can be broken by watching how they run!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457201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600" dirty="0"/>
              <a:t>	</a:t>
            </a:r>
            <a:r>
              <a:rPr sz="3600" dirty="0"/>
              <a:t>What is a Side-Channel Attack?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Doesn't break the algorithm directly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Collects indirect clues (side channels) from a running device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457200"/>
            <a:ext cx="82296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600" dirty="0"/>
              <a:t>	</a:t>
            </a:r>
            <a:r>
              <a:rPr sz="3600" dirty="0"/>
              <a:t>Examples of Side Channels: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⏱️ Timing: How long operations take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🔌 Power usage: How much power is drawn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🔊 Sound: Noise from hardware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🌡️ Heat: Temperature changes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💡 EM emissions: Tiny electromagnetic leaks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457200"/>
            <a:ext cx="8229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600" dirty="0"/>
              <a:t>	</a:t>
            </a:r>
            <a:r>
              <a:rPr sz="3600" dirty="0"/>
              <a:t>How Does it Leak a Secret Key?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1. Encryption uses the key to scramble data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2. Attacker watches timing/power patterns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3. Repeats with different inputs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4. Uses patterns to guess parts of the key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67199" y="2644402"/>
            <a:ext cx="2695699" cy="26505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Thermal Imaging</a:t>
            </a:r>
            <a:endParaRPr sz="2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1200" y="457200"/>
            <a:ext cx="8229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600" dirty="0"/>
              <a:t>	</a:t>
            </a:r>
            <a:r>
              <a:rPr sz="3600" dirty="0"/>
              <a:t>Real-World </a:t>
            </a:r>
            <a:r>
              <a:rPr lang="en-US" sz="3600" dirty="0"/>
              <a:t>Example</a:t>
            </a:r>
            <a:r>
              <a:rPr sz="3600" dirty="0"/>
              <a:t>: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Watching someone enter a PIN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Can’t see the numbers, but hears clicks or sees movement</a:t>
            </a:r>
            <a:r>
              <a:rPr lang="en-US" sz="2400" dirty="0"/>
              <a:t> (e.g., shoulder surfing attack)</a:t>
            </a:r>
            <a:endParaRPr sz="2400" dirty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Eventually, </a:t>
            </a:r>
            <a:r>
              <a:rPr lang="en-US" altLang="zh-CN" sz="2400" dirty="0"/>
              <a:t>they figure it out!</a:t>
            </a:r>
            <a:endParaRPr sz="2400" dirty="0"/>
          </a:p>
        </p:txBody>
      </p:sp>
      <p:pic>
        <p:nvPicPr>
          <p:cNvPr id="3074" name="Picture 2" descr="Heatmap">
            <a:extLst>
              <a:ext uri="{FF2B5EF4-FFF2-40B4-BE49-F238E27FC236}">
                <a16:creationId xmlns:a16="http://schemas.microsoft.com/office/drawing/2014/main" id="{97550A55-88EB-DAFD-4814-F8607BFDC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815" y="3069200"/>
            <a:ext cx="8705214" cy="2941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3FDC4BD-9DA2-1C58-CC32-B8279D6976AD}"/>
              </a:ext>
            </a:extLst>
          </p:cNvPr>
          <p:cNvSpPr txBox="1"/>
          <p:nvPr/>
        </p:nvSpPr>
        <p:spPr>
          <a:xfrm>
            <a:off x="1341912" y="6150857"/>
            <a:ext cx="101059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Mowery, Keaton, Sarah Meiklejohn, and Stefan Savage. "Heat of the moment: Characterizing the efficacy of thermal {Camera-Based} attacks." In 5th USENIX Workshop on Offensive Technologies (WOOT 11). 2011.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F1C8-D3F7-DC84-10FA-088F49DAB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01DA8B-EA7A-A9B7-304E-3DD69AE8286B}"/>
              </a:ext>
            </a:extLst>
          </p:cNvPr>
          <p:cNvSpPr txBox="1"/>
          <p:nvPr/>
        </p:nvSpPr>
        <p:spPr>
          <a:xfrm>
            <a:off x="1981200" y="457200"/>
            <a:ext cx="8229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600" dirty="0"/>
              <a:t>	</a:t>
            </a:r>
            <a:r>
              <a:rPr sz="3600" dirty="0"/>
              <a:t>Real-World </a:t>
            </a:r>
            <a:r>
              <a:rPr lang="en-US" sz="3600" dirty="0"/>
              <a:t>Example</a:t>
            </a:r>
            <a:r>
              <a:rPr sz="3600" dirty="0"/>
              <a:t>: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Watching someone enter a PIN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Can’t see the numbers, but hears clicks or sees movement</a:t>
            </a:r>
            <a:r>
              <a:rPr lang="en-US" sz="2400" dirty="0"/>
              <a:t> (e.g., shoulder surfing attack)</a:t>
            </a:r>
            <a:endParaRPr sz="2400" dirty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Eventually, </a:t>
            </a:r>
            <a:r>
              <a:rPr lang="en-US" altLang="zh-CN" sz="2400" dirty="0"/>
              <a:t>they figure it out!</a:t>
            </a:r>
            <a:endParaRPr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B42991-A805-B03A-5281-3414DC8EAB1F}"/>
              </a:ext>
            </a:extLst>
          </p:cNvPr>
          <p:cNvSpPr txBox="1"/>
          <p:nvPr/>
        </p:nvSpPr>
        <p:spPr>
          <a:xfrm>
            <a:off x="2419596" y="6211669"/>
            <a:ext cx="8229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https://www.theinvestigators.co.nz/news/thieves-can-steal-your-smartphone-pin-code-in-seconds-using-thermal-cameras</a:t>
            </a:r>
          </a:p>
        </p:txBody>
      </p:sp>
      <p:pic>
        <p:nvPicPr>
          <p:cNvPr id="6148" name="Picture 4" descr="Android users who use a finger-drawn pattern (pictured) to unlock their phone are the highest risk of falling victim to this new scam, scientists have revealed">
            <a:extLst>
              <a:ext uri="{FF2B5EF4-FFF2-40B4-BE49-F238E27FC236}">
                <a16:creationId xmlns:a16="http://schemas.microsoft.com/office/drawing/2014/main" id="{3B2DE73F-EDF4-B11D-EDF9-E2D3F6702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473" y="2535034"/>
            <a:ext cx="5291570" cy="372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2212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457201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600" dirty="0"/>
              <a:t>	</a:t>
            </a:r>
            <a:r>
              <a:rPr sz="3600" dirty="0"/>
              <a:t>Takeaway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Side-channel attacks exploit leaks in the real world,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400" dirty="0"/>
              <a:t>Not just flaws in the math!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42386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RSA Algorithm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097280"/>
            <a:ext cx="785156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RSA Key Generation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Choose two primes: p, q</a:t>
            </a:r>
            <a:r>
              <a:rPr lang="en-US" sz="2000" dirty="0">
                <a:solidFill>
                  <a:srgbClr val="FFFFFF"/>
                </a:solidFill>
              </a:rPr>
              <a:t>, </a:t>
            </a:r>
            <a:r>
              <a:rPr lang="en-AU" altLang="zh-CN" sz="2000" dirty="0">
                <a:solidFill>
                  <a:srgbClr val="FFFFFF"/>
                </a:solidFill>
              </a:rPr>
              <a:t>The prime numbers need to be large so that they will be difficult for someone to figure out.</a:t>
            </a:r>
            <a:endParaRPr sz="2000" dirty="0">
              <a:solidFill>
                <a:srgbClr val="FFFFFF"/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Compute: n = p × q, φ(n) = (p − 1)(q − 1)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Choose public exponent e such that </a:t>
            </a:r>
            <a:r>
              <a:rPr lang="en-US" sz="2000" dirty="0"/>
              <a:t>e is co-prime to </a:t>
            </a:r>
            <a:r>
              <a:rPr sz="2000" dirty="0"/>
              <a:t>φ(n)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Compute private exponent d such that e × d ≡ 1 mod φ(n)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sz="2000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RSA Operations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Public key: (e, 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Private key: 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Encryption: c = </a:t>
            </a:r>
            <a:r>
              <a:rPr sz="2000" dirty="0" err="1"/>
              <a:t>m^e</a:t>
            </a:r>
            <a:r>
              <a:rPr sz="2000" dirty="0"/>
              <a:t> mod 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Decryption: m = </a:t>
            </a:r>
            <a:r>
              <a:rPr sz="2000" dirty="0" err="1"/>
              <a:t>c^d</a:t>
            </a:r>
            <a:r>
              <a:rPr sz="2000" dirty="0"/>
              <a:t> mod 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E5B41C-8DE3-E978-E0A1-0F199B02A137}"/>
              </a:ext>
            </a:extLst>
          </p:cNvPr>
          <p:cNvSpPr txBox="1"/>
          <p:nvPr/>
        </p:nvSpPr>
        <p:spPr>
          <a:xfrm>
            <a:off x="2066045" y="5478530"/>
            <a:ext cx="7766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b="1" i="0" dirty="0">
                <a:effectLst/>
                <a:latin typeface="system-ui"/>
              </a:rPr>
              <a:t>Note:</a:t>
            </a:r>
            <a:r>
              <a:rPr lang="en-AU" altLang="zh-CN" b="0" i="0" dirty="0">
                <a:effectLst/>
                <a:latin typeface="system-ui"/>
              </a:rPr>
              <a:t> Two integers are co-prime if the only positive integer that divides them is 1</a:t>
            </a:r>
            <a:endParaRPr lang="zh-CN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50529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RSA Example (Tiny Numbers)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097280"/>
            <a:ext cx="5194051" cy="2523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Example RSA Setup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 = 3, q = 11 → n = 33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φ(n) = (3 − 1)(11 − 1) = 2 × 10 = 20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Choose e = 3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Find d such that 3 × d ≡ 1 mod 20 → d = 7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Public key: (3, 33)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Private key: 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87366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 dirty="0"/>
              <a:t>Encryption &amp; Decryption with </a:t>
            </a:r>
            <a:r>
              <a:rPr sz="3200" dirty="0">
                <a:solidFill>
                  <a:srgbClr val="FF0000"/>
                </a:solidFill>
              </a:rPr>
              <a:t>Square-and-Multiply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17916" y="1465580"/>
            <a:ext cx="3413114" cy="40010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Example 1: </a:t>
            </a:r>
            <a:endParaRPr lang="en-US" sz="20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2000" dirty="0"/>
              <a:t>m = 4, c</a:t>
            </a:r>
            <a:r>
              <a:rPr lang="zh-CN" altLang="en-US" sz="2000" dirty="0"/>
              <a:t> → </a:t>
            </a:r>
            <a:r>
              <a:rPr lang="en-US" altLang="zh-CN" sz="2000" dirty="0"/>
              <a:t>4^3 % 33 = 31</a:t>
            </a:r>
            <a:endParaRPr lang="en-US" sz="20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d = 7 → Binary = 111</a:t>
            </a:r>
            <a:endParaRPr lang="en-US" sz="2000" dirty="0"/>
          </a:p>
          <a:p>
            <a:pPr>
              <a:defRPr sz="1800">
                <a:solidFill>
                  <a:srgbClr val="FFFFFF"/>
                </a:solidFill>
              </a:defRPr>
            </a:pPr>
            <a:endParaRPr lang="en-US" sz="20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1. </a:t>
            </a:r>
            <a:r>
              <a:rPr lang="en-US" sz="2000" dirty="0"/>
              <a:t>Initial </a:t>
            </a:r>
            <a:r>
              <a:rPr sz="2000" dirty="0"/>
              <a:t>result = 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2. Bits: 1 1 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   - (1^2 * 31) % 33 = 31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   - (31^2 * 31) % 33 = 28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   - (28^2 * 31) % 33 = 4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b="1" dirty="0"/>
              <a:t>Final result = 4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154FB2-A185-4D21-B4EC-EBDD299AE7B8}"/>
              </a:ext>
            </a:extLst>
          </p:cNvPr>
          <p:cNvSpPr txBox="1"/>
          <p:nvPr/>
        </p:nvSpPr>
        <p:spPr>
          <a:xfrm>
            <a:off x="7357308" y="3382673"/>
            <a:ext cx="21167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Decryption Process</a:t>
            </a:r>
            <a:endParaRPr lang="zh-CN" altLang="en-US" sz="2800" dirty="0"/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1F7C39A8-6D17-83EB-D275-5D82C9463D62}"/>
              </a:ext>
            </a:extLst>
          </p:cNvPr>
          <p:cNvSpPr/>
          <p:nvPr/>
        </p:nvSpPr>
        <p:spPr>
          <a:xfrm>
            <a:off x="6151419" y="3182587"/>
            <a:ext cx="249382" cy="1591294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60E0B26-86B7-684C-1B65-AB679DD37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35" y="5392454"/>
            <a:ext cx="8592749" cy="781159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4292C-1BED-67D2-CE55-A972456D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7A98CA-BDEB-089C-C0C7-30234144FFDD}"/>
              </a:ext>
            </a:extLst>
          </p:cNvPr>
          <p:cNvSpPr txBox="1"/>
          <p:nvPr/>
        </p:nvSpPr>
        <p:spPr>
          <a:xfrm>
            <a:off x="1981201" y="274321"/>
            <a:ext cx="87366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Encryption &amp; Decryption with Square-and-Multiply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55BB72-75BA-5EB3-AC8E-0AFECAFA219D}"/>
              </a:ext>
            </a:extLst>
          </p:cNvPr>
          <p:cNvSpPr txBox="1"/>
          <p:nvPr/>
        </p:nvSpPr>
        <p:spPr>
          <a:xfrm>
            <a:off x="2679700" y="1754644"/>
            <a:ext cx="6096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Example 2: d = 12 → Binary = 1100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1. </a:t>
            </a:r>
            <a:r>
              <a:rPr lang="en-US" altLang="zh-CN" sz="2000" dirty="0"/>
              <a:t>Initial result = 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2. Bits: 1 1 0 0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(1^2 * 31) % 33 = 31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(31^2 * 31) % 33 = 28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(28^2) % 33 = 25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(25^2) % 33 = 31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b="1" dirty="0"/>
              <a:t>Final result = 31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 lang="en-AU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54F78F-7138-97EE-F7EC-9AF864DB20A3}"/>
              </a:ext>
            </a:extLst>
          </p:cNvPr>
          <p:cNvSpPr txBox="1"/>
          <p:nvPr/>
        </p:nvSpPr>
        <p:spPr>
          <a:xfrm>
            <a:off x="7662312" y="2587026"/>
            <a:ext cx="21167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Decryption Process</a:t>
            </a:r>
            <a:endParaRPr lang="zh-CN" altLang="en-US" sz="2800" dirty="0"/>
          </a:p>
        </p:txBody>
      </p:sp>
      <p:sp>
        <p:nvSpPr>
          <p:cNvPr id="4" name="右大括号 3">
            <a:extLst>
              <a:ext uri="{FF2B5EF4-FFF2-40B4-BE49-F238E27FC236}">
                <a16:creationId xmlns:a16="http://schemas.microsoft.com/office/drawing/2014/main" id="{8D304102-DE8E-10FA-8B4E-13EF4A9D6540}"/>
              </a:ext>
            </a:extLst>
          </p:cNvPr>
          <p:cNvSpPr/>
          <p:nvPr/>
        </p:nvSpPr>
        <p:spPr>
          <a:xfrm>
            <a:off x="6534233" y="2386940"/>
            <a:ext cx="249382" cy="1591294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588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E7CE8-70F5-3D19-91D9-C5B15E607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928905-8212-3EEC-801F-E5CD3432B538}"/>
              </a:ext>
            </a:extLst>
          </p:cNvPr>
          <p:cNvSpPr txBox="1"/>
          <p:nvPr/>
        </p:nvSpPr>
        <p:spPr>
          <a:xfrm>
            <a:off x="1981201" y="274321"/>
            <a:ext cx="87366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Encryption &amp; Decryption with Square-and-Multiply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5D6EF8-B766-BCEF-F408-22F4629F7132}"/>
              </a:ext>
            </a:extLst>
          </p:cNvPr>
          <p:cNvSpPr txBox="1"/>
          <p:nvPr/>
        </p:nvSpPr>
        <p:spPr>
          <a:xfrm>
            <a:off x="2692400" y="1767344"/>
            <a:ext cx="6096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Example 3: d = 33 → Binary = 100001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1. </a:t>
            </a:r>
            <a:r>
              <a:rPr lang="en-US" altLang="zh-CN" sz="2000" dirty="0"/>
              <a:t>Initial result = 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2. Bits: 1 0 0 0 0 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(1^2 * 31) % 33 = 31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(31^2) % 33 = 4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(4^2) % 33 = 16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(16^2) % 33 = 25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(25^2) % 33 = 31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dirty="0"/>
              <a:t>   - (31^2 * 31) % 33 = 28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AU" altLang="zh-CN" sz="2000" b="1" dirty="0"/>
              <a:t>Final result = 28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054285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707757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/>
              <a:t>Square-and-Multiply Algorithm (C 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097280"/>
            <a:ext cx="7159011" cy="49859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int </a:t>
            </a:r>
            <a:r>
              <a:rPr sz="2000" dirty="0" err="1"/>
              <a:t>square_and_multiply</a:t>
            </a:r>
            <a:r>
              <a:rPr sz="2000" dirty="0"/>
              <a:t>(int base, int exp, int mod) {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int result = 1;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base = base % mod;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sz="2000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while (exp &gt; 0) {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    </a:t>
            </a:r>
            <a:r>
              <a:rPr sz="2000" dirty="0">
                <a:solidFill>
                  <a:srgbClr val="FF0000"/>
                </a:solidFill>
              </a:rPr>
              <a:t>if (exp % 2 == 1)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        result = (result * base) % mod;  // Multiply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    base = (base * base) % mod;          // Always square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    exp = exp / 2;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}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    return result;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}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sz="2000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// Side-channel attacks exploit the branching behavior: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// Multiply happens only when the bit of exp is 1 → leaks key bits.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34756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 dirty="0"/>
              <a:t>Vulnerability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1" y="1287780"/>
            <a:ext cx="3751925" cy="2523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Square-and-Multiply: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If bit = 0 → only square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If bit = 1 → square and multiply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sz="2000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Power/timing side channels reveal: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Which bits trigger multiplication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000" dirty="0"/>
              <a:t>• → Attacker reconstructs d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407792E-3E9E-D190-4D30-988B16A83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5" y="992148"/>
            <a:ext cx="725805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A998BE0-FD34-211D-A1E2-55A3E996A567}"/>
              </a:ext>
            </a:extLst>
          </p:cNvPr>
          <p:cNvSpPr txBox="1"/>
          <p:nvPr/>
        </p:nvSpPr>
        <p:spPr>
          <a:xfrm>
            <a:off x="5456832" y="6399013"/>
            <a:ext cx="668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Understanding Cryptography: A textbook for students, Page 197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363A7B-19A0-8529-4CCA-BAF446DCFE94}"/>
              </a:ext>
            </a:extLst>
          </p:cNvPr>
          <p:cNvSpPr txBox="1"/>
          <p:nvPr/>
        </p:nvSpPr>
        <p:spPr>
          <a:xfrm>
            <a:off x="5415147" y="2090057"/>
            <a:ext cx="431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0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6CA1BE-B5AA-5F07-EFA0-37D3247F5108}"/>
              </a:ext>
            </a:extLst>
          </p:cNvPr>
          <p:cNvSpPr txBox="1"/>
          <p:nvPr/>
        </p:nvSpPr>
        <p:spPr>
          <a:xfrm>
            <a:off x="5923803" y="2088080"/>
            <a:ext cx="431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B6B3A0-8D83-C3B3-3A6D-4E0646726560}"/>
              </a:ext>
            </a:extLst>
          </p:cNvPr>
          <p:cNvSpPr txBox="1"/>
          <p:nvPr/>
        </p:nvSpPr>
        <p:spPr>
          <a:xfrm>
            <a:off x="6493827" y="2088080"/>
            <a:ext cx="431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5D716F-0338-429B-1D57-B13FA5F07B59}"/>
              </a:ext>
            </a:extLst>
          </p:cNvPr>
          <p:cNvSpPr txBox="1"/>
          <p:nvPr/>
        </p:nvSpPr>
        <p:spPr>
          <a:xfrm>
            <a:off x="6968834" y="2088077"/>
            <a:ext cx="431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0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79338</TotalTime>
  <Words>4251</Words>
  <Application>Microsoft Office PowerPoint</Application>
  <PresentationFormat>Widescreen</PresentationFormat>
  <Paragraphs>571</Paragraphs>
  <Slides>69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9" baseType="lpstr">
      <vt:lpstr>Kreon</vt:lpstr>
      <vt:lpstr>system-ui</vt:lpstr>
      <vt:lpstr>Arial</vt:lpstr>
      <vt:lpstr>Calibri</vt:lpstr>
      <vt:lpstr>Cambria Math</vt:lpstr>
      <vt:lpstr>Georgia Pro Cond Light</vt:lpstr>
      <vt:lpstr>PT Sans</vt:lpstr>
      <vt:lpstr>Speak Pro</vt:lpstr>
      <vt:lpstr>Wingdings 2</vt:lpstr>
      <vt:lpstr>SlateVTI</vt:lpstr>
      <vt:lpstr>CITS1003 Introduction to Cybersecurity [9] Cyber Law and  CI &amp; CPS exercises</vt:lpstr>
      <vt:lpstr>PowerPoint Presentation</vt:lpstr>
      <vt:lpstr>What is privacy</vt:lpstr>
      <vt:lpstr>What is privacy</vt:lpstr>
      <vt:lpstr>What is Privacy</vt:lpstr>
      <vt:lpstr>What is Privacy</vt:lpstr>
      <vt:lpstr>Privacy Inference Attack on Machine Learning</vt:lpstr>
      <vt:lpstr>Privacy Inference Attack on Machine Learning</vt:lpstr>
      <vt:lpstr>Privacy Inference Attack on Machine Learning</vt:lpstr>
      <vt:lpstr>What is Privacy Preserving</vt:lpstr>
      <vt:lpstr>What is Privacy Preserving</vt:lpstr>
      <vt:lpstr>What is Privacy Preserving</vt:lpstr>
      <vt:lpstr>Privacy Preserving</vt:lpstr>
      <vt:lpstr>Privacy Preserving</vt:lpstr>
      <vt:lpstr>What is Privacy Preserving</vt:lpstr>
      <vt:lpstr>What is Privacy Preserving</vt:lpstr>
      <vt:lpstr>Privacy Preserving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Secure Multi-party Computation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Differential Privacy</vt:lpstr>
      <vt:lpstr>PowerPoint Presentation</vt:lpstr>
      <vt:lpstr>Differential Privacy</vt:lpstr>
      <vt:lpstr>Differential Privacy</vt:lpstr>
      <vt:lpstr>Homomorphic Encryption</vt:lpstr>
      <vt:lpstr>Homomorphic Encryption</vt:lpstr>
      <vt:lpstr>Homomorphic Encryption</vt:lpstr>
      <vt:lpstr>Homomorphic Encryption</vt:lpstr>
      <vt:lpstr>Homomorphic Encryption</vt:lpstr>
      <vt:lpstr>Homomorphic Encryption</vt:lpstr>
      <vt:lpstr>RSA: Homomorphic Multiplication</vt:lpstr>
      <vt:lpstr>PowerPoint Presentation</vt:lpstr>
      <vt:lpstr>RSA: Homomorphic Multiplication</vt:lpstr>
      <vt:lpstr>RSA: Homomorphic Multiplication</vt:lpstr>
      <vt:lpstr>RSA: Homomorphic Multiplication</vt:lpstr>
      <vt:lpstr>RSA: Homomorphic Multiplication</vt:lpstr>
      <vt:lpstr>Paillier: Homomorphic Addition</vt:lpstr>
      <vt:lpstr>Homomorphic Encryption</vt:lpstr>
      <vt:lpstr>Homomorphic Encryption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David Glance</dc:creator>
  <cp:lastModifiedBy>Zhi Zhang</cp:lastModifiedBy>
  <cp:revision>711</cp:revision>
  <dcterms:created xsi:type="dcterms:W3CDTF">2020-01-13T04:26:47Z</dcterms:created>
  <dcterms:modified xsi:type="dcterms:W3CDTF">2025-05-05T01:54:23Z</dcterms:modified>
</cp:coreProperties>
</file>