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3" r:id="rId1"/>
  </p:sldMasterIdLst>
  <p:notesMasterIdLst>
    <p:notesMasterId r:id="rId47"/>
  </p:notesMasterIdLst>
  <p:sldIdLst>
    <p:sldId id="256" r:id="rId2"/>
    <p:sldId id="500" r:id="rId3"/>
    <p:sldId id="408" r:id="rId4"/>
    <p:sldId id="529" r:id="rId5"/>
    <p:sldId id="530" r:id="rId6"/>
    <p:sldId id="470" r:id="rId7"/>
    <p:sldId id="505" r:id="rId8"/>
    <p:sldId id="506" r:id="rId9"/>
    <p:sldId id="471" r:id="rId10"/>
    <p:sldId id="525" r:id="rId11"/>
    <p:sldId id="531" r:id="rId12"/>
    <p:sldId id="508" r:id="rId13"/>
    <p:sldId id="507" r:id="rId14"/>
    <p:sldId id="526" r:id="rId15"/>
    <p:sldId id="532" r:id="rId16"/>
    <p:sldId id="509" r:id="rId17"/>
    <p:sldId id="1522" r:id="rId18"/>
    <p:sldId id="533" r:id="rId19"/>
    <p:sldId id="534" r:id="rId20"/>
    <p:sldId id="1512" r:id="rId21"/>
    <p:sldId id="503" r:id="rId22"/>
    <p:sldId id="510" r:id="rId23"/>
    <p:sldId id="511" r:id="rId24"/>
    <p:sldId id="1523" r:id="rId25"/>
    <p:sldId id="512" r:id="rId26"/>
    <p:sldId id="411" r:id="rId27"/>
    <p:sldId id="527" r:id="rId28"/>
    <p:sldId id="514" r:id="rId29"/>
    <p:sldId id="1515" r:id="rId30"/>
    <p:sldId id="1518" r:id="rId31"/>
    <p:sldId id="486" r:id="rId32"/>
    <p:sldId id="487" r:id="rId33"/>
    <p:sldId id="516" r:id="rId34"/>
    <p:sldId id="1517" r:id="rId35"/>
    <p:sldId id="1519" r:id="rId36"/>
    <p:sldId id="490" r:id="rId37"/>
    <p:sldId id="517" r:id="rId38"/>
    <p:sldId id="1520" r:id="rId39"/>
    <p:sldId id="518" r:id="rId40"/>
    <p:sldId id="488" r:id="rId41"/>
    <p:sldId id="519" r:id="rId42"/>
    <p:sldId id="492" r:id="rId43"/>
    <p:sldId id="520" r:id="rId44"/>
    <p:sldId id="521" r:id="rId45"/>
    <p:sldId id="1521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Glance" initials="DG" lastIdx="1" clrIdx="0">
    <p:extLst>
      <p:ext uri="{19B8F6BF-5375-455C-9EA6-DF929625EA0E}">
        <p15:presenceInfo xmlns:p15="http://schemas.microsoft.com/office/powerpoint/2012/main" userId="S::00048920@uwa.edu.au::78f19221-0802-4a87-b561-ec50043bda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721" autoAdjust="0"/>
    <p:restoredTop sz="62147" autoAdjust="0"/>
  </p:normalViewPr>
  <p:slideViewPr>
    <p:cSldViewPr snapToGrid="0" snapToObjects="1">
      <p:cViewPr varScale="1">
        <p:scale>
          <a:sx n="44" d="100"/>
          <a:sy n="44" d="100"/>
        </p:scale>
        <p:origin x="109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张 智" userId="36bdf691fd3510be" providerId="LiveId" clId="{140A1199-8952-4C15-ACCA-8E993F5FBFC6}"/>
    <pc:docChg chg="undo redo custSel addSld delSld modSld sldOrd">
      <pc:chgData name="张 智" userId="36bdf691fd3510be" providerId="LiveId" clId="{140A1199-8952-4C15-ACCA-8E993F5FBFC6}" dt="2024-03-11T06:30:59.752" v="7883" actId="20577"/>
      <pc:docMkLst>
        <pc:docMk/>
      </pc:docMkLst>
      <pc:sldChg chg="modNotesTx">
        <pc:chgData name="张 智" userId="36bdf691fd3510be" providerId="LiveId" clId="{140A1199-8952-4C15-ACCA-8E993F5FBFC6}" dt="2024-03-11T01:51:30.177" v="5876" actId="20577"/>
        <pc:sldMkLst>
          <pc:docMk/>
          <pc:sldMk cId="1077586671" sldId="256"/>
        </pc:sldMkLst>
      </pc:sldChg>
      <pc:sldChg chg="modSp mod modNotesTx">
        <pc:chgData name="张 智" userId="36bdf691fd3510be" providerId="LiveId" clId="{140A1199-8952-4C15-ACCA-8E993F5FBFC6}" dt="2024-03-11T04:57:51.379" v="7008" actId="20577"/>
        <pc:sldMkLst>
          <pc:docMk/>
          <pc:sldMk cId="523072554" sldId="408"/>
        </pc:sldMkLst>
      </pc:sldChg>
      <pc:sldChg chg="addSp delSp modSp add del mod modAnim modNotesTx">
        <pc:chgData name="张 智" userId="36bdf691fd3510be" providerId="LiveId" clId="{140A1199-8952-4C15-ACCA-8E993F5FBFC6}" dt="2024-03-11T05:57:45.364" v="7788" actId="20577"/>
        <pc:sldMkLst>
          <pc:docMk/>
          <pc:sldMk cId="557833265" sldId="411"/>
        </pc:sldMkLst>
      </pc:sldChg>
      <pc:sldChg chg="addSp modSp mod ord modNotesTx">
        <pc:chgData name="张 智" userId="36bdf691fd3510be" providerId="LiveId" clId="{140A1199-8952-4C15-ACCA-8E993F5FBFC6}" dt="2024-03-11T05:07:24.233" v="7100" actId="20577"/>
        <pc:sldMkLst>
          <pc:docMk/>
          <pc:sldMk cId="1229978770" sldId="470"/>
        </pc:sldMkLst>
      </pc:sldChg>
      <pc:sldChg chg="modNotesTx">
        <pc:chgData name="张 智" userId="36bdf691fd3510be" providerId="LiveId" clId="{140A1199-8952-4C15-ACCA-8E993F5FBFC6}" dt="2024-03-10T15:10:06.552" v="4245" actId="20577"/>
        <pc:sldMkLst>
          <pc:docMk/>
          <pc:sldMk cId="3663386304" sldId="471"/>
        </pc:sldMkLst>
      </pc:sldChg>
      <pc:sldChg chg="modSp mod modNotesTx">
        <pc:chgData name="张 智" userId="36bdf691fd3510be" providerId="LiveId" clId="{140A1199-8952-4C15-ACCA-8E993F5FBFC6}" dt="2024-03-11T02:27:30.457" v="6342" actId="20577"/>
        <pc:sldMkLst>
          <pc:docMk/>
          <pc:sldMk cId="2636565957" sldId="486"/>
        </pc:sldMkLst>
      </pc:sldChg>
      <pc:sldChg chg="modSp mod modNotesTx">
        <pc:chgData name="张 智" userId="36bdf691fd3510be" providerId="LiveId" clId="{140A1199-8952-4C15-ACCA-8E993F5FBFC6}" dt="2024-03-11T06:09:00.090" v="7862" actId="20577"/>
        <pc:sldMkLst>
          <pc:docMk/>
          <pc:sldMk cId="2338193120" sldId="487"/>
        </pc:sldMkLst>
      </pc:sldChg>
      <pc:sldChg chg="modSp mod modNotesTx">
        <pc:chgData name="张 智" userId="36bdf691fd3510be" providerId="LiveId" clId="{140A1199-8952-4C15-ACCA-8E993F5FBFC6}" dt="2024-03-10T14:22:07.579" v="3599" actId="20577"/>
        <pc:sldMkLst>
          <pc:docMk/>
          <pc:sldMk cId="1143142775" sldId="488"/>
        </pc:sldMkLst>
      </pc:sldChg>
      <pc:sldChg chg="modNotesTx">
        <pc:chgData name="张 智" userId="36bdf691fd3510be" providerId="LiveId" clId="{140A1199-8952-4C15-ACCA-8E993F5FBFC6}" dt="2024-03-11T02:41:37.705" v="6477" actId="20577"/>
        <pc:sldMkLst>
          <pc:docMk/>
          <pc:sldMk cId="1239153211" sldId="490"/>
        </pc:sldMkLst>
      </pc:sldChg>
      <pc:sldChg chg="modNotesTx">
        <pc:chgData name="张 智" userId="36bdf691fd3510be" providerId="LiveId" clId="{140A1199-8952-4C15-ACCA-8E993F5FBFC6}" dt="2024-03-10T14:23:26.444" v="3609"/>
        <pc:sldMkLst>
          <pc:docMk/>
          <pc:sldMk cId="3601544358" sldId="492"/>
        </pc:sldMkLst>
      </pc:sldChg>
      <pc:sldChg chg="modSp mod modNotesTx">
        <pc:chgData name="张 智" userId="36bdf691fd3510be" providerId="LiveId" clId="{140A1199-8952-4C15-ACCA-8E993F5FBFC6}" dt="2024-03-11T04:51:47.685" v="6812" actId="20577"/>
        <pc:sldMkLst>
          <pc:docMk/>
          <pc:sldMk cId="2206519697" sldId="500"/>
        </pc:sldMkLst>
      </pc:sldChg>
      <pc:sldChg chg="modNotesTx">
        <pc:chgData name="张 智" userId="36bdf691fd3510be" providerId="LiveId" clId="{140A1199-8952-4C15-ACCA-8E993F5FBFC6}" dt="2024-03-11T05:10:58.999" v="7256"/>
        <pc:sldMkLst>
          <pc:docMk/>
          <pc:sldMk cId="1215651923" sldId="505"/>
        </pc:sldMkLst>
      </pc:sldChg>
      <pc:sldChg chg="modNotesTx">
        <pc:chgData name="张 智" userId="36bdf691fd3510be" providerId="LiveId" clId="{140A1199-8952-4C15-ACCA-8E993F5FBFC6}" dt="2024-03-11T05:15:01.975" v="7366" actId="20577"/>
        <pc:sldMkLst>
          <pc:docMk/>
          <pc:sldMk cId="396170795" sldId="506"/>
        </pc:sldMkLst>
      </pc:sldChg>
      <pc:sldChg chg="addSp modSp mod modAnim modNotesTx">
        <pc:chgData name="张 智" userId="36bdf691fd3510be" providerId="LiveId" clId="{140A1199-8952-4C15-ACCA-8E993F5FBFC6}" dt="2024-03-11T05:29:44.153" v="7483" actId="14100"/>
        <pc:sldMkLst>
          <pc:docMk/>
          <pc:sldMk cId="4030956127" sldId="507"/>
        </pc:sldMkLst>
      </pc:sldChg>
      <pc:sldChg chg="modSp mod modNotesTx">
        <pc:chgData name="张 智" userId="36bdf691fd3510be" providerId="LiveId" clId="{140A1199-8952-4C15-ACCA-8E993F5FBFC6}" dt="2024-03-11T00:52:32.459" v="4528" actId="20577"/>
        <pc:sldMkLst>
          <pc:docMk/>
          <pc:sldMk cId="1733833028" sldId="508"/>
        </pc:sldMkLst>
      </pc:sldChg>
      <pc:sldChg chg="modSp mod modNotesTx">
        <pc:chgData name="张 智" userId="36bdf691fd3510be" providerId="LiveId" clId="{140A1199-8952-4C15-ACCA-8E993F5FBFC6}" dt="2024-03-11T05:40:06.718" v="7740" actId="20577"/>
        <pc:sldMkLst>
          <pc:docMk/>
          <pc:sldMk cId="3009154310" sldId="509"/>
        </pc:sldMkLst>
      </pc:sldChg>
      <pc:sldChg chg="modNotesTx">
        <pc:chgData name="张 智" userId="36bdf691fd3510be" providerId="LiveId" clId="{140A1199-8952-4C15-ACCA-8E993F5FBFC6}" dt="2024-03-11T05:52:03.136" v="7768" actId="20577"/>
        <pc:sldMkLst>
          <pc:docMk/>
          <pc:sldMk cId="3311076584" sldId="510"/>
        </pc:sldMkLst>
      </pc:sldChg>
      <pc:sldChg chg="modSp mod modNotesTx">
        <pc:chgData name="张 智" userId="36bdf691fd3510be" providerId="LiveId" clId="{140A1199-8952-4C15-ACCA-8E993F5FBFC6}" dt="2024-03-11T01:37:44.334" v="5099" actId="20577"/>
        <pc:sldMkLst>
          <pc:docMk/>
          <pc:sldMk cId="3367880633" sldId="511"/>
        </pc:sldMkLst>
      </pc:sldChg>
      <pc:sldChg chg="modSp mod modNotesTx">
        <pc:chgData name="张 智" userId="36bdf691fd3510be" providerId="LiveId" clId="{140A1199-8952-4C15-ACCA-8E993F5FBFC6}" dt="2024-03-11T02:28:18.421" v="6343" actId="20577"/>
        <pc:sldMkLst>
          <pc:docMk/>
          <pc:sldMk cId="2250758883" sldId="512"/>
        </pc:sldMkLst>
      </pc:sldChg>
      <pc:sldChg chg="addSp delSp modSp mod modNotesTx">
        <pc:chgData name="张 智" userId="36bdf691fd3510be" providerId="LiveId" clId="{140A1199-8952-4C15-ACCA-8E993F5FBFC6}" dt="2024-03-11T06:04:30.372" v="7845" actId="20577"/>
        <pc:sldMkLst>
          <pc:docMk/>
          <pc:sldMk cId="1300143618" sldId="514"/>
        </pc:sldMkLst>
      </pc:sldChg>
      <pc:sldChg chg="addSp delSp modSp del mod modNotesTx">
        <pc:chgData name="张 智" userId="36bdf691fd3510be" providerId="LiveId" clId="{140A1199-8952-4C15-ACCA-8E993F5FBFC6}" dt="2024-03-10T10:13:07.241" v="2107" actId="2696"/>
        <pc:sldMkLst>
          <pc:docMk/>
          <pc:sldMk cId="4101937056" sldId="515"/>
        </pc:sldMkLst>
      </pc:sldChg>
      <pc:sldChg chg="modSp mod modNotesTx">
        <pc:chgData name="张 智" userId="36bdf691fd3510be" providerId="LiveId" clId="{140A1199-8952-4C15-ACCA-8E993F5FBFC6}" dt="2024-03-11T06:10:00.661" v="7866" actId="20577"/>
        <pc:sldMkLst>
          <pc:docMk/>
          <pc:sldMk cId="276341393" sldId="516"/>
        </pc:sldMkLst>
      </pc:sldChg>
      <pc:sldChg chg="modNotesTx">
        <pc:chgData name="张 智" userId="36bdf691fd3510be" providerId="LiveId" clId="{140A1199-8952-4C15-ACCA-8E993F5FBFC6}" dt="2024-03-10T14:12:00.078" v="3444" actId="20577"/>
        <pc:sldMkLst>
          <pc:docMk/>
          <pc:sldMk cId="2462658539" sldId="517"/>
        </pc:sldMkLst>
      </pc:sldChg>
      <pc:sldChg chg="modSp mod ord modNotesTx">
        <pc:chgData name="张 智" userId="36bdf691fd3510be" providerId="LiveId" clId="{140A1199-8952-4C15-ACCA-8E993F5FBFC6}" dt="2024-03-11T02:48:05.519" v="6597" actId="20577"/>
        <pc:sldMkLst>
          <pc:docMk/>
          <pc:sldMk cId="2114615250" sldId="518"/>
        </pc:sldMkLst>
      </pc:sldChg>
      <pc:sldChg chg="modSp mod modNotesTx">
        <pc:chgData name="张 智" userId="36bdf691fd3510be" providerId="LiveId" clId="{140A1199-8952-4C15-ACCA-8E993F5FBFC6}" dt="2024-03-11T02:50:05.709" v="6625" actId="20577"/>
        <pc:sldMkLst>
          <pc:docMk/>
          <pc:sldMk cId="2507478080" sldId="519"/>
        </pc:sldMkLst>
      </pc:sldChg>
      <pc:sldChg chg="modSp mod modNotesTx">
        <pc:chgData name="张 智" userId="36bdf691fd3510be" providerId="LiveId" clId="{140A1199-8952-4C15-ACCA-8E993F5FBFC6}" dt="2024-03-11T02:52:06.120" v="6632" actId="20577"/>
        <pc:sldMkLst>
          <pc:docMk/>
          <pc:sldMk cId="3860468814" sldId="520"/>
        </pc:sldMkLst>
      </pc:sldChg>
      <pc:sldChg chg="modSp mod modNotesTx">
        <pc:chgData name="张 智" userId="36bdf691fd3510be" providerId="LiveId" clId="{140A1199-8952-4C15-ACCA-8E993F5FBFC6}" dt="2024-03-11T02:58:39.376" v="6707" actId="20577"/>
        <pc:sldMkLst>
          <pc:docMk/>
          <pc:sldMk cId="2695140818" sldId="521"/>
        </pc:sldMkLst>
      </pc:sldChg>
      <pc:sldChg chg="modSp mod modNotesTx">
        <pc:chgData name="张 智" userId="36bdf691fd3510be" providerId="LiveId" clId="{140A1199-8952-4C15-ACCA-8E993F5FBFC6}" dt="2024-03-11T05:17:33.804" v="7371" actId="20577"/>
        <pc:sldMkLst>
          <pc:docMk/>
          <pc:sldMk cId="38315641" sldId="525"/>
        </pc:sldMkLst>
      </pc:sldChg>
      <pc:sldChg chg="modSp mod modNotesTx">
        <pc:chgData name="张 智" userId="36bdf691fd3510be" providerId="LiveId" clId="{140A1199-8952-4C15-ACCA-8E993F5FBFC6}" dt="2024-03-11T05:38:23.873" v="7712" actId="20577"/>
        <pc:sldMkLst>
          <pc:docMk/>
          <pc:sldMk cId="1156741083" sldId="526"/>
        </pc:sldMkLst>
      </pc:sldChg>
      <pc:sldChg chg="modSp mod modNotesTx">
        <pc:chgData name="张 智" userId="36bdf691fd3510be" providerId="LiveId" clId="{140A1199-8952-4C15-ACCA-8E993F5FBFC6}" dt="2024-03-11T05:59:45.547" v="7835" actId="20577"/>
        <pc:sldMkLst>
          <pc:docMk/>
          <pc:sldMk cId="2455204925" sldId="527"/>
        </pc:sldMkLst>
      </pc:sldChg>
      <pc:sldChg chg="add del">
        <pc:chgData name="张 智" userId="36bdf691fd3510be" providerId="LiveId" clId="{140A1199-8952-4C15-ACCA-8E993F5FBFC6}" dt="2024-03-09T14:16:10.272" v="307" actId="2696"/>
        <pc:sldMkLst>
          <pc:docMk/>
          <pc:sldMk cId="575864861" sldId="528"/>
        </pc:sldMkLst>
      </pc:sldChg>
      <pc:sldChg chg="modSp add mod modNotesTx">
        <pc:chgData name="张 智" userId="36bdf691fd3510be" providerId="LiveId" clId="{140A1199-8952-4C15-ACCA-8E993F5FBFC6}" dt="2024-03-11T05:03:10.883" v="7014" actId="20577"/>
        <pc:sldMkLst>
          <pc:docMk/>
          <pc:sldMk cId="2977176716" sldId="529"/>
        </pc:sldMkLst>
      </pc:sldChg>
      <pc:sldChg chg="modSp add mod modNotesTx">
        <pc:chgData name="张 智" userId="36bdf691fd3510be" providerId="LiveId" clId="{140A1199-8952-4C15-ACCA-8E993F5FBFC6}" dt="2024-03-11T05:05:07.748" v="7015" actId="20577"/>
        <pc:sldMkLst>
          <pc:docMk/>
          <pc:sldMk cId="2998016790" sldId="530"/>
        </pc:sldMkLst>
      </pc:sldChg>
      <pc:sldChg chg="modSp add mod modNotesTx">
        <pc:chgData name="张 智" userId="36bdf691fd3510be" providerId="LiveId" clId="{140A1199-8952-4C15-ACCA-8E993F5FBFC6}" dt="2024-03-10T15:17:37.931" v="4520" actId="20577"/>
        <pc:sldMkLst>
          <pc:docMk/>
          <pc:sldMk cId="3755543787" sldId="531"/>
        </pc:sldMkLst>
      </pc:sldChg>
      <pc:sldChg chg="modSp add mod modNotesTx">
        <pc:chgData name="张 智" userId="36bdf691fd3510be" providerId="LiveId" clId="{140A1199-8952-4C15-ACCA-8E993F5FBFC6}" dt="2024-03-11T05:39:13.280" v="7713" actId="20577"/>
        <pc:sldMkLst>
          <pc:docMk/>
          <pc:sldMk cId="3201477769" sldId="532"/>
        </pc:sldMkLst>
      </pc:sldChg>
      <pc:sldChg chg="add modNotesTx">
        <pc:chgData name="张 智" userId="36bdf691fd3510be" providerId="LiveId" clId="{140A1199-8952-4C15-ACCA-8E993F5FBFC6}" dt="2024-03-11T05:42:27.485" v="7741" actId="20577"/>
        <pc:sldMkLst>
          <pc:docMk/>
          <pc:sldMk cId="946066406" sldId="533"/>
        </pc:sldMkLst>
      </pc:sldChg>
      <pc:sldChg chg="add del">
        <pc:chgData name="张 智" userId="36bdf691fd3510be" providerId="LiveId" clId="{140A1199-8952-4C15-ACCA-8E993F5FBFC6}" dt="2024-03-09T15:04:21.054" v="1266" actId="2696"/>
        <pc:sldMkLst>
          <pc:docMk/>
          <pc:sldMk cId="1018770023" sldId="533"/>
        </pc:sldMkLst>
      </pc:sldChg>
      <pc:sldChg chg="addSp delSp modSp add mod modAnim modNotesTx">
        <pc:chgData name="张 智" userId="36bdf691fd3510be" providerId="LiveId" clId="{140A1199-8952-4C15-ACCA-8E993F5FBFC6}" dt="2024-03-11T05:43:18.155" v="7747" actId="20577"/>
        <pc:sldMkLst>
          <pc:docMk/>
          <pc:sldMk cId="3727019504" sldId="534"/>
        </pc:sldMkLst>
      </pc:sldChg>
      <pc:sldChg chg="modSp add del mod">
        <pc:chgData name="张 智" userId="36bdf691fd3510be" providerId="LiveId" clId="{140A1199-8952-4C15-ACCA-8E993F5FBFC6}" dt="2024-03-10T08:58:39.868" v="1926" actId="2696"/>
        <pc:sldMkLst>
          <pc:docMk/>
          <pc:sldMk cId="3381672223" sldId="1511"/>
        </pc:sldMkLst>
      </pc:sldChg>
      <pc:sldChg chg="addSp delSp modSp add mod modNotesTx">
        <pc:chgData name="张 智" userId="36bdf691fd3510be" providerId="LiveId" clId="{140A1199-8952-4C15-ACCA-8E993F5FBFC6}" dt="2024-03-11T05:47:57.012" v="7765" actId="20577"/>
        <pc:sldMkLst>
          <pc:docMk/>
          <pc:sldMk cId="51452464" sldId="1512"/>
        </pc:sldMkLst>
      </pc:sldChg>
      <pc:sldChg chg="add del">
        <pc:chgData name="张 智" userId="36bdf691fd3510be" providerId="LiveId" clId="{140A1199-8952-4C15-ACCA-8E993F5FBFC6}" dt="2024-03-10T10:10:10.168" v="2075" actId="2696"/>
        <pc:sldMkLst>
          <pc:docMk/>
          <pc:sldMk cId="1678148905" sldId="1513"/>
        </pc:sldMkLst>
      </pc:sldChg>
      <pc:sldChg chg="add del">
        <pc:chgData name="张 智" userId="36bdf691fd3510be" providerId="LiveId" clId="{140A1199-8952-4C15-ACCA-8E993F5FBFC6}" dt="2024-03-10T10:10:12.279" v="2076" actId="2696"/>
        <pc:sldMkLst>
          <pc:docMk/>
          <pc:sldMk cId="724488874" sldId="1514"/>
        </pc:sldMkLst>
      </pc:sldChg>
      <pc:sldChg chg="modSp add del mod">
        <pc:chgData name="张 智" userId="36bdf691fd3510be" providerId="LiveId" clId="{140A1199-8952-4C15-ACCA-8E993F5FBFC6}" dt="2024-03-10T10:10:29.465" v="2089" actId="2696"/>
        <pc:sldMkLst>
          <pc:docMk/>
          <pc:sldMk cId="3411142015" sldId="1515"/>
        </pc:sldMkLst>
      </pc:sldChg>
      <pc:sldChg chg="modSp add mod modNotesTx">
        <pc:chgData name="张 智" userId="36bdf691fd3510be" providerId="LiveId" clId="{140A1199-8952-4C15-ACCA-8E993F5FBFC6}" dt="2024-03-11T02:24:36.992" v="6334"/>
        <pc:sldMkLst>
          <pc:docMk/>
          <pc:sldMk cId="3621300664" sldId="1515"/>
        </pc:sldMkLst>
      </pc:sldChg>
      <pc:sldChg chg="modSp add del mod ord modNotesTx">
        <pc:chgData name="张 智" userId="36bdf691fd3510be" providerId="LiveId" clId="{140A1199-8952-4C15-ACCA-8E993F5FBFC6}" dt="2024-03-10T14:00:24.336" v="3041" actId="2696"/>
        <pc:sldMkLst>
          <pc:docMk/>
          <pc:sldMk cId="391129952" sldId="1516"/>
        </pc:sldMkLst>
      </pc:sldChg>
      <pc:sldChg chg="addSp delSp modSp add mod modNotesTx">
        <pc:chgData name="张 智" userId="36bdf691fd3510be" providerId="LiveId" clId="{140A1199-8952-4C15-ACCA-8E993F5FBFC6}" dt="2024-03-11T06:30:59.752" v="7883" actId="20577"/>
        <pc:sldMkLst>
          <pc:docMk/>
          <pc:sldMk cId="3162538860" sldId="1517"/>
        </pc:sldMkLst>
      </pc:sldChg>
      <pc:sldChg chg="addSp delSp modSp add mod modNotesTx">
        <pc:chgData name="张 智" userId="36bdf691fd3510be" providerId="LiveId" clId="{140A1199-8952-4C15-ACCA-8E993F5FBFC6}" dt="2024-03-10T13:58:06.271" v="3027" actId="20577"/>
        <pc:sldMkLst>
          <pc:docMk/>
          <pc:sldMk cId="4219393452" sldId="1518"/>
        </pc:sldMkLst>
      </pc:sldChg>
      <pc:sldChg chg="addSp delSp modSp add mod modNotesTx">
        <pc:chgData name="张 智" userId="36bdf691fd3510be" providerId="LiveId" clId="{140A1199-8952-4C15-ACCA-8E993F5FBFC6}" dt="2024-03-11T02:39:25.891" v="6436" actId="20577"/>
        <pc:sldMkLst>
          <pc:docMk/>
          <pc:sldMk cId="588833325" sldId="1519"/>
        </pc:sldMkLst>
      </pc:sldChg>
      <pc:sldChg chg="modSp add mod modNotesTx">
        <pc:chgData name="张 智" userId="36bdf691fd3510be" providerId="LiveId" clId="{140A1199-8952-4C15-ACCA-8E993F5FBFC6}" dt="2024-03-11T02:47:18.005" v="6594" actId="20577"/>
        <pc:sldMkLst>
          <pc:docMk/>
          <pc:sldMk cId="912776464" sldId="1520"/>
        </pc:sldMkLst>
      </pc:sldChg>
      <pc:sldChg chg="modSp add mod modNotesTx">
        <pc:chgData name="张 智" userId="36bdf691fd3510be" providerId="LiveId" clId="{140A1199-8952-4C15-ACCA-8E993F5FBFC6}" dt="2024-03-11T03:01:59.071" v="6715" actId="20577"/>
        <pc:sldMkLst>
          <pc:docMk/>
          <pc:sldMk cId="2323148058" sldId="1521"/>
        </pc:sldMkLst>
      </pc:sldChg>
      <pc:sldChg chg="add modNotesTx">
        <pc:chgData name="张 智" userId="36bdf691fd3510be" providerId="LiveId" clId="{140A1199-8952-4C15-ACCA-8E993F5FBFC6}" dt="2024-03-11T01:08:54.042" v="4608" actId="20577"/>
        <pc:sldMkLst>
          <pc:docMk/>
          <pc:sldMk cId="1627934958" sldId="1522"/>
        </pc:sldMkLst>
      </pc:sldChg>
      <pc:sldChg chg="add modNotesTx">
        <pc:chgData name="张 智" userId="36bdf691fd3510be" providerId="LiveId" clId="{140A1199-8952-4C15-ACCA-8E993F5FBFC6}" dt="2024-03-11T01:37:57.344" v="5102" actId="20577"/>
        <pc:sldMkLst>
          <pc:docMk/>
          <pc:sldMk cId="456693173" sldId="1523"/>
        </pc:sldMkLst>
      </pc:sldChg>
    </pc:docChg>
  </pc:docChgLst>
  <pc:docChgLst>
    <pc:chgData name="zhi zhang" userId="36bdf691fd3510be" providerId="LiveId" clId="{5CB8AE6E-A632-42CC-A87B-BCBE2D5919C5}"/>
    <pc:docChg chg="undo redo custSel modSld">
      <pc:chgData name="zhi zhang" userId="36bdf691fd3510be" providerId="LiveId" clId="{5CB8AE6E-A632-42CC-A87B-BCBE2D5919C5}" dt="2025-03-10T02:35:21.776" v="695" actId="20577"/>
      <pc:docMkLst>
        <pc:docMk/>
      </pc:docMkLst>
      <pc:sldChg chg="addSp delSp modSp mod">
        <pc:chgData name="zhi zhang" userId="36bdf691fd3510be" providerId="LiveId" clId="{5CB8AE6E-A632-42CC-A87B-BCBE2D5919C5}" dt="2025-03-10T01:13:23.629" v="436" actId="14100"/>
        <pc:sldMkLst>
          <pc:docMk/>
          <pc:sldMk cId="557833265" sldId="411"/>
        </pc:sldMkLst>
        <pc:spChg chg="add mod">
          <ac:chgData name="zhi zhang" userId="36bdf691fd3510be" providerId="LiveId" clId="{5CB8AE6E-A632-42CC-A87B-BCBE2D5919C5}" dt="2025-03-10T01:13:23.629" v="436" actId="14100"/>
          <ac:spMkLst>
            <pc:docMk/>
            <pc:sldMk cId="557833265" sldId="411"/>
            <ac:spMk id="10" creationId="{F0CD6C98-7FD8-4070-8428-106078F59954}"/>
          </ac:spMkLst>
        </pc:spChg>
        <pc:spChg chg="del">
          <ac:chgData name="zhi zhang" userId="36bdf691fd3510be" providerId="LiveId" clId="{5CB8AE6E-A632-42CC-A87B-BCBE2D5919C5}" dt="2025-03-10T01:13:10.768" v="431" actId="478"/>
          <ac:spMkLst>
            <pc:docMk/>
            <pc:sldMk cId="557833265" sldId="411"/>
            <ac:spMk id="11" creationId="{4C89F52B-7164-4B07-82D3-9B8CD8D8473F}"/>
          </ac:spMkLst>
        </pc:spChg>
      </pc:sldChg>
      <pc:sldChg chg="modNotesTx">
        <pc:chgData name="zhi zhang" userId="36bdf691fd3510be" providerId="LiveId" clId="{5CB8AE6E-A632-42CC-A87B-BCBE2D5919C5}" dt="2025-03-09T14:00:15.838" v="44" actId="20577"/>
        <pc:sldMkLst>
          <pc:docMk/>
          <pc:sldMk cId="1229978770" sldId="470"/>
        </pc:sldMkLst>
      </pc:sldChg>
      <pc:sldChg chg="modSp mod">
        <pc:chgData name="zhi zhang" userId="36bdf691fd3510be" providerId="LiveId" clId="{5CB8AE6E-A632-42CC-A87B-BCBE2D5919C5}" dt="2025-03-10T02:18:05.407" v="598" actId="20577"/>
        <pc:sldMkLst>
          <pc:docMk/>
          <pc:sldMk cId="1239153211" sldId="490"/>
        </pc:sldMkLst>
        <pc:spChg chg="mod">
          <ac:chgData name="zhi zhang" userId="36bdf691fd3510be" providerId="LiveId" clId="{5CB8AE6E-A632-42CC-A87B-BCBE2D5919C5}" dt="2025-03-10T02:18:05.407" v="598" actId="20577"/>
          <ac:spMkLst>
            <pc:docMk/>
            <pc:sldMk cId="1239153211" sldId="490"/>
            <ac:spMk id="2" creationId="{00000000-0000-0000-0000-000000000000}"/>
          </ac:spMkLst>
        </pc:spChg>
      </pc:sldChg>
      <pc:sldChg chg="modSp mod modNotesTx">
        <pc:chgData name="zhi zhang" userId="36bdf691fd3510be" providerId="LiveId" clId="{5CB8AE6E-A632-42CC-A87B-BCBE2D5919C5}" dt="2025-03-10T02:32:09.333" v="671" actId="20577"/>
        <pc:sldMkLst>
          <pc:docMk/>
          <pc:sldMk cId="431338483" sldId="503"/>
        </pc:sldMkLst>
        <pc:spChg chg="mod">
          <ac:chgData name="zhi zhang" userId="36bdf691fd3510be" providerId="LiveId" clId="{5CB8AE6E-A632-42CC-A87B-BCBE2D5919C5}" dt="2025-03-10T02:32:09.333" v="671" actId="20577"/>
          <ac:spMkLst>
            <pc:docMk/>
            <pc:sldMk cId="431338483" sldId="503"/>
            <ac:spMk id="3" creationId="{CCF7B76A-2B9A-4665-BB75-DA2D8B119969}"/>
          </ac:spMkLst>
        </pc:spChg>
      </pc:sldChg>
      <pc:sldChg chg="modSp mod">
        <pc:chgData name="zhi zhang" userId="36bdf691fd3510be" providerId="LiveId" clId="{5CB8AE6E-A632-42CC-A87B-BCBE2D5919C5}" dt="2025-03-09T14:37:59.209" v="68" actId="14100"/>
        <pc:sldMkLst>
          <pc:docMk/>
          <pc:sldMk cId="4030956127" sldId="507"/>
        </pc:sldMkLst>
        <pc:spChg chg="mod">
          <ac:chgData name="zhi zhang" userId="36bdf691fd3510be" providerId="LiveId" clId="{5CB8AE6E-A632-42CC-A87B-BCBE2D5919C5}" dt="2025-03-09T14:37:59.209" v="68" actId="14100"/>
          <ac:spMkLst>
            <pc:docMk/>
            <pc:sldMk cId="4030956127" sldId="507"/>
            <ac:spMk id="7" creationId="{EBC053A3-DD58-4410-B408-D3593E92DB21}"/>
          </ac:spMkLst>
        </pc:spChg>
      </pc:sldChg>
      <pc:sldChg chg="modNotesTx">
        <pc:chgData name="zhi zhang" userId="36bdf691fd3510be" providerId="LiveId" clId="{5CB8AE6E-A632-42CC-A87B-BCBE2D5919C5}" dt="2025-03-09T14:15:43.398" v="65" actId="20577"/>
        <pc:sldMkLst>
          <pc:docMk/>
          <pc:sldMk cId="1733833028" sldId="508"/>
        </pc:sldMkLst>
      </pc:sldChg>
      <pc:sldChg chg="modNotesTx">
        <pc:chgData name="zhi zhang" userId="36bdf691fd3510be" providerId="LiveId" clId="{5CB8AE6E-A632-42CC-A87B-BCBE2D5919C5}" dt="2025-03-09T23:32:35.269" v="392" actId="20577"/>
        <pc:sldMkLst>
          <pc:docMk/>
          <pc:sldMk cId="3009154310" sldId="509"/>
        </pc:sldMkLst>
      </pc:sldChg>
      <pc:sldChg chg="modSp mod modNotesTx">
        <pc:chgData name="zhi zhang" userId="36bdf691fd3510be" providerId="LiveId" clId="{5CB8AE6E-A632-42CC-A87B-BCBE2D5919C5}" dt="2025-03-10T02:32:15.093" v="677" actId="20577"/>
        <pc:sldMkLst>
          <pc:docMk/>
          <pc:sldMk cId="3311076584" sldId="510"/>
        </pc:sldMkLst>
        <pc:spChg chg="mod">
          <ac:chgData name="zhi zhang" userId="36bdf691fd3510be" providerId="LiveId" clId="{5CB8AE6E-A632-42CC-A87B-BCBE2D5919C5}" dt="2025-03-10T02:32:15.093" v="677" actId="20577"/>
          <ac:spMkLst>
            <pc:docMk/>
            <pc:sldMk cId="3311076584" sldId="510"/>
            <ac:spMk id="3" creationId="{CCF7B76A-2B9A-4665-BB75-DA2D8B119969}"/>
          </ac:spMkLst>
        </pc:spChg>
      </pc:sldChg>
      <pc:sldChg chg="modSp mod">
        <pc:chgData name="zhi zhang" userId="36bdf691fd3510be" providerId="LiveId" clId="{5CB8AE6E-A632-42CC-A87B-BCBE2D5919C5}" dt="2025-03-10T02:32:29.750" v="683" actId="20577"/>
        <pc:sldMkLst>
          <pc:docMk/>
          <pc:sldMk cId="3367880633" sldId="511"/>
        </pc:sldMkLst>
        <pc:spChg chg="mod">
          <ac:chgData name="zhi zhang" userId="36bdf691fd3510be" providerId="LiveId" clId="{5CB8AE6E-A632-42CC-A87B-BCBE2D5919C5}" dt="2025-03-10T02:32:29.750" v="683" actId="20577"/>
          <ac:spMkLst>
            <pc:docMk/>
            <pc:sldMk cId="3367880633" sldId="511"/>
            <ac:spMk id="3" creationId="{CCF7B76A-2B9A-4665-BB75-DA2D8B119969}"/>
          </ac:spMkLst>
        </pc:spChg>
      </pc:sldChg>
      <pc:sldChg chg="modSp mod modNotesTx">
        <pc:chgData name="zhi zhang" userId="36bdf691fd3510be" providerId="LiveId" clId="{5CB8AE6E-A632-42CC-A87B-BCBE2D5919C5}" dt="2025-03-10T02:35:21.776" v="695" actId="20577"/>
        <pc:sldMkLst>
          <pc:docMk/>
          <pc:sldMk cId="2250758883" sldId="512"/>
        </pc:sldMkLst>
        <pc:spChg chg="mod">
          <ac:chgData name="zhi zhang" userId="36bdf691fd3510be" providerId="LiveId" clId="{5CB8AE6E-A632-42CC-A87B-BCBE2D5919C5}" dt="2025-03-10T01:11:24.115" v="430" actId="1076"/>
          <ac:spMkLst>
            <pc:docMk/>
            <pc:sldMk cId="2250758883" sldId="512"/>
            <ac:spMk id="2" creationId="{00000000-0000-0000-0000-000000000000}"/>
          </ac:spMkLst>
        </pc:spChg>
      </pc:sldChg>
      <pc:sldChg chg="modNotesTx">
        <pc:chgData name="zhi zhang" userId="36bdf691fd3510be" providerId="LiveId" clId="{5CB8AE6E-A632-42CC-A87B-BCBE2D5919C5}" dt="2025-03-10T01:33:35.500" v="517" actId="20577"/>
        <pc:sldMkLst>
          <pc:docMk/>
          <pc:sldMk cId="276341393" sldId="516"/>
        </pc:sldMkLst>
      </pc:sldChg>
      <pc:sldChg chg="modSp mod modNotesTx">
        <pc:chgData name="zhi zhang" userId="36bdf691fd3510be" providerId="LiveId" clId="{5CB8AE6E-A632-42CC-A87B-BCBE2D5919C5}" dt="2025-03-10T02:18:09.429" v="600" actId="20577"/>
        <pc:sldMkLst>
          <pc:docMk/>
          <pc:sldMk cId="2462658539" sldId="517"/>
        </pc:sldMkLst>
        <pc:spChg chg="mod">
          <ac:chgData name="zhi zhang" userId="36bdf691fd3510be" providerId="LiveId" clId="{5CB8AE6E-A632-42CC-A87B-BCBE2D5919C5}" dt="2025-03-10T02:18:09.429" v="600" actId="20577"/>
          <ac:spMkLst>
            <pc:docMk/>
            <pc:sldMk cId="2462658539" sldId="517"/>
            <ac:spMk id="2" creationId="{00000000-0000-0000-0000-000000000000}"/>
          </ac:spMkLst>
        </pc:spChg>
      </pc:sldChg>
      <pc:sldChg chg="modSp mod modNotesTx">
        <pc:chgData name="zhi zhang" userId="36bdf691fd3510be" providerId="LiveId" clId="{5CB8AE6E-A632-42CC-A87B-BCBE2D5919C5}" dt="2025-03-08T12:45:15.660" v="25" actId="1076"/>
        <pc:sldMkLst>
          <pc:docMk/>
          <pc:sldMk cId="38315641" sldId="525"/>
        </pc:sldMkLst>
        <pc:spChg chg="mod">
          <ac:chgData name="zhi zhang" userId="36bdf691fd3510be" providerId="LiveId" clId="{5CB8AE6E-A632-42CC-A87B-BCBE2D5919C5}" dt="2025-03-08T12:45:15.660" v="25" actId="1076"/>
          <ac:spMkLst>
            <pc:docMk/>
            <pc:sldMk cId="38315641" sldId="525"/>
            <ac:spMk id="10" creationId="{68540670-2CED-4F3C-8998-C906506D8A44}"/>
          </ac:spMkLst>
        </pc:spChg>
      </pc:sldChg>
      <pc:sldChg chg="modNotesTx">
        <pc:chgData name="zhi zhang" userId="36bdf691fd3510be" providerId="LiveId" clId="{5CB8AE6E-A632-42CC-A87B-BCBE2D5919C5}" dt="2025-03-09T14:53:37.313" v="338" actId="20577"/>
        <pc:sldMkLst>
          <pc:docMk/>
          <pc:sldMk cId="3727019504" sldId="534"/>
        </pc:sldMkLst>
      </pc:sldChg>
      <pc:sldChg chg="modSp mod">
        <pc:chgData name="zhi zhang" userId="36bdf691fd3510be" providerId="LiveId" clId="{5CB8AE6E-A632-42CC-A87B-BCBE2D5919C5}" dt="2025-03-10T02:32:50.737" v="689" actId="20577"/>
        <pc:sldMkLst>
          <pc:docMk/>
          <pc:sldMk cId="456693173" sldId="1523"/>
        </pc:sldMkLst>
        <pc:spChg chg="mod">
          <ac:chgData name="zhi zhang" userId="36bdf691fd3510be" providerId="LiveId" clId="{5CB8AE6E-A632-42CC-A87B-BCBE2D5919C5}" dt="2025-03-10T02:32:50.737" v="689" actId="20577"/>
          <ac:spMkLst>
            <pc:docMk/>
            <pc:sldMk cId="456693173" sldId="1523"/>
            <ac:spMk id="3" creationId="{CCF7B76A-2B9A-4665-BB75-DA2D8B119969}"/>
          </ac:spMkLst>
        </pc:spChg>
      </pc:sldChg>
    </pc:docChg>
  </pc:docChgLst>
  <pc:docChgLst>
    <pc:chgData name="张 智" userId="36bdf691fd3510be" providerId="LiveId" clId="{F705E205-9FD5-47F2-BF62-84F5EA79DD05}"/>
    <pc:docChg chg="undo custSel addSld modSld">
      <pc:chgData name="张 智" userId="36bdf691fd3510be" providerId="LiveId" clId="{F705E205-9FD5-47F2-BF62-84F5EA79DD05}" dt="2023-02-18T12:11:44.816" v="3562" actId="20577"/>
      <pc:docMkLst>
        <pc:docMk/>
      </pc:docMkLst>
      <pc:sldChg chg="modNotesTx">
        <pc:chgData name="张 智" userId="36bdf691fd3510be" providerId="LiveId" clId="{F705E205-9FD5-47F2-BF62-84F5EA79DD05}" dt="2023-02-16T08:33:00.008" v="329" actId="20577"/>
        <pc:sldMkLst>
          <pc:docMk/>
          <pc:sldMk cId="1077586671" sldId="256"/>
        </pc:sldMkLst>
      </pc:sldChg>
      <pc:sldChg chg="modSp mod modNotesTx">
        <pc:chgData name="张 智" userId="36bdf691fd3510be" providerId="LiveId" clId="{F705E205-9FD5-47F2-BF62-84F5EA79DD05}" dt="2023-02-16T09:39:11.589" v="2470" actId="20577"/>
        <pc:sldMkLst>
          <pc:docMk/>
          <pc:sldMk cId="523072554" sldId="408"/>
        </pc:sldMkLst>
      </pc:sldChg>
      <pc:sldChg chg="addSp delSp modSp mod delAnim">
        <pc:chgData name="张 智" userId="36bdf691fd3510be" providerId="LiveId" clId="{F705E205-9FD5-47F2-BF62-84F5EA79DD05}" dt="2023-02-16T09:24:39.802" v="1804" actId="1076"/>
        <pc:sldMkLst>
          <pc:docMk/>
          <pc:sldMk cId="1229978770" sldId="470"/>
        </pc:sldMkLst>
      </pc:sldChg>
      <pc:sldChg chg="delSp modSp mod delAnim modNotesTx">
        <pc:chgData name="张 智" userId="36bdf691fd3510be" providerId="LiveId" clId="{F705E205-9FD5-47F2-BF62-84F5EA79DD05}" dt="2023-02-18T11:46:27.688" v="2674" actId="20577"/>
        <pc:sldMkLst>
          <pc:docMk/>
          <pc:sldMk cId="3663386304" sldId="471"/>
        </pc:sldMkLst>
      </pc:sldChg>
      <pc:sldChg chg="addSp delSp modSp mod modNotesTx">
        <pc:chgData name="张 智" userId="36bdf691fd3510be" providerId="LiveId" clId="{F705E205-9FD5-47F2-BF62-84F5EA79DD05}" dt="2023-02-16T08:40:56.264" v="912" actId="20577"/>
        <pc:sldMkLst>
          <pc:docMk/>
          <pc:sldMk cId="2206519697" sldId="500"/>
        </pc:sldMkLst>
      </pc:sldChg>
      <pc:sldChg chg="addSp delSp modSp add mod modNotesTx">
        <pc:chgData name="张 智" userId="36bdf691fd3510be" providerId="LiveId" clId="{F705E205-9FD5-47F2-BF62-84F5EA79DD05}" dt="2023-02-16T09:17:57.578" v="1564" actId="14100"/>
        <pc:sldMkLst>
          <pc:docMk/>
          <pc:sldMk cId="813774018" sldId="504"/>
        </pc:sldMkLst>
      </pc:sldChg>
      <pc:sldChg chg="addSp delSp modSp add mod modNotesTx">
        <pc:chgData name="张 智" userId="36bdf691fd3510be" providerId="LiveId" clId="{F705E205-9FD5-47F2-BF62-84F5EA79DD05}" dt="2023-02-18T12:11:44.816" v="3562" actId="20577"/>
        <pc:sldMkLst>
          <pc:docMk/>
          <pc:sldMk cId="4030956127" sldId="507"/>
        </pc:sldMkLst>
      </pc:sldChg>
    </pc:docChg>
  </pc:docChgLst>
  <pc:docChgLst>
    <pc:chgData name="zhi zhang" userId="36bdf691fd3510be" providerId="LiveId" clId="{A379C7B8-C517-5A47-8D7D-BBD9E2976D01}"/>
    <pc:docChg chg="modSld">
      <pc:chgData name="zhi zhang" userId="36bdf691fd3510be" providerId="LiveId" clId="{A379C7B8-C517-5A47-8D7D-BBD9E2976D01}" dt="2025-03-07T06:22:57.841" v="10" actId="20577"/>
      <pc:docMkLst>
        <pc:docMk/>
      </pc:docMkLst>
      <pc:sldChg chg="modSp mod">
        <pc:chgData name="zhi zhang" userId="36bdf691fd3510be" providerId="LiveId" clId="{A379C7B8-C517-5A47-8D7D-BBD9E2976D01}" dt="2025-03-07T06:22:57.841" v="10" actId="20577"/>
        <pc:sldMkLst>
          <pc:docMk/>
          <pc:sldMk cId="38315641" sldId="525"/>
        </pc:sldMkLst>
        <pc:spChg chg="mod">
          <ac:chgData name="zhi zhang" userId="36bdf691fd3510be" providerId="LiveId" clId="{A379C7B8-C517-5A47-8D7D-BBD9E2976D01}" dt="2025-03-07T06:22:57.841" v="10" actId="20577"/>
          <ac:spMkLst>
            <pc:docMk/>
            <pc:sldMk cId="38315641" sldId="525"/>
            <ac:spMk id="10" creationId="{68540670-2CED-4F3C-8998-C906506D8A44}"/>
          </ac:spMkLst>
        </pc:spChg>
      </pc:sldChg>
    </pc:docChg>
  </pc:docChgLst>
  <pc:docChgLst>
    <pc:chgData name="张 智" userId="36bdf691fd3510be" providerId="LiveId" clId="{41C892DB-CE6A-4467-9C22-0DA5A9DEE4F5}"/>
    <pc:docChg chg="undo custSel addSld delSld modSld">
      <pc:chgData name="张 智" userId="36bdf691fd3510be" providerId="LiveId" clId="{41C892DB-CE6A-4467-9C22-0DA5A9DEE4F5}" dt="2023-03-11T16:12:46.255" v="4295" actId="20577"/>
      <pc:docMkLst>
        <pc:docMk/>
      </pc:docMkLst>
      <pc:sldChg chg="modSp mod">
        <pc:chgData name="张 智" userId="36bdf691fd3510be" providerId="LiveId" clId="{41C892DB-CE6A-4467-9C22-0DA5A9DEE4F5}" dt="2023-03-08T01:03:48.914" v="14" actId="20577"/>
        <pc:sldMkLst>
          <pc:docMk/>
          <pc:sldMk cId="1077586671" sldId="256"/>
        </pc:sldMkLst>
      </pc:sldChg>
      <pc:sldChg chg="modNotesTx">
        <pc:chgData name="张 智" userId="36bdf691fd3510be" providerId="LiveId" clId="{41C892DB-CE6A-4467-9C22-0DA5A9DEE4F5}" dt="2023-03-08T02:10:57.748" v="1898" actId="20577"/>
        <pc:sldMkLst>
          <pc:docMk/>
          <pc:sldMk cId="523072554" sldId="408"/>
        </pc:sldMkLst>
      </pc:sldChg>
      <pc:sldChg chg="modNotesTx">
        <pc:chgData name="张 智" userId="36bdf691fd3510be" providerId="LiveId" clId="{41C892DB-CE6A-4467-9C22-0DA5A9DEE4F5}" dt="2023-03-08T02:15:08.306" v="2059" actId="20577"/>
        <pc:sldMkLst>
          <pc:docMk/>
          <pc:sldMk cId="1229978770" sldId="470"/>
        </pc:sldMkLst>
      </pc:sldChg>
      <pc:sldChg chg="addSp delSp modSp mod modNotesTx">
        <pc:chgData name="张 智" userId="36bdf691fd3510be" providerId="LiveId" clId="{41C892DB-CE6A-4467-9C22-0DA5A9DEE4F5}" dt="2023-03-08T03:23:26.287" v="4242" actId="20577"/>
        <pc:sldMkLst>
          <pc:docMk/>
          <pc:sldMk cId="3663386304" sldId="471"/>
        </pc:sldMkLst>
      </pc:sldChg>
      <pc:sldChg chg="modSp mod modNotesTx">
        <pc:chgData name="张 智" userId="36bdf691fd3510be" providerId="LiveId" clId="{41C892DB-CE6A-4467-9C22-0DA5A9DEE4F5}" dt="2023-03-11T16:12:46.255" v="4295" actId="20577"/>
        <pc:sldMkLst>
          <pc:docMk/>
          <pc:sldMk cId="2206519697" sldId="500"/>
        </pc:sldMkLst>
      </pc:sldChg>
      <pc:sldChg chg="del modNotesTx">
        <pc:chgData name="张 智" userId="36bdf691fd3510be" providerId="LiveId" clId="{41C892DB-CE6A-4467-9C22-0DA5A9DEE4F5}" dt="2023-03-08T02:01:15.459" v="1269" actId="2696"/>
        <pc:sldMkLst>
          <pc:docMk/>
          <pc:sldMk cId="813774018" sldId="504"/>
        </pc:sldMkLst>
      </pc:sldChg>
      <pc:sldChg chg="add del">
        <pc:chgData name="张 智" userId="36bdf691fd3510be" providerId="LiveId" clId="{41C892DB-CE6A-4467-9C22-0DA5A9DEE4F5}" dt="2023-03-08T02:01:26.270" v="1271" actId="2696"/>
        <pc:sldMkLst>
          <pc:docMk/>
          <pc:sldMk cId="1921855902" sldId="504"/>
        </pc:sldMkLst>
      </pc:sldChg>
      <pc:sldChg chg="add">
        <pc:chgData name="张 智" userId="36bdf691fd3510be" providerId="LiveId" clId="{41C892DB-CE6A-4467-9C22-0DA5A9DEE4F5}" dt="2023-03-08T02:01:27.904" v="1272"/>
        <pc:sldMkLst>
          <pc:docMk/>
          <pc:sldMk cId="4080640014" sldId="504"/>
        </pc:sldMkLst>
      </pc:sldChg>
      <pc:sldChg chg="modNotesTx">
        <pc:chgData name="张 智" userId="36bdf691fd3510be" providerId="LiveId" clId="{41C892DB-CE6A-4467-9C22-0DA5A9DEE4F5}" dt="2023-03-08T02:15:57.447" v="2086" actId="20577"/>
        <pc:sldMkLst>
          <pc:docMk/>
          <pc:sldMk cId="1215651923" sldId="505"/>
        </pc:sldMkLst>
      </pc:sldChg>
      <pc:sldChg chg="addSp delSp modSp mod modAnim modNotesTx">
        <pc:chgData name="张 智" userId="36bdf691fd3510be" providerId="LiveId" clId="{41C892DB-CE6A-4467-9C22-0DA5A9DEE4F5}" dt="2023-03-08T03:16:44.142" v="3906" actId="20577"/>
        <pc:sldMkLst>
          <pc:docMk/>
          <pc:sldMk cId="396170795" sldId="506"/>
        </pc:sldMkLst>
      </pc:sldChg>
      <pc:sldChg chg="add modNotesTx">
        <pc:chgData name="张 智" userId="36bdf691fd3510be" providerId="LiveId" clId="{41C892DB-CE6A-4467-9C22-0DA5A9DEE4F5}" dt="2023-03-08T03:24:04.826" v="4288" actId="20577"/>
        <pc:sldMkLst>
          <pc:docMk/>
          <pc:sldMk cId="1733833028" sldId="50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10/03/2025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83925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68073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7493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46629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81037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5163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79335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480623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54420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98616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31939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18382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91727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52180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57026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79616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84184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37238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56293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28842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241563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03486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5514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466503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22089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021940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840902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3431045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73382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35632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7482124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5991122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1252850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6028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436039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007264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5755241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8861221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09254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976775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323249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457252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53546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696388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171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3/10/2025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51459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[3] Introduction to Computers and Networks exercises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4475747"/>
            <a:ext cx="7219954" cy="47725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0D1FF"/>
                </a:solidFill>
              </a:rPr>
              <a:t>Dr </a:t>
            </a:r>
            <a:r>
              <a:rPr lang="en-US" dirty="0" err="1">
                <a:solidFill>
                  <a:srgbClr val="20D1FF"/>
                </a:solidFill>
              </a:rPr>
              <a:t>Zhi</a:t>
            </a:r>
            <a:r>
              <a:rPr lang="en-US" dirty="0">
                <a:solidFill>
                  <a:srgbClr val="20D1FF"/>
                </a:solidFill>
              </a:rPr>
              <a:t> Zhang</a:t>
            </a: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D7D02-86A3-4809-8C4D-190E2BE21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553" y="1204580"/>
            <a:ext cx="10353762" cy="3714749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Sniffing</a:t>
            </a:r>
          </a:p>
          <a:p>
            <a:pPr lvl="1"/>
            <a:r>
              <a:rPr lang="en-AU" sz="2800" dirty="0"/>
              <a:t>Remote shell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206519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1" y="1571625"/>
            <a:ext cx="11328914" cy="3714749"/>
          </a:xfrm>
        </p:spPr>
        <p:txBody>
          <a:bodyPr>
            <a:normAutofit/>
          </a:bodyPr>
          <a:lstStyle/>
          <a:p>
            <a:r>
              <a:rPr lang="en-AU" sz="2800" dirty="0"/>
              <a:t>Sniffing is a </a:t>
            </a:r>
            <a:r>
              <a:rPr lang="en-AU" sz="2800" b="1" dirty="0">
                <a:solidFill>
                  <a:srgbClr val="FF0000"/>
                </a:solidFill>
              </a:rPr>
              <a:t>passive</a:t>
            </a:r>
            <a:r>
              <a:rPr lang="en-AU" sz="2800" dirty="0"/>
              <a:t> attack</a:t>
            </a:r>
          </a:p>
          <a:p>
            <a:pPr lvl="1"/>
            <a:r>
              <a:rPr lang="en-AU" sz="2600" dirty="0"/>
              <a:t>active attack: an attacker interacts with the victim system</a:t>
            </a:r>
          </a:p>
          <a:p>
            <a:pPr lvl="1"/>
            <a:r>
              <a:rPr lang="en-AU" sz="2600" dirty="0"/>
              <a:t>passive attack: an attacker does not need the interaction</a:t>
            </a:r>
          </a:p>
          <a:p>
            <a:r>
              <a:rPr lang="en-AU" sz="2800" dirty="0"/>
              <a:t>What is it: capture network traffic between two communicating nodes</a:t>
            </a:r>
          </a:p>
          <a:p>
            <a:r>
              <a:rPr lang="en-AU" sz="2800" dirty="0"/>
              <a:t>Key characteristics?</a:t>
            </a:r>
            <a:endParaRPr lang="en-AU" sz="2800" dirty="0">
              <a:solidFill>
                <a:srgbClr val="FF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</p:spTree>
    <p:extLst>
      <p:ext uri="{BB962C8B-B14F-4D97-AF65-F5344CB8AC3E}">
        <p14:creationId xmlns:p14="http://schemas.microsoft.com/office/powerpoint/2010/main" val="523072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1" y="1571625"/>
            <a:ext cx="11328914" cy="3714749"/>
          </a:xfrm>
        </p:spPr>
        <p:txBody>
          <a:bodyPr>
            <a:normAutofit/>
          </a:bodyPr>
          <a:lstStyle/>
          <a:p>
            <a:r>
              <a:rPr lang="en-AU" sz="2800" dirty="0"/>
              <a:t>Sniffing is a </a:t>
            </a:r>
            <a:r>
              <a:rPr lang="en-AU" sz="2800" b="1" dirty="0">
                <a:solidFill>
                  <a:schemeClr val="tx1"/>
                </a:solidFill>
              </a:rPr>
              <a:t>passive</a:t>
            </a:r>
            <a:r>
              <a:rPr lang="en-AU" sz="2800" dirty="0"/>
              <a:t> attack</a:t>
            </a:r>
          </a:p>
          <a:p>
            <a:r>
              <a:rPr lang="en-AU" sz="2800" dirty="0"/>
              <a:t>What is it: capture network traffic between two communicating nodes</a:t>
            </a:r>
          </a:p>
          <a:p>
            <a:r>
              <a:rPr lang="en-AU" sz="2800" dirty="0"/>
              <a:t>Key characteristics?</a:t>
            </a:r>
            <a:endParaRPr lang="en-AU" sz="2800" dirty="0">
              <a:solidFill>
                <a:srgbClr val="FF0000"/>
              </a:solidFill>
            </a:endParaRPr>
          </a:p>
          <a:p>
            <a:pPr lvl="1"/>
            <a:r>
              <a:rPr lang="en-AU" sz="2600" dirty="0">
                <a:solidFill>
                  <a:srgbClr val="FF0000"/>
                </a:solidFill>
              </a:rPr>
              <a:t>Detection</a:t>
            </a:r>
            <a:r>
              <a:rPr lang="en-AU" sz="2600" dirty="0"/>
              <a:t>: hard to detect such attacks, as the attack does not leave any traces in the network.</a:t>
            </a:r>
          </a:p>
          <a:p>
            <a:pPr lvl="1"/>
            <a:r>
              <a:rPr lang="en-AU" sz="2600" dirty="0">
                <a:solidFill>
                  <a:srgbClr val="FF0000"/>
                </a:solidFill>
              </a:rPr>
              <a:t>Prevention</a:t>
            </a:r>
            <a:r>
              <a:rPr lang="en-AU" sz="2600" dirty="0"/>
              <a:t>: can be prevented via </a:t>
            </a:r>
            <a:r>
              <a:rPr lang="en-AU" sz="2600" dirty="0">
                <a:solidFill>
                  <a:srgbClr val="FF0000"/>
                </a:solidFill>
              </a:rPr>
              <a:t>encryption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</p:spTree>
    <p:extLst>
      <p:ext uri="{BB962C8B-B14F-4D97-AF65-F5344CB8AC3E}">
        <p14:creationId xmlns:p14="http://schemas.microsoft.com/office/powerpoint/2010/main" val="2977176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95414" y="1411791"/>
            <a:ext cx="10353762" cy="1582359"/>
          </a:xfrm>
        </p:spPr>
        <p:txBody>
          <a:bodyPr>
            <a:normAutofit/>
          </a:bodyPr>
          <a:lstStyle/>
          <a:p>
            <a:r>
              <a:rPr lang="en-AU" sz="2800" dirty="0"/>
              <a:t>Establishing a </a:t>
            </a:r>
            <a:r>
              <a:rPr lang="en-AU" sz="2800" b="1" dirty="0">
                <a:solidFill>
                  <a:srgbClr val="FF0000"/>
                </a:solidFill>
              </a:rPr>
              <a:t>secure channel </a:t>
            </a:r>
            <a:r>
              <a:rPr lang="en-AU" sz="2800" dirty="0"/>
              <a:t>to communicate is important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19530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pic>
        <p:nvPicPr>
          <p:cNvPr id="13" name="Picture 2" descr="Related image">
            <a:extLst>
              <a:ext uri="{FF2B5EF4-FFF2-40B4-BE49-F238E27FC236}">
                <a16:creationId xmlns:a16="http://schemas.microsoft.com/office/drawing/2014/main" id="{02F1C5B3-BDAD-4006-A7EC-107FD5E897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96" t="3402" r="30830" b="3843"/>
          <a:stretch/>
        </p:blipFill>
        <p:spPr bwMode="auto">
          <a:xfrm>
            <a:off x="2622854" y="3111311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5E9CB5-2017-4703-BEC8-58D7AD966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7683" y="4648557"/>
            <a:ext cx="1056640" cy="12293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0427AD2-6099-40DF-877B-B121EF0C59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3761" y="3120565"/>
            <a:ext cx="1249312" cy="1229360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216B5159-1E2A-407D-B474-1721BB796493}"/>
              </a:ext>
            </a:extLst>
          </p:cNvPr>
          <p:cNvSpPr txBox="1">
            <a:spLocks/>
          </p:cNvSpPr>
          <p:nvPr/>
        </p:nvSpPr>
        <p:spPr>
          <a:xfrm>
            <a:off x="2318236" y="4321819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</a:rPr>
              <a:t>Alice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2F6156C-5ABD-4243-A913-8CAA6A97B5F1}"/>
              </a:ext>
            </a:extLst>
          </p:cNvPr>
          <p:cNvSpPr txBox="1">
            <a:spLocks/>
          </p:cNvSpPr>
          <p:nvPr/>
        </p:nvSpPr>
        <p:spPr>
          <a:xfrm>
            <a:off x="7791688" y="4321818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</a:rPr>
              <a:t>Bob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7D7041-8F99-4E41-BE1C-A94BB43BE417}"/>
              </a:ext>
            </a:extLst>
          </p:cNvPr>
          <p:cNvCxnSpPr>
            <a:cxnSpLocks/>
            <a:stCxn id="17" idx="0"/>
            <a:endCxn id="24" idx="2"/>
          </p:cNvCxnSpPr>
          <p:nvPr/>
        </p:nvCxnSpPr>
        <p:spPr>
          <a:xfrm flipV="1">
            <a:off x="5846003" y="4032820"/>
            <a:ext cx="0" cy="61573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A22FFC7-A9A0-4446-8427-05B3BD024B47}"/>
              </a:ext>
            </a:extLst>
          </p:cNvPr>
          <p:cNvSpPr/>
          <p:nvPr/>
        </p:nvSpPr>
        <p:spPr>
          <a:xfrm>
            <a:off x="4431224" y="3434070"/>
            <a:ext cx="2829558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Insecure Channel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9F2465-3FF3-F32C-CD0B-B6B697E600C5}"/>
              </a:ext>
            </a:extLst>
          </p:cNvPr>
          <p:cNvSpPr txBox="1">
            <a:spLocks/>
          </p:cNvSpPr>
          <p:nvPr/>
        </p:nvSpPr>
        <p:spPr>
          <a:xfrm>
            <a:off x="4780147" y="5849991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</a:rPr>
              <a:t>Eavesdropper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F89A8EC-F949-B098-B61A-62BA1FE59252}"/>
              </a:ext>
            </a:extLst>
          </p:cNvPr>
          <p:cNvCxnSpPr>
            <a:cxnSpLocks/>
            <a:stCxn id="13" idx="3"/>
            <a:endCxn id="24" idx="1"/>
          </p:cNvCxnSpPr>
          <p:nvPr/>
        </p:nvCxnSpPr>
        <p:spPr>
          <a:xfrm flipV="1">
            <a:off x="3679493" y="3733445"/>
            <a:ext cx="751731" cy="6139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B6ADD1F-A9FF-6194-C9C4-335F3C2C114E}"/>
              </a:ext>
            </a:extLst>
          </p:cNvPr>
          <p:cNvCxnSpPr>
            <a:cxnSpLocks/>
            <a:stCxn id="24" idx="3"/>
            <a:endCxn id="18" idx="1"/>
          </p:cNvCxnSpPr>
          <p:nvPr/>
        </p:nvCxnSpPr>
        <p:spPr>
          <a:xfrm>
            <a:off x="7260782" y="3733445"/>
            <a:ext cx="692979" cy="180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8016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95414" y="1411791"/>
            <a:ext cx="10353762" cy="1582359"/>
          </a:xfrm>
        </p:spPr>
        <p:txBody>
          <a:bodyPr>
            <a:normAutofit/>
          </a:bodyPr>
          <a:lstStyle/>
          <a:p>
            <a:r>
              <a:rPr lang="en-AU" sz="2800" dirty="0"/>
              <a:t>Establishing a </a:t>
            </a:r>
            <a:r>
              <a:rPr lang="en-AU" sz="2800" b="1" dirty="0">
                <a:solidFill>
                  <a:srgbClr val="FF0000"/>
                </a:solidFill>
              </a:rPr>
              <a:t>secure channel </a:t>
            </a:r>
            <a:r>
              <a:rPr lang="en-AU" sz="2800" dirty="0"/>
              <a:t>to communicate is important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19530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pic>
        <p:nvPicPr>
          <p:cNvPr id="13" name="Picture 2" descr="Related image">
            <a:extLst>
              <a:ext uri="{FF2B5EF4-FFF2-40B4-BE49-F238E27FC236}">
                <a16:creationId xmlns:a16="http://schemas.microsoft.com/office/drawing/2014/main" id="{02F1C5B3-BDAD-4006-A7EC-107FD5E897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96" t="3402" r="30830" b="3843"/>
          <a:stretch/>
        </p:blipFill>
        <p:spPr bwMode="auto">
          <a:xfrm>
            <a:off x="2622854" y="3111311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5E9CB5-2017-4703-BEC8-58D7AD966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7683" y="4648557"/>
            <a:ext cx="1056640" cy="12293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0427AD2-6099-40DF-877B-B121EF0C59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3761" y="3120565"/>
            <a:ext cx="1249312" cy="1229360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216B5159-1E2A-407D-B474-1721BB796493}"/>
              </a:ext>
            </a:extLst>
          </p:cNvPr>
          <p:cNvSpPr txBox="1">
            <a:spLocks/>
          </p:cNvSpPr>
          <p:nvPr/>
        </p:nvSpPr>
        <p:spPr>
          <a:xfrm>
            <a:off x="2318236" y="4321819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</a:rPr>
              <a:t>Alice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2F6156C-5ABD-4243-A913-8CAA6A97B5F1}"/>
              </a:ext>
            </a:extLst>
          </p:cNvPr>
          <p:cNvSpPr txBox="1">
            <a:spLocks/>
          </p:cNvSpPr>
          <p:nvPr/>
        </p:nvSpPr>
        <p:spPr>
          <a:xfrm>
            <a:off x="7791688" y="4321818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</a:rPr>
              <a:t>Bob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7D7041-8F99-4E41-BE1C-A94BB43BE417}"/>
              </a:ext>
            </a:extLst>
          </p:cNvPr>
          <p:cNvCxnSpPr>
            <a:cxnSpLocks/>
            <a:stCxn id="17" idx="0"/>
            <a:endCxn id="24" idx="2"/>
          </p:cNvCxnSpPr>
          <p:nvPr/>
        </p:nvCxnSpPr>
        <p:spPr>
          <a:xfrm flipV="1">
            <a:off x="5846003" y="4032820"/>
            <a:ext cx="0" cy="61573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A22FFC7-A9A0-4446-8427-05B3BD024B47}"/>
              </a:ext>
            </a:extLst>
          </p:cNvPr>
          <p:cNvSpPr/>
          <p:nvPr/>
        </p:nvSpPr>
        <p:spPr>
          <a:xfrm>
            <a:off x="4431224" y="3434070"/>
            <a:ext cx="2829558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Insecure Channel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9F2465-3FF3-F32C-CD0B-B6B697E600C5}"/>
              </a:ext>
            </a:extLst>
          </p:cNvPr>
          <p:cNvSpPr txBox="1">
            <a:spLocks/>
          </p:cNvSpPr>
          <p:nvPr/>
        </p:nvSpPr>
        <p:spPr>
          <a:xfrm>
            <a:off x="4780147" y="5849991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</a:rPr>
              <a:t>Eavesdropper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F89A8EC-F949-B098-B61A-62BA1FE59252}"/>
              </a:ext>
            </a:extLst>
          </p:cNvPr>
          <p:cNvCxnSpPr>
            <a:cxnSpLocks/>
            <a:stCxn id="13" idx="3"/>
            <a:endCxn id="24" idx="1"/>
          </p:cNvCxnSpPr>
          <p:nvPr/>
        </p:nvCxnSpPr>
        <p:spPr>
          <a:xfrm flipV="1">
            <a:off x="3679493" y="3733445"/>
            <a:ext cx="751731" cy="6139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B6ADD1F-A9FF-6194-C9C4-335F3C2C114E}"/>
              </a:ext>
            </a:extLst>
          </p:cNvPr>
          <p:cNvCxnSpPr>
            <a:cxnSpLocks/>
            <a:stCxn id="24" idx="3"/>
            <a:endCxn id="18" idx="1"/>
          </p:cNvCxnSpPr>
          <p:nvPr/>
        </p:nvCxnSpPr>
        <p:spPr>
          <a:xfrm>
            <a:off x="7260782" y="3733445"/>
            <a:ext cx="692979" cy="180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1A348A68-15AA-4054-A986-925C048E0E84}"/>
              </a:ext>
            </a:extLst>
          </p:cNvPr>
          <p:cNvSpPr txBox="1">
            <a:spLocks/>
          </p:cNvSpPr>
          <p:nvPr/>
        </p:nvSpPr>
        <p:spPr>
          <a:xfrm>
            <a:off x="4780147" y="2568835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rgbClr val="FF0000"/>
                </a:solidFill>
                <a:latin typeface="+mn-lt"/>
              </a:rPr>
              <a:t>Any example?</a:t>
            </a:r>
          </a:p>
        </p:txBody>
      </p:sp>
    </p:spTree>
    <p:extLst>
      <p:ext uri="{BB962C8B-B14F-4D97-AF65-F5344CB8AC3E}">
        <p14:creationId xmlns:p14="http://schemas.microsoft.com/office/powerpoint/2010/main" val="1229978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/>
          <p:cNvCxnSpPr>
            <a:cxnSpLocks/>
            <a:stCxn id="13" idx="3"/>
            <a:endCxn id="24" idx="1"/>
          </p:cNvCxnSpPr>
          <p:nvPr/>
        </p:nvCxnSpPr>
        <p:spPr>
          <a:xfrm>
            <a:off x="3679493" y="3702934"/>
            <a:ext cx="751731" cy="7509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69122" y="1271324"/>
            <a:ext cx="10353762" cy="1582359"/>
          </a:xfrm>
        </p:spPr>
        <p:txBody>
          <a:bodyPr>
            <a:normAutofit/>
          </a:bodyPr>
          <a:lstStyle/>
          <a:p>
            <a:r>
              <a:rPr lang="en-AU" sz="2800" dirty="0"/>
              <a:t>Establishing a </a:t>
            </a:r>
            <a:r>
              <a:rPr lang="en-AU" sz="2800" b="1" dirty="0">
                <a:solidFill>
                  <a:srgbClr val="FF0000"/>
                </a:solidFill>
              </a:rPr>
              <a:t>secure channel </a:t>
            </a:r>
            <a:r>
              <a:rPr lang="en-AU" sz="2800" dirty="0"/>
              <a:t>to communicate is important</a:t>
            </a:r>
          </a:p>
          <a:p>
            <a:r>
              <a:rPr lang="en-AU" sz="2800" dirty="0"/>
              <a:t>It is also critical to consider the coverage of the channel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19530"/>
            <a:ext cx="10353762" cy="984351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pic>
        <p:nvPicPr>
          <p:cNvPr id="13" name="Picture 2" descr="Related image">
            <a:extLst>
              <a:ext uri="{FF2B5EF4-FFF2-40B4-BE49-F238E27FC236}">
                <a16:creationId xmlns:a16="http://schemas.microsoft.com/office/drawing/2014/main" id="{02F1C5B3-BDAD-4006-A7EC-107FD5E897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96" t="3402" r="30830" b="3843"/>
          <a:stretch/>
        </p:blipFill>
        <p:spPr bwMode="auto">
          <a:xfrm>
            <a:off x="2622854" y="3074661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5E9CB5-2017-4703-BEC8-58D7AD966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7683" y="4625555"/>
            <a:ext cx="1056640" cy="12293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0427AD2-6099-40DF-877B-B121EF0C59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3761" y="3097563"/>
            <a:ext cx="1249312" cy="1229360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216B5159-1E2A-407D-B474-1721BB796493}"/>
              </a:ext>
            </a:extLst>
          </p:cNvPr>
          <p:cNvSpPr txBox="1">
            <a:spLocks/>
          </p:cNvSpPr>
          <p:nvPr/>
        </p:nvSpPr>
        <p:spPr>
          <a:xfrm>
            <a:off x="2318236" y="4298817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Alice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2F6156C-5ABD-4243-A913-8CAA6A97B5F1}"/>
              </a:ext>
            </a:extLst>
          </p:cNvPr>
          <p:cNvSpPr txBox="1">
            <a:spLocks/>
          </p:cNvSpPr>
          <p:nvPr/>
        </p:nvSpPr>
        <p:spPr>
          <a:xfrm>
            <a:off x="7791688" y="4298816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Bob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7D7041-8F99-4E41-BE1C-A94BB43BE417}"/>
              </a:ext>
            </a:extLst>
          </p:cNvPr>
          <p:cNvCxnSpPr>
            <a:cxnSpLocks/>
            <a:stCxn id="17" idx="0"/>
            <a:endCxn id="24" idx="2"/>
          </p:cNvCxnSpPr>
          <p:nvPr/>
        </p:nvCxnSpPr>
        <p:spPr>
          <a:xfrm flipV="1">
            <a:off x="5846003" y="4009818"/>
            <a:ext cx="0" cy="615737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F39F2465-3FF3-F32C-CD0B-B6B697E600C5}"/>
              </a:ext>
            </a:extLst>
          </p:cNvPr>
          <p:cNvSpPr txBox="1">
            <a:spLocks/>
          </p:cNvSpPr>
          <p:nvPr/>
        </p:nvSpPr>
        <p:spPr>
          <a:xfrm>
            <a:off x="4753855" y="5825084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Eavesdropper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A22FFC7-A9A0-4446-8427-05B3BD024B47}"/>
              </a:ext>
            </a:extLst>
          </p:cNvPr>
          <p:cNvSpPr/>
          <p:nvPr/>
        </p:nvSpPr>
        <p:spPr>
          <a:xfrm>
            <a:off x="4431224" y="3411068"/>
            <a:ext cx="2829558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Secure Channel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BE0330D-F380-A983-E61B-C14A6A2108AD}"/>
              </a:ext>
            </a:extLst>
          </p:cNvPr>
          <p:cNvCxnSpPr>
            <a:cxnSpLocks/>
            <a:stCxn id="24" idx="3"/>
            <a:endCxn id="18" idx="1"/>
          </p:cNvCxnSpPr>
          <p:nvPr/>
        </p:nvCxnSpPr>
        <p:spPr>
          <a:xfrm>
            <a:off x="7260782" y="3710443"/>
            <a:ext cx="692979" cy="180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Multiply 14">
            <a:extLst>
              <a:ext uri="{FF2B5EF4-FFF2-40B4-BE49-F238E27FC236}">
                <a16:creationId xmlns:a16="http://schemas.microsoft.com/office/drawing/2014/main" id="{68B500C8-460B-0AE6-36AA-318309DF11A5}"/>
              </a:ext>
            </a:extLst>
          </p:cNvPr>
          <p:cNvSpPr/>
          <p:nvPr/>
        </p:nvSpPr>
        <p:spPr>
          <a:xfrm>
            <a:off x="5562300" y="4168123"/>
            <a:ext cx="556863" cy="324871"/>
          </a:xfrm>
          <a:prstGeom prst="mathMultiply">
            <a:avLst>
              <a:gd name="adj1" fmla="val 18335"/>
            </a:avLst>
          </a:prstGeom>
          <a:solidFill>
            <a:srgbClr val="FF0000"/>
          </a:solidFill>
          <a:ln w="95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</p:spTree>
    <p:extLst>
      <p:ext uri="{BB962C8B-B14F-4D97-AF65-F5344CB8AC3E}">
        <p14:creationId xmlns:p14="http://schemas.microsoft.com/office/powerpoint/2010/main" val="1215651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/>
          <p:cNvCxnSpPr>
            <a:cxnSpLocks/>
            <a:stCxn id="13" idx="3"/>
            <a:endCxn id="22" idx="1"/>
          </p:cNvCxnSpPr>
          <p:nvPr/>
        </p:nvCxnSpPr>
        <p:spPr>
          <a:xfrm flipV="1">
            <a:off x="1831228" y="3538559"/>
            <a:ext cx="481232" cy="9154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3974" y="1143851"/>
            <a:ext cx="10353762" cy="1582359"/>
          </a:xfrm>
        </p:spPr>
        <p:txBody>
          <a:bodyPr>
            <a:normAutofit/>
          </a:bodyPr>
          <a:lstStyle/>
          <a:p>
            <a:r>
              <a:rPr lang="en-AU" sz="2800" dirty="0"/>
              <a:t>Establishing a </a:t>
            </a:r>
            <a:r>
              <a:rPr lang="en-AU" sz="2800" b="1" dirty="0">
                <a:solidFill>
                  <a:srgbClr val="FF0000"/>
                </a:solidFill>
              </a:rPr>
              <a:t>secure channel </a:t>
            </a:r>
            <a:r>
              <a:rPr lang="en-AU" sz="2800" dirty="0"/>
              <a:t>to communicate is important</a:t>
            </a:r>
          </a:p>
          <a:p>
            <a:r>
              <a:rPr lang="en-AU" sz="2800" dirty="0"/>
              <a:t>It is also critical to consider the </a:t>
            </a:r>
            <a:r>
              <a:rPr lang="en-AU" sz="2800" dirty="0">
                <a:solidFill>
                  <a:srgbClr val="FF0000"/>
                </a:solidFill>
              </a:rPr>
              <a:t>coverage</a:t>
            </a:r>
            <a:r>
              <a:rPr lang="en-AU" sz="2800" dirty="0"/>
              <a:t> of the channel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19530"/>
            <a:ext cx="10353762" cy="984351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pic>
        <p:nvPicPr>
          <p:cNvPr id="13" name="Picture 2" descr="Related image">
            <a:extLst>
              <a:ext uri="{FF2B5EF4-FFF2-40B4-BE49-F238E27FC236}">
                <a16:creationId xmlns:a16="http://schemas.microsoft.com/office/drawing/2014/main" id="{02F1C5B3-BDAD-4006-A7EC-107FD5E897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96" t="3402" r="30830" b="3843"/>
          <a:stretch/>
        </p:blipFill>
        <p:spPr bwMode="auto">
          <a:xfrm>
            <a:off x="774589" y="2919440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5E9CB5-2017-4703-BEC8-58D7AD966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5392" y="4363098"/>
            <a:ext cx="1056640" cy="12293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0427AD2-6099-40DF-877B-B121EF0C59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8620" y="4716562"/>
            <a:ext cx="1249312" cy="1229360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216B5159-1E2A-407D-B474-1721BB796493}"/>
              </a:ext>
            </a:extLst>
          </p:cNvPr>
          <p:cNvSpPr txBox="1">
            <a:spLocks/>
          </p:cNvSpPr>
          <p:nvPr/>
        </p:nvSpPr>
        <p:spPr>
          <a:xfrm>
            <a:off x="453974" y="4056045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Alice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2F6156C-5ABD-4243-A913-8CAA6A97B5F1}"/>
              </a:ext>
            </a:extLst>
          </p:cNvPr>
          <p:cNvSpPr txBox="1">
            <a:spLocks/>
          </p:cNvSpPr>
          <p:nvPr/>
        </p:nvSpPr>
        <p:spPr>
          <a:xfrm>
            <a:off x="10033046" y="5841088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Bob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7D7041-8F99-4E41-BE1C-A94BB43BE417}"/>
              </a:ext>
            </a:extLst>
          </p:cNvPr>
          <p:cNvCxnSpPr>
            <a:cxnSpLocks/>
            <a:stCxn id="17" idx="0"/>
            <a:endCxn id="22" idx="2"/>
          </p:cNvCxnSpPr>
          <p:nvPr/>
        </p:nvCxnSpPr>
        <p:spPr>
          <a:xfrm flipV="1">
            <a:off x="3503712" y="3837934"/>
            <a:ext cx="737" cy="525164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F39F2465-3FF3-F32C-CD0B-B6B697E600C5}"/>
              </a:ext>
            </a:extLst>
          </p:cNvPr>
          <p:cNvSpPr txBox="1">
            <a:spLocks/>
          </p:cNvSpPr>
          <p:nvPr/>
        </p:nvSpPr>
        <p:spPr>
          <a:xfrm>
            <a:off x="2393635" y="5462631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Eavesdropper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A22FFC7-A9A0-4446-8427-05B3BD024B47}"/>
              </a:ext>
            </a:extLst>
          </p:cNvPr>
          <p:cNvSpPr/>
          <p:nvPr/>
        </p:nvSpPr>
        <p:spPr>
          <a:xfrm>
            <a:off x="7279334" y="3230256"/>
            <a:ext cx="2383977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Secure Channel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BE0330D-F380-A983-E61B-C14A6A2108AD}"/>
              </a:ext>
            </a:extLst>
          </p:cNvPr>
          <p:cNvCxnSpPr>
            <a:cxnSpLocks/>
            <a:stCxn id="24" idx="3"/>
            <a:endCxn id="55" idx="1"/>
          </p:cNvCxnSpPr>
          <p:nvPr/>
        </p:nvCxnSpPr>
        <p:spPr>
          <a:xfrm flipV="1">
            <a:off x="9663311" y="3519386"/>
            <a:ext cx="517917" cy="1024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1661813-9C9F-4C53-BB96-FF46317744C1}"/>
              </a:ext>
            </a:extLst>
          </p:cNvPr>
          <p:cNvSpPr/>
          <p:nvPr/>
        </p:nvSpPr>
        <p:spPr>
          <a:xfrm>
            <a:off x="2312460" y="3239184"/>
            <a:ext cx="2383977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Insecure Channel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99FF71E-A867-487C-A360-1A085756EBE3}"/>
              </a:ext>
            </a:extLst>
          </p:cNvPr>
          <p:cNvSpPr/>
          <p:nvPr/>
        </p:nvSpPr>
        <p:spPr>
          <a:xfrm>
            <a:off x="5155125" y="3239184"/>
            <a:ext cx="1446137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Gateway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5FD291-ABA1-4F6E-AB00-7CBB91EF87AD}"/>
              </a:ext>
            </a:extLst>
          </p:cNvPr>
          <p:cNvSpPr/>
          <p:nvPr/>
        </p:nvSpPr>
        <p:spPr>
          <a:xfrm>
            <a:off x="543808" y="2671482"/>
            <a:ext cx="6205795" cy="37209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Title 1">
            <a:extLst>
              <a:ext uri="{FF2B5EF4-FFF2-40B4-BE49-F238E27FC236}">
                <a16:creationId xmlns:a16="http://schemas.microsoft.com/office/drawing/2014/main" id="{7FE89A40-EF34-4895-A736-D5FB666F5E68}"/>
              </a:ext>
            </a:extLst>
          </p:cNvPr>
          <p:cNvSpPr txBox="1">
            <a:spLocks/>
          </p:cNvSpPr>
          <p:nvPr/>
        </p:nvSpPr>
        <p:spPr>
          <a:xfrm>
            <a:off x="453974" y="5883935"/>
            <a:ext cx="2184295" cy="59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Private Company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F3AD5E-2A87-4F9E-A997-E51009468D5E}"/>
              </a:ext>
            </a:extLst>
          </p:cNvPr>
          <p:cNvCxnSpPr>
            <a:cxnSpLocks/>
            <a:stCxn id="24" idx="1"/>
            <a:endCxn id="23" idx="3"/>
          </p:cNvCxnSpPr>
          <p:nvPr/>
        </p:nvCxnSpPr>
        <p:spPr>
          <a:xfrm flipH="1">
            <a:off x="6601262" y="3529631"/>
            <a:ext cx="678072" cy="8928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B26379F-B598-44A9-AA08-AFE90B09A06F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4696437" y="3538559"/>
            <a:ext cx="458688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C004956F-7352-4D70-B5CA-07BF1EBEC229}"/>
              </a:ext>
            </a:extLst>
          </p:cNvPr>
          <p:cNvSpPr/>
          <p:nvPr/>
        </p:nvSpPr>
        <p:spPr>
          <a:xfrm>
            <a:off x="10181228" y="3220011"/>
            <a:ext cx="1446137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Gateway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71270B8-57A9-4E04-9CCB-B90FE5DF411A}"/>
              </a:ext>
            </a:extLst>
          </p:cNvPr>
          <p:cNvCxnSpPr>
            <a:cxnSpLocks/>
            <a:stCxn id="18" idx="0"/>
            <a:endCxn id="55" idx="2"/>
          </p:cNvCxnSpPr>
          <p:nvPr/>
        </p:nvCxnSpPr>
        <p:spPr>
          <a:xfrm flipV="1">
            <a:off x="10903276" y="3818761"/>
            <a:ext cx="1021" cy="897801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itle 1">
            <a:extLst>
              <a:ext uri="{FF2B5EF4-FFF2-40B4-BE49-F238E27FC236}">
                <a16:creationId xmlns:a16="http://schemas.microsoft.com/office/drawing/2014/main" id="{84593561-44DB-4085-9486-8B2986E6FFE0}"/>
              </a:ext>
            </a:extLst>
          </p:cNvPr>
          <p:cNvSpPr txBox="1">
            <a:spLocks/>
          </p:cNvSpPr>
          <p:nvPr/>
        </p:nvSpPr>
        <p:spPr>
          <a:xfrm>
            <a:off x="3244800" y="3845367"/>
            <a:ext cx="1446137" cy="5086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100" b="1" dirty="0">
                <a:latin typeface="+mn-lt"/>
                <a:ea typeface="+mn-ea"/>
                <a:cs typeface="+mn-cs"/>
              </a:rPr>
              <a:t>sniffing</a:t>
            </a:r>
          </a:p>
        </p:txBody>
      </p:sp>
    </p:spTree>
    <p:extLst>
      <p:ext uri="{BB962C8B-B14F-4D97-AF65-F5344CB8AC3E}">
        <p14:creationId xmlns:p14="http://schemas.microsoft.com/office/powerpoint/2010/main" val="396170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10623" y="2266720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Google Chrome notifies users that http is </a:t>
            </a:r>
            <a:r>
              <a:rPr lang="en-AU" sz="2800" dirty="0">
                <a:solidFill>
                  <a:srgbClr val="FF0000"/>
                </a:solidFill>
              </a:rPr>
              <a:t>no longer </a:t>
            </a:r>
            <a:r>
              <a:rPr lang="en-AU" sz="2800" dirty="0"/>
              <a:t>secure</a:t>
            </a:r>
            <a:endParaRPr lang="en-AU" sz="2800" baseline="300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38413" y="3090446"/>
            <a:ext cx="10976890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600" dirty="0"/>
              <a:t>https://security.googleblog.com/2018/02/a-secure-web-is-here-to-stay.html</a:t>
            </a:r>
          </a:p>
        </p:txBody>
      </p:sp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68540670-2CED-4F3C-8998-C906506D8A44}"/>
              </a:ext>
            </a:extLst>
          </p:cNvPr>
          <p:cNvSpPr txBox="1">
            <a:spLocks/>
          </p:cNvSpPr>
          <p:nvPr/>
        </p:nvSpPr>
        <p:spPr>
          <a:xfrm>
            <a:off x="810623" y="1017964"/>
            <a:ext cx="10353762" cy="15823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Insecure channel is not encrypted, e.g., http</a:t>
            </a:r>
          </a:p>
          <a:p>
            <a:r>
              <a:rPr lang="en-AU" sz="2800" dirty="0"/>
              <a:t>Secure channel is encrypted, e.g., https</a:t>
            </a:r>
          </a:p>
        </p:txBody>
      </p:sp>
    </p:spTree>
    <p:extLst>
      <p:ext uri="{BB962C8B-B14F-4D97-AF65-F5344CB8AC3E}">
        <p14:creationId xmlns:p14="http://schemas.microsoft.com/office/powerpoint/2010/main" val="36633863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68540670-2CED-4F3C-8998-C906506D8A44}"/>
              </a:ext>
            </a:extLst>
          </p:cNvPr>
          <p:cNvSpPr txBox="1">
            <a:spLocks/>
          </p:cNvSpPr>
          <p:nvPr/>
        </p:nvSpPr>
        <p:spPr>
          <a:xfrm>
            <a:off x="244345" y="805313"/>
            <a:ext cx="11703309" cy="397204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Why is https secure?</a:t>
            </a:r>
          </a:p>
          <a:p>
            <a:pPr lvl="1"/>
            <a:r>
              <a:rPr lang="en-AU" sz="2800" dirty="0"/>
              <a:t>SSL/TLS protocol</a:t>
            </a:r>
          </a:p>
          <a:p>
            <a:pPr lvl="1"/>
            <a:r>
              <a:rPr lang="en-AU" sz="2800" dirty="0"/>
              <a:t>SSL: Secure Socket Layer</a:t>
            </a:r>
          </a:p>
          <a:p>
            <a:pPr lvl="1"/>
            <a:r>
              <a:rPr lang="en-AU" sz="2800" dirty="0"/>
              <a:t>TLS: Transport Layer Security</a:t>
            </a:r>
          </a:p>
          <a:p>
            <a:pPr lvl="1"/>
            <a:r>
              <a:rPr lang="en-AU" sz="2800" dirty="0"/>
              <a:t>Is https 100% secure in real-world given that it has mathematical proof?</a:t>
            </a:r>
          </a:p>
          <a:p>
            <a:pPr lvl="2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8315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68540670-2CED-4F3C-8998-C906506D8A44}"/>
              </a:ext>
            </a:extLst>
          </p:cNvPr>
          <p:cNvSpPr txBox="1">
            <a:spLocks/>
          </p:cNvSpPr>
          <p:nvPr/>
        </p:nvSpPr>
        <p:spPr>
          <a:xfrm>
            <a:off x="810623" y="1017964"/>
            <a:ext cx="10353762" cy="397204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Why is https secure?</a:t>
            </a:r>
          </a:p>
          <a:p>
            <a:pPr lvl="1"/>
            <a:r>
              <a:rPr lang="en-AU" sz="2800" dirty="0"/>
              <a:t>SSL/TLS protocol</a:t>
            </a:r>
          </a:p>
          <a:p>
            <a:pPr lvl="1"/>
            <a:r>
              <a:rPr lang="en-AU" sz="2800" dirty="0"/>
              <a:t>SSL: Secure Socket Layer</a:t>
            </a:r>
          </a:p>
          <a:p>
            <a:pPr lvl="1"/>
            <a:r>
              <a:rPr lang="en-AU" sz="2800" dirty="0"/>
              <a:t>TLS: Transport Layer Security</a:t>
            </a:r>
          </a:p>
          <a:p>
            <a:pPr lvl="1"/>
            <a:r>
              <a:rPr lang="en-AU" sz="2800" dirty="0"/>
              <a:t>Is https 100% secure?</a:t>
            </a:r>
          </a:p>
          <a:p>
            <a:pPr lvl="2"/>
            <a:r>
              <a:rPr lang="en-AU" sz="2800" dirty="0"/>
              <a:t>a gap between theory and implementation, e.g., </a:t>
            </a:r>
            <a:r>
              <a:rPr lang="en-AU" sz="2800" dirty="0" err="1"/>
              <a:t>heartbleed</a:t>
            </a: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7555437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10623" y="1047795"/>
            <a:ext cx="10353762" cy="3714749"/>
          </a:xfrm>
        </p:spPr>
        <p:txBody>
          <a:bodyPr>
            <a:normAutofit/>
          </a:bodyPr>
          <a:lstStyle/>
          <a:p>
            <a:r>
              <a:rPr lang="en-AU" sz="3200" dirty="0"/>
              <a:t>There are a list of tools for sniffing</a:t>
            </a:r>
          </a:p>
          <a:p>
            <a:pPr lvl="1"/>
            <a:r>
              <a:rPr lang="en-AU" sz="2800" dirty="0"/>
              <a:t>e.g., Wireshark, </a:t>
            </a:r>
            <a:r>
              <a:rPr lang="en-AU" sz="2800" dirty="0" err="1"/>
              <a:t>tcpdump</a:t>
            </a:r>
            <a:r>
              <a:rPr lang="en-AU" sz="2800" dirty="0"/>
              <a:t>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pic>
        <p:nvPicPr>
          <p:cNvPr id="4098" name="Picture 2" descr="Image result for wireshark capture type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624" y="2758573"/>
            <a:ext cx="4576385" cy="3242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Image result for tcpdump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2490" y="2758572"/>
            <a:ext cx="5330965" cy="3242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38330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-189933" y="849539"/>
            <a:ext cx="473907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Demo: use our VM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9C090E-9917-483F-953D-653476C52C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433945"/>
            <a:ext cx="7098091" cy="2985655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266700" y="5409145"/>
            <a:ext cx="11142234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en-AU" sz="2800" dirty="0">
                <a:latin typeface="+mn-lt"/>
              </a:rPr>
              <a:t>https://github.com/uwacyber/cits1003/tree/2022s1/cits1003-labs/files</a:t>
            </a:r>
            <a:br>
              <a:rPr lang="en-AU" sz="2800" dirty="0">
                <a:latin typeface="+mn-lt"/>
              </a:rPr>
            </a:br>
            <a:r>
              <a:rPr lang="en-AU" sz="2800" dirty="0">
                <a:latin typeface="+mn-lt"/>
              </a:rPr>
              <a:t>password for decryption: </a:t>
            </a:r>
            <a:r>
              <a:rPr lang="en-AU" sz="2800" dirty="0">
                <a:solidFill>
                  <a:srgbClr val="FF0000"/>
                </a:solidFill>
                <a:latin typeface="+mn-lt"/>
              </a:rPr>
              <a:t>infected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DBE6DC-10D8-4C31-A67A-1D55E0AD97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95" y="4576212"/>
            <a:ext cx="2025348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956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Updating</a:t>
            </a: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A7133173-7212-4D21-ACAE-4C63AFD84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834163"/>
            <a:ext cx="10750006" cy="4792971"/>
          </a:xfrm>
        </p:spPr>
        <p:txBody>
          <a:bodyPr>
            <a:normAutofit/>
          </a:bodyPr>
          <a:lstStyle/>
          <a:p>
            <a:r>
              <a:rPr lang="en-US" sz="2800" dirty="0"/>
              <a:t>Update </a:t>
            </a:r>
            <a:r>
              <a:rPr lang="en-US" sz="2800" dirty="0" err="1"/>
              <a:t>sniffex.c</a:t>
            </a:r>
            <a:r>
              <a:rPr lang="en-US" sz="2800" dirty="0"/>
              <a:t> (source file) with VM’s IP address</a:t>
            </a:r>
          </a:p>
          <a:p>
            <a:pPr lvl="1"/>
            <a:r>
              <a:rPr lang="en-US" sz="2800" dirty="0"/>
              <a:t>Jump to </a:t>
            </a:r>
            <a:r>
              <a:rPr lang="en-US" sz="2800" dirty="0">
                <a:solidFill>
                  <a:srgbClr val="FF0000"/>
                </a:solidFill>
              </a:rPr>
              <a:t>line 513</a:t>
            </a:r>
            <a:r>
              <a:rPr lang="en-US" sz="2800" dirty="0"/>
              <a:t>, update the IP address with your VM’s IP address.</a:t>
            </a:r>
          </a:p>
          <a:p>
            <a:pPr lvl="1"/>
            <a:r>
              <a:rPr lang="en-US" sz="2800" dirty="0"/>
              <a:t>How to find your VM’s IP address? </a:t>
            </a:r>
          </a:p>
          <a:p>
            <a:pPr lvl="1"/>
            <a:endParaRPr lang="en-US" sz="2800" dirty="0"/>
          </a:p>
          <a:p>
            <a:pPr marL="450000" lvl="1" indent="0">
              <a:buNone/>
            </a:pP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11567410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Updating</a:t>
            </a: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A7133173-7212-4D21-ACAE-4C63AFD84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834163"/>
            <a:ext cx="10353762" cy="4792971"/>
          </a:xfrm>
        </p:spPr>
        <p:txBody>
          <a:bodyPr>
            <a:normAutofit/>
          </a:bodyPr>
          <a:lstStyle/>
          <a:p>
            <a:r>
              <a:rPr lang="en-US" sz="2800" dirty="0"/>
              <a:t>Update </a:t>
            </a:r>
            <a:r>
              <a:rPr lang="en-US" sz="2800" dirty="0" err="1"/>
              <a:t>sniffex.c</a:t>
            </a:r>
            <a:r>
              <a:rPr lang="en-US" sz="2800" dirty="0"/>
              <a:t> with VM’s IP address</a:t>
            </a:r>
          </a:p>
          <a:p>
            <a:pPr lvl="1"/>
            <a:r>
              <a:rPr lang="en-US" sz="2800" dirty="0"/>
              <a:t>Jump to line 513, update the IP address. </a:t>
            </a:r>
          </a:p>
          <a:p>
            <a:pPr lvl="1"/>
            <a:r>
              <a:rPr lang="en-US" sz="2800" dirty="0"/>
              <a:t>How to find your VM’s IP address?</a:t>
            </a:r>
          </a:p>
          <a:p>
            <a:pPr lvl="2"/>
            <a:r>
              <a:rPr lang="en-US" sz="2800" dirty="0"/>
              <a:t>IP address command: </a:t>
            </a:r>
            <a:r>
              <a:rPr lang="en-US" sz="2800" dirty="0" err="1">
                <a:solidFill>
                  <a:srgbClr val="FF0000"/>
                </a:solidFill>
              </a:rPr>
              <a:t>ip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 err="1">
                <a:solidFill>
                  <a:srgbClr val="FF0000"/>
                </a:solidFill>
              </a:rPr>
              <a:t>addr</a:t>
            </a:r>
            <a:r>
              <a:rPr lang="en-US" sz="2800" dirty="0">
                <a:solidFill>
                  <a:srgbClr val="FF0000"/>
                </a:solidFill>
              </a:rPr>
              <a:t> show</a:t>
            </a:r>
          </a:p>
          <a:p>
            <a:pPr marL="450000" lvl="1" indent="0">
              <a:buNone/>
            </a:pP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32014777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Compiling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913795" y="1716760"/>
            <a:ext cx="10846405" cy="26012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endParaRPr lang="en-AU" sz="2800" dirty="0">
              <a:solidFill>
                <a:srgbClr val="FF0000"/>
              </a:solidFill>
            </a:endParaRP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DBD64242-0479-4BCC-8D38-8F059B7E9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076592"/>
            <a:ext cx="10353762" cy="5289282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rgbClr val="FF0000"/>
                </a:solidFill>
              </a:rPr>
              <a:t>gcc</a:t>
            </a:r>
            <a:r>
              <a:rPr lang="en-US" sz="2800" dirty="0">
                <a:solidFill>
                  <a:srgbClr val="FF0000"/>
                </a:solidFill>
              </a:rPr>
              <a:t> -o </a:t>
            </a:r>
            <a:r>
              <a:rPr lang="en-US" sz="2800" dirty="0" err="1">
                <a:solidFill>
                  <a:srgbClr val="FF0000"/>
                </a:solidFill>
              </a:rPr>
              <a:t>sniffex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 err="1">
                <a:solidFill>
                  <a:srgbClr val="FF0000"/>
                </a:solidFill>
              </a:rPr>
              <a:t>sniffex.c</a:t>
            </a:r>
            <a:r>
              <a:rPr lang="en-US" sz="2800" dirty="0">
                <a:solidFill>
                  <a:srgbClr val="FF0000"/>
                </a:solidFill>
              </a:rPr>
              <a:t> –</a:t>
            </a:r>
            <a:r>
              <a:rPr lang="en-US" sz="2800" dirty="0" err="1">
                <a:solidFill>
                  <a:srgbClr val="FF0000"/>
                </a:solidFill>
              </a:rPr>
              <a:t>lpcap</a:t>
            </a:r>
            <a:endParaRPr lang="en-US" sz="2800" dirty="0">
              <a:solidFill>
                <a:srgbClr val="FF0000"/>
              </a:solidFill>
            </a:endParaRPr>
          </a:p>
          <a:p>
            <a:pPr marL="450000" lvl="1" indent="0">
              <a:buNone/>
            </a:pP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30091543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Compiling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913795" y="1716760"/>
            <a:ext cx="10846405" cy="26012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endParaRPr lang="en-AU" sz="2800" dirty="0">
              <a:solidFill>
                <a:srgbClr val="FF0000"/>
              </a:solidFill>
            </a:endParaRP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DBD64242-0479-4BCC-8D38-8F059B7E9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076592"/>
            <a:ext cx="10353762" cy="5289282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rgbClr val="FF0000"/>
                </a:solidFill>
              </a:rPr>
              <a:t>gcc</a:t>
            </a:r>
            <a:r>
              <a:rPr lang="en-US" sz="2800" dirty="0">
                <a:solidFill>
                  <a:srgbClr val="FF0000"/>
                </a:solidFill>
              </a:rPr>
              <a:t> -o </a:t>
            </a:r>
            <a:r>
              <a:rPr lang="en-US" sz="2800" dirty="0" err="1">
                <a:solidFill>
                  <a:srgbClr val="FF0000"/>
                </a:solidFill>
              </a:rPr>
              <a:t>sniffex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 err="1">
                <a:solidFill>
                  <a:srgbClr val="FF0000"/>
                </a:solidFill>
              </a:rPr>
              <a:t>sniffex.c</a:t>
            </a:r>
            <a:r>
              <a:rPr lang="en-US" sz="2800" dirty="0">
                <a:solidFill>
                  <a:srgbClr val="FF0000"/>
                </a:solidFill>
              </a:rPr>
              <a:t> –</a:t>
            </a:r>
            <a:r>
              <a:rPr lang="en-US" sz="2800" dirty="0" err="1">
                <a:solidFill>
                  <a:srgbClr val="FF0000"/>
                </a:solidFill>
              </a:rPr>
              <a:t>lpcap</a:t>
            </a:r>
            <a:endParaRPr lang="en-US" sz="2800" dirty="0">
              <a:solidFill>
                <a:srgbClr val="FF0000"/>
              </a:solidFill>
            </a:endParaRPr>
          </a:p>
          <a:p>
            <a:r>
              <a:rPr lang="en-US" sz="2800" dirty="0"/>
              <a:t>if the error “</a:t>
            </a:r>
            <a:r>
              <a:rPr lang="en-US" sz="2800" dirty="0" err="1"/>
              <a:t>gcc</a:t>
            </a:r>
            <a:r>
              <a:rPr lang="en-US" sz="2800" dirty="0"/>
              <a:t> has no installation candidate” occurs</a:t>
            </a:r>
          </a:p>
          <a:p>
            <a:r>
              <a:rPr lang="en-US" sz="2800" dirty="0"/>
              <a:t>if “no </a:t>
            </a:r>
            <a:r>
              <a:rPr lang="en-US" sz="2800" dirty="0" err="1"/>
              <a:t>gcc</a:t>
            </a:r>
            <a:r>
              <a:rPr lang="en-US" sz="2800" dirty="0"/>
              <a:t>” is reported</a:t>
            </a:r>
          </a:p>
          <a:p>
            <a:r>
              <a:rPr lang="en-US" sz="2800" dirty="0"/>
              <a:t>if the error “</a:t>
            </a:r>
            <a:r>
              <a:rPr lang="en-US" sz="2800" dirty="0" err="1"/>
              <a:t>pcap.h</a:t>
            </a:r>
            <a:r>
              <a:rPr lang="en-US" sz="2800" dirty="0"/>
              <a:t>: No such file or directory compilation terminated” occurs</a:t>
            </a:r>
          </a:p>
          <a:p>
            <a:pPr marL="450000" lvl="1" indent="0">
              <a:buNone/>
            </a:pP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16279349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Compiling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913795" y="1716760"/>
            <a:ext cx="10846405" cy="26012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endParaRPr lang="en-AU" sz="2800" dirty="0">
              <a:solidFill>
                <a:srgbClr val="FF0000"/>
              </a:solidFill>
            </a:endParaRP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DBD64242-0479-4BCC-8D38-8F059B7E9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076592"/>
            <a:ext cx="10353762" cy="5289282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rgbClr val="FF0000"/>
                </a:solidFill>
              </a:rPr>
              <a:t>gcc</a:t>
            </a:r>
            <a:r>
              <a:rPr lang="en-US" sz="2800" dirty="0">
                <a:solidFill>
                  <a:srgbClr val="FF0000"/>
                </a:solidFill>
              </a:rPr>
              <a:t> -o </a:t>
            </a:r>
            <a:r>
              <a:rPr lang="en-US" sz="2800" dirty="0" err="1">
                <a:solidFill>
                  <a:srgbClr val="FF0000"/>
                </a:solidFill>
              </a:rPr>
              <a:t>sniffex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 err="1">
                <a:solidFill>
                  <a:srgbClr val="FF0000"/>
                </a:solidFill>
              </a:rPr>
              <a:t>sniffex.c</a:t>
            </a:r>
            <a:r>
              <a:rPr lang="en-US" sz="2800" dirty="0">
                <a:solidFill>
                  <a:srgbClr val="FF0000"/>
                </a:solidFill>
              </a:rPr>
              <a:t> –</a:t>
            </a:r>
            <a:r>
              <a:rPr lang="en-US" sz="2800" dirty="0" err="1">
                <a:solidFill>
                  <a:srgbClr val="FF0000"/>
                </a:solidFill>
              </a:rPr>
              <a:t>lpcap</a:t>
            </a:r>
            <a:endParaRPr lang="en-US" sz="2800" dirty="0">
              <a:solidFill>
                <a:srgbClr val="FF0000"/>
              </a:solidFill>
            </a:endParaRPr>
          </a:p>
          <a:p>
            <a:r>
              <a:rPr lang="en-US" sz="2800" dirty="0"/>
              <a:t>if the error “</a:t>
            </a:r>
            <a:r>
              <a:rPr lang="en-US" sz="2800" dirty="0" err="1"/>
              <a:t>gcc</a:t>
            </a:r>
            <a:r>
              <a:rPr lang="en-US" sz="2800" dirty="0"/>
              <a:t> has no installation candidate” occurs</a:t>
            </a:r>
          </a:p>
          <a:p>
            <a:pPr lvl="1"/>
            <a:r>
              <a:rPr lang="en-US" sz="2800" dirty="0" err="1"/>
              <a:t>sudo</a:t>
            </a:r>
            <a:r>
              <a:rPr lang="en-US" sz="2800" dirty="0"/>
              <a:t> apt-get update</a:t>
            </a:r>
          </a:p>
          <a:p>
            <a:r>
              <a:rPr lang="en-US" sz="2800" dirty="0"/>
              <a:t>if “no </a:t>
            </a:r>
            <a:r>
              <a:rPr lang="en-US" sz="2800" dirty="0" err="1"/>
              <a:t>gcc</a:t>
            </a:r>
            <a:r>
              <a:rPr lang="en-US" sz="2800" dirty="0"/>
              <a:t>” is reported</a:t>
            </a:r>
          </a:p>
          <a:p>
            <a:pPr lvl="1"/>
            <a:r>
              <a:rPr lang="en-US" sz="2800" dirty="0" err="1"/>
              <a:t>sudo</a:t>
            </a:r>
            <a:r>
              <a:rPr lang="en-US" sz="2800" dirty="0"/>
              <a:t> apt-get install </a:t>
            </a:r>
            <a:r>
              <a:rPr lang="en-US" sz="2800" dirty="0" err="1"/>
              <a:t>gcc</a:t>
            </a:r>
            <a:r>
              <a:rPr lang="en-US" sz="2800" dirty="0"/>
              <a:t> </a:t>
            </a:r>
            <a:endParaRPr lang="en-US" sz="2800" dirty="0">
              <a:solidFill>
                <a:srgbClr val="FF0000"/>
              </a:solidFill>
            </a:endParaRPr>
          </a:p>
          <a:p>
            <a:r>
              <a:rPr lang="en-US" sz="2800" dirty="0"/>
              <a:t>if the error “</a:t>
            </a:r>
            <a:r>
              <a:rPr lang="en-US" sz="2800" dirty="0" err="1"/>
              <a:t>pcap.h</a:t>
            </a:r>
            <a:r>
              <a:rPr lang="en-US" sz="2800" dirty="0"/>
              <a:t>: No such file or directory compilation terminated” occurs</a:t>
            </a:r>
          </a:p>
          <a:p>
            <a:pPr lvl="1"/>
            <a:r>
              <a:rPr lang="en-US" sz="2800" dirty="0" err="1"/>
              <a:t>sudo</a:t>
            </a:r>
            <a:r>
              <a:rPr lang="en-US" sz="2800" dirty="0"/>
              <a:t> apt-get install </a:t>
            </a:r>
            <a:r>
              <a:rPr lang="en-US" sz="2800" dirty="0" err="1"/>
              <a:t>libpcap</a:t>
            </a:r>
            <a:r>
              <a:rPr lang="en-US" sz="2800" dirty="0"/>
              <a:t>-dev</a:t>
            </a:r>
          </a:p>
          <a:p>
            <a:pPr marL="450000" lvl="1" indent="0">
              <a:buNone/>
            </a:pP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9460664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53894"/>
            <a:ext cx="4220308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 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CECF946-B0B0-4030-9A88-08D30D45E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823" y="1538527"/>
            <a:ext cx="10353762" cy="4827347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One terminal runs the sniffing executable</a:t>
            </a:r>
          </a:p>
          <a:p>
            <a:pPr lvl="1"/>
            <a:r>
              <a:rPr lang="en-US" sz="2800" dirty="0" err="1">
                <a:solidFill>
                  <a:srgbClr val="FF0000"/>
                </a:solidFill>
                <a:effectLst/>
              </a:rPr>
              <a:t>sudo</a:t>
            </a:r>
            <a:r>
              <a:rPr lang="en-US" sz="2800" dirty="0">
                <a:solidFill>
                  <a:srgbClr val="FF0000"/>
                </a:solidFill>
                <a:effectLst/>
              </a:rPr>
              <a:t> ./</a:t>
            </a:r>
            <a:r>
              <a:rPr lang="en-US" sz="2800" dirty="0" err="1">
                <a:solidFill>
                  <a:srgbClr val="FF0000"/>
                </a:solidFill>
                <a:effectLst/>
              </a:rPr>
              <a:t>sniffex</a:t>
            </a:r>
            <a:endParaRPr lang="en-US" sz="2800" dirty="0">
              <a:solidFill>
                <a:srgbClr val="FF0000"/>
              </a:solidFill>
              <a:effectLst/>
            </a:endParaRPr>
          </a:p>
          <a:p>
            <a:r>
              <a:rPr lang="en-US" sz="2800" dirty="0">
                <a:effectLst/>
              </a:rPr>
              <a:t>The other terminal connects with a telnet service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  <a:effectLst/>
              </a:rPr>
              <a:t>telnet telehack.com</a:t>
            </a:r>
            <a:endParaRPr lang="en-US" sz="2800" dirty="0">
              <a:solidFill>
                <a:srgbClr val="FF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270195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57908" y="953894"/>
            <a:ext cx="2579077" cy="1068150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 </a:t>
            </a:r>
          </a:p>
        </p:txBody>
      </p:sp>
    </p:spTree>
    <p:extLst>
      <p:ext uri="{BB962C8B-B14F-4D97-AF65-F5344CB8AC3E}">
        <p14:creationId xmlns:p14="http://schemas.microsoft.com/office/powerpoint/2010/main" val="514524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C54BF-1B93-4CCC-BD49-AA733C7F5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B76A-2B9A-4665-BB75-DA2D8B119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085" y="1257300"/>
            <a:ext cx="11597182" cy="3714749"/>
          </a:xfrm>
        </p:spPr>
        <p:txBody>
          <a:bodyPr/>
          <a:lstStyle/>
          <a:p>
            <a:r>
              <a:rPr lang="en-AU" sz="2800" dirty="0"/>
              <a:t>Is sniffing attack a concern with all the advances in cybersecurity? Why?</a:t>
            </a:r>
          </a:p>
          <a:p>
            <a:r>
              <a:rPr lang="en-AU" sz="2800" dirty="0"/>
              <a:t>What condition would make sniffing attacks more likely to succeed?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31338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C54BF-1B93-4CCC-BD49-AA733C7F5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69113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B76A-2B9A-4665-BB75-DA2D8B119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841" y="1816838"/>
            <a:ext cx="11278205" cy="3714749"/>
          </a:xfrm>
        </p:spPr>
        <p:txBody>
          <a:bodyPr/>
          <a:lstStyle/>
          <a:p>
            <a:r>
              <a:rPr lang="en-AU" sz="2800" dirty="0"/>
              <a:t>Is sniffing attack a concern with all the advances in cybersecurity? Why?</a:t>
            </a:r>
          </a:p>
          <a:p>
            <a:pPr lvl="1"/>
            <a:r>
              <a:rPr lang="en-AU" sz="2800" dirty="0"/>
              <a:t>e.g., cloud computing vs IoT (Internet of Things)</a:t>
            </a:r>
          </a:p>
          <a:p>
            <a:pPr lvl="1"/>
            <a:r>
              <a:rPr lang="en-AU" sz="2800" dirty="0"/>
              <a:t>Cloud providers guarantee data security and privacy. </a:t>
            </a:r>
          </a:p>
          <a:p>
            <a:pPr lvl="1"/>
            <a:r>
              <a:rPr lang="en-AU" sz="2800" dirty="0"/>
              <a:t>IoT vendors focus more on performance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110765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C54BF-1B93-4CCC-BD49-AA733C7F5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84298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B76A-2B9A-4665-BB75-DA2D8B119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030" y="1441598"/>
            <a:ext cx="11609292" cy="4637789"/>
          </a:xfrm>
        </p:spPr>
        <p:txBody>
          <a:bodyPr>
            <a:normAutofit/>
          </a:bodyPr>
          <a:lstStyle/>
          <a:p>
            <a:r>
              <a:rPr lang="en-AU" sz="2800" dirty="0"/>
              <a:t>Is sniffing attack a concern with all the advances in cybersecurity? Why?</a:t>
            </a:r>
          </a:p>
          <a:p>
            <a:pPr lvl="1"/>
            <a:r>
              <a:rPr lang="en-AU" sz="2800" dirty="0"/>
              <a:t>e.g., cloud computing vs IoT</a:t>
            </a:r>
          </a:p>
          <a:p>
            <a:pPr lvl="1"/>
            <a:endParaRPr lang="en-AU" sz="2800" dirty="0"/>
          </a:p>
          <a:p>
            <a:r>
              <a:rPr lang="en-AU" sz="2800" dirty="0"/>
              <a:t>What condition would make sniffing attacks more likely to succeed?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678806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C54BF-1B93-4CCC-BD49-AA733C7F5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84298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B76A-2B9A-4665-BB75-DA2D8B119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030" y="1441598"/>
            <a:ext cx="11609292" cy="4637789"/>
          </a:xfrm>
        </p:spPr>
        <p:txBody>
          <a:bodyPr>
            <a:normAutofit/>
          </a:bodyPr>
          <a:lstStyle/>
          <a:p>
            <a:r>
              <a:rPr lang="en-AU" sz="2800" dirty="0"/>
              <a:t>Is sniffing attack a concern with all the advances in cybersecurity? Why?</a:t>
            </a:r>
          </a:p>
          <a:p>
            <a:pPr lvl="1"/>
            <a:r>
              <a:rPr lang="en-AU" sz="2800" dirty="0"/>
              <a:t>e.g., cloud computing vs IoT</a:t>
            </a:r>
          </a:p>
          <a:p>
            <a:pPr lvl="1"/>
            <a:endParaRPr lang="en-AU" sz="2800" dirty="0"/>
          </a:p>
          <a:p>
            <a:r>
              <a:rPr lang="en-AU" sz="2800" dirty="0"/>
              <a:t>What condition would make sniffing attacks more likely to succeed?</a:t>
            </a:r>
          </a:p>
          <a:p>
            <a:pPr lvl="1"/>
            <a:r>
              <a:rPr lang="en-AU" sz="2800" dirty="0"/>
              <a:t>e.g., a non-encryption or weak-encryption channel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66931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87753" y="1571625"/>
            <a:ext cx="11605846" cy="3714749"/>
          </a:xfrm>
        </p:spPr>
        <p:txBody>
          <a:bodyPr>
            <a:noAutofit/>
          </a:bodyPr>
          <a:lstStyle/>
          <a:p>
            <a:r>
              <a:rPr lang="en-AU" sz="2800" dirty="0"/>
              <a:t>What is it: remotely execute shell commands on a target system over the internet. </a:t>
            </a:r>
          </a:p>
          <a:p>
            <a:pPr lvl="2"/>
            <a:r>
              <a:rPr lang="en-AU" sz="2800" dirty="0"/>
              <a:t>shell commands, e.g., create/edit/remove files and folders, fetch data, and launch applications</a:t>
            </a:r>
          </a:p>
          <a:p>
            <a:pPr marL="450000" lvl="1" indent="0">
              <a:buNone/>
            </a:pPr>
            <a:endParaRPr lang="en-AU" sz="2800" dirty="0"/>
          </a:p>
          <a:p>
            <a:r>
              <a:rPr lang="en-AU" sz="2800" dirty="0"/>
              <a:t>Malicious use: remote shell can be leveraged by malicious users to cause system damage.</a:t>
            </a:r>
          </a:p>
          <a:p>
            <a:pPr lvl="2"/>
            <a:r>
              <a:rPr lang="en-AU" sz="2800" dirty="0"/>
              <a:t>e.g., delete all files on the system, steal and/or corrupt  sensitive data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D06F907-04AE-40C1-BAAA-1C8B0028F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23825"/>
            <a:ext cx="10353762" cy="1257300"/>
          </a:xfrm>
        </p:spPr>
        <p:txBody>
          <a:bodyPr/>
          <a:lstStyle/>
          <a:p>
            <a:r>
              <a:rPr lang="en-AU" dirty="0"/>
              <a:t>Remote Shell</a:t>
            </a:r>
          </a:p>
        </p:txBody>
      </p:sp>
    </p:spTree>
    <p:extLst>
      <p:ext uri="{BB962C8B-B14F-4D97-AF65-F5344CB8AC3E}">
        <p14:creationId xmlns:p14="http://schemas.microsoft.com/office/powerpoint/2010/main" val="22507588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Rounded Rectangle 10">
            <a:extLst>
              <a:ext uri="{FF2B5EF4-FFF2-40B4-BE49-F238E27FC236}">
                <a16:creationId xmlns:a16="http://schemas.microsoft.com/office/drawing/2014/main" id="{DA3B3F57-6312-429B-A3DE-EF0CF5140E67}"/>
              </a:ext>
            </a:extLst>
          </p:cNvPr>
          <p:cNvSpPr/>
          <p:nvPr/>
        </p:nvSpPr>
        <p:spPr>
          <a:xfrm>
            <a:off x="0" y="849539"/>
            <a:ext cx="4549140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Demo: use our VM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2A56023D-2EEC-4CB2-B440-50B781056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Remote </a:t>
            </a:r>
            <a:r>
              <a:rPr lang="en-US" dirty="0"/>
              <a:t>Communication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77370A-B705-44A5-B00A-C7F6D90CC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433945"/>
            <a:ext cx="7098091" cy="29856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6D36B1A-CC5E-419F-B961-C02473532C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95" y="4576212"/>
            <a:ext cx="2025348" cy="847843"/>
          </a:xfrm>
          <a:prstGeom prst="rect">
            <a:avLst/>
          </a:prstGeom>
        </p:spPr>
      </p:pic>
      <p:sp>
        <p:nvSpPr>
          <p:cNvPr id="10" name="Title 3">
            <a:extLst>
              <a:ext uri="{FF2B5EF4-FFF2-40B4-BE49-F238E27FC236}">
                <a16:creationId xmlns:a16="http://schemas.microsoft.com/office/drawing/2014/main" id="{F0CD6C98-7FD8-4070-8428-106078F59954}"/>
              </a:ext>
            </a:extLst>
          </p:cNvPr>
          <p:cNvSpPr txBox="1">
            <a:spLocks/>
          </p:cNvSpPr>
          <p:nvPr/>
        </p:nvSpPr>
        <p:spPr>
          <a:xfrm>
            <a:off x="519559" y="5409145"/>
            <a:ext cx="11142234" cy="9567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en-AU" sz="2800" dirty="0">
                <a:latin typeface="+mn-lt"/>
              </a:rPr>
              <a:t>https://github.com/uwacyber/cits1003/tree/2022s1/cits1003-labs/files</a:t>
            </a:r>
            <a:endParaRPr lang="en-AU" sz="2800" dirty="0">
              <a:solidFill>
                <a:srgbClr val="FF000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78332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Updating</a:t>
            </a: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A7133173-7212-4D21-ACAE-4C63AFD84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834163"/>
            <a:ext cx="10456934" cy="4792971"/>
          </a:xfrm>
        </p:spPr>
        <p:txBody>
          <a:bodyPr>
            <a:normAutofit/>
          </a:bodyPr>
          <a:lstStyle/>
          <a:p>
            <a:r>
              <a:rPr lang="en-US" sz="2800" dirty="0"/>
              <a:t>Update </a:t>
            </a:r>
            <a:r>
              <a:rPr lang="en-US" sz="2800" dirty="0" err="1"/>
              <a:t>client.c</a:t>
            </a:r>
            <a:r>
              <a:rPr lang="en-US" sz="2800" dirty="0"/>
              <a:t> and client2.c with VM’s IP address</a:t>
            </a:r>
          </a:p>
          <a:p>
            <a:pPr lvl="1"/>
            <a:r>
              <a:rPr lang="en-US" sz="2800" dirty="0"/>
              <a:t>Jump to </a:t>
            </a:r>
            <a:r>
              <a:rPr lang="en-US" sz="2800" dirty="0">
                <a:solidFill>
                  <a:srgbClr val="FF0000"/>
                </a:solidFill>
              </a:rPr>
              <a:t>line 26</a:t>
            </a:r>
            <a:r>
              <a:rPr lang="en-US" sz="2800" dirty="0"/>
              <a:t>, update the IP address with your VM’s IP address</a:t>
            </a:r>
          </a:p>
          <a:p>
            <a:pPr lvl="1"/>
            <a:r>
              <a:rPr lang="en-US" sz="2800" dirty="0"/>
              <a:t>IP address command: </a:t>
            </a:r>
            <a:r>
              <a:rPr lang="en-US" sz="2800" dirty="0" err="1"/>
              <a:t>ip</a:t>
            </a:r>
            <a:r>
              <a:rPr lang="en-US" sz="2800" dirty="0"/>
              <a:t> </a:t>
            </a:r>
            <a:r>
              <a:rPr lang="en-US" sz="2800" dirty="0" err="1"/>
              <a:t>addr</a:t>
            </a:r>
            <a:r>
              <a:rPr lang="en-US" sz="2800" dirty="0"/>
              <a:t> show</a:t>
            </a:r>
          </a:p>
          <a:p>
            <a:pPr lvl="1"/>
            <a:r>
              <a:rPr lang="en-US" sz="2800" dirty="0"/>
              <a:t>For client2.c, repeat the above steps</a:t>
            </a:r>
          </a:p>
          <a:p>
            <a:r>
              <a:rPr lang="en-US" sz="2800" dirty="0"/>
              <a:t>Besides the source file updates, README.txt and </a:t>
            </a:r>
            <a:r>
              <a:rPr lang="en-US" sz="2800" dirty="0" err="1"/>
              <a:t>Makefile</a:t>
            </a:r>
            <a:r>
              <a:rPr lang="en-US" sz="2800" dirty="0"/>
              <a:t> are also interesting</a:t>
            </a:r>
          </a:p>
        </p:txBody>
      </p:sp>
    </p:spTree>
    <p:extLst>
      <p:ext uri="{BB962C8B-B14F-4D97-AF65-F5344CB8AC3E}">
        <p14:creationId xmlns:p14="http://schemas.microsoft.com/office/powerpoint/2010/main" val="24552049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913795" y="1716760"/>
            <a:ext cx="10846405" cy="26012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endParaRPr lang="en-AU" sz="2800" dirty="0">
              <a:solidFill>
                <a:srgbClr val="FF0000"/>
              </a:solidFill>
            </a:endParaRP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DBD64242-0479-4BCC-8D38-8F059B7E9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020418"/>
            <a:ext cx="10353762" cy="4149370"/>
          </a:xfrm>
        </p:spPr>
        <p:txBody>
          <a:bodyPr>
            <a:normAutofit/>
          </a:bodyPr>
          <a:lstStyle/>
          <a:p>
            <a:r>
              <a:rPr lang="en-US" sz="2800" dirty="0"/>
              <a:t>README.txt: serves as a basic documentation for a open-source project</a:t>
            </a:r>
          </a:p>
          <a:p>
            <a:endParaRPr lang="en-US" sz="2800" dirty="0"/>
          </a:p>
          <a:p>
            <a:r>
              <a:rPr lang="en-US" sz="2800" dirty="0" err="1"/>
              <a:t>Makefile</a:t>
            </a:r>
            <a:r>
              <a:rPr lang="en-US" sz="2800" dirty="0"/>
              <a:t>: serves as a script to automatically compile and link a set of source files for the project</a:t>
            </a:r>
          </a:p>
          <a:p>
            <a:pPr lvl="1"/>
            <a:r>
              <a:rPr lang="en-US" sz="2800" dirty="0"/>
              <a:t>To use </a:t>
            </a:r>
            <a:r>
              <a:rPr lang="en-US" sz="2800" dirty="0" err="1"/>
              <a:t>Makefile</a:t>
            </a:r>
            <a:r>
              <a:rPr lang="en-US" sz="2800" dirty="0"/>
              <a:t>, simply run the ‘make’ command.</a:t>
            </a: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949C7A3E-694A-47A4-856B-6545310A4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883894"/>
          </a:xfrm>
        </p:spPr>
        <p:txBody>
          <a:bodyPr/>
          <a:lstStyle/>
          <a:p>
            <a:r>
              <a:rPr lang="en-AU" dirty="0"/>
              <a:t>Compiling</a:t>
            </a:r>
          </a:p>
        </p:txBody>
      </p:sp>
      <p:sp>
        <p:nvSpPr>
          <p:cNvPr id="11" name="Content Placeholder 1">
            <a:extLst>
              <a:ext uri="{FF2B5EF4-FFF2-40B4-BE49-F238E27FC236}">
                <a16:creationId xmlns:a16="http://schemas.microsoft.com/office/drawing/2014/main" id="{F741F486-DE2E-4BCC-B07D-CA510A70F463}"/>
              </a:ext>
            </a:extLst>
          </p:cNvPr>
          <p:cNvSpPr txBox="1">
            <a:spLocks/>
          </p:cNvSpPr>
          <p:nvPr/>
        </p:nvSpPr>
        <p:spPr>
          <a:xfrm>
            <a:off x="810623" y="4830085"/>
            <a:ext cx="10353762" cy="123226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If the command “make” is not found</a:t>
            </a:r>
          </a:p>
          <a:p>
            <a:pPr lvl="1"/>
            <a:r>
              <a:rPr lang="en-US" sz="2800" dirty="0" err="1"/>
              <a:t>sudo</a:t>
            </a:r>
            <a:r>
              <a:rPr lang="en-US" sz="2800" dirty="0"/>
              <a:t> apt-get install make</a:t>
            </a:r>
            <a:endParaRPr lang="en-US" sz="2800" dirty="0">
              <a:solidFill>
                <a:srgbClr val="FF0000"/>
              </a:solidFill>
            </a:endParaRPr>
          </a:p>
          <a:p>
            <a:pPr marL="450000" lvl="1" indent="0">
              <a:buFont typeface="Wingdings 2" charset="2"/>
              <a:buNone/>
            </a:pP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13001436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Remote </a:t>
            </a:r>
            <a:r>
              <a:rPr lang="en-US" dirty="0"/>
              <a:t>Communication</a:t>
            </a:r>
            <a:endParaRPr lang="en-AU" dirty="0"/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53894"/>
            <a:ext cx="4220308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 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CECF946-B0B0-4030-9A88-08D30D45E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823" y="1538527"/>
            <a:ext cx="10353762" cy="4827347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One terminal runs an executable called server</a:t>
            </a:r>
          </a:p>
          <a:p>
            <a:pPr lvl="1"/>
            <a:r>
              <a:rPr lang="en-US" sz="2800" dirty="0">
                <a:effectLst/>
              </a:rPr>
              <a:t>./server</a:t>
            </a:r>
          </a:p>
          <a:p>
            <a:r>
              <a:rPr lang="en-US" sz="2800" dirty="0">
                <a:effectLst/>
              </a:rPr>
              <a:t>The other terminal runs three executables, each of which connects with the server</a:t>
            </a:r>
          </a:p>
          <a:p>
            <a:pPr lvl="1"/>
            <a:r>
              <a:rPr lang="en-AU" sz="2800" dirty="0">
                <a:effectLst/>
              </a:rPr>
              <a:t>./client (sends “</a:t>
            </a:r>
            <a:r>
              <a:rPr lang="en-US" sz="2800" dirty="0">
                <a:effectLst/>
              </a:rPr>
              <a:t>hello I am Alice </a:t>
            </a:r>
            <a:r>
              <a:rPr lang="en-AU" sz="2800" dirty="0">
                <a:effectLst/>
              </a:rPr>
              <a:t>”)</a:t>
            </a:r>
          </a:p>
          <a:p>
            <a:pPr lvl="1"/>
            <a:r>
              <a:rPr lang="en-AU" sz="2800" dirty="0">
                <a:effectLst/>
              </a:rPr>
              <a:t>./client2 (sends “</a:t>
            </a:r>
            <a:r>
              <a:rPr lang="en-US" sz="2800" dirty="0">
                <a:effectLst/>
              </a:rPr>
              <a:t>hello I am Bob</a:t>
            </a:r>
            <a:r>
              <a:rPr lang="en-AU" sz="2800" dirty="0">
                <a:effectLst/>
              </a:rPr>
              <a:t>”)</a:t>
            </a:r>
          </a:p>
          <a:p>
            <a:pPr lvl="1"/>
            <a:r>
              <a:rPr lang="en-AU" sz="2800" dirty="0">
                <a:effectLst/>
              </a:rPr>
              <a:t>./quit (terminates the connection)</a:t>
            </a:r>
            <a:endParaRPr lang="en-US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6213006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57908" y="1204674"/>
            <a:ext cx="2579077" cy="1068150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 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ACA4235B-CCA1-4F04-9392-C9AAEB71F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Remote </a:t>
            </a:r>
            <a:r>
              <a:rPr lang="en-US" dirty="0"/>
              <a:t>Communication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193934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41286" y="1568606"/>
            <a:ext cx="10726270" cy="3714749"/>
          </a:xfrm>
        </p:spPr>
        <p:txBody>
          <a:bodyPr>
            <a:normAutofit/>
          </a:bodyPr>
          <a:lstStyle/>
          <a:p>
            <a:r>
              <a:rPr lang="en-AU" sz="2800" dirty="0"/>
              <a:t>Two types: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Forward shell</a:t>
            </a:r>
          </a:p>
          <a:p>
            <a:pPr lvl="2"/>
            <a:r>
              <a:rPr lang="en-AU" sz="2800" dirty="0"/>
              <a:t>The malicious client executes shell commands on the server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Reverse shell</a:t>
            </a:r>
          </a:p>
          <a:p>
            <a:pPr lvl="2"/>
            <a:r>
              <a:rPr lang="en-AU" sz="2800" dirty="0"/>
              <a:t>The malicious server executes shell commands on the client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F74B009D-3931-4B90-88FC-DA49D1752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311306"/>
            <a:ext cx="10353762" cy="1257300"/>
          </a:xfrm>
        </p:spPr>
        <p:txBody>
          <a:bodyPr/>
          <a:lstStyle/>
          <a:p>
            <a:r>
              <a:rPr lang="en-AU" dirty="0"/>
              <a:t>Remote Shell</a:t>
            </a:r>
          </a:p>
        </p:txBody>
      </p:sp>
    </p:spTree>
    <p:extLst>
      <p:ext uri="{BB962C8B-B14F-4D97-AF65-F5344CB8AC3E}">
        <p14:creationId xmlns:p14="http://schemas.microsoft.com/office/powerpoint/2010/main" val="26365659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09600" y="1441218"/>
            <a:ext cx="10972800" cy="4924656"/>
          </a:xfrm>
        </p:spPr>
        <p:txBody>
          <a:bodyPr>
            <a:normAutofit/>
          </a:bodyPr>
          <a:lstStyle/>
          <a:p>
            <a:r>
              <a:rPr lang="en-AU" sz="2800" dirty="0"/>
              <a:t>Malicious clients can exploit a weakness in their normal connection with the server to gain unauthorized access, thus executing arbitrary commands on the server. </a:t>
            </a:r>
          </a:p>
          <a:p>
            <a:pPr lvl="1"/>
            <a:r>
              <a:rPr lang="en-AU" sz="2800" dirty="0"/>
              <a:t>e.g., we embed a weakness within a server program for our demo</a:t>
            </a:r>
          </a:p>
          <a:p>
            <a:pPr lvl="1"/>
            <a:endParaRPr lang="en-A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183918"/>
            <a:ext cx="10353762" cy="1257300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23381931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ACBB6BA3-11E4-4693-B528-D2279D977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183918"/>
            <a:ext cx="10353762" cy="1088743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8106222-633E-4F94-9E9F-49816C6A1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286" y="1568606"/>
            <a:ext cx="10726270" cy="3783979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$: a normal user</a:t>
            </a:r>
          </a:p>
          <a:p>
            <a:pPr lvl="1"/>
            <a:endParaRPr lang="en-AU" sz="2800" dirty="0"/>
          </a:p>
          <a:p>
            <a:pPr lvl="1"/>
            <a:r>
              <a:rPr lang="en-AU" sz="2800" dirty="0"/>
              <a:t>#: a root user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76341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53894"/>
            <a:ext cx="4220308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 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CECF946-B0B0-4030-9A88-08D30D45E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823" y="1538527"/>
            <a:ext cx="10353762" cy="4827347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One terminal runs an executable called server</a:t>
            </a:r>
          </a:p>
          <a:p>
            <a:pPr lvl="1"/>
            <a:r>
              <a:rPr lang="en-US" sz="2800" dirty="0" err="1">
                <a:effectLst/>
              </a:rPr>
              <a:t>sudo</a:t>
            </a:r>
            <a:r>
              <a:rPr lang="en-US" sz="2800" dirty="0">
                <a:effectLst/>
              </a:rPr>
              <a:t> ./victim</a:t>
            </a:r>
          </a:p>
          <a:p>
            <a:r>
              <a:rPr lang="en-US" sz="2800" dirty="0">
                <a:effectLst/>
              </a:rPr>
              <a:t>The other terminal runs an executable called hacker</a:t>
            </a:r>
          </a:p>
          <a:p>
            <a:pPr lvl="1"/>
            <a:r>
              <a:rPr lang="en-AU" sz="2800" dirty="0">
                <a:effectLst/>
              </a:rPr>
              <a:t>./hacker</a:t>
            </a: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293D384D-F937-4C9C-84F5-46EB560B1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183918"/>
            <a:ext cx="10353762" cy="1088743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31625388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57908" y="1204674"/>
            <a:ext cx="2579077" cy="1068150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 </a:t>
            </a: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EE480CE-D865-44EE-88D9-277E03189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183918"/>
            <a:ext cx="10353762" cy="1088743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5888333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13795" y="1571625"/>
            <a:ext cx="10353762" cy="3714749"/>
          </a:xfrm>
        </p:spPr>
        <p:txBody>
          <a:bodyPr/>
          <a:lstStyle/>
          <a:p>
            <a:r>
              <a:rPr lang="en-AU" sz="2800" dirty="0"/>
              <a:t>In what malicious scenario forward shell is useful?</a:t>
            </a:r>
          </a:p>
          <a:p>
            <a:r>
              <a:rPr lang="en-AU" sz="2800" dirty="0"/>
              <a:t>What are possible methods we can use to mitigate forward shell?</a:t>
            </a:r>
          </a:p>
          <a:p>
            <a:endParaRPr lang="en-A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23825"/>
            <a:ext cx="10353762" cy="1257300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12391532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13794" y="1571625"/>
            <a:ext cx="10888345" cy="3714749"/>
          </a:xfrm>
        </p:spPr>
        <p:txBody>
          <a:bodyPr>
            <a:normAutofit/>
          </a:bodyPr>
          <a:lstStyle/>
          <a:p>
            <a:r>
              <a:rPr lang="en-AU" sz="2800" dirty="0"/>
              <a:t>In what malicious scenario forward shell is useful?</a:t>
            </a:r>
          </a:p>
          <a:p>
            <a:pPr lvl="1"/>
            <a:r>
              <a:rPr lang="en-AU" sz="2800" dirty="0"/>
              <a:t>e.g., steal/delete/lock sensitive data stored in a high-value server. </a:t>
            </a:r>
          </a:p>
          <a:p>
            <a:pPr lvl="1"/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23825"/>
            <a:ext cx="10353762" cy="1257300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24626585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81125"/>
            <a:ext cx="10686310" cy="3714749"/>
          </a:xfrm>
        </p:spPr>
        <p:txBody>
          <a:bodyPr/>
          <a:lstStyle/>
          <a:p>
            <a:r>
              <a:rPr lang="en-AU" sz="2800" dirty="0"/>
              <a:t>In what scenarios forward shell is useful?</a:t>
            </a:r>
          </a:p>
          <a:p>
            <a:pPr lvl="1"/>
            <a:r>
              <a:rPr lang="en-AU" sz="2800" dirty="0"/>
              <a:t>e.g., steal/delete/lock sensitive data stored in a high-value server. </a:t>
            </a:r>
          </a:p>
          <a:p>
            <a:r>
              <a:rPr lang="en-AU" sz="2800" dirty="0"/>
              <a:t>What possible countermeasure can be used to mitigate forward shell?</a:t>
            </a:r>
          </a:p>
          <a:p>
            <a:pPr lvl="1"/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23825"/>
            <a:ext cx="10353762" cy="1257300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9127764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81125"/>
            <a:ext cx="10686310" cy="3714749"/>
          </a:xfrm>
        </p:spPr>
        <p:txBody>
          <a:bodyPr/>
          <a:lstStyle/>
          <a:p>
            <a:r>
              <a:rPr lang="en-AU" sz="2800" dirty="0"/>
              <a:t>In what scenarios forward shell is useful?</a:t>
            </a:r>
          </a:p>
          <a:p>
            <a:pPr lvl="1"/>
            <a:r>
              <a:rPr lang="en-AU" sz="2800" dirty="0"/>
              <a:t>e.g., steal/delete/lock sensitive data stored in a high-value server. </a:t>
            </a:r>
          </a:p>
          <a:p>
            <a:r>
              <a:rPr lang="en-AU" sz="2800" dirty="0"/>
              <a:t>What possible countermeasure can be used to mitigate forward shell?</a:t>
            </a:r>
          </a:p>
          <a:p>
            <a:pPr lvl="1"/>
            <a:r>
              <a:rPr lang="en-AU" sz="2800" dirty="0"/>
              <a:t>e.g., regular security patches to software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23825"/>
            <a:ext cx="10353762" cy="1257300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21146152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88405" y="1219200"/>
            <a:ext cx="10353762" cy="4667249"/>
          </a:xfrm>
        </p:spPr>
        <p:txBody>
          <a:bodyPr>
            <a:normAutofit/>
          </a:bodyPr>
          <a:lstStyle/>
          <a:p>
            <a:r>
              <a:rPr lang="en-AU" sz="2800" dirty="0"/>
              <a:t>A malicious server lures victim clients (victims) for connection</a:t>
            </a:r>
          </a:p>
          <a:p>
            <a:pPr lvl="1"/>
            <a:r>
              <a:rPr lang="en-AU" sz="2800" dirty="0"/>
              <a:t>e.g., we craft a vulnerability within a client program for our demo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561495" y="0"/>
            <a:ext cx="8725505" cy="1257300"/>
          </a:xfrm>
        </p:spPr>
        <p:txBody>
          <a:bodyPr/>
          <a:lstStyle/>
          <a:p>
            <a:r>
              <a:rPr lang="en-AU" dirty="0"/>
              <a:t>Reverse Shell</a:t>
            </a:r>
          </a:p>
        </p:txBody>
      </p:sp>
    </p:spTree>
    <p:extLst>
      <p:ext uri="{BB962C8B-B14F-4D97-AF65-F5344CB8AC3E}">
        <p14:creationId xmlns:p14="http://schemas.microsoft.com/office/powerpoint/2010/main" val="11431427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8106222-633E-4F94-9E9F-49816C6A1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865" y="951616"/>
            <a:ext cx="10726270" cy="1701209"/>
          </a:xfrm>
        </p:spPr>
        <p:txBody>
          <a:bodyPr>
            <a:normAutofit/>
          </a:bodyPr>
          <a:lstStyle/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</a:t>
            </a:r>
            <a:endParaRPr lang="en-AU" sz="2800" dirty="0"/>
          </a:p>
          <a:p>
            <a:pPr marL="810000" lvl="2" indent="0">
              <a:buNone/>
            </a:pPr>
            <a:endParaRPr lang="en-AU" sz="2800" dirty="0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7AF2CD78-8763-4C94-B120-CC8C0B08A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495" y="0"/>
            <a:ext cx="8725505" cy="1257300"/>
          </a:xfrm>
        </p:spPr>
        <p:txBody>
          <a:bodyPr/>
          <a:lstStyle/>
          <a:p>
            <a:r>
              <a:rPr lang="en-AU" dirty="0"/>
              <a:t>Reverse Shell</a:t>
            </a:r>
          </a:p>
        </p:txBody>
      </p:sp>
    </p:spTree>
    <p:extLst>
      <p:ext uri="{BB962C8B-B14F-4D97-AF65-F5344CB8AC3E}">
        <p14:creationId xmlns:p14="http://schemas.microsoft.com/office/powerpoint/2010/main" val="25074780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761395" y="1866900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Is reverse shell as easy as forward shell? Why?</a:t>
            </a:r>
          </a:p>
          <a:p>
            <a:r>
              <a:rPr lang="en-AU" sz="2800" dirty="0"/>
              <a:t>Can mitigations for forward shell be used for reverse shell? Why?</a:t>
            </a:r>
          </a:p>
          <a:p>
            <a:endParaRPr lang="en-A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19051"/>
            <a:ext cx="10353762" cy="1257300"/>
          </a:xfrm>
        </p:spPr>
        <p:txBody>
          <a:bodyPr/>
          <a:lstStyle/>
          <a:p>
            <a:r>
              <a:rPr lang="en-AU" dirty="0"/>
              <a:t>Reverse Shell</a:t>
            </a:r>
          </a:p>
        </p:txBody>
      </p:sp>
    </p:spTree>
    <p:extLst>
      <p:ext uri="{BB962C8B-B14F-4D97-AF65-F5344CB8AC3E}">
        <p14:creationId xmlns:p14="http://schemas.microsoft.com/office/powerpoint/2010/main" val="36015443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761395" y="1866900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Is reverse shell as easy as forward shell? Why?</a:t>
            </a:r>
          </a:p>
          <a:p>
            <a:pPr lvl="1"/>
            <a:r>
              <a:rPr lang="en-AU" sz="2800" dirty="0"/>
              <a:t>No, e.g., a high-value server might enforce more strict security polices, compared to a client.</a:t>
            </a:r>
          </a:p>
          <a:p>
            <a:endParaRPr lang="en-A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19051"/>
            <a:ext cx="10353762" cy="1257300"/>
          </a:xfrm>
        </p:spPr>
        <p:txBody>
          <a:bodyPr/>
          <a:lstStyle/>
          <a:p>
            <a:r>
              <a:rPr lang="en-AU" dirty="0"/>
              <a:t>Reverse Shell</a:t>
            </a:r>
          </a:p>
        </p:txBody>
      </p:sp>
    </p:spTree>
    <p:extLst>
      <p:ext uri="{BB962C8B-B14F-4D97-AF65-F5344CB8AC3E}">
        <p14:creationId xmlns:p14="http://schemas.microsoft.com/office/powerpoint/2010/main" val="38604688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761395" y="1866900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Is reverse shell as easy as forward shell? Why?</a:t>
            </a:r>
          </a:p>
          <a:p>
            <a:pPr lvl="1"/>
            <a:r>
              <a:rPr lang="en-AU" sz="2800" dirty="0"/>
              <a:t>No, e.g., a high-value server might enforce more strict security polices, compared to a client.</a:t>
            </a:r>
          </a:p>
          <a:p>
            <a:r>
              <a:rPr lang="en-AU" sz="2800" dirty="0"/>
              <a:t>Can mitigations for forward shell be used for reverse shell? Why?</a:t>
            </a:r>
          </a:p>
          <a:p>
            <a:endParaRPr lang="en-AU" sz="2800" dirty="0"/>
          </a:p>
          <a:p>
            <a:endParaRPr lang="en-A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19051"/>
            <a:ext cx="10353762" cy="1257300"/>
          </a:xfrm>
        </p:spPr>
        <p:txBody>
          <a:bodyPr/>
          <a:lstStyle/>
          <a:p>
            <a:r>
              <a:rPr lang="en-AU" dirty="0"/>
              <a:t>Reverse Shell</a:t>
            </a:r>
          </a:p>
        </p:txBody>
      </p:sp>
    </p:spTree>
    <p:extLst>
      <p:ext uri="{BB962C8B-B14F-4D97-AF65-F5344CB8AC3E}">
        <p14:creationId xmlns:p14="http://schemas.microsoft.com/office/powerpoint/2010/main" val="26951408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761395" y="1866900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Is reverse shell as easy as forward shell? Why?</a:t>
            </a:r>
          </a:p>
          <a:p>
            <a:pPr lvl="1"/>
            <a:r>
              <a:rPr lang="en-AU" sz="2800" dirty="0"/>
              <a:t>No, e.g., a high-value server might enforce more strict security polices, compared to a client.</a:t>
            </a:r>
          </a:p>
          <a:p>
            <a:r>
              <a:rPr lang="en-AU" sz="2800" dirty="0"/>
              <a:t>Can mitigations for forward shell be used for reverse shell? Why?</a:t>
            </a:r>
          </a:p>
          <a:p>
            <a:pPr lvl="1"/>
            <a:r>
              <a:rPr lang="en-AU" sz="2800" dirty="0"/>
              <a:t>Yes, e.g., regular security patches to software</a:t>
            </a:r>
            <a:endParaRPr lang="en-US" sz="2800" dirty="0"/>
          </a:p>
          <a:p>
            <a:endParaRPr lang="en-AU" sz="2800" dirty="0"/>
          </a:p>
          <a:p>
            <a:endParaRPr lang="en-A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19051"/>
            <a:ext cx="10353762" cy="1257300"/>
          </a:xfrm>
        </p:spPr>
        <p:txBody>
          <a:bodyPr/>
          <a:lstStyle/>
          <a:p>
            <a:r>
              <a:rPr lang="en-AU" dirty="0"/>
              <a:t>Reverse Shell</a:t>
            </a:r>
          </a:p>
        </p:txBody>
      </p:sp>
    </p:spTree>
    <p:extLst>
      <p:ext uri="{BB962C8B-B14F-4D97-AF65-F5344CB8AC3E}">
        <p14:creationId xmlns:p14="http://schemas.microsoft.com/office/powerpoint/2010/main" val="232314805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64355</TotalTime>
  <Words>1509</Words>
  <Application>Microsoft Office PowerPoint</Application>
  <PresentationFormat>Widescreen</PresentationFormat>
  <Paragraphs>293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0" baseType="lpstr">
      <vt:lpstr>Calibri</vt:lpstr>
      <vt:lpstr>Georgia Pro Cond Light</vt:lpstr>
      <vt:lpstr>Speak Pro</vt:lpstr>
      <vt:lpstr>Wingdings 2</vt:lpstr>
      <vt:lpstr>SlateVTI</vt:lpstr>
      <vt:lpstr>CITS1003 Introduction to Cybersecurity [3] Introduction to Computers and Networks exercises</vt:lpstr>
      <vt:lpstr>PowerPoint Presentation</vt:lpstr>
      <vt:lpstr>Sniffing</vt:lpstr>
      <vt:lpstr>Sniffing</vt:lpstr>
      <vt:lpstr>Sniffing</vt:lpstr>
      <vt:lpstr>Sniffing</vt:lpstr>
      <vt:lpstr>Sniffing</vt:lpstr>
      <vt:lpstr>Sniffing</vt:lpstr>
      <vt:lpstr>PowerPoint Presentation</vt:lpstr>
      <vt:lpstr>PowerPoint Presentation</vt:lpstr>
      <vt:lpstr>PowerPoint Presentation</vt:lpstr>
      <vt:lpstr>Sniffing</vt:lpstr>
      <vt:lpstr>Sniffing</vt:lpstr>
      <vt:lpstr>Updating</vt:lpstr>
      <vt:lpstr>Updating</vt:lpstr>
      <vt:lpstr>Compiling</vt:lpstr>
      <vt:lpstr>Compiling</vt:lpstr>
      <vt:lpstr>Compiling</vt:lpstr>
      <vt:lpstr>Sniffing</vt:lpstr>
      <vt:lpstr>Sniffing</vt:lpstr>
      <vt:lpstr>Sniffing</vt:lpstr>
      <vt:lpstr>Sniffing</vt:lpstr>
      <vt:lpstr>Sniffing</vt:lpstr>
      <vt:lpstr>Sniffing</vt:lpstr>
      <vt:lpstr>Remote Shell</vt:lpstr>
      <vt:lpstr>Remote Communication</vt:lpstr>
      <vt:lpstr>Updating</vt:lpstr>
      <vt:lpstr>Compiling</vt:lpstr>
      <vt:lpstr>Remote Communication</vt:lpstr>
      <vt:lpstr>Remote Communication</vt:lpstr>
      <vt:lpstr>Remote Shell</vt:lpstr>
      <vt:lpstr>Forward Shell</vt:lpstr>
      <vt:lpstr>Forward Shell</vt:lpstr>
      <vt:lpstr>Forward Shell</vt:lpstr>
      <vt:lpstr>Forward Shell</vt:lpstr>
      <vt:lpstr>Forward Shell</vt:lpstr>
      <vt:lpstr>Forward Shell</vt:lpstr>
      <vt:lpstr>Forward Shell</vt:lpstr>
      <vt:lpstr>Forward Shell</vt:lpstr>
      <vt:lpstr>Reverse Shell</vt:lpstr>
      <vt:lpstr>Reverse Shell</vt:lpstr>
      <vt:lpstr>Reverse Shell</vt:lpstr>
      <vt:lpstr>Reverse Shell</vt:lpstr>
      <vt:lpstr>Reverse Shell</vt:lpstr>
      <vt:lpstr>Reverse Shell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CITSXXXX Introduction to Cybersecurity [1] Unit overview</dc:title>
  <dc:creator>David Glance</dc:creator>
  <cp:lastModifiedBy>Zhi Zhang</cp:lastModifiedBy>
  <cp:revision>1152</cp:revision>
  <dcterms:created xsi:type="dcterms:W3CDTF">2020-01-13T04:26:47Z</dcterms:created>
  <dcterms:modified xsi:type="dcterms:W3CDTF">2025-03-10T02:42:28Z</dcterms:modified>
</cp:coreProperties>
</file>