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3" r:id="rId1"/>
  </p:sldMasterIdLst>
  <p:notesMasterIdLst>
    <p:notesMasterId r:id="rId46"/>
  </p:notesMasterIdLst>
  <p:sldIdLst>
    <p:sldId id="256" r:id="rId2"/>
    <p:sldId id="349" r:id="rId3"/>
    <p:sldId id="580" r:id="rId4"/>
    <p:sldId id="545" r:id="rId5"/>
    <p:sldId id="583" r:id="rId6"/>
    <p:sldId id="581" r:id="rId7"/>
    <p:sldId id="533" r:id="rId8"/>
    <p:sldId id="532" r:id="rId9"/>
    <p:sldId id="582" r:id="rId10"/>
    <p:sldId id="348" r:id="rId11"/>
    <p:sldId id="260" r:id="rId12"/>
    <p:sldId id="312" r:id="rId13"/>
    <p:sldId id="319" r:id="rId14"/>
    <p:sldId id="540" r:id="rId15"/>
    <p:sldId id="347" r:id="rId16"/>
    <p:sldId id="542" r:id="rId17"/>
    <p:sldId id="543" r:id="rId18"/>
    <p:sldId id="321" r:id="rId19"/>
    <p:sldId id="320" r:id="rId20"/>
    <p:sldId id="322" r:id="rId21"/>
    <p:sldId id="273" r:id="rId22"/>
    <p:sldId id="539" r:id="rId23"/>
    <p:sldId id="534" r:id="rId24"/>
    <p:sldId id="584" r:id="rId25"/>
    <p:sldId id="585" r:id="rId26"/>
    <p:sldId id="536" r:id="rId27"/>
    <p:sldId id="345" r:id="rId28"/>
    <p:sldId id="344" r:id="rId29"/>
    <p:sldId id="537" r:id="rId30"/>
    <p:sldId id="346" r:id="rId31"/>
    <p:sldId id="274" r:id="rId32"/>
    <p:sldId id="272" r:id="rId33"/>
    <p:sldId id="541" r:id="rId34"/>
    <p:sldId id="323" r:id="rId35"/>
    <p:sldId id="335" r:id="rId36"/>
    <p:sldId id="544" r:id="rId37"/>
    <p:sldId id="342" r:id="rId38"/>
    <p:sldId id="269" r:id="rId39"/>
    <p:sldId id="258" r:id="rId40"/>
    <p:sldId id="267" r:id="rId41"/>
    <p:sldId id="268" r:id="rId42"/>
    <p:sldId id="270" r:id="rId43"/>
    <p:sldId id="275" r:id="rId44"/>
    <p:sldId id="333"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vid Glance" initials="DG" lastIdx="1" clrIdx="0">
    <p:extLst>
      <p:ext uri="{19B8F6BF-5375-455C-9EA6-DF929625EA0E}">
        <p15:presenceInfo xmlns:p15="http://schemas.microsoft.com/office/powerpoint/2012/main" userId="S::00048920@uwa.edu.au::78f19221-0802-4a87-b561-ec50043bdac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5441" autoAdjust="0"/>
    <p:restoredTop sz="62900" autoAdjust="0"/>
  </p:normalViewPr>
  <p:slideViewPr>
    <p:cSldViewPr snapToGrid="0" snapToObjects="1">
      <p:cViewPr varScale="1">
        <p:scale>
          <a:sx n="44" d="100"/>
          <a:sy n="44" d="100"/>
        </p:scale>
        <p:origin x="906"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张 智" userId="36bdf691fd3510be" providerId="LiveId" clId="{F523E2E8-F14A-41A8-99D8-D4FD45E52D06}"/>
    <pc:docChg chg="undo redo custSel addSld delSld modSld sldOrd">
      <pc:chgData name="张 智" userId="36bdf691fd3510be" providerId="LiveId" clId="{F523E2E8-F14A-41A8-99D8-D4FD45E52D06}" dt="2023-02-27T01:58:17.936" v="24711" actId="20577"/>
      <pc:docMkLst>
        <pc:docMk/>
      </pc:docMkLst>
      <pc:sldChg chg="modNotesTx">
        <pc:chgData name="张 智" userId="36bdf691fd3510be" providerId="LiveId" clId="{F523E2E8-F14A-41A8-99D8-D4FD45E52D06}" dt="2023-02-27T00:34:50.420" v="23222" actId="20577"/>
        <pc:sldMkLst>
          <pc:docMk/>
          <pc:sldMk cId="1077586671" sldId="256"/>
        </pc:sldMkLst>
      </pc:sldChg>
      <pc:sldChg chg="modNotesTx">
        <pc:chgData name="张 智" userId="36bdf691fd3510be" providerId="LiveId" clId="{F523E2E8-F14A-41A8-99D8-D4FD45E52D06}" dt="2023-02-27T01:58:17.936" v="24711" actId="20577"/>
        <pc:sldMkLst>
          <pc:docMk/>
          <pc:sldMk cId="2850690858" sldId="258"/>
        </pc:sldMkLst>
      </pc:sldChg>
      <pc:sldChg chg="modNotesTx">
        <pc:chgData name="张 智" userId="36bdf691fd3510be" providerId="LiveId" clId="{F523E2E8-F14A-41A8-99D8-D4FD45E52D06}" dt="2023-02-27T00:42:03.462" v="23463"/>
        <pc:sldMkLst>
          <pc:docMk/>
          <pc:sldMk cId="3503711615" sldId="260"/>
        </pc:sldMkLst>
      </pc:sldChg>
      <pc:sldChg chg="modNotesTx">
        <pc:chgData name="张 智" userId="36bdf691fd3510be" providerId="LiveId" clId="{F523E2E8-F14A-41A8-99D8-D4FD45E52D06}" dt="2023-02-11T07:56:49.132" v="16548" actId="20577"/>
        <pc:sldMkLst>
          <pc:docMk/>
          <pc:sldMk cId="3235645542" sldId="266"/>
        </pc:sldMkLst>
      </pc:sldChg>
      <pc:sldChg chg="modNotesTx">
        <pc:chgData name="张 智" userId="36bdf691fd3510be" providerId="LiveId" clId="{F523E2E8-F14A-41A8-99D8-D4FD45E52D06}" dt="2023-02-25T08:49:49.285" v="20482" actId="20577"/>
        <pc:sldMkLst>
          <pc:docMk/>
          <pc:sldMk cId="3480672060" sldId="267"/>
        </pc:sldMkLst>
      </pc:sldChg>
      <pc:sldChg chg="modSp mod modNotesTx">
        <pc:chgData name="张 智" userId="36bdf691fd3510be" providerId="LiveId" clId="{F523E2E8-F14A-41A8-99D8-D4FD45E52D06}" dt="2023-02-27T01:41:44.208" v="24621" actId="20577"/>
        <pc:sldMkLst>
          <pc:docMk/>
          <pc:sldMk cId="1068746973" sldId="268"/>
        </pc:sldMkLst>
      </pc:sldChg>
      <pc:sldChg chg="addSp delSp mod modNotesTx">
        <pc:chgData name="张 智" userId="36bdf691fd3510be" providerId="LiveId" clId="{F523E2E8-F14A-41A8-99D8-D4FD45E52D06}" dt="2023-02-10T16:26:20.392" v="15370" actId="20577"/>
        <pc:sldMkLst>
          <pc:docMk/>
          <pc:sldMk cId="1476963364" sldId="269"/>
        </pc:sldMkLst>
      </pc:sldChg>
      <pc:sldChg chg="modSp mod modNotesTx">
        <pc:chgData name="张 智" userId="36bdf691fd3510be" providerId="LiveId" clId="{F523E2E8-F14A-41A8-99D8-D4FD45E52D06}" dt="2023-02-27T01:44:53.025" v="24632" actId="20577"/>
        <pc:sldMkLst>
          <pc:docMk/>
          <pc:sldMk cId="2805807811" sldId="270"/>
        </pc:sldMkLst>
      </pc:sldChg>
      <pc:sldChg chg="addSp delSp modSp del mod">
        <pc:chgData name="张 智" userId="36bdf691fd3510be" providerId="LiveId" clId="{F523E2E8-F14A-41A8-99D8-D4FD45E52D06}" dt="2023-02-09T02:18:12.037" v="6" actId="47"/>
        <pc:sldMkLst>
          <pc:docMk/>
          <pc:sldMk cId="2349667832" sldId="271"/>
        </pc:sldMkLst>
      </pc:sldChg>
      <pc:sldChg chg="modSp mod ord modNotesTx">
        <pc:chgData name="张 智" userId="36bdf691fd3510be" providerId="LiveId" clId="{F523E2E8-F14A-41A8-99D8-D4FD45E52D06}" dt="2023-02-27T01:21:37.827" v="24264"/>
        <pc:sldMkLst>
          <pc:docMk/>
          <pc:sldMk cId="182683393" sldId="272"/>
        </pc:sldMkLst>
      </pc:sldChg>
      <pc:sldChg chg="modSp add mod">
        <pc:chgData name="张 智" userId="36bdf691fd3510be" providerId="LiveId" clId="{F523E2E8-F14A-41A8-99D8-D4FD45E52D06}" dt="2023-02-26T16:09:17.466" v="22345" actId="20577"/>
        <pc:sldMkLst>
          <pc:docMk/>
          <pc:sldMk cId="1469224897" sldId="273"/>
        </pc:sldMkLst>
      </pc:sldChg>
      <pc:sldChg chg="modSp del mod modNotesTx">
        <pc:chgData name="张 智" userId="36bdf691fd3510be" providerId="LiveId" clId="{F523E2E8-F14A-41A8-99D8-D4FD45E52D06}" dt="2023-02-26T16:08:54.549" v="22334" actId="2696"/>
        <pc:sldMkLst>
          <pc:docMk/>
          <pc:sldMk cId="3259726858" sldId="273"/>
        </pc:sldMkLst>
      </pc:sldChg>
      <pc:sldChg chg="modSp mod modNotesTx">
        <pc:chgData name="张 智" userId="36bdf691fd3510be" providerId="LiveId" clId="{F523E2E8-F14A-41A8-99D8-D4FD45E52D06}" dt="2023-02-27T01:23:16.702" v="24386" actId="20577"/>
        <pc:sldMkLst>
          <pc:docMk/>
          <pc:sldMk cId="1892611882" sldId="274"/>
        </pc:sldMkLst>
      </pc:sldChg>
      <pc:sldChg chg="modSp mod modNotesTx">
        <pc:chgData name="张 智" userId="36bdf691fd3510be" providerId="LiveId" clId="{F523E2E8-F14A-41A8-99D8-D4FD45E52D06}" dt="2023-02-26T16:46:21.165" v="23215" actId="20577"/>
        <pc:sldMkLst>
          <pc:docMk/>
          <pc:sldMk cId="548683949" sldId="275"/>
        </pc:sldMkLst>
      </pc:sldChg>
      <pc:sldChg chg="addSp delSp modSp mod modNotesTx">
        <pc:chgData name="张 智" userId="36bdf691fd3510be" providerId="LiveId" clId="{F523E2E8-F14A-41A8-99D8-D4FD45E52D06}" dt="2023-02-27T00:46:37.004" v="23642" actId="20577"/>
        <pc:sldMkLst>
          <pc:docMk/>
          <pc:sldMk cId="4215697357" sldId="276"/>
        </pc:sldMkLst>
      </pc:sldChg>
      <pc:sldChg chg="modSp mod modNotesTx">
        <pc:chgData name="张 智" userId="36bdf691fd3510be" providerId="LiveId" clId="{F523E2E8-F14A-41A8-99D8-D4FD45E52D06}" dt="2023-02-27T00:42:43.649" v="23465" actId="20577"/>
        <pc:sldMkLst>
          <pc:docMk/>
          <pc:sldMk cId="1786005080" sldId="312"/>
        </pc:sldMkLst>
      </pc:sldChg>
      <pc:sldChg chg="addSp modSp mod modNotesTx">
        <pc:chgData name="张 智" userId="36bdf691fd3510be" providerId="LiveId" clId="{F523E2E8-F14A-41A8-99D8-D4FD45E52D06}" dt="2023-02-27T00:49:37.756" v="23720" actId="20577"/>
        <pc:sldMkLst>
          <pc:docMk/>
          <pc:sldMk cId="1481627793" sldId="319"/>
        </pc:sldMkLst>
      </pc:sldChg>
      <pc:sldChg chg="delSp modSp mod modNotesTx">
        <pc:chgData name="张 智" userId="36bdf691fd3510be" providerId="LiveId" clId="{F523E2E8-F14A-41A8-99D8-D4FD45E52D06}" dt="2023-02-26T16:08:23.762" v="22333" actId="20577"/>
        <pc:sldMkLst>
          <pc:docMk/>
          <pc:sldMk cId="2700717229" sldId="320"/>
        </pc:sldMkLst>
      </pc:sldChg>
      <pc:sldChg chg="addSp delSp modSp mod modNotesTx">
        <pc:chgData name="张 智" userId="36bdf691fd3510be" providerId="LiveId" clId="{F523E2E8-F14A-41A8-99D8-D4FD45E52D06}" dt="2023-02-26T16:03:21.558" v="22152" actId="20577"/>
        <pc:sldMkLst>
          <pc:docMk/>
          <pc:sldMk cId="3921763365" sldId="321"/>
        </pc:sldMkLst>
      </pc:sldChg>
      <pc:sldChg chg="add">
        <pc:chgData name="张 智" userId="36bdf691fd3510be" providerId="LiveId" clId="{F523E2E8-F14A-41A8-99D8-D4FD45E52D06}" dt="2023-02-26T16:09:58.590" v="22347"/>
        <pc:sldMkLst>
          <pc:docMk/>
          <pc:sldMk cId="462365410" sldId="322"/>
        </pc:sldMkLst>
      </pc:sldChg>
      <pc:sldChg chg="addSp delSp modSp del mod modNotesTx">
        <pc:chgData name="张 智" userId="36bdf691fd3510be" providerId="LiveId" clId="{F523E2E8-F14A-41A8-99D8-D4FD45E52D06}" dt="2023-02-26T16:09:55.673" v="22346" actId="2696"/>
        <pc:sldMkLst>
          <pc:docMk/>
          <pc:sldMk cId="2121063541" sldId="322"/>
        </pc:sldMkLst>
      </pc:sldChg>
      <pc:sldChg chg="modSp mod modNotesTx">
        <pc:chgData name="张 智" userId="36bdf691fd3510be" providerId="LiveId" clId="{F523E2E8-F14A-41A8-99D8-D4FD45E52D06}" dt="2023-02-27T01:25:40.039" v="24424" actId="20577"/>
        <pc:sldMkLst>
          <pc:docMk/>
          <pc:sldMk cId="4119705678" sldId="323"/>
        </pc:sldMkLst>
      </pc:sldChg>
      <pc:sldChg chg="modNotesTx">
        <pc:chgData name="张 智" userId="36bdf691fd3510be" providerId="LiveId" clId="{F523E2E8-F14A-41A8-99D8-D4FD45E52D06}" dt="2023-02-20T06:29:17.073" v="17951" actId="20577"/>
        <pc:sldMkLst>
          <pc:docMk/>
          <pc:sldMk cId="2307588266" sldId="333"/>
        </pc:sldMkLst>
      </pc:sldChg>
      <pc:sldChg chg="addSp delSp modSp mod modNotesTx">
        <pc:chgData name="张 智" userId="36bdf691fd3510be" providerId="LiveId" clId="{F523E2E8-F14A-41A8-99D8-D4FD45E52D06}" dt="2023-02-27T01:29:13.396" v="24430" actId="20577"/>
        <pc:sldMkLst>
          <pc:docMk/>
          <pc:sldMk cId="405155425" sldId="335"/>
        </pc:sldMkLst>
      </pc:sldChg>
      <pc:sldChg chg="modNotesTx">
        <pc:chgData name="张 智" userId="36bdf691fd3510be" providerId="LiveId" clId="{F523E2E8-F14A-41A8-99D8-D4FD45E52D06}" dt="2023-02-10T16:17:31.766" v="15133" actId="20577"/>
        <pc:sldMkLst>
          <pc:docMk/>
          <pc:sldMk cId="2727606522" sldId="342"/>
        </pc:sldMkLst>
      </pc:sldChg>
      <pc:sldChg chg="add del modNotesTx">
        <pc:chgData name="张 智" userId="36bdf691fd3510be" providerId="LiveId" clId="{F523E2E8-F14A-41A8-99D8-D4FD45E52D06}" dt="2023-02-10T15:24:15.635" v="14218" actId="47"/>
        <pc:sldMkLst>
          <pc:docMk/>
          <pc:sldMk cId="1861967182" sldId="343"/>
        </pc:sldMkLst>
      </pc:sldChg>
      <pc:sldChg chg="addSp delSp modSp add mod setBg modNotesTx">
        <pc:chgData name="张 智" userId="36bdf691fd3510be" providerId="LiveId" clId="{F523E2E8-F14A-41A8-99D8-D4FD45E52D06}" dt="2023-02-27T01:12:01.913" v="23971" actId="20577"/>
        <pc:sldMkLst>
          <pc:docMk/>
          <pc:sldMk cId="3241098891" sldId="344"/>
        </pc:sldMkLst>
      </pc:sldChg>
      <pc:sldChg chg="delSp modSp del mod ord modNotesTx">
        <pc:chgData name="张 智" userId="36bdf691fd3510be" providerId="LiveId" clId="{F523E2E8-F14A-41A8-99D8-D4FD45E52D06}" dt="2023-02-26T16:22:39.009" v="22715" actId="2696"/>
        <pc:sldMkLst>
          <pc:docMk/>
          <pc:sldMk cId="3270160539" sldId="344"/>
        </pc:sldMkLst>
      </pc:sldChg>
      <pc:sldChg chg="modSp add mod modNotesTx">
        <pc:chgData name="张 智" userId="36bdf691fd3510be" providerId="LiveId" clId="{F523E2E8-F14A-41A8-99D8-D4FD45E52D06}" dt="2023-02-27T01:06:23.433" v="23900" actId="20577"/>
        <pc:sldMkLst>
          <pc:docMk/>
          <pc:sldMk cId="716379317" sldId="345"/>
        </pc:sldMkLst>
      </pc:sldChg>
      <pc:sldChg chg="modSp del mod modNotesTx">
        <pc:chgData name="张 智" userId="36bdf691fd3510be" providerId="LiveId" clId="{F523E2E8-F14A-41A8-99D8-D4FD45E52D06}" dt="2023-02-26T16:22:39.009" v="22715" actId="2696"/>
        <pc:sldMkLst>
          <pc:docMk/>
          <pc:sldMk cId="3909952585" sldId="345"/>
        </pc:sldMkLst>
      </pc:sldChg>
      <pc:sldChg chg="addSp delSp modSp add mod modNotesTx">
        <pc:chgData name="张 智" userId="36bdf691fd3510be" providerId="LiveId" clId="{F523E2E8-F14A-41A8-99D8-D4FD45E52D06}" dt="2023-02-27T01:16:47.646" v="24127" actId="20577"/>
        <pc:sldMkLst>
          <pc:docMk/>
          <pc:sldMk cId="616269216" sldId="346"/>
        </pc:sldMkLst>
      </pc:sldChg>
      <pc:sldChg chg="del modNotesTx">
        <pc:chgData name="张 智" userId="36bdf691fd3510be" providerId="LiveId" clId="{F523E2E8-F14A-41A8-99D8-D4FD45E52D06}" dt="2023-02-26T16:21:08.857" v="22700" actId="2696"/>
        <pc:sldMkLst>
          <pc:docMk/>
          <pc:sldMk cId="1356370329" sldId="346"/>
        </pc:sldMkLst>
      </pc:sldChg>
      <pc:sldChg chg="modSp add mod modNotesTx">
        <pc:chgData name="张 智" userId="36bdf691fd3510be" providerId="LiveId" clId="{F523E2E8-F14A-41A8-99D8-D4FD45E52D06}" dt="2023-02-27T00:52:16.697" v="23787" actId="20577"/>
        <pc:sldMkLst>
          <pc:docMk/>
          <pc:sldMk cId="11172829" sldId="347"/>
        </pc:sldMkLst>
      </pc:sldChg>
      <pc:sldChg chg="add del">
        <pc:chgData name="张 智" userId="36bdf691fd3510be" providerId="LiveId" clId="{F523E2E8-F14A-41A8-99D8-D4FD45E52D06}" dt="2023-02-26T15:30:23.499" v="20843" actId="2696"/>
        <pc:sldMkLst>
          <pc:docMk/>
          <pc:sldMk cId="3091338466" sldId="347"/>
        </pc:sldMkLst>
      </pc:sldChg>
      <pc:sldChg chg="modSp del mod modNotesTx">
        <pc:chgData name="张 智" userId="36bdf691fd3510be" providerId="LiveId" clId="{F523E2E8-F14A-41A8-99D8-D4FD45E52D06}" dt="2023-02-26T15:29:54.118" v="20841" actId="2696"/>
        <pc:sldMkLst>
          <pc:docMk/>
          <pc:sldMk cId="3292308003" sldId="347"/>
        </pc:sldMkLst>
      </pc:sldChg>
      <pc:sldChg chg="add modNotesTx">
        <pc:chgData name="张 智" userId="36bdf691fd3510be" providerId="LiveId" clId="{F523E2E8-F14A-41A8-99D8-D4FD45E52D06}" dt="2023-02-09T03:27:55.356" v="2472" actId="20577"/>
        <pc:sldMkLst>
          <pc:docMk/>
          <pc:sldMk cId="220406849" sldId="348"/>
        </pc:sldMkLst>
      </pc:sldChg>
      <pc:sldChg chg="addSp delSp modSp add mod modNotesTx">
        <pc:chgData name="张 智" userId="36bdf691fd3510be" providerId="LiveId" clId="{F523E2E8-F14A-41A8-99D8-D4FD45E52D06}" dt="2023-02-27T00:35:23.573" v="23227" actId="20577"/>
        <pc:sldMkLst>
          <pc:docMk/>
          <pc:sldMk cId="2114466259" sldId="349"/>
        </pc:sldMkLst>
      </pc:sldChg>
      <pc:sldChg chg="delSp modSp add del mod modNotesTx">
        <pc:chgData name="张 智" userId="36bdf691fd3510be" providerId="LiveId" clId="{F523E2E8-F14A-41A8-99D8-D4FD45E52D06}" dt="2023-02-09T03:19:50.583" v="1723" actId="47"/>
        <pc:sldMkLst>
          <pc:docMk/>
          <pc:sldMk cId="3103007378" sldId="531"/>
        </pc:sldMkLst>
      </pc:sldChg>
      <pc:sldChg chg="addSp delSp modSp add mod modNotesTx">
        <pc:chgData name="张 智" userId="36bdf691fd3510be" providerId="LiveId" clId="{F523E2E8-F14A-41A8-99D8-D4FD45E52D06}" dt="2023-02-27T00:38:18.276" v="23327" actId="20577"/>
        <pc:sldMkLst>
          <pc:docMk/>
          <pc:sldMk cId="2275499318" sldId="532"/>
        </pc:sldMkLst>
      </pc:sldChg>
      <pc:sldChg chg="delSp modSp add mod modNotesTx">
        <pc:chgData name="张 智" userId="36bdf691fd3510be" providerId="LiveId" clId="{F523E2E8-F14A-41A8-99D8-D4FD45E52D06}" dt="2023-02-27T00:38:00.493" v="23325" actId="20577"/>
        <pc:sldMkLst>
          <pc:docMk/>
          <pc:sldMk cId="3392685481" sldId="533"/>
        </pc:sldMkLst>
      </pc:sldChg>
      <pc:sldChg chg="modSp add del mod modNotesTx">
        <pc:chgData name="张 智" userId="36bdf691fd3510be" providerId="LiveId" clId="{F523E2E8-F14A-41A8-99D8-D4FD45E52D06}" dt="2023-02-27T01:14:17.504" v="24122" actId="20577"/>
        <pc:sldMkLst>
          <pc:docMk/>
          <pc:sldMk cId="2433280140" sldId="534"/>
        </pc:sldMkLst>
      </pc:sldChg>
      <pc:sldChg chg="addSp delSp modSp add del mod setBg modNotesTx">
        <pc:chgData name="张 智" userId="36bdf691fd3510be" providerId="LiveId" clId="{F523E2E8-F14A-41A8-99D8-D4FD45E52D06}" dt="2023-02-26T16:11:28.285" v="22353" actId="2696"/>
        <pc:sldMkLst>
          <pc:docMk/>
          <pc:sldMk cId="3422149179" sldId="534"/>
        </pc:sldMkLst>
      </pc:sldChg>
      <pc:sldChg chg="modSp add del mod modNotesTx">
        <pc:chgData name="张 智" userId="36bdf691fd3510be" providerId="LiveId" clId="{F523E2E8-F14A-41A8-99D8-D4FD45E52D06}" dt="2023-02-24T04:51:56.997" v="19567" actId="2696"/>
        <pc:sldMkLst>
          <pc:docMk/>
          <pc:sldMk cId="489924584" sldId="535"/>
        </pc:sldMkLst>
      </pc:sldChg>
      <pc:sldChg chg="modSp add mod modNotesTx">
        <pc:chgData name="张 智" userId="36bdf691fd3510be" providerId="LiveId" clId="{F523E2E8-F14A-41A8-99D8-D4FD45E52D06}" dt="2023-02-27T01:04:55.802" v="23891" actId="20577"/>
        <pc:sldMkLst>
          <pc:docMk/>
          <pc:sldMk cId="1757591113" sldId="536"/>
        </pc:sldMkLst>
      </pc:sldChg>
      <pc:sldChg chg="modSp add del mod ord">
        <pc:chgData name="张 智" userId="36bdf691fd3510be" providerId="LiveId" clId="{F523E2E8-F14A-41A8-99D8-D4FD45E52D06}" dt="2023-02-26T16:17:54.861" v="22615" actId="2696"/>
        <pc:sldMkLst>
          <pc:docMk/>
          <pc:sldMk cId="3281173567" sldId="536"/>
        </pc:sldMkLst>
      </pc:sldChg>
      <pc:sldChg chg="modSp add mod ord modNotesTx">
        <pc:chgData name="张 智" userId="36bdf691fd3510be" providerId="LiveId" clId="{F523E2E8-F14A-41A8-99D8-D4FD45E52D06}" dt="2023-02-26T16:42:12.113" v="23132"/>
        <pc:sldMkLst>
          <pc:docMk/>
          <pc:sldMk cId="3948024721" sldId="537"/>
        </pc:sldMkLst>
      </pc:sldChg>
      <pc:sldChg chg="addSp delSp modSp add del mod modNotesTx">
        <pc:chgData name="张 智" userId="36bdf691fd3510be" providerId="LiveId" clId="{F523E2E8-F14A-41A8-99D8-D4FD45E52D06}" dt="2023-02-24T05:05:15.562" v="20181" actId="2696"/>
        <pc:sldMkLst>
          <pc:docMk/>
          <pc:sldMk cId="3046424898" sldId="538"/>
        </pc:sldMkLst>
      </pc:sldChg>
      <pc:sldChg chg="modSp add mod modNotesTx">
        <pc:chgData name="张 智" userId="36bdf691fd3510be" providerId="LiveId" clId="{F523E2E8-F14A-41A8-99D8-D4FD45E52D06}" dt="2023-02-27T01:52:44.518" v="24692" actId="20577"/>
        <pc:sldMkLst>
          <pc:docMk/>
          <pc:sldMk cId="2037980646" sldId="539"/>
        </pc:sldMkLst>
      </pc:sldChg>
      <pc:sldChg chg="modSp add del mod modNotesTx">
        <pc:chgData name="张 智" userId="36bdf691fd3510be" providerId="LiveId" clId="{F523E2E8-F14A-41A8-99D8-D4FD45E52D06}" dt="2023-02-26T16:11:47.639" v="22355" actId="2696"/>
        <pc:sldMkLst>
          <pc:docMk/>
          <pc:sldMk cId="2404523771" sldId="539"/>
        </pc:sldMkLst>
      </pc:sldChg>
      <pc:sldChg chg="modSp add mod modNotesTx">
        <pc:chgData name="张 智" userId="36bdf691fd3510be" providerId="LiveId" clId="{F523E2E8-F14A-41A8-99D8-D4FD45E52D06}" dt="2023-02-27T00:50:44.869" v="23756" actId="20577"/>
        <pc:sldMkLst>
          <pc:docMk/>
          <pc:sldMk cId="3788011539" sldId="540"/>
        </pc:sldMkLst>
      </pc:sldChg>
      <pc:sldChg chg="delSp modSp add mod ord modNotesTx">
        <pc:chgData name="张 智" userId="36bdf691fd3510be" providerId="LiveId" clId="{F523E2E8-F14A-41A8-99D8-D4FD45E52D06}" dt="2023-02-27T01:21:40.276" v="24266"/>
        <pc:sldMkLst>
          <pc:docMk/>
          <pc:sldMk cId="2115377926" sldId="541"/>
        </pc:sldMkLst>
      </pc:sldChg>
      <pc:sldChg chg="addSp delSp modSp add mod modNotesTx">
        <pc:chgData name="张 智" userId="36bdf691fd3510be" providerId="LiveId" clId="{F523E2E8-F14A-41A8-99D8-D4FD45E52D06}" dt="2023-02-26T15:49:05.922" v="21537" actId="20577"/>
        <pc:sldMkLst>
          <pc:docMk/>
          <pc:sldMk cId="2565774799" sldId="542"/>
        </pc:sldMkLst>
      </pc:sldChg>
      <pc:sldChg chg="addSp delSp modSp add mod modNotesTx">
        <pc:chgData name="张 智" userId="36bdf691fd3510be" providerId="LiveId" clId="{F523E2E8-F14A-41A8-99D8-D4FD45E52D06}" dt="2023-02-27T00:54:53.709" v="23869" actId="20577"/>
        <pc:sldMkLst>
          <pc:docMk/>
          <pc:sldMk cId="2447042196" sldId="543"/>
        </pc:sldMkLst>
      </pc:sldChg>
      <pc:sldChg chg="modSp add mod modNotesTx">
        <pc:chgData name="张 智" userId="36bdf691fd3510be" providerId="LiveId" clId="{F523E2E8-F14A-41A8-99D8-D4FD45E52D06}" dt="2023-02-27T01:57:35.773" v="24707" actId="20577"/>
        <pc:sldMkLst>
          <pc:docMk/>
          <pc:sldMk cId="1821654354" sldId="544"/>
        </pc:sldMkLst>
      </pc:sldChg>
      <pc:sldChg chg="modSp add del mod">
        <pc:chgData name="张 智" userId="36bdf691fd3510be" providerId="LiveId" clId="{F523E2E8-F14A-41A8-99D8-D4FD45E52D06}" dt="2023-02-26T16:18:04.856" v="22617" actId="2696"/>
        <pc:sldMkLst>
          <pc:docMk/>
          <pc:sldMk cId="4046156189" sldId="544"/>
        </pc:sldMkLst>
      </pc:sldChg>
    </pc:docChg>
  </pc:docChgLst>
  <pc:docChgLst>
    <pc:chgData name="zhi zhang" userId="36bdf691fd3510be" providerId="LiveId" clId="{1DCEE6AF-9526-1B47-8691-B5D10768AFB0}"/>
    <pc:docChg chg="modSld">
      <pc:chgData name="zhi zhang" userId="36bdf691fd3510be" providerId="LiveId" clId="{1DCEE6AF-9526-1B47-8691-B5D10768AFB0}" dt="2025-01-28T09:25:02.682" v="26"/>
      <pc:docMkLst>
        <pc:docMk/>
      </pc:docMkLst>
      <pc:sldChg chg="modSp mod modNotesTx">
        <pc:chgData name="zhi zhang" userId="36bdf691fd3510be" providerId="LiveId" clId="{1DCEE6AF-9526-1B47-8691-B5D10768AFB0}" dt="2025-01-28T09:25:02.682" v="26"/>
        <pc:sldMkLst>
          <pc:docMk/>
          <pc:sldMk cId="3948024721" sldId="537"/>
        </pc:sldMkLst>
        <pc:spChg chg="mod">
          <ac:chgData name="zhi zhang" userId="36bdf691fd3510be" providerId="LiveId" clId="{1DCEE6AF-9526-1B47-8691-B5D10768AFB0}" dt="2025-01-28T09:24:13.053" v="13"/>
          <ac:spMkLst>
            <pc:docMk/>
            <pc:sldMk cId="3948024721" sldId="537"/>
            <ac:spMk id="3" creationId="{56279952-E4DB-7445-83D2-1C8ADC55F074}"/>
          </ac:spMkLst>
        </pc:spChg>
      </pc:sldChg>
    </pc:docChg>
  </pc:docChgLst>
  <pc:docChgLst>
    <pc:chgData name="张 智" userId="36bdf691fd3510be" providerId="LiveId" clId="{F06A3F99-18E9-4367-97B2-55765CB61B8A}"/>
    <pc:docChg chg="undo redo custSel addSld delSld modSld">
      <pc:chgData name="张 智" userId="36bdf691fd3510be" providerId="LiveId" clId="{F06A3F99-18E9-4367-97B2-55765CB61B8A}" dt="2024-02-29T13:34:27.996" v="7324" actId="207"/>
      <pc:docMkLst>
        <pc:docMk/>
      </pc:docMkLst>
      <pc:sldChg chg="delSp modSp mod modNotesTx">
        <pc:chgData name="张 智" userId="36bdf691fd3510be" providerId="LiveId" clId="{F06A3F99-18E9-4367-97B2-55765CB61B8A}" dt="2024-02-23T15:18:13.988" v="2472" actId="15"/>
        <pc:sldMkLst>
          <pc:docMk/>
          <pc:sldMk cId="2850690858" sldId="258"/>
        </pc:sldMkLst>
      </pc:sldChg>
      <pc:sldChg chg="modSp mod modNotesTx">
        <pc:chgData name="张 智" userId="36bdf691fd3510be" providerId="LiveId" clId="{F06A3F99-18E9-4367-97B2-55765CB61B8A}" dt="2024-02-26T01:43:22.469" v="5308" actId="20577"/>
        <pc:sldMkLst>
          <pc:docMk/>
          <pc:sldMk cId="3503711615" sldId="260"/>
        </pc:sldMkLst>
      </pc:sldChg>
      <pc:sldChg chg="del">
        <pc:chgData name="张 智" userId="36bdf691fd3510be" providerId="LiveId" clId="{F06A3F99-18E9-4367-97B2-55765CB61B8A}" dt="2024-02-25T14:30:06.178" v="4260" actId="2696"/>
        <pc:sldMkLst>
          <pc:docMk/>
          <pc:sldMk cId="3235645542" sldId="266"/>
        </pc:sldMkLst>
      </pc:sldChg>
      <pc:sldChg chg="addSp delSp modSp mod modNotesTx">
        <pc:chgData name="张 智" userId="36bdf691fd3510be" providerId="LiveId" clId="{F06A3F99-18E9-4367-97B2-55765CB61B8A}" dt="2024-02-26T06:39:05.600" v="7321" actId="20577"/>
        <pc:sldMkLst>
          <pc:docMk/>
          <pc:sldMk cId="3480672060" sldId="267"/>
        </pc:sldMkLst>
      </pc:sldChg>
      <pc:sldChg chg="delSp modSp mod modNotesTx">
        <pc:chgData name="张 智" userId="36bdf691fd3510be" providerId="LiveId" clId="{F06A3F99-18E9-4367-97B2-55765CB61B8A}" dt="2024-02-26T05:50:30.399" v="7062" actId="20577"/>
        <pc:sldMkLst>
          <pc:docMk/>
          <pc:sldMk cId="1068746973" sldId="268"/>
        </pc:sldMkLst>
      </pc:sldChg>
      <pc:sldChg chg="modNotesTx">
        <pc:chgData name="张 智" userId="36bdf691fd3510be" providerId="LiveId" clId="{F06A3F99-18E9-4367-97B2-55765CB61B8A}" dt="2024-02-26T04:30:04.154" v="7060" actId="20577"/>
        <pc:sldMkLst>
          <pc:docMk/>
          <pc:sldMk cId="1476963364" sldId="269"/>
        </pc:sldMkLst>
      </pc:sldChg>
      <pc:sldChg chg="modSp mod modNotesTx">
        <pc:chgData name="张 智" userId="36bdf691fd3510be" providerId="LiveId" clId="{F06A3F99-18E9-4367-97B2-55765CB61B8A}" dt="2024-02-26T06:11:25.696" v="7068" actId="20577"/>
        <pc:sldMkLst>
          <pc:docMk/>
          <pc:sldMk cId="2805807811" sldId="270"/>
        </pc:sldMkLst>
      </pc:sldChg>
      <pc:sldChg chg="modSp mod modNotesTx">
        <pc:chgData name="张 智" userId="36bdf691fd3510be" providerId="LiveId" clId="{F06A3F99-18E9-4367-97B2-55765CB61B8A}" dt="2024-02-26T02:14:59.321" v="5783" actId="20577"/>
        <pc:sldMkLst>
          <pc:docMk/>
          <pc:sldMk cId="1469224897" sldId="273"/>
        </pc:sldMkLst>
      </pc:sldChg>
      <pc:sldChg chg="modSp mod modNotesTx">
        <pc:chgData name="张 智" userId="36bdf691fd3510be" providerId="LiveId" clId="{F06A3F99-18E9-4367-97B2-55765CB61B8A}" dt="2024-02-26T04:06:55.877" v="6760" actId="20577"/>
        <pc:sldMkLst>
          <pc:docMk/>
          <pc:sldMk cId="1892611882" sldId="274"/>
        </pc:sldMkLst>
      </pc:sldChg>
      <pc:sldChg chg="modSp mod modNotesTx">
        <pc:chgData name="张 智" userId="36bdf691fd3510be" providerId="LiveId" clId="{F06A3F99-18E9-4367-97B2-55765CB61B8A}" dt="2024-02-26T06:15:29.272" v="7206" actId="20577"/>
        <pc:sldMkLst>
          <pc:docMk/>
          <pc:sldMk cId="548683949" sldId="275"/>
        </pc:sldMkLst>
      </pc:sldChg>
      <pc:sldChg chg="addSp delSp modSp mod modNotesTx">
        <pc:chgData name="张 智" userId="36bdf691fd3510be" providerId="LiveId" clId="{F06A3F99-18E9-4367-97B2-55765CB61B8A}" dt="2024-02-26T01:45:52.194" v="5310" actId="20577"/>
        <pc:sldMkLst>
          <pc:docMk/>
          <pc:sldMk cId="4215697357" sldId="276"/>
        </pc:sldMkLst>
      </pc:sldChg>
      <pc:sldChg chg="modSp mod">
        <pc:chgData name="张 智" userId="36bdf691fd3510be" providerId="LiveId" clId="{F06A3F99-18E9-4367-97B2-55765CB61B8A}" dt="2024-02-21T06:50:21.123" v="265"/>
        <pc:sldMkLst>
          <pc:docMk/>
          <pc:sldMk cId="1786005080" sldId="312"/>
        </pc:sldMkLst>
      </pc:sldChg>
      <pc:sldChg chg="modSp mod modNotesTx">
        <pc:chgData name="张 智" userId="36bdf691fd3510be" providerId="LiveId" clId="{F06A3F99-18E9-4367-97B2-55765CB61B8A}" dt="2024-02-21T06:57:44.138" v="274" actId="20577"/>
        <pc:sldMkLst>
          <pc:docMk/>
          <pc:sldMk cId="1481627793" sldId="319"/>
        </pc:sldMkLst>
      </pc:sldChg>
      <pc:sldChg chg="modSp mod modNotesTx">
        <pc:chgData name="张 智" userId="36bdf691fd3510be" providerId="LiveId" clId="{F06A3F99-18E9-4367-97B2-55765CB61B8A}" dt="2024-02-21T07:24:08.206" v="615" actId="20577"/>
        <pc:sldMkLst>
          <pc:docMk/>
          <pc:sldMk cId="2700717229" sldId="320"/>
        </pc:sldMkLst>
      </pc:sldChg>
      <pc:sldChg chg="modSp mod modNotesTx">
        <pc:chgData name="张 智" userId="36bdf691fd3510be" providerId="LiveId" clId="{F06A3F99-18E9-4367-97B2-55765CB61B8A}" dt="2024-02-26T02:06:49.465" v="5684" actId="20577"/>
        <pc:sldMkLst>
          <pc:docMk/>
          <pc:sldMk cId="3921763365" sldId="321"/>
        </pc:sldMkLst>
      </pc:sldChg>
      <pc:sldChg chg="addSp delSp modSp mod modNotesTx">
        <pc:chgData name="张 智" userId="36bdf691fd3510be" providerId="LiveId" clId="{F06A3F99-18E9-4367-97B2-55765CB61B8A}" dt="2024-02-26T02:10:31.566" v="5685" actId="20577"/>
        <pc:sldMkLst>
          <pc:docMk/>
          <pc:sldMk cId="462365410" sldId="322"/>
        </pc:sldMkLst>
      </pc:sldChg>
      <pc:sldChg chg="modSp mod modNotesTx">
        <pc:chgData name="张 智" userId="36bdf691fd3510be" providerId="LiveId" clId="{F06A3F99-18E9-4367-97B2-55765CB61B8A}" dt="2024-02-29T13:34:27.996" v="7324" actId="207"/>
        <pc:sldMkLst>
          <pc:docMk/>
          <pc:sldMk cId="4119705678" sldId="323"/>
        </pc:sldMkLst>
      </pc:sldChg>
      <pc:sldChg chg="modSp mod modNotesTx">
        <pc:chgData name="张 智" userId="36bdf691fd3510be" providerId="LiveId" clId="{F06A3F99-18E9-4367-97B2-55765CB61B8A}" dt="2024-02-26T06:16:50.693" v="7235" actId="20577"/>
        <pc:sldMkLst>
          <pc:docMk/>
          <pc:sldMk cId="2307588266" sldId="333"/>
        </pc:sldMkLst>
      </pc:sldChg>
      <pc:sldChg chg="modSp mod">
        <pc:chgData name="张 智" userId="36bdf691fd3510be" providerId="LiveId" clId="{F06A3F99-18E9-4367-97B2-55765CB61B8A}" dt="2024-02-26T04:20:27.714" v="6973" actId="20577"/>
        <pc:sldMkLst>
          <pc:docMk/>
          <pc:sldMk cId="405155425" sldId="335"/>
        </pc:sldMkLst>
      </pc:sldChg>
      <pc:sldChg chg="modSp mod modNotesTx">
        <pc:chgData name="张 智" userId="36bdf691fd3510be" providerId="LiveId" clId="{F06A3F99-18E9-4367-97B2-55765CB61B8A}" dt="2024-02-26T04:26:14.864" v="7051" actId="20577"/>
        <pc:sldMkLst>
          <pc:docMk/>
          <pc:sldMk cId="2727606522" sldId="342"/>
        </pc:sldMkLst>
      </pc:sldChg>
      <pc:sldChg chg="modSp mod modNotesTx">
        <pc:chgData name="张 智" userId="36bdf691fd3510be" providerId="LiveId" clId="{F06A3F99-18E9-4367-97B2-55765CB61B8A}" dt="2024-02-26T03:54:10.733" v="6332" actId="20577"/>
        <pc:sldMkLst>
          <pc:docMk/>
          <pc:sldMk cId="3241098891" sldId="344"/>
        </pc:sldMkLst>
      </pc:sldChg>
      <pc:sldChg chg="modSp mod modNotesTx">
        <pc:chgData name="张 智" userId="36bdf691fd3510be" providerId="LiveId" clId="{F06A3F99-18E9-4367-97B2-55765CB61B8A}" dt="2024-02-26T03:51:01.248" v="6256" actId="20577"/>
        <pc:sldMkLst>
          <pc:docMk/>
          <pc:sldMk cId="716379317" sldId="345"/>
        </pc:sldMkLst>
      </pc:sldChg>
      <pc:sldChg chg="modSp mod modNotesTx">
        <pc:chgData name="张 智" userId="36bdf691fd3510be" providerId="LiveId" clId="{F06A3F99-18E9-4367-97B2-55765CB61B8A}" dt="2024-02-26T04:02:26.764" v="6713" actId="20577"/>
        <pc:sldMkLst>
          <pc:docMk/>
          <pc:sldMk cId="616269216" sldId="346"/>
        </pc:sldMkLst>
      </pc:sldChg>
      <pc:sldChg chg="modSp mod">
        <pc:chgData name="张 智" userId="36bdf691fd3510be" providerId="LiveId" clId="{F06A3F99-18E9-4367-97B2-55765CB61B8A}" dt="2024-02-26T01:52:35.964" v="5317" actId="14100"/>
        <pc:sldMkLst>
          <pc:docMk/>
          <pc:sldMk cId="11172829" sldId="347"/>
        </pc:sldMkLst>
      </pc:sldChg>
      <pc:sldChg chg="modNotesTx">
        <pc:chgData name="张 智" userId="36bdf691fd3510be" providerId="LiveId" clId="{F06A3F99-18E9-4367-97B2-55765CB61B8A}" dt="2024-02-26T06:29:14.610" v="7297" actId="20577"/>
        <pc:sldMkLst>
          <pc:docMk/>
          <pc:sldMk cId="220406849" sldId="348"/>
        </pc:sldMkLst>
      </pc:sldChg>
      <pc:sldChg chg="modSp mod modNotesTx">
        <pc:chgData name="张 智" userId="36bdf691fd3510be" providerId="LiveId" clId="{F06A3F99-18E9-4367-97B2-55765CB61B8A}" dt="2024-02-26T06:24:34.128" v="7256" actId="20577"/>
        <pc:sldMkLst>
          <pc:docMk/>
          <pc:sldMk cId="2114466259" sldId="349"/>
        </pc:sldMkLst>
      </pc:sldChg>
      <pc:sldChg chg="modNotesTx">
        <pc:chgData name="张 智" userId="36bdf691fd3510be" providerId="LiveId" clId="{F06A3F99-18E9-4367-97B2-55765CB61B8A}" dt="2024-02-26T06:28:32.254" v="7273" actId="20577"/>
        <pc:sldMkLst>
          <pc:docMk/>
          <pc:sldMk cId="2275499318" sldId="532"/>
        </pc:sldMkLst>
      </pc:sldChg>
      <pc:sldChg chg="modNotesTx">
        <pc:chgData name="张 智" userId="36bdf691fd3510be" providerId="LiveId" clId="{F06A3F99-18E9-4367-97B2-55765CB61B8A}" dt="2024-02-26T01:31:13.114" v="5125" actId="20577"/>
        <pc:sldMkLst>
          <pc:docMk/>
          <pc:sldMk cId="3392685481" sldId="533"/>
        </pc:sldMkLst>
      </pc:sldChg>
      <pc:sldChg chg="delSp modSp mod modNotesTx">
        <pc:chgData name="张 智" userId="36bdf691fd3510be" providerId="LiveId" clId="{F06A3F99-18E9-4367-97B2-55765CB61B8A}" dt="2024-02-26T03:28:13.288" v="6191" actId="20577"/>
        <pc:sldMkLst>
          <pc:docMk/>
          <pc:sldMk cId="2433280140" sldId="534"/>
        </pc:sldMkLst>
      </pc:sldChg>
      <pc:sldChg chg="modSp mod modNotesTx">
        <pc:chgData name="张 智" userId="36bdf691fd3510be" providerId="LiveId" clId="{F06A3F99-18E9-4367-97B2-55765CB61B8A}" dt="2024-02-26T03:49:12.019" v="6252" actId="20577"/>
        <pc:sldMkLst>
          <pc:docMk/>
          <pc:sldMk cId="1757591113" sldId="536"/>
        </pc:sldMkLst>
      </pc:sldChg>
      <pc:sldChg chg="modSp mod modNotesTx">
        <pc:chgData name="张 智" userId="36bdf691fd3510be" providerId="LiveId" clId="{F06A3F99-18E9-4367-97B2-55765CB61B8A}" dt="2024-02-23T14:39:43.597" v="1636" actId="20577"/>
        <pc:sldMkLst>
          <pc:docMk/>
          <pc:sldMk cId="3948024721" sldId="537"/>
        </pc:sldMkLst>
      </pc:sldChg>
      <pc:sldChg chg="modSp mod">
        <pc:chgData name="张 智" userId="36bdf691fd3510be" providerId="LiveId" clId="{F06A3F99-18E9-4367-97B2-55765CB61B8A}" dt="2024-02-26T02:15:55.902" v="5804" actId="20577"/>
        <pc:sldMkLst>
          <pc:docMk/>
          <pc:sldMk cId="2037980646" sldId="539"/>
        </pc:sldMkLst>
      </pc:sldChg>
      <pc:sldChg chg="modSp mod modNotesTx">
        <pc:chgData name="张 智" userId="36bdf691fd3510be" providerId="LiveId" clId="{F06A3F99-18E9-4367-97B2-55765CB61B8A}" dt="2024-02-26T04:12:09.762" v="6915" actId="20577"/>
        <pc:sldMkLst>
          <pc:docMk/>
          <pc:sldMk cId="2115377926" sldId="541"/>
        </pc:sldMkLst>
      </pc:sldChg>
      <pc:sldChg chg="addSp delSp modSp mod modNotesTx">
        <pc:chgData name="张 智" userId="36bdf691fd3510be" providerId="LiveId" clId="{F06A3F99-18E9-4367-97B2-55765CB61B8A}" dt="2024-02-26T06:35:46.235" v="7298" actId="20577"/>
        <pc:sldMkLst>
          <pc:docMk/>
          <pc:sldMk cId="2565774799" sldId="542"/>
        </pc:sldMkLst>
      </pc:sldChg>
      <pc:sldChg chg="modSp mod modNotesTx">
        <pc:chgData name="张 智" userId="36bdf691fd3510be" providerId="LiveId" clId="{F06A3F99-18E9-4367-97B2-55765CB61B8A}" dt="2024-02-26T04:23:04.981" v="6994" actId="20577"/>
        <pc:sldMkLst>
          <pc:docMk/>
          <pc:sldMk cId="1821654354" sldId="544"/>
        </pc:sldMkLst>
      </pc:sldChg>
      <pc:sldChg chg="addSp delSp modSp add mod modNotesTx">
        <pc:chgData name="张 智" userId="36bdf691fd3510be" providerId="LiveId" clId="{F06A3F99-18E9-4367-97B2-55765CB61B8A}" dt="2024-02-26T01:33:15.281" v="5176" actId="20577"/>
        <pc:sldMkLst>
          <pc:docMk/>
          <pc:sldMk cId="3399512077" sldId="545"/>
        </pc:sldMkLst>
      </pc:sldChg>
    </pc:docChg>
  </pc:docChgLst>
  <pc:docChgLst>
    <pc:chgData name="zhi zhang" userId="36bdf691fd3510be" providerId="LiveId" clId="{6AB8BAF6-CC79-4595-B5EA-7C39941F259B}"/>
    <pc:docChg chg="undo custSel addSld delSld modSld sldOrd">
      <pc:chgData name="zhi zhang" userId="36bdf691fd3510be" providerId="LiveId" clId="{6AB8BAF6-CC79-4595-B5EA-7C39941F259B}" dt="2025-02-24T03:19:55.226" v="5517" actId="20577"/>
      <pc:docMkLst>
        <pc:docMk/>
      </pc:docMkLst>
      <pc:sldChg chg="modSp mod ord modNotesTx">
        <pc:chgData name="zhi zhang" userId="36bdf691fd3510be" providerId="LiveId" clId="{6AB8BAF6-CC79-4595-B5EA-7C39941F259B}" dt="2025-02-23T14:19:01.917" v="3634" actId="20577"/>
        <pc:sldMkLst>
          <pc:docMk/>
          <pc:sldMk cId="3503711615" sldId="260"/>
        </pc:sldMkLst>
        <pc:spChg chg="mod">
          <ac:chgData name="zhi zhang" userId="36bdf691fd3510be" providerId="LiveId" clId="{6AB8BAF6-CC79-4595-B5EA-7C39941F259B}" dt="2025-02-22T14:47:01.164" v="2357" actId="20577"/>
          <ac:spMkLst>
            <pc:docMk/>
            <pc:sldMk cId="3503711615" sldId="260"/>
            <ac:spMk id="3" creationId="{F7DD7DCB-C7E2-1B4F-BD83-3B7AF005DD76}"/>
          </ac:spMkLst>
        </pc:spChg>
      </pc:sldChg>
      <pc:sldChg chg="modNotesTx">
        <pc:chgData name="zhi zhang" userId="36bdf691fd3510be" providerId="LiveId" clId="{6AB8BAF6-CC79-4595-B5EA-7C39941F259B}" dt="2025-02-24T02:59:55.269" v="5366"/>
        <pc:sldMkLst>
          <pc:docMk/>
          <pc:sldMk cId="3480672060" sldId="267"/>
        </pc:sldMkLst>
      </pc:sldChg>
      <pc:sldChg chg="modNotesTx">
        <pc:chgData name="zhi zhang" userId="36bdf691fd3510be" providerId="LiveId" clId="{6AB8BAF6-CC79-4595-B5EA-7C39941F259B}" dt="2025-02-24T03:01:38.248" v="5404" actId="20577"/>
        <pc:sldMkLst>
          <pc:docMk/>
          <pc:sldMk cId="1068746973" sldId="268"/>
        </pc:sldMkLst>
      </pc:sldChg>
      <pc:sldChg chg="modNotesTx">
        <pc:chgData name="zhi zhang" userId="36bdf691fd3510be" providerId="LiveId" clId="{6AB8BAF6-CC79-4595-B5EA-7C39941F259B}" dt="2025-02-24T02:53:52.988" v="5349" actId="20577"/>
        <pc:sldMkLst>
          <pc:docMk/>
          <pc:sldMk cId="1476963364" sldId="269"/>
        </pc:sldMkLst>
      </pc:sldChg>
      <pc:sldChg chg="modNotesTx">
        <pc:chgData name="zhi zhang" userId="36bdf691fd3510be" providerId="LiveId" clId="{6AB8BAF6-CC79-4595-B5EA-7C39941F259B}" dt="2025-02-24T03:15:25.014" v="5429" actId="20577"/>
        <pc:sldMkLst>
          <pc:docMk/>
          <pc:sldMk cId="2805807811" sldId="270"/>
        </pc:sldMkLst>
      </pc:sldChg>
      <pc:sldChg chg="modSp mod modNotesTx">
        <pc:chgData name="zhi zhang" userId="36bdf691fd3510be" providerId="LiveId" clId="{6AB8BAF6-CC79-4595-B5EA-7C39941F259B}" dt="2025-02-24T01:51:25.925" v="4240" actId="20577"/>
        <pc:sldMkLst>
          <pc:docMk/>
          <pc:sldMk cId="1469224897" sldId="273"/>
        </pc:sldMkLst>
        <pc:spChg chg="mod">
          <ac:chgData name="zhi zhang" userId="36bdf691fd3510be" providerId="LiveId" clId="{6AB8BAF6-CC79-4595-B5EA-7C39941F259B}" dt="2025-02-24T01:51:09.834" v="4238" actId="20577"/>
          <ac:spMkLst>
            <pc:docMk/>
            <pc:sldMk cId="1469224897" sldId="273"/>
            <ac:spMk id="3" creationId="{56279952-E4DB-7445-83D2-1C8ADC55F074}"/>
          </ac:spMkLst>
        </pc:spChg>
      </pc:sldChg>
      <pc:sldChg chg="modNotesTx">
        <pc:chgData name="zhi zhang" userId="36bdf691fd3510be" providerId="LiveId" clId="{6AB8BAF6-CC79-4595-B5EA-7C39941F259B}" dt="2025-02-24T02:30:44.541" v="5156" actId="20577"/>
        <pc:sldMkLst>
          <pc:docMk/>
          <pc:sldMk cId="1892611882" sldId="274"/>
        </pc:sldMkLst>
      </pc:sldChg>
      <pc:sldChg chg="modNotesTx">
        <pc:chgData name="zhi zhang" userId="36bdf691fd3510be" providerId="LiveId" clId="{6AB8BAF6-CC79-4595-B5EA-7C39941F259B}" dt="2025-02-24T03:15:34.939" v="5439" actId="20577"/>
        <pc:sldMkLst>
          <pc:docMk/>
          <pc:sldMk cId="548683949" sldId="275"/>
        </pc:sldMkLst>
      </pc:sldChg>
      <pc:sldChg chg="del">
        <pc:chgData name="zhi zhang" userId="36bdf691fd3510be" providerId="LiveId" clId="{6AB8BAF6-CC79-4595-B5EA-7C39941F259B}" dt="2025-02-21T08:25:21.383" v="1277" actId="2696"/>
        <pc:sldMkLst>
          <pc:docMk/>
          <pc:sldMk cId="4215697357" sldId="276"/>
        </pc:sldMkLst>
      </pc:sldChg>
      <pc:sldChg chg="addSp modSp mod modNotesTx">
        <pc:chgData name="zhi zhang" userId="36bdf691fd3510be" providerId="LiveId" clId="{6AB8BAF6-CC79-4595-B5EA-7C39941F259B}" dt="2025-02-23T14:19:47.578" v="3639" actId="20577"/>
        <pc:sldMkLst>
          <pc:docMk/>
          <pc:sldMk cId="1786005080" sldId="312"/>
        </pc:sldMkLst>
        <pc:spChg chg="mod">
          <ac:chgData name="zhi zhang" userId="36bdf691fd3510be" providerId="LiveId" clId="{6AB8BAF6-CC79-4595-B5EA-7C39941F259B}" dt="2025-02-22T14:53:47.563" v="2525" actId="20577"/>
          <ac:spMkLst>
            <pc:docMk/>
            <pc:sldMk cId="1786005080" sldId="312"/>
            <ac:spMk id="3" creationId="{00000000-0000-0000-0000-000000000000}"/>
          </ac:spMkLst>
        </pc:spChg>
        <pc:spChg chg="add mod">
          <ac:chgData name="zhi zhang" userId="36bdf691fd3510be" providerId="LiveId" clId="{6AB8BAF6-CC79-4595-B5EA-7C39941F259B}" dt="2025-02-22T14:50:05.322" v="2443" actId="14100"/>
          <ac:spMkLst>
            <pc:docMk/>
            <pc:sldMk cId="1786005080" sldId="312"/>
            <ac:spMk id="4" creationId="{973D2E26-59A3-4BD9-8FC9-629757236E38}"/>
          </ac:spMkLst>
        </pc:spChg>
      </pc:sldChg>
      <pc:sldChg chg="modNotesTx">
        <pc:chgData name="zhi zhang" userId="36bdf691fd3510be" providerId="LiveId" clId="{6AB8BAF6-CC79-4595-B5EA-7C39941F259B}" dt="2025-02-23T14:20:05.221" v="3642" actId="20577"/>
        <pc:sldMkLst>
          <pc:docMk/>
          <pc:sldMk cId="1481627793" sldId="319"/>
        </pc:sldMkLst>
      </pc:sldChg>
      <pc:sldChg chg="modSp mod modNotesTx">
        <pc:chgData name="zhi zhang" userId="36bdf691fd3510be" providerId="LiveId" clId="{6AB8BAF6-CC79-4595-B5EA-7C39941F259B}" dt="2025-02-24T01:43:07.542" v="3932" actId="20577"/>
        <pc:sldMkLst>
          <pc:docMk/>
          <pc:sldMk cId="2700717229" sldId="320"/>
        </pc:sldMkLst>
        <pc:spChg chg="mod">
          <ac:chgData name="zhi zhang" userId="36bdf691fd3510be" providerId="LiveId" clId="{6AB8BAF6-CC79-4595-B5EA-7C39941F259B}" dt="2025-02-22T14:59:25.382" v="2650" actId="20577"/>
          <ac:spMkLst>
            <pc:docMk/>
            <pc:sldMk cId="2700717229" sldId="320"/>
            <ac:spMk id="3" creationId="{00000000-0000-0000-0000-000000000000}"/>
          </ac:spMkLst>
        </pc:spChg>
      </pc:sldChg>
      <pc:sldChg chg="addSp delSp modSp mod">
        <pc:chgData name="zhi zhang" userId="36bdf691fd3510be" providerId="LiveId" clId="{6AB8BAF6-CC79-4595-B5EA-7C39941F259B}" dt="2025-02-22T14:58:46.669" v="2647" actId="14100"/>
        <pc:sldMkLst>
          <pc:docMk/>
          <pc:sldMk cId="3921763365" sldId="321"/>
        </pc:sldMkLst>
        <pc:spChg chg="mod">
          <ac:chgData name="zhi zhang" userId="36bdf691fd3510be" providerId="LiveId" clId="{6AB8BAF6-CC79-4595-B5EA-7C39941F259B}" dt="2025-02-22T14:58:46.669" v="2647" actId="14100"/>
          <ac:spMkLst>
            <pc:docMk/>
            <pc:sldMk cId="3921763365" sldId="321"/>
            <ac:spMk id="9" creationId="{07BE73EB-E544-436B-BC4C-1A8693FA38FD}"/>
          </ac:spMkLst>
        </pc:spChg>
        <pc:picChg chg="add mod">
          <ac:chgData name="zhi zhang" userId="36bdf691fd3510be" providerId="LiveId" clId="{6AB8BAF6-CC79-4595-B5EA-7C39941F259B}" dt="2025-02-22T14:58:37.164" v="2644" actId="1076"/>
          <ac:picMkLst>
            <pc:docMk/>
            <pc:sldMk cId="3921763365" sldId="321"/>
            <ac:picMk id="3" creationId="{967F92AD-4DC8-4EEA-8325-716E14F1797A}"/>
          </ac:picMkLst>
        </pc:picChg>
        <pc:picChg chg="del">
          <ac:chgData name="zhi zhang" userId="36bdf691fd3510be" providerId="LiveId" clId="{6AB8BAF6-CC79-4595-B5EA-7C39941F259B}" dt="2025-02-22T14:58:23.170" v="2639" actId="478"/>
          <ac:picMkLst>
            <pc:docMk/>
            <pc:sldMk cId="3921763365" sldId="321"/>
            <ac:picMk id="11" creationId="{126604D5-623D-44F7-B986-275C23B7F13E}"/>
          </ac:picMkLst>
        </pc:picChg>
      </pc:sldChg>
      <pc:sldChg chg="addSp delSp modSp add del mod modNotesTx">
        <pc:chgData name="zhi zhang" userId="36bdf691fd3510be" providerId="LiveId" clId="{6AB8BAF6-CC79-4595-B5EA-7C39941F259B}" dt="2025-02-24T02:36:03.001" v="5170" actId="20577"/>
        <pc:sldMkLst>
          <pc:docMk/>
          <pc:sldMk cId="462365410" sldId="322"/>
        </pc:sldMkLst>
        <pc:picChg chg="add mod">
          <ac:chgData name="zhi zhang" userId="36bdf691fd3510be" providerId="LiveId" clId="{6AB8BAF6-CC79-4595-B5EA-7C39941F259B}" dt="2025-02-22T15:01:27.076" v="2654" actId="1076"/>
          <ac:picMkLst>
            <pc:docMk/>
            <pc:sldMk cId="462365410" sldId="322"/>
            <ac:picMk id="4" creationId="{985A9374-6B73-4F20-937D-14D9674A808E}"/>
          </ac:picMkLst>
        </pc:picChg>
        <pc:picChg chg="del">
          <ac:chgData name="zhi zhang" userId="36bdf691fd3510be" providerId="LiveId" clId="{6AB8BAF6-CC79-4595-B5EA-7C39941F259B}" dt="2025-02-22T15:01:21.464" v="2651" actId="478"/>
          <ac:picMkLst>
            <pc:docMk/>
            <pc:sldMk cId="462365410" sldId="322"/>
            <ac:picMk id="7" creationId="{C98E65DA-16B1-4DA8-9603-3E402AA215B8}"/>
          </ac:picMkLst>
        </pc:picChg>
      </pc:sldChg>
      <pc:sldChg chg="modNotesTx">
        <pc:chgData name="zhi zhang" userId="36bdf691fd3510be" providerId="LiveId" clId="{6AB8BAF6-CC79-4595-B5EA-7C39941F259B}" dt="2025-02-24T02:38:35.902" v="5220" actId="20577"/>
        <pc:sldMkLst>
          <pc:docMk/>
          <pc:sldMk cId="4119705678" sldId="323"/>
        </pc:sldMkLst>
      </pc:sldChg>
      <pc:sldChg chg="modNotesTx">
        <pc:chgData name="zhi zhang" userId="36bdf691fd3510be" providerId="LiveId" clId="{6AB8BAF6-CC79-4595-B5EA-7C39941F259B}" dt="2025-02-24T03:19:55.226" v="5517" actId="20577"/>
        <pc:sldMkLst>
          <pc:docMk/>
          <pc:sldMk cId="2307588266" sldId="333"/>
        </pc:sldMkLst>
      </pc:sldChg>
      <pc:sldChg chg="modNotesTx">
        <pc:chgData name="zhi zhang" userId="36bdf691fd3510be" providerId="LiveId" clId="{6AB8BAF6-CC79-4595-B5EA-7C39941F259B}" dt="2025-02-24T02:41:39.759" v="5236" actId="20577"/>
        <pc:sldMkLst>
          <pc:docMk/>
          <pc:sldMk cId="405155425" sldId="335"/>
        </pc:sldMkLst>
      </pc:sldChg>
      <pc:sldChg chg="modNotesTx">
        <pc:chgData name="zhi zhang" userId="36bdf691fd3510be" providerId="LiveId" clId="{6AB8BAF6-CC79-4595-B5EA-7C39941F259B}" dt="2025-02-23T03:57:29.865" v="2880" actId="20577"/>
        <pc:sldMkLst>
          <pc:docMk/>
          <pc:sldMk cId="2727606522" sldId="342"/>
        </pc:sldMkLst>
      </pc:sldChg>
      <pc:sldChg chg="modNotesTx">
        <pc:chgData name="zhi zhang" userId="36bdf691fd3510be" providerId="LiveId" clId="{6AB8BAF6-CC79-4595-B5EA-7C39941F259B}" dt="2025-02-24T02:18:19.175" v="4918" actId="313"/>
        <pc:sldMkLst>
          <pc:docMk/>
          <pc:sldMk cId="3241098891" sldId="344"/>
        </pc:sldMkLst>
      </pc:sldChg>
      <pc:sldChg chg="modSp mod modNotesTx">
        <pc:chgData name="zhi zhang" userId="36bdf691fd3510be" providerId="LiveId" clId="{6AB8BAF6-CC79-4595-B5EA-7C39941F259B}" dt="2025-02-24T02:17:13.048" v="4914" actId="20577"/>
        <pc:sldMkLst>
          <pc:docMk/>
          <pc:sldMk cId="716379317" sldId="345"/>
        </pc:sldMkLst>
        <pc:spChg chg="mod">
          <ac:chgData name="zhi zhang" userId="36bdf691fd3510be" providerId="LiveId" clId="{6AB8BAF6-CC79-4595-B5EA-7C39941F259B}" dt="2025-02-24T02:17:13.048" v="4914" actId="20577"/>
          <ac:spMkLst>
            <pc:docMk/>
            <pc:sldMk cId="716379317" sldId="345"/>
            <ac:spMk id="3" creationId="{00000000-0000-0000-0000-000000000000}"/>
          </ac:spMkLst>
        </pc:spChg>
      </pc:sldChg>
      <pc:sldChg chg="modNotesTx">
        <pc:chgData name="zhi zhang" userId="36bdf691fd3510be" providerId="LiveId" clId="{6AB8BAF6-CC79-4595-B5EA-7C39941F259B}" dt="2025-02-24T02:28:18.546" v="5142" actId="20577"/>
        <pc:sldMkLst>
          <pc:docMk/>
          <pc:sldMk cId="616269216" sldId="346"/>
        </pc:sldMkLst>
      </pc:sldChg>
      <pc:sldChg chg="modSp mod modNotesTx">
        <pc:chgData name="zhi zhang" userId="36bdf691fd3510be" providerId="LiveId" clId="{6AB8BAF6-CC79-4595-B5EA-7C39941F259B}" dt="2025-02-23T14:32:46.363" v="3652" actId="20577"/>
        <pc:sldMkLst>
          <pc:docMk/>
          <pc:sldMk cId="220406849" sldId="348"/>
        </pc:sldMkLst>
        <pc:graphicFrameChg chg="mod">
          <ac:chgData name="zhi zhang" userId="36bdf691fd3510be" providerId="LiveId" clId="{6AB8BAF6-CC79-4595-B5EA-7C39941F259B}" dt="2025-02-23T14:32:39.217" v="3651" actId="20577"/>
          <ac:graphicFrameMkLst>
            <pc:docMk/>
            <pc:sldMk cId="220406849" sldId="348"/>
            <ac:graphicFrameMk id="5" creationId="{2B81B40E-1876-4B42-AF04-04C3FC3951A0}"/>
          </ac:graphicFrameMkLst>
        </pc:graphicFrameChg>
      </pc:sldChg>
      <pc:sldChg chg="addSp delSp modSp mod modNotesTx">
        <pc:chgData name="zhi zhang" userId="36bdf691fd3510be" providerId="LiveId" clId="{6AB8BAF6-CC79-4595-B5EA-7C39941F259B}" dt="2025-02-22T14:45:05.089" v="2183" actId="3626"/>
        <pc:sldMkLst>
          <pc:docMk/>
          <pc:sldMk cId="2114466259" sldId="349"/>
        </pc:sldMkLst>
        <pc:spChg chg="del">
          <ac:chgData name="zhi zhang" userId="36bdf691fd3510be" providerId="LiveId" clId="{6AB8BAF6-CC79-4595-B5EA-7C39941F259B}" dt="2025-02-21T07:24:44.337" v="30" actId="478"/>
          <ac:spMkLst>
            <pc:docMk/>
            <pc:sldMk cId="2114466259" sldId="349"/>
            <ac:spMk id="4" creationId="{3818A496-C3B5-8841-80C7-7A26D9C54282}"/>
          </ac:spMkLst>
        </pc:spChg>
        <pc:spChg chg="add del mod">
          <ac:chgData name="zhi zhang" userId="36bdf691fd3510be" providerId="LiveId" clId="{6AB8BAF6-CC79-4595-B5EA-7C39941F259B}" dt="2025-02-21T07:58:21.816" v="355" actId="478"/>
          <ac:spMkLst>
            <pc:docMk/>
            <pc:sldMk cId="2114466259" sldId="349"/>
            <ac:spMk id="5" creationId="{0E9E4577-791D-44C4-92EE-734DE64081E0}"/>
          </ac:spMkLst>
        </pc:spChg>
        <pc:spChg chg="mod">
          <ac:chgData name="zhi zhang" userId="36bdf691fd3510be" providerId="LiveId" clId="{6AB8BAF6-CC79-4595-B5EA-7C39941F259B}" dt="2025-02-22T14:45:05.089" v="2183" actId="3626"/>
          <ac:spMkLst>
            <pc:docMk/>
            <pc:sldMk cId="2114466259" sldId="349"/>
            <ac:spMk id="8" creationId="{01410E13-10F2-4B08-8B93-CCB6420D424D}"/>
          </ac:spMkLst>
        </pc:spChg>
        <pc:spChg chg="add del mod">
          <ac:chgData name="zhi zhang" userId="36bdf691fd3510be" providerId="LiveId" clId="{6AB8BAF6-CC79-4595-B5EA-7C39941F259B}" dt="2025-02-21T08:11:24.888" v="470" actId="478"/>
          <ac:spMkLst>
            <pc:docMk/>
            <pc:sldMk cId="2114466259" sldId="349"/>
            <ac:spMk id="9" creationId="{88376E1C-2B9D-4EB6-A946-BABFEF318E00}"/>
          </ac:spMkLst>
        </pc:spChg>
        <pc:picChg chg="add mod">
          <ac:chgData name="zhi zhang" userId="36bdf691fd3510be" providerId="LiveId" clId="{6AB8BAF6-CC79-4595-B5EA-7C39941F259B}" dt="2025-02-21T08:10:47.891" v="440" actId="14100"/>
          <ac:picMkLst>
            <pc:docMk/>
            <pc:sldMk cId="2114466259" sldId="349"/>
            <ac:picMk id="6" creationId="{7BCC162A-E8A3-4372-9C2A-9CB1DDD5F1DD}"/>
          </ac:picMkLst>
        </pc:picChg>
        <pc:picChg chg="del">
          <ac:chgData name="zhi zhang" userId="36bdf691fd3510be" providerId="LiveId" clId="{6AB8BAF6-CC79-4595-B5EA-7C39941F259B}" dt="2025-02-21T07:24:48.145" v="31" actId="478"/>
          <ac:picMkLst>
            <pc:docMk/>
            <pc:sldMk cId="2114466259" sldId="349"/>
            <ac:picMk id="7" creationId="{0689F4DE-9D41-4890-90A5-FD25DC3C5D4D}"/>
          </ac:picMkLst>
        </pc:picChg>
      </pc:sldChg>
      <pc:sldChg chg="modNotesTx">
        <pc:chgData name="zhi zhang" userId="36bdf691fd3510be" providerId="LiveId" clId="{6AB8BAF6-CC79-4595-B5EA-7C39941F259B}" dt="2025-02-23T14:12:07.340" v="3150" actId="20577"/>
        <pc:sldMkLst>
          <pc:docMk/>
          <pc:sldMk cId="2275499318" sldId="532"/>
        </pc:sldMkLst>
      </pc:sldChg>
      <pc:sldChg chg="modNotesTx">
        <pc:chgData name="zhi zhang" userId="36bdf691fd3510be" providerId="LiveId" clId="{6AB8BAF6-CC79-4595-B5EA-7C39941F259B}" dt="2025-02-23T14:48:49.785" v="3672" actId="20577"/>
        <pc:sldMkLst>
          <pc:docMk/>
          <pc:sldMk cId="3392685481" sldId="533"/>
        </pc:sldMkLst>
      </pc:sldChg>
      <pc:sldChg chg="addSp delSp mod modNotesTx">
        <pc:chgData name="zhi zhang" userId="36bdf691fd3510be" providerId="LiveId" clId="{6AB8BAF6-CC79-4595-B5EA-7C39941F259B}" dt="2025-02-24T02:00:14.956" v="4268" actId="20577"/>
        <pc:sldMkLst>
          <pc:docMk/>
          <pc:sldMk cId="2433280140" sldId="534"/>
        </pc:sldMkLst>
        <pc:picChg chg="add del">
          <ac:chgData name="zhi zhang" userId="36bdf691fd3510be" providerId="LiveId" clId="{6AB8BAF6-CC79-4595-B5EA-7C39941F259B}" dt="2025-02-24T01:59:49.445" v="4261" actId="478"/>
          <ac:picMkLst>
            <pc:docMk/>
            <pc:sldMk cId="2433280140" sldId="534"/>
            <ac:picMk id="5" creationId="{FF6596C3-2624-4C77-AA9F-1EF61208F63D}"/>
          </ac:picMkLst>
        </pc:picChg>
      </pc:sldChg>
      <pc:sldChg chg="modSp mod modNotesTx">
        <pc:chgData name="zhi zhang" userId="36bdf691fd3510be" providerId="LiveId" clId="{6AB8BAF6-CC79-4595-B5EA-7C39941F259B}" dt="2025-02-24T02:21:57.958" v="5005" actId="20577"/>
        <pc:sldMkLst>
          <pc:docMk/>
          <pc:sldMk cId="3948024721" sldId="537"/>
        </pc:sldMkLst>
        <pc:spChg chg="mod">
          <ac:chgData name="zhi zhang" userId="36bdf691fd3510be" providerId="LiveId" clId="{6AB8BAF6-CC79-4595-B5EA-7C39941F259B}" dt="2025-02-22T15:06:27.992" v="2826" actId="207"/>
          <ac:spMkLst>
            <pc:docMk/>
            <pc:sldMk cId="3948024721" sldId="537"/>
            <ac:spMk id="3" creationId="{56279952-E4DB-7445-83D2-1C8ADC55F074}"/>
          </ac:spMkLst>
        </pc:spChg>
      </pc:sldChg>
      <pc:sldChg chg="modSp mod modNotesTx">
        <pc:chgData name="zhi zhang" userId="36bdf691fd3510be" providerId="LiveId" clId="{6AB8BAF6-CC79-4595-B5EA-7C39941F259B}" dt="2025-02-22T15:04:33.937" v="2823" actId="12"/>
        <pc:sldMkLst>
          <pc:docMk/>
          <pc:sldMk cId="2037980646" sldId="539"/>
        </pc:sldMkLst>
        <pc:spChg chg="mod">
          <ac:chgData name="zhi zhang" userId="36bdf691fd3510be" providerId="LiveId" clId="{6AB8BAF6-CC79-4595-B5EA-7C39941F259B}" dt="2025-02-22T15:04:33.937" v="2823" actId="12"/>
          <ac:spMkLst>
            <pc:docMk/>
            <pc:sldMk cId="2037980646" sldId="539"/>
            <ac:spMk id="3" creationId="{56279952-E4DB-7445-83D2-1C8ADC55F074}"/>
          </ac:spMkLst>
        </pc:spChg>
      </pc:sldChg>
      <pc:sldChg chg="modNotesTx">
        <pc:chgData name="zhi zhang" userId="36bdf691fd3510be" providerId="LiveId" clId="{6AB8BAF6-CC79-4595-B5EA-7C39941F259B}" dt="2025-02-22T14:54:38.639" v="2638" actId="20577"/>
        <pc:sldMkLst>
          <pc:docMk/>
          <pc:sldMk cId="3788011539" sldId="540"/>
        </pc:sldMkLst>
      </pc:sldChg>
      <pc:sldChg chg="modSp mod modNotesTx">
        <pc:chgData name="zhi zhang" userId="36bdf691fd3510be" providerId="LiveId" clId="{6AB8BAF6-CC79-4595-B5EA-7C39941F259B}" dt="2025-02-24T02:37:05.288" v="5177" actId="20577"/>
        <pc:sldMkLst>
          <pc:docMk/>
          <pc:sldMk cId="2115377926" sldId="541"/>
        </pc:sldMkLst>
        <pc:spChg chg="mod">
          <ac:chgData name="zhi zhang" userId="36bdf691fd3510be" providerId="LiveId" clId="{6AB8BAF6-CC79-4595-B5EA-7C39941F259B}" dt="2025-02-22T15:08:21.826" v="2844" actId="207"/>
          <ac:spMkLst>
            <pc:docMk/>
            <pc:sldMk cId="2115377926" sldId="541"/>
            <ac:spMk id="3" creationId="{00000000-0000-0000-0000-000000000000}"/>
          </ac:spMkLst>
        </pc:spChg>
      </pc:sldChg>
      <pc:sldChg chg="modNotesTx">
        <pc:chgData name="zhi zhang" userId="36bdf691fd3510be" providerId="LiveId" clId="{6AB8BAF6-CC79-4595-B5EA-7C39941F259B}" dt="2025-02-21T08:27:58.338" v="1387" actId="20577"/>
        <pc:sldMkLst>
          <pc:docMk/>
          <pc:sldMk cId="2447042196" sldId="543"/>
        </pc:sldMkLst>
      </pc:sldChg>
      <pc:sldChg chg="modSp mod modNotesTx">
        <pc:chgData name="zhi zhang" userId="36bdf691fd3510be" providerId="LiveId" clId="{6AB8BAF6-CC79-4595-B5EA-7C39941F259B}" dt="2025-02-24T02:45:13.420" v="5268" actId="20577"/>
        <pc:sldMkLst>
          <pc:docMk/>
          <pc:sldMk cId="1821654354" sldId="544"/>
        </pc:sldMkLst>
        <pc:spChg chg="mod">
          <ac:chgData name="zhi zhang" userId="36bdf691fd3510be" providerId="LiveId" clId="{6AB8BAF6-CC79-4595-B5EA-7C39941F259B}" dt="2025-02-24T02:44:43.562" v="5249" actId="20577"/>
          <ac:spMkLst>
            <pc:docMk/>
            <pc:sldMk cId="1821654354" sldId="544"/>
            <ac:spMk id="3" creationId="{00000000-0000-0000-0000-000000000000}"/>
          </ac:spMkLst>
        </pc:spChg>
      </pc:sldChg>
      <pc:sldChg chg="addSp delSp modSp mod modNotesTx">
        <pc:chgData name="zhi zhang" userId="36bdf691fd3510be" providerId="LiveId" clId="{6AB8BAF6-CC79-4595-B5EA-7C39941F259B}" dt="2025-02-23T14:06:41.339" v="3049" actId="20577"/>
        <pc:sldMkLst>
          <pc:docMk/>
          <pc:sldMk cId="3399512077" sldId="545"/>
        </pc:sldMkLst>
        <pc:spChg chg="del mod">
          <ac:chgData name="zhi zhang" userId="36bdf691fd3510be" providerId="LiveId" clId="{6AB8BAF6-CC79-4595-B5EA-7C39941F259B}" dt="2025-02-21T07:56:36.826" v="323" actId="478"/>
          <ac:spMkLst>
            <pc:docMk/>
            <pc:sldMk cId="3399512077" sldId="545"/>
            <ac:spMk id="4" creationId="{BD08391E-023D-4A90-A5AC-88701533A80B}"/>
          </ac:spMkLst>
        </pc:spChg>
        <pc:spChg chg="add del mod">
          <ac:chgData name="zhi zhang" userId="36bdf691fd3510be" providerId="LiveId" clId="{6AB8BAF6-CC79-4595-B5EA-7C39941F259B}" dt="2025-02-22T14:24:33.285" v="1508" actId="478"/>
          <ac:spMkLst>
            <pc:docMk/>
            <pc:sldMk cId="3399512077" sldId="545"/>
            <ac:spMk id="4" creationId="{C9092D7B-31ED-4372-ADA5-9B1FD4A214C6}"/>
          </ac:spMkLst>
        </pc:spChg>
        <pc:spChg chg="add del mod">
          <ac:chgData name="zhi zhang" userId="36bdf691fd3510be" providerId="LiveId" clId="{6AB8BAF6-CC79-4595-B5EA-7C39941F259B}" dt="2025-02-21T07:58:01.962" v="346" actId="21"/>
          <ac:spMkLst>
            <pc:docMk/>
            <pc:sldMk cId="3399512077" sldId="545"/>
            <ac:spMk id="5" creationId="{E4188A1D-D885-40AF-950D-214C8A4578CC}"/>
          </ac:spMkLst>
        </pc:spChg>
        <pc:spChg chg="add del mod">
          <ac:chgData name="zhi zhang" userId="36bdf691fd3510be" providerId="LiveId" clId="{6AB8BAF6-CC79-4595-B5EA-7C39941F259B}" dt="2025-02-21T07:58:05.874" v="348" actId="478"/>
          <ac:spMkLst>
            <pc:docMk/>
            <pc:sldMk cId="3399512077" sldId="545"/>
            <ac:spMk id="7" creationId="{1511EBF1-E5F7-449A-8499-07B16564A120}"/>
          </ac:spMkLst>
        </pc:spChg>
        <pc:picChg chg="add del mod">
          <ac:chgData name="zhi zhang" userId="36bdf691fd3510be" providerId="LiveId" clId="{6AB8BAF6-CC79-4595-B5EA-7C39941F259B}" dt="2025-02-22T14:24:30.879" v="1507" actId="478"/>
          <ac:picMkLst>
            <pc:docMk/>
            <pc:sldMk cId="3399512077" sldId="545"/>
            <ac:picMk id="3" creationId="{406B0E3E-4329-454D-A12A-FE6688AD2840}"/>
          </ac:picMkLst>
        </pc:picChg>
      </pc:sldChg>
      <pc:sldChg chg="add del">
        <pc:chgData name="zhi zhang" userId="36bdf691fd3510be" providerId="LiveId" clId="{6AB8BAF6-CC79-4595-B5EA-7C39941F259B}" dt="2025-02-21T08:25:26.249" v="1278" actId="2696"/>
        <pc:sldMkLst>
          <pc:docMk/>
          <pc:sldMk cId="479915698" sldId="546"/>
        </pc:sldMkLst>
      </pc:sldChg>
      <pc:sldChg chg="addSp delSp modSp add mod modNotesTx">
        <pc:chgData name="zhi zhang" userId="36bdf691fd3510be" providerId="LiveId" clId="{6AB8BAF6-CC79-4595-B5EA-7C39941F259B}" dt="2025-02-24T01:29:22.217" v="3792" actId="20577"/>
        <pc:sldMkLst>
          <pc:docMk/>
          <pc:sldMk cId="1934526135" sldId="580"/>
        </pc:sldMkLst>
        <pc:spChg chg="del">
          <ac:chgData name="zhi zhang" userId="36bdf691fd3510be" providerId="LiveId" clId="{6AB8BAF6-CC79-4595-B5EA-7C39941F259B}" dt="2025-02-21T07:43:39.410" v="251" actId="478"/>
          <ac:spMkLst>
            <pc:docMk/>
            <pc:sldMk cId="1934526135" sldId="580"/>
            <ac:spMk id="2" creationId="{67BFF007-B190-426D-9424-A0E3618EB359}"/>
          </ac:spMkLst>
        </pc:spChg>
        <pc:spChg chg="add del mod">
          <ac:chgData name="zhi zhang" userId="36bdf691fd3510be" providerId="LiveId" clId="{6AB8BAF6-CC79-4595-B5EA-7C39941F259B}" dt="2025-02-21T07:44:24.040" v="263" actId="478"/>
          <ac:spMkLst>
            <pc:docMk/>
            <pc:sldMk cId="1934526135" sldId="580"/>
            <ac:spMk id="4" creationId="{D58B3E88-949B-49D4-BF2F-9C764F49F0B4}"/>
          </ac:spMkLst>
        </pc:spChg>
        <pc:spChg chg="mod">
          <ac:chgData name="zhi zhang" userId="36bdf691fd3510be" providerId="LiveId" clId="{6AB8BAF6-CC79-4595-B5EA-7C39941F259B}" dt="2025-02-24T01:28:44.493" v="3708" actId="1076"/>
          <ac:spMkLst>
            <pc:docMk/>
            <pc:sldMk cId="1934526135" sldId="580"/>
            <ac:spMk id="8" creationId="{00000000-0000-0000-0000-000000000000}"/>
          </ac:spMkLst>
        </pc:spChg>
        <pc:spChg chg="del mod">
          <ac:chgData name="zhi zhang" userId="36bdf691fd3510be" providerId="LiveId" clId="{6AB8BAF6-CC79-4595-B5EA-7C39941F259B}" dt="2025-02-21T07:44:22.128" v="262" actId="478"/>
          <ac:spMkLst>
            <pc:docMk/>
            <pc:sldMk cId="1934526135" sldId="580"/>
            <ac:spMk id="11" creationId="{21A16768-2ACF-4876-871D-5FE311CCE896}"/>
          </ac:spMkLst>
        </pc:spChg>
        <pc:picChg chg="add mod">
          <ac:chgData name="zhi zhang" userId="36bdf691fd3510be" providerId="LiveId" clId="{6AB8BAF6-CC79-4595-B5EA-7C39941F259B}" dt="2025-02-24T01:28:40.787" v="3707" actId="14100"/>
          <ac:picMkLst>
            <pc:docMk/>
            <pc:sldMk cId="1934526135" sldId="580"/>
            <ac:picMk id="3" creationId="{540A5319-A25D-44D9-85C9-93DE616AA253}"/>
          </ac:picMkLst>
        </pc:picChg>
        <pc:picChg chg="del">
          <ac:chgData name="zhi zhang" userId="36bdf691fd3510be" providerId="LiveId" clId="{6AB8BAF6-CC79-4595-B5EA-7C39941F259B}" dt="2025-02-21T07:43:37.601" v="250" actId="478"/>
          <ac:picMkLst>
            <pc:docMk/>
            <pc:sldMk cId="1934526135" sldId="580"/>
            <ac:picMk id="5" creationId="{2C2BCD27-20F7-4392-41F9-44049D04A850}"/>
          </ac:picMkLst>
        </pc:picChg>
        <pc:picChg chg="add del mod">
          <ac:chgData name="zhi zhang" userId="36bdf691fd3510be" providerId="LiveId" clId="{6AB8BAF6-CC79-4595-B5EA-7C39941F259B}" dt="2025-02-21T07:49:35.224" v="277" actId="478"/>
          <ac:picMkLst>
            <pc:docMk/>
            <pc:sldMk cId="1934526135" sldId="580"/>
            <ac:picMk id="6" creationId="{EBE6C0B3-72F3-4864-B078-7B50CE40D169}"/>
          </ac:picMkLst>
        </pc:picChg>
        <pc:picChg chg="add del mod">
          <ac:chgData name="zhi zhang" userId="36bdf691fd3510be" providerId="LiveId" clId="{6AB8BAF6-CC79-4595-B5EA-7C39941F259B}" dt="2025-02-21T07:48:43.192" v="270" actId="478"/>
          <ac:picMkLst>
            <pc:docMk/>
            <pc:sldMk cId="1934526135" sldId="580"/>
            <ac:picMk id="7" creationId="{5D8916B0-965C-4120-97DC-FF09D6E93A7A}"/>
          </ac:picMkLst>
        </pc:picChg>
        <pc:picChg chg="add del mod">
          <ac:chgData name="zhi zhang" userId="36bdf691fd3510be" providerId="LiveId" clId="{6AB8BAF6-CC79-4595-B5EA-7C39941F259B}" dt="2025-02-21T07:54:08.346" v="310" actId="478"/>
          <ac:picMkLst>
            <pc:docMk/>
            <pc:sldMk cId="1934526135" sldId="580"/>
            <ac:picMk id="10" creationId="{D1E17D30-AB2A-449A-BCB1-7F1F8170C471}"/>
          </ac:picMkLst>
        </pc:picChg>
        <pc:picChg chg="add del mod">
          <ac:chgData name="zhi zhang" userId="36bdf691fd3510be" providerId="LiveId" clId="{6AB8BAF6-CC79-4595-B5EA-7C39941F259B}" dt="2025-02-21T07:52:08.886" v="297" actId="478"/>
          <ac:picMkLst>
            <pc:docMk/>
            <pc:sldMk cId="1934526135" sldId="580"/>
            <ac:picMk id="13" creationId="{C5A18D1F-FD01-448C-BA56-C1177E0CD7C9}"/>
          </ac:picMkLst>
        </pc:picChg>
        <pc:picChg chg="add del mod">
          <ac:chgData name="zhi zhang" userId="36bdf691fd3510be" providerId="LiveId" clId="{6AB8BAF6-CC79-4595-B5EA-7C39941F259B}" dt="2025-02-21T07:52:59.672" v="302" actId="478"/>
          <ac:picMkLst>
            <pc:docMk/>
            <pc:sldMk cId="1934526135" sldId="580"/>
            <ac:picMk id="15" creationId="{91B70B59-D308-40DD-A950-5E76273A6B7D}"/>
          </ac:picMkLst>
        </pc:picChg>
        <pc:picChg chg="add del mod">
          <ac:chgData name="zhi zhang" userId="36bdf691fd3510be" providerId="LiveId" clId="{6AB8BAF6-CC79-4595-B5EA-7C39941F259B}" dt="2025-02-21T07:54:07.132" v="309" actId="478"/>
          <ac:picMkLst>
            <pc:docMk/>
            <pc:sldMk cId="1934526135" sldId="580"/>
            <ac:picMk id="17" creationId="{632B4848-D62B-442F-A231-6A0ABAF30D2E}"/>
          </ac:picMkLst>
        </pc:picChg>
        <pc:picChg chg="add del mod">
          <ac:chgData name="zhi zhang" userId="36bdf691fd3510be" providerId="LiveId" clId="{6AB8BAF6-CC79-4595-B5EA-7C39941F259B}" dt="2025-02-24T01:28:37.097" v="3705" actId="478"/>
          <ac:picMkLst>
            <pc:docMk/>
            <pc:sldMk cId="1934526135" sldId="580"/>
            <ac:picMk id="19" creationId="{7385C3A5-2A9C-49E3-9FB0-1DB4818CAF60}"/>
          </ac:picMkLst>
        </pc:picChg>
      </pc:sldChg>
      <pc:sldChg chg="delSp modSp add mod modNotesTx">
        <pc:chgData name="zhi zhang" userId="36bdf691fd3510be" providerId="LiveId" clId="{6AB8BAF6-CC79-4595-B5EA-7C39941F259B}" dt="2025-02-23T14:29:21.019" v="3650" actId="20577"/>
        <pc:sldMkLst>
          <pc:docMk/>
          <pc:sldMk cId="3234294066" sldId="581"/>
        </pc:sldMkLst>
        <pc:spChg chg="mod">
          <ac:chgData name="zhi zhang" userId="36bdf691fd3510be" providerId="LiveId" clId="{6AB8BAF6-CC79-4595-B5EA-7C39941F259B}" dt="2025-02-22T14:37:12.444" v="1945" actId="20577"/>
          <ac:spMkLst>
            <pc:docMk/>
            <pc:sldMk cId="3234294066" sldId="581"/>
            <ac:spMk id="4" creationId="{BD08391E-023D-4A90-A5AC-88701533A80B}"/>
          </ac:spMkLst>
        </pc:spChg>
        <pc:picChg chg="del">
          <ac:chgData name="zhi zhang" userId="36bdf691fd3510be" providerId="LiveId" clId="{6AB8BAF6-CC79-4595-B5EA-7C39941F259B}" dt="2025-02-21T08:17:56.090" v="911" actId="478"/>
          <ac:picMkLst>
            <pc:docMk/>
            <pc:sldMk cId="3234294066" sldId="581"/>
            <ac:picMk id="3" creationId="{406B0E3E-4329-454D-A12A-FE6688AD2840}"/>
          </ac:picMkLst>
        </pc:picChg>
      </pc:sldChg>
      <pc:sldChg chg="addSp delSp modSp add mod modNotesTx">
        <pc:chgData name="zhi zhang" userId="36bdf691fd3510be" providerId="LiveId" clId="{6AB8BAF6-CC79-4595-B5EA-7C39941F259B}" dt="2025-02-23T14:13:13.499" v="3252" actId="20577"/>
        <pc:sldMkLst>
          <pc:docMk/>
          <pc:sldMk cId="2822176026" sldId="582"/>
        </pc:sldMkLst>
        <pc:spChg chg="mod">
          <ac:chgData name="zhi zhang" userId="36bdf691fd3510be" providerId="LiveId" clId="{6AB8BAF6-CC79-4595-B5EA-7C39941F259B}" dt="2025-02-22T14:45:11.272" v="2184" actId="3626"/>
          <ac:spMkLst>
            <pc:docMk/>
            <pc:sldMk cId="2822176026" sldId="582"/>
            <ac:spMk id="8" creationId="{01410E13-10F2-4B08-8B93-CCB6420D424D}"/>
          </ac:spMkLst>
        </pc:spChg>
        <pc:picChg chg="del">
          <ac:chgData name="zhi zhang" userId="36bdf691fd3510be" providerId="LiveId" clId="{6AB8BAF6-CC79-4595-B5EA-7C39941F259B}" dt="2025-02-21T08:24:35.166" v="1269" actId="478"/>
          <ac:picMkLst>
            <pc:docMk/>
            <pc:sldMk cId="2822176026" sldId="582"/>
            <ac:picMk id="6" creationId="{7BCC162A-E8A3-4372-9C2A-9CB1DDD5F1DD}"/>
          </ac:picMkLst>
        </pc:picChg>
        <pc:picChg chg="add mod">
          <ac:chgData name="zhi zhang" userId="36bdf691fd3510be" providerId="LiveId" clId="{6AB8BAF6-CC79-4595-B5EA-7C39941F259B}" dt="2025-02-21T08:24:43.208" v="1273" actId="1076"/>
          <ac:picMkLst>
            <pc:docMk/>
            <pc:sldMk cId="2822176026" sldId="582"/>
            <ac:picMk id="1026" creationId="{F25A2FFE-7368-4CB5-86A2-9BF6D86507A3}"/>
          </ac:picMkLst>
        </pc:picChg>
      </pc:sldChg>
      <pc:sldChg chg="addSp delSp modSp add mod modNotesTx">
        <pc:chgData name="zhi zhang" userId="36bdf691fd3510be" providerId="LiveId" clId="{6AB8BAF6-CC79-4595-B5EA-7C39941F259B}" dt="2025-02-23T14:28:04.499" v="3646" actId="20577"/>
        <pc:sldMkLst>
          <pc:docMk/>
          <pc:sldMk cId="3019703388" sldId="583"/>
        </pc:sldMkLst>
        <pc:spChg chg="mod">
          <ac:chgData name="zhi zhang" userId="36bdf691fd3510be" providerId="LiveId" clId="{6AB8BAF6-CC79-4595-B5EA-7C39941F259B}" dt="2025-02-22T14:25:11.166" v="1514" actId="108"/>
          <ac:spMkLst>
            <pc:docMk/>
            <pc:sldMk cId="3019703388" sldId="583"/>
            <ac:spMk id="4" creationId="{C9092D7B-31ED-4372-ADA5-9B1FD4A214C6}"/>
          </ac:spMkLst>
        </pc:spChg>
        <pc:picChg chg="del">
          <ac:chgData name="zhi zhang" userId="36bdf691fd3510be" providerId="LiveId" clId="{6AB8BAF6-CC79-4595-B5EA-7C39941F259B}" dt="2025-02-22T14:24:37.877" v="1509" actId="478"/>
          <ac:picMkLst>
            <pc:docMk/>
            <pc:sldMk cId="3019703388" sldId="583"/>
            <ac:picMk id="3" creationId="{406B0E3E-4329-454D-A12A-FE6688AD2840}"/>
          </ac:picMkLst>
        </pc:picChg>
        <pc:picChg chg="add mod">
          <ac:chgData name="zhi zhang" userId="36bdf691fd3510be" providerId="LiveId" clId="{6AB8BAF6-CC79-4595-B5EA-7C39941F259B}" dt="2025-02-22T14:26:33.734" v="1528" actId="1035"/>
          <ac:picMkLst>
            <pc:docMk/>
            <pc:sldMk cId="3019703388" sldId="583"/>
            <ac:picMk id="5" creationId="{9F66A5B5-50AA-4CD0-AABE-F5083B9598A1}"/>
          </ac:picMkLst>
        </pc:picChg>
        <pc:picChg chg="add mod">
          <ac:chgData name="zhi zhang" userId="36bdf691fd3510be" providerId="LiveId" clId="{6AB8BAF6-CC79-4595-B5EA-7C39941F259B}" dt="2025-02-22T14:26:29.417" v="1524" actId="1076"/>
          <ac:picMkLst>
            <pc:docMk/>
            <pc:sldMk cId="3019703388" sldId="583"/>
            <ac:picMk id="7" creationId="{7A35A350-B588-4556-BC42-91FAADB002C6}"/>
          </ac:picMkLst>
        </pc:picChg>
      </pc:sldChg>
      <pc:sldChg chg="addSp delSp modSp add mod modNotesTx">
        <pc:chgData name="zhi zhang" userId="36bdf691fd3510be" providerId="LiveId" clId="{6AB8BAF6-CC79-4595-B5EA-7C39941F259B}" dt="2025-02-24T02:07:09.059" v="4424" actId="20577"/>
        <pc:sldMkLst>
          <pc:docMk/>
          <pc:sldMk cId="1651009682" sldId="584"/>
        </pc:sldMkLst>
        <pc:picChg chg="del">
          <ac:chgData name="zhi zhang" userId="36bdf691fd3510be" providerId="LiveId" clId="{6AB8BAF6-CC79-4595-B5EA-7C39941F259B}" dt="2025-02-24T01:59:51.742" v="4262" actId="478"/>
          <ac:picMkLst>
            <pc:docMk/>
            <pc:sldMk cId="1651009682" sldId="584"/>
            <ac:picMk id="4" creationId="{F8629A5C-3EC5-4778-A532-9CCDE40FB699}"/>
          </ac:picMkLst>
        </pc:picChg>
        <pc:picChg chg="add del mod">
          <ac:chgData name="zhi zhang" userId="36bdf691fd3510be" providerId="LiveId" clId="{6AB8BAF6-CC79-4595-B5EA-7C39941F259B}" dt="2025-02-24T02:01:13.621" v="4271" actId="478"/>
          <ac:picMkLst>
            <pc:docMk/>
            <pc:sldMk cId="1651009682" sldId="584"/>
            <ac:picMk id="5" creationId="{FF6596C3-2624-4C77-AA9F-1EF61208F63D}"/>
          </ac:picMkLst>
        </pc:picChg>
        <pc:picChg chg="add mod">
          <ac:chgData name="zhi zhang" userId="36bdf691fd3510be" providerId="LiveId" clId="{6AB8BAF6-CC79-4595-B5EA-7C39941F259B}" dt="2025-02-24T02:01:15.265" v="4273" actId="1076"/>
          <ac:picMkLst>
            <pc:docMk/>
            <pc:sldMk cId="1651009682" sldId="584"/>
            <ac:picMk id="6" creationId="{99645AED-680C-4C9A-B52F-0FFBFD4A7E74}"/>
          </ac:picMkLst>
        </pc:picChg>
        <pc:picChg chg="add del">
          <ac:chgData name="zhi zhang" userId="36bdf691fd3510be" providerId="LiveId" clId="{6AB8BAF6-CC79-4595-B5EA-7C39941F259B}" dt="2025-02-24T02:04:46.633" v="4335" actId="478"/>
          <ac:picMkLst>
            <pc:docMk/>
            <pc:sldMk cId="1651009682" sldId="584"/>
            <ac:picMk id="8" creationId="{E6ADCC8C-0F2B-4B31-8283-640D27E6A27B}"/>
          </ac:picMkLst>
        </pc:picChg>
        <pc:picChg chg="add del mod">
          <ac:chgData name="zhi zhang" userId="36bdf691fd3510be" providerId="LiveId" clId="{6AB8BAF6-CC79-4595-B5EA-7C39941F259B}" dt="2025-02-24T02:04:47.158" v="4336" actId="478"/>
          <ac:picMkLst>
            <pc:docMk/>
            <pc:sldMk cId="1651009682" sldId="584"/>
            <ac:picMk id="10" creationId="{1103EB4C-DA80-467A-AFF4-4FC6CB4C73EF}"/>
          </ac:picMkLst>
        </pc:picChg>
      </pc:sldChg>
      <pc:sldChg chg="addSp delSp modSp add mod modNotesTx">
        <pc:chgData name="zhi zhang" userId="36bdf691fd3510be" providerId="LiveId" clId="{6AB8BAF6-CC79-4595-B5EA-7C39941F259B}" dt="2025-02-24T02:10:25.944" v="4807" actId="20577"/>
        <pc:sldMkLst>
          <pc:docMk/>
          <pc:sldMk cId="698500643" sldId="585"/>
        </pc:sldMkLst>
        <pc:picChg chg="add mod">
          <ac:chgData name="zhi zhang" userId="36bdf691fd3510be" providerId="LiveId" clId="{6AB8BAF6-CC79-4595-B5EA-7C39941F259B}" dt="2025-02-24T02:05:46.228" v="4345" actId="14100"/>
          <ac:picMkLst>
            <pc:docMk/>
            <pc:sldMk cId="698500643" sldId="585"/>
            <ac:picMk id="4" creationId="{4BC5BE70-8C22-44BF-8258-818B97634484}"/>
          </ac:picMkLst>
        </pc:picChg>
        <pc:picChg chg="del">
          <ac:chgData name="zhi zhang" userId="36bdf691fd3510be" providerId="LiveId" clId="{6AB8BAF6-CC79-4595-B5EA-7C39941F259B}" dt="2025-02-24T02:04:59.476" v="4338" actId="478"/>
          <ac:picMkLst>
            <pc:docMk/>
            <pc:sldMk cId="698500643" sldId="585"/>
            <ac:picMk id="6" creationId="{99645AED-680C-4C9A-B52F-0FFBFD4A7E74}"/>
          </ac:picMkLst>
        </pc:picChg>
        <pc:picChg chg="del mod">
          <ac:chgData name="zhi zhang" userId="36bdf691fd3510be" providerId="LiveId" clId="{6AB8BAF6-CC79-4595-B5EA-7C39941F259B}" dt="2025-02-24T02:05:23.156" v="4341" actId="478"/>
          <ac:picMkLst>
            <pc:docMk/>
            <pc:sldMk cId="698500643" sldId="585"/>
            <ac:picMk id="8" creationId="{E6ADCC8C-0F2B-4B31-8283-640D27E6A27B}"/>
          </ac:picMkLst>
        </pc:picChg>
        <pc:picChg chg="mod">
          <ac:chgData name="zhi zhang" userId="36bdf691fd3510be" providerId="LiveId" clId="{6AB8BAF6-CC79-4595-B5EA-7C39941F259B}" dt="2025-02-24T02:05:48.486" v="4346" actId="14100"/>
          <ac:picMkLst>
            <pc:docMk/>
            <pc:sldMk cId="698500643" sldId="585"/>
            <ac:picMk id="10" creationId="{1103EB4C-DA80-467A-AFF4-4FC6CB4C73EF}"/>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E55BE3-1DBD-4805-BA07-F888157FA08C}" type="doc">
      <dgm:prSet loTypeId="urn:microsoft.com/office/officeart/2016/7/layout/LinearBlockProcessNumbered" loCatId="process" qsTypeId="urn:microsoft.com/office/officeart/2005/8/quickstyle/simple4" qsCatId="simple" csTypeId="urn:microsoft.com/office/officeart/2005/8/colors/colorful2" csCatId="colorful" phldr="1"/>
      <dgm:spPr/>
      <dgm:t>
        <a:bodyPr/>
        <a:lstStyle/>
        <a:p>
          <a:endParaRPr lang="en-US"/>
        </a:p>
      </dgm:t>
    </dgm:pt>
    <dgm:pt modelId="{0C2543A4-036D-4F32-AA33-EC2982AE3DAE}">
      <dgm:prSet/>
      <dgm:spPr/>
      <dgm:t>
        <a:bodyPr/>
        <a:lstStyle/>
        <a:p>
          <a:r>
            <a:rPr lang="en-AU" dirty="0"/>
            <a:t>Understand the objectives and structure of this unit</a:t>
          </a:r>
          <a:endParaRPr lang="en-US" dirty="0"/>
        </a:p>
      </dgm:t>
    </dgm:pt>
    <dgm:pt modelId="{C6F814DB-4266-42CD-B6C9-665759BE333B}" type="parTrans" cxnId="{BA502309-51EF-4B4B-BF80-1573A6AE39BD}">
      <dgm:prSet/>
      <dgm:spPr/>
      <dgm:t>
        <a:bodyPr/>
        <a:lstStyle/>
        <a:p>
          <a:endParaRPr lang="en-US"/>
        </a:p>
      </dgm:t>
    </dgm:pt>
    <dgm:pt modelId="{31AD1D09-B8F7-4697-91F8-72B429AA540B}" type="sibTrans" cxnId="{BA502309-51EF-4B4B-BF80-1573A6AE39BD}">
      <dgm:prSet phldrT="01" phldr="0"/>
      <dgm:spPr/>
      <dgm:t>
        <a:bodyPr/>
        <a:lstStyle/>
        <a:p>
          <a:r>
            <a:rPr lang="en-US"/>
            <a:t>01</a:t>
          </a:r>
          <a:endParaRPr lang="en-US" dirty="0"/>
        </a:p>
      </dgm:t>
    </dgm:pt>
    <dgm:pt modelId="{1813DF02-F4AA-417C-90F2-F9A9F3284972}">
      <dgm:prSet/>
      <dgm:spPr/>
      <dgm:t>
        <a:bodyPr/>
        <a:lstStyle/>
        <a:p>
          <a:r>
            <a:rPr lang="en-AU" dirty="0"/>
            <a:t>Understand the technical requirements and role of the practical component</a:t>
          </a:r>
          <a:endParaRPr lang="en-US" dirty="0"/>
        </a:p>
      </dgm:t>
    </dgm:pt>
    <dgm:pt modelId="{C7868A53-7101-40F7-A618-1EA4F50114A5}" type="parTrans" cxnId="{E71FC0A8-5DB2-4504-A450-61775D204F55}">
      <dgm:prSet/>
      <dgm:spPr/>
      <dgm:t>
        <a:bodyPr/>
        <a:lstStyle/>
        <a:p>
          <a:endParaRPr lang="en-US"/>
        </a:p>
      </dgm:t>
    </dgm:pt>
    <dgm:pt modelId="{DFB9D784-0E08-430C-B460-DB32834D5E2D}" type="sibTrans" cxnId="{E71FC0A8-5DB2-4504-A450-61775D204F55}">
      <dgm:prSet phldrT="02" phldr="0"/>
      <dgm:spPr/>
      <dgm:t>
        <a:bodyPr/>
        <a:lstStyle/>
        <a:p>
          <a:r>
            <a:rPr lang="en-US"/>
            <a:t>02</a:t>
          </a:r>
        </a:p>
      </dgm:t>
    </dgm:pt>
    <dgm:pt modelId="{5A2035BA-59ED-41B7-B3D5-F6661DA6294A}">
      <dgm:prSet/>
      <dgm:spPr/>
      <dgm:t>
        <a:bodyPr/>
        <a:lstStyle/>
        <a:p>
          <a:r>
            <a:rPr lang="en-AU" dirty="0"/>
            <a:t>Understand the “rules” or ethics of cybersecurity</a:t>
          </a:r>
          <a:endParaRPr lang="en-US" dirty="0"/>
        </a:p>
      </dgm:t>
    </dgm:pt>
    <dgm:pt modelId="{D9FA2F78-3F92-4DCB-AE53-BF016578390C}" type="parTrans" cxnId="{02983F95-F871-4C38-A0E9-D53446C8865A}">
      <dgm:prSet/>
      <dgm:spPr/>
      <dgm:t>
        <a:bodyPr/>
        <a:lstStyle/>
        <a:p>
          <a:endParaRPr lang="en-US"/>
        </a:p>
      </dgm:t>
    </dgm:pt>
    <dgm:pt modelId="{5F68298B-3382-4F45-97D1-FA94FC8397F1}" type="sibTrans" cxnId="{02983F95-F871-4C38-A0E9-D53446C8865A}">
      <dgm:prSet phldrT="03" phldr="0"/>
      <dgm:spPr/>
      <dgm:t>
        <a:bodyPr/>
        <a:lstStyle/>
        <a:p>
          <a:r>
            <a:rPr lang="en-US"/>
            <a:t>03</a:t>
          </a:r>
        </a:p>
      </dgm:t>
    </dgm:pt>
    <dgm:pt modelId="{05AB82BC-90FF-0D4D-87AC-F19867583248}" type="pres">
      <dgm:prSet presAssocID="{EAE55BE3-1DBD-4805-BA07-F888157FA08C}" presName="Name0" presStyleCnt="0">
        <dgm:presLayoutVars>
          <dgm:animLvl val="lvl"/>
          <dgm:resizeHandles val="exact"/>
        </dgm:presLayoutVars>
      </dgm:prSet>
      <dgm:spPr/>
    </dgm:pt>
    <dgm:pt modelId="{874F1E2E-8953-A849-8CCD-B27A545D14F0}" type="pres">
      <dgm:prSet presAssocID="{0C2543A4-036D-4F32-AA33-EC2982AE3DAE}" presName="compositeNode" presStyleCnt="0">
        <dgm:presLayoutVars>
          <dgm:bulletEnabled val="1"/>
        </dgm:presLayoutVars>
      </dgm:prSet>
      <dgm:spPr/>
    </dgm:pt>
    <dgm:pt modelId="{DA6CB1C2-FEED-7E44-B3B0-483FFE843027}" type="pres">
      <dgm:prSet presAssocID="{0C2543A4-036D-4F32-AA33-EC2982AE3DAE}" presName="bgRect" presStyleLbl="alignNode1" presStyleIdx="0" presStyleCnt="3"/>
      <dgm:spPr/>
    </dgm:pt>
    <dgm:pt modelId="{45450710-1DEA-6A4D-A047-F1DB159DCD43}" type="pres">
      <dgm:prSet presAssocID="{31AD1D09-B8F7-4697-91F8-72B429AA540B}" presName="sibTransNodeRect" presStyleLbl="alignNode1" presStyleIdx="0" presStyleCnt="3">
        <dgm:presLayoutVars>
          <dgm:chMax val="0"/>
          <dgm:bulletEnabled val="1"/>
        </dgm:presLayoutVars>
      </dgm:prSet>
      <dgm:spPr/>
    </dgm:pt>
    <dgm:pt modelId="{DBEC1E7C-61B8-9C45-B519-CA1696A20037}" type="pres">
      <dgm:prSet presAssocID="{0C2543A4-036D-4F32-AA33-EC2982AE3DAE}" presName="nodeRect" presStyleLbl="alignNode1" presStyleIdx="0" presStyleCnt="3">
        <dgm:presLayoutVars>
          <dgm:bulletEnabled val="1"/>
        </dgm:presLayoutVars>
      </dgm:prSet>
      <dgm:spPr/>
    </dgm:pt>
    <dgm:pt modelId="{C4A5A155-9750-D749-82B6-495D61C51423}" type="pres">
      <dgm:prSet presAssocID="{31AD1D09-B8F7-4697-91F8-72B429AA540B}" presName="sibTrans" presStyleCnt="0"/>
      <dgm:spPr/>
    </dgm:pt>
    <dgm:pt modelId="{22D71C53-EE09-0D40-966E-DCF2D145834E}" type="pres">
      <dgm:prSet presAssocID="{1813DF02-F4AA-417C-90F2-F9A9F3284972}" presName="compositeNode" presStyleCnt="0">
        <dgm:presLayoutVars>
          <dgm:bulletEnabled val="1"/>
        </dgm:presLayoutVars>
      </dgm:prSet>
      <dgm:spPr/>
    </dgm:pt>
    <dgm:pt modelId="{40031D7F-9BDA-2944-8078-AD85E9FF92D7}" type="pres">
      <dgm:prSet presAssocID="{1813DF02-F4AA-417C-90F2-F9A9F3284972}" presName="bgRect" presStyleLbl="alignNode1" presStyleIdx="1" presStyleCnt="3"/>
      <dgm:spPr/>
    </dgm:pt>
    <dgm:pt modelId="{0C9B0EE7-B943-D74A-AE60-A9970E75E8FE}" type="pres">
      <dgm:prSet presAssocID="{DFB9D784-0E08-430C-B460-DB32834D5E2D}" presName="sibTransNodeRect" presStyleLbl="alignNode1" presStyleIdx="1" presStyleCnt="3">
        <dgm:presLayoutVars>
          <dgm:chMax val="0"/>
          <dgm:bulletEnabled val="1"/>
        </dgm:presLayoutVars>
      </dgm:prSet>
      <dgm:spPr/>
    </dgm:pt>
    <dgm:pt modelId="{C0C6040A-4A96-0844-A0A2-29C21B8CB8A0}" type="pres">
      <dgm:prSet presAssocID="{1813DF02-F4AA-417C-90F2-F9A9F3284972}" presName="nodeRect" presStyleLbl="alignNode1" presStyleIdx="1" presStyleCnt="3">
        <dgm:presLayoutVars>
          <dgm:bulletEnabled val="1"/>
        </dgm:presLayoutVars>
      </dgm:prSet>
      <dgm:spPr/>
    </dgm:pt>
    <dgm:pt modelId="{C86141E3-1561-D146-B199-B1A579FB58C1}" type="pres">
      <dgm:prSet presAssocID="{DFB9D784-0E08-430C-B460-DB32834D5E2D}" presName="sibTrans" presStyleCnt="0"/>
      <dgm:spPr/>
    </dgm:pt>
    <dgm:pt modelId="{25817A9F-DBB9-1E47-AE43-7719A592624C}" type="pres">
      <dgm:prSet presAssocID="{5A2035BA-59ED-41B7-B3D5-F6661DA6294A}" presName="compositeNode" presStyleCnt="0">
        <dgm:presLayoutVars>
          <dgm:bulletEnabled val="1"/>
        </dgm:presLayoutVars>
      </dgm:prSet>
      <dgm:spPr/>
    </dgm:pt>
    <dgm:pt modelId="{C5631D8A-0FB4-6342-BF5D-EB1703C93789}" type="pres">
      <dgm:prSet presAssocID="{5A2035BA-59ED-41B7-B3D5-F6661DA6294A}" presName="bgRect" presStyleLbl="alignNode1" presStyleIdx="2" presStyleCnt="3"/>
      <dgm:spPr/>
    </dgm:pt>
    <dgm:pt modelId="{4910555F-C4BA-3645-8B1F-CF70B02616F5}" type="pres">
      <dgm:prSet presAssocID="{5F68298B-3382-4F45-97D1-FA94FC8397F1}" presName="sibTransNodeRect" presStyleLbl="alignNode1" presStyleIdx="2" presStyleCnt="3">
        <dgm:presLayoutVars>
          <dgm:chMax val="0"/>
          <dgm:bulletEnabled val="1"/>
        </dgm:presLayoutVars>
      </dgm:prSet>
      <dgm:spPr/>
    </dgm:pt>
    <dgm:pt modelId="{055FD308-5585-A84A-9089-1BF2880A1880}" type="pres">
      <dgm:prSet presAssocID="{5A2035BA-59ED-41B7-B3D5-F6661DA6294A}" presName="nodeRect" presStyleLbl="alignNode1" presStyleIdx="2" presStyleCnt="3">
        <dgm:presLayoutVars>
          <dgm:bulletEnabled val="1"/>
        </dgm:presLayoutVars>
      </dgm:prSet>
      <dgm:spPr/>
    </dgm:pt>
  </dgm:ptLst>
  <dgm:cxnLst>
    <dgm:cxn modelId="{BA502309-51EF-4B4B-BF80-1573A6AE39BD}" srcId="{EAE55BE3-1DBD-4805-BA07-F888157FA08C}" destId="{0C2543A4-036D-4F32-AA33-EC2982AE3DAE}" srcOrd="0" destOrd="0" parTransId="{C6F814DB-4266-42CD-B6C9-665759BE333B}" sibTransId="{31AD1D09-B8F7-4697-91F8-72B429AA540B}"/>
    <dgm:cxn modelId="{B7EC041C-60F9-F34E-9998-E3F7BE44D0E8}" type="presOf" srcId="{0C2543A4-036D-4F32-AA33-EC2982AE3DAE}" destId="{DA6CB1C2-FEED-7E44-B3B0-483FFE843027}" srcOrd="0" destOrd="0" presId="urn:microsoft.com/office/officeart/2016/7/layout/LinearBlockProcessNumbered"/>
    <dgm:cxn modelId="{D4AA1D35-2910-684D-BE2E-F674F1310647}" type="presOf" srcId="{31AD1D09-B8F7-4697-91F8-72B429AA540B}" destId="{45450710-1DEA-6A4D-A047-F1DB159DCD43}" srcOrd="0" destOrd="0" presId="urn:microsoft.com/office/officeart/2016/7/layout/LinearBlockProcessNumbered"/>
    <dgm:cxn modelId="{DC69675E-CB97-AD43-B693-0F230814357A}" type="presOf" srcId="{DFB9D784-0E08-430C-B460-DB32834D5E2D}" destId="{0C9B0EE7-B943-D74A-AE60-A9970E75E8FE}" srcOrd="0" destOrd="0" presId="urn:microsoft.com/office/officeart/2016/7/layout/LinearBlockProcessNumbered"/>
    <dgm:cxn modelId="{8549C56E-DDB2-E249-A132-5A3A1F19142B}" type="presOf" srcId="{5F68298B-3382-4F45-97D1-FA94FC8397F1}" destId="{4910555F-C4BA-3645-8B1F-CF70B02616F5}" srcOrd="0" destOrd="0" presId="urn:microsoft.com/office/officeart/2016/7/layout/LinearBlockProcessNumbered"/>
    <dgm:cxn modelId="{3FC38352-554B-4B46-AF5E-B30006D35602}" type="presOf" srcId="{1813DF02-F4AA-417C-90F2-F9A9F3284972}" destId="{40031D7F-9BDA-2944-8078-AD85E9FF92D7}" srcOrd="0" destOrd="0" presId="urn:microsoft.com/office/officeart/2016/7/layout/LinearBlockProcessNumbered"/>
    <dgm:cxn modelId="{5E01F78A-4C2A-6540-B71F-7D5BC48B4F03}" type="presOf" srcId="{5A2035BA-59ED-41B7-B3D5-F6661DA6294A}" destId="{055FD308-5585-A84A-9089-1BF2880A1880}" srcOrd="1" destOrd="0" presId="urn:microsoft.com/office/officeart/2016/7/layout/LinearBlockProcessNumbered"/>
    <dgm:cxn modelId="{BA0A8A8E-695B-4444-945E-00376938A138}" type="presOf" srcId="{0C2543A4-036D-4F32-AA33-EC2982AE3DAE}" destId="{DBEC1E7C-61B8-9C45-B519-CA1696A20037}" srcOrd="1" destOrd="0" presId="urn:microsoft.com/office/officeart/2016/7/layout/LinearBlockProcessNumbered"/>
    <dgm:cxn modelId="{82E22090-E23F-E54E-A7F7-767FEA0A5E06}" type="presOf" srcId="{1813DF02-F4AA-417C-90F2-F9A9F3284972}" destId="{C0C6040A-4A96-0844-A0A2-29C21B8CB8A0}" srcOrd="1" destOrd="0" presId="urn:microsoft.com/office/officeart/2016/7/layout/LinearBlockProcessNumbered"/>
    <dgm:cxn modelId="{02983F95-F871-4C38-A0E9-D53446C8865A}" srcId="{EAE55BE3-1DBD-4805-BA07-F888157FA08C}" destId="{5A2035BA-59ED-41B7-B3D5-F6661DA6294A}" srcOrd="2" destOrd="0" parTransId="{D9FA2F78-3F92-4DCB-AE53-BF016578390C}" sibTransId="{5F68298B-3382-4F45-97D1-FA94FC8397F1}"/>
    <dgm:cxn modelId="{8F0D3898-B4FE-5F4C-8B68-0D07990113F6}" type="presOf" srcId="{5A2035BA-59ED-41B7-B3D5-F6661DA6294A}" destId="{C5631D8A-0FB4-6342-BF5D-EB1703C93789}" srcOrd="0" destOrd="0" presId="urn:microsoft.com/office/officeart/2016/7/layout/LinearBlockProcessNumbered"/>
    <dgm:cxn modelId="{C212DCA7-C7FC-904F-B011-3E21B83672DA}" type="presOf" srcId="{EAE55BE3-1DBD-4805-BA07-F888157FA08C}" destId="{05AB82BC-90FF-0D4D-87AC-F19867583248}" srcOrd="0" destOrd="0" presId="urn:microsoft.com/office/officeart/2016/7/layout/LinearBlockProcessNumbered"/>
    <dgm:cxn modelId="{E71FC0A8-5DB2-4504-A450-61775D204F55}" srcId="{EAE55BE3-1DBD-4805-BA07-F888157FA08C}" destId="{1813DF02-F4AA-417C-90F2-F9A9F3284972}" srcOrd="1" destOrd="0" parTransId="{C7868A53-7101-40F7-A618-1EA4F50114A5}" sibTransId="{DFB9D784-0E08-430C-B460-DB32834D5E2D}"/>
    <dgm:cxn modelId="{01499712-2E16-8E4F-8CC4-BF6C341FD6B1}" type="presParOf" srcId="{05AB82BC-90FF-0D4D-87AC-F19867583248}" destId="{874F1E2E-8953-A849-8CCD-B27A545D14F0}" srcOrd="0" destOrd="0" presId="urn:microsoft.com/office/officeart/2016/7/layout/LinearBlockProcessNumbered"/>
    <dgm:cxn modelId="{C5AF34AE-0D52-EA4A-9948-C66354F6F62F}" type="presParOf" srcId="{874F1E2E-8953-A849-8CCD-B27A545D14F0}" destId="{DA6CB1C2-FEED-7E44-B3B0-483FFE843027}" srcOrd="0" destOrd="0" presId="urn:microsoft.com/office/officeart/2016/7/layout/LinearBlockProcessNumbered"/>
    <dgm:cxn modelId="{46573B25-D44D-B34A-8C48-90A0FF4FF3AA}" type="presParOf" srcId="{874F1E2E-8953-A849-8CCD-B27A545D14F0}" destId="{45450710-1DEA-6A4D-A047-F1DB159DCD43}" srcOrd="1" destOrd="0" presId="urn:microsoft.com/office/officeart/2016/7/layout/LinearBlockProcessNumbered"/>
    <dgm:cxn modelId="{BA22D4CB-CE5C-DF4B-8B98-7A98CEA87A31}" type="presParOf" srcId="{874F1E2E-8953-A849-8CCD-B27A545D14F0}" destId="{DBEC1E7C-61B8-9C45-B519-CA1696A20037}" srcOrd="2" destOrd="0" presId="urn:microsoft.com/office/officeart/2016/7/layout/LinearBlockProcessNumbered"/>
    <dgm:cxn modelId="{A218C333-ED33-0C43-B4E5-41FDE443A38E}" type="presParOf" srcId="{05AB82BC-90FF-0D4D-87AC-F19867583248}" destId="{C4A5A155-9750-D749-82B6-495D61C51423}" srcOrd="1" destOrd="0" presId="urn:microsoft.com/office/officeart/2016/7/layout/LinearBlockProcessNumbered"/>
    <dgm:cxn modelId="{A19D02B3-16E8-9A48-883F-C323640FF0D3}" type="presParOf" srcId="{05AB82BC-90FF-0D4D-87AC-F19867583248}" destId="{22D71C53-EE09-0D40-966E-DCF2D145834E}" srcOrd="2" destOrd="0" presId="urn:microsoft.com/office/officeart/2016/7/layout/LinearBlockProcessNumbered"/>
    <dgm:cxn modelId="{99B4601E-2B7D-C34C-ADF0-69097E1E3AD4}" type="presParOf" srcId="{22D71C53-EE09-0D40-966E-DCF2D145834E}" destId="{40031D7F-9BDA-2944-8078-AD85E9FF92D7}" srcOrd="0" destOrd="0" presId="urn:microsoft.com/office/officeart/2016/7/layout/LinearBlockProcessNumbered"/>
    <dgm:cxn modelId="{6E027E5E-9458-3247-971F-C58A15B8D659}" type="presParOf" srcId="{22D71C53-EE09-0D40-966E-DCF2D145834E}" destId="{0C9B0EE7-B943-D74A-AE60-A9970E75E8FE}" srcOrd="1" destOrd="0" presId="urn:microsoft.com/office/officeart/2016/7/layout/LinearBlockProcessNumbered"/>
    <dgm:cxn modelId="{92CC35AA-3B18-A84E-9677-7F5C53C3AFD2}" type="presParOf" srcId="{22D71C53-EE09-0D40-966E-DCF2D145834E}" destId="{C0C6040A-4A96-0844-A0A2-29C21B8CB8A0}" srcOrd="2" destOrd="0" presId="urn:microsoft.com/office/officeart/2016/7/layout/LinearBlockProcessNumbered"/>
    <dgm:cxn modelId="{48994B2E-D900-1144-86C9-D1C630BFEE52}" type="presParOf" srcId="{05AB82BC-90FF-0D4D-87AC-F19867583248}" destId="{C86141E3-1561-D146-B199-B1A579FB58C1}" srcOrd="3" destOrd="0" presId="urn:microsoft.com/office/officeart/2016/7/layout/LinearBlockProcessNumbered"/>
    <dgm:cxn modelId="{F8CB255E-8C70-C246-868D-E11827B1A731}" type="presParOf" srcId="{05AB82BC-90FF-0D4D-87AC-F19867583248}" destId="{25817A9F-DBB9-1E47-AE43-7719A592624C}" srcOrd="4" destOrd="0" presId="urn:microsoft.com/office/officeart/2016/7/layout/LinearBlockProcessNumbered"/>
    <dgm:cxn modelId="{1B0B3500-433A-B440-A291-5169B24AD087}" type="presParOf" srcId="{25817A9F-DBB9-1E47-AE43-7719A592624C}" destId="{C5631D8A-0FB4-6342-BF5D-EB1703C93789}" srcOrd="0" destOrd="0" presId="urn:microsoft.com/office/officeart/2016/7/layout/LinearBlockProcessNumbered"/>
    <dgm:cxn modelId="{6E11A356-A6D2-AC4B-8842-7F8FB4B5CFCA}" type="presParOf" srcId="{25817A9F-DBB9-1E47-AE43-7719A592624C}" destId="{4910555F-C4BA-3645-8B1F-CF70B02616F5}" srcOrd="1" destOrd="0" presId="urn:microsoft.com/office/officeart/2016/7/layout/LinearBlockProcessNumbered"/>
    <dgm:cxn modelId="{F441F036-D80B-8648-9FAE-1D7977881A29}" type="presParOf" srcId="{25817A9F-DBB9-1E47-AE43-7719A592624C}" destId="{055FD308-5585-A84A-9089-1BF2880A1880}"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6CB1C2-FEED-7E44-B3B0-483FFE843027}">
      <dsp:nvSpPr>
        <dsp:cNvPr id="0" name=""/>
        <dsp:cNvSpPr/>
      </dsp:nvSpPr>
      <dsp:spPr>
        <a:xfrm>
          <a:off x="808" y="0"/>
          <a:ext cx="3275967" cy="3143416"/>
        </a:xfrm>
        <a:prstGeom prst="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0000"/>
                <a:lumMod val="90000"/>
              </a:schemeClr>
            </a:gs>
          </a:gsLst>
          <a:lin ang="5400000" scaled="0"/>
        </a:gradFill>
        <a:ln w="9525" cap="rnd" cmpd="sng" algn="ctr">
          <a:solidFill>
            <a:schemeClr val="accent2">
              <a:hueOff val="0"/>
              <a:satOff val="0"/>
              <a:lumOff val="0"/>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23593" tIns="0" rIns="323593" bIns="330200" numCol="1" spcCol="1270" anchor="t" anchorCtr="0">
          <a:noAutofit/>
        </a:bodyPr>
        <a:lstStyle/>
        <a:p>
          <a:pPr marL="0" lvl="0" indent="0" algn="l" defTabSz="1022350">
            <a:lnSpc>
              <a:spcPct val="90000"/>
            </a:lnSpc>
            <a:spcBef>
              <a:spcPct val="0"/>
            </a:spcBef>
            <a:spcAft>
              <a:spcPct val="35000"/>
            </a:spcAft>
            <a:buNone/>
          </a:pPr>
          <a:r>
            <a:rPr lang="en-AU" sz="2300" kern="1200" dirty="0"/>
            <a:t>Understand the objectives and structure of this unit</a:t>
          </a:r>
          <a:endParaRPr lang="en-US" sz="2300" kern="1200" dirty="0"/>
        </a:p>
      </dsp:txBody>
      <dsp:txXfrm>
        <a:off x="808" y="1257366"/>
        <a:ext cx="3275967" cy="1886049"/>
      </dsp:txXfrm>
    </dsp:sp>
    <dsp:sp modelId="{45450710-1DEA-6A4D-A047-F1DB159DCD43}">
      <dsp:nvSpPr>
        <dsp:cNvPr id="0" name=""/>
        <dsp:cNvSpPr/>
      </dsp:nvSpPr>
      <dsp:spPr>
        <a:xfrm>
          <a:off x="808" y="0"/>
          <a:ext cx="3275967" cy="1257366"/>
        </a:xfrm>
        <a:prstGeom prst="rect">
          <a:avLst/>
        </a:prstGeom>
        <a:noFill/>
        <a:ln w="9525" cap="rnd" cmpd="sng" algn="ctr">
          <a:noFill/>
          <a:prstDash val="solid"/>
        </a:ln>
        <a:effectLst>
          <a:outerShdw blurRad="63500" dist="25400" dir="5400000" rotWithShape="0">
            <a:srgbClr val="000000">
              <a:alpha val="60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323593" tIns="165100" rIns="323593"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endParaRPr lang="en-US" sz="6600" kern="1200" dirty="0"/>
        </a:p>
      </dsp:txBody>
      <dsp:txXfrm>
        <a:off x="808" y="0"/>
        <a:ext cx="3275967" cy="1257366"/>
      </dsp:txXfrm>
    </dsp:sp>
    <dsp:sp modelId="{40031D7F-9BDA-2944-8078-AD85E9FF92D7}">
      <dsp:nvSpPr>
        <dsp:cNvPr id="0" name=""/>
        <dsp:cNvSpPr/>
      </dsp:nvSpPr>
      <dsp:spPr>
        <a:xfrm>
          <a:off x="3538853" y="0"/>
          <a:ext cx="3275967" cy="3143416"/>
        </a:xfrm>
        <a:prstGeom prst="rect">
          <a:avLst/>
        </a:prstGeom>
        <a:gradFill rotWithShape="0">
          <a:gsLst>
            <a:gs pos="0">
              <a:schemeClr val="accent2">
                <a:hueOff val="-751496"/>
                <a:satOff val="5142"/>
                <a:lumOff val="-588"/>
                <a:alphaOff val="0"/>
                <a:tint val="96000"/>
                <a:lumMod val="104000"/>
              </a:schemeClr>
            </a:gs>
            <a:gs pos="100000">
              <a:schemeClr val="accent2">
                <a:hueOff val="-751496"/>
                <a:satOff val="5142"/>
                <a:lumOff val="-588"/>
                <a:alphaOff val="0"/>
                <a:shade val="90000"/>
                <a:lumMod val="90000"/>
              </a:schemeClr>
            </a:gs>
          </a:gsLst>
          <a:lin ang="5400000" scaled="0"/>
        </a:gradFill>
        <a:ln w="9525" cap="rnd" cmpd="sng" algn="ctr">
          <a:solidFill>
            <a:schemeClr val="accent2">
              <a:hueOff val="-751496"/>
              <a:satOff val="5142"/>
              <a:lumOff val="-588"/>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23593" tIns="0" rIns="323593" bIns="330200" numCol="1" spcCol="1270" anchor="t" anchorCtr="0">
          <a:noAutofit/>
        </a:bodyPr>
        <a:lstStyle/>
        <a:p>
          <a:pPr marL="0" lvl="0" indent="0" algn="l" defTabSz="1022350">
            <a:lnSpc>
              <a:spcPct val="90000"/>
            </a:lnSpc>
            <a:spcBef>
              <a:spcPct val="0"/>
            </a:spcBef>
            <a:spcAft>
              <a:spcPct val="35000"/>
            </a:spcAft>
            <a:buNone/>
          </a:pPr>
          <a:r>
            <a:rPr lang="en-AU" sz="2300" kern="1200" dirty="0"/>
            <a:t>Understand the technical requirements and role of the practical component</a:t>
          </a:r>
          <a:endParaRPr lang="en-US" sz="2300" kern="1200" dirty="0"/>
        </a:p>
      </dsp:txBody>
      <dsp:txXfrm>
        <a:off x="3538853" y="1257366"/>
        <a:ext cx="3275967" cy="1886049"/>
      </dsp:txXfrm>
    </dsp:sp>
    <dsp:sp modelId="{0C9B0EE7-B943-D74A-AE60-A9970E75E8FE}">
      <dsp:nvSpPr>
        <dsp:cNvPr id="0" name=""/>
        <dsp:cNvSpPr/>
      </dsp:nvSpPr>
      <dsp:spPr>
        <a:xfrm>
          <a:off x="3538853" y="0"/>
          <a:ext cx="3275967" cy="1257366"/>
        </a:xfrm>
        <a:prstGeom prst="rect">
          <a:avLst/>
        </a:prstGeom>
        <a:noFill/>
        <a:ln w="9525" cap="rnd" cmpd="sng" algn="ctr">
          <a:noFill/>
          <a:prstDash val="solid"/>
        </a:ln>
        <a:effectLst>
          <a:outerShdw blurRad="63500" dist="25400" dir="5400000" rotWithShape="0">
            <a:srgbClr val="000000">
              <a:alpha val="60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323593" tIns="165100" rIns="323593"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538853" y="0"/>
        <a:ext cx="3275967" cy="1257366"/>
      </dsp:txXfrm>
    </dsp:sp>
    <dsp:sp modelId="{C5631D8A-0FB4-6342-BF5D-EB1703C93789}">
      <dsp:nvSpPr>
        <dsp:cNvPr id="0" name=""/>
        <dsp:cNvSpPr/>
      </dsp:nvSpPr>
      <dsp:spPr>
        <a:xfrm>
          <a:off x="7076898" y="0"/>
          <a:ext cx="3275967" cy="3143416"/>
        </a:xfrm>
        <a:prstGeom prst="rect">
          <a:avLst/>
        </a:prstGeom>
        <a:gradFill rotWithShape="0">
          <a:gsLst>
            <a:gs pos="0">
              <a:schemeClr val="accent2">
                <a:hueOff val="-1502991"/>
                <a:satOff val="10284"/>
                <a:lumOff val="-1176"/>
                <a:alphaOff val="0"/>
                <a:tint val="96000"/>
                <a:lumMod val="104000"/>
              </a:schemeClr>
            </a:gs>
            <a:gs pos="100000">
              <a:schemeClr val="accent2">
                <a:hueOff val="-1502991"/>
                <a:satOff val="10284"/>
                <a:lumOff val="-1176"/>
                <a:alphaOff val="0"/>
                <a:shade val="90000"/>
                <a:lumMod val="90000"/>
              </a:schemeClr>
            </a:gs>
          </a:gsLst>
          <a:lin ang="5400000" scaled="0"/>
        </a:gradFill>
        <a:ln w="9525" cap="rnd" cmpd="sng" algn="ctr">
          <a:solidFill>
            <a:schemeClr val="accent2">
              <a:hueOff val="-1502991"/>
              <a:satOff val="10284"/>
              <a:lumOff val="-1176"/>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23593" tIns="0" rIns="323593" bIns="330200" numCol="1" spcCol="1270" anchor="t" anchorCtr="0">
          <a:noAutofit/>
        </a:bodyPr>
        <a:lstStyle/>
        <a:p>
          <a:pPr marL="0" lvl="0" indent="0" algn="l" defTabSz="1022350">
            <a:lnSpc>
              <a:spcPct val="90000"/>
            </a:lnSpc>
            <a:spcBef>
              <a:spcPct val="0"/>
            </a:spcBef>
            <a:spcAft>
              <a:spcPct val="35000"/>
            </a:spcAft>
            <a:buNone/>
          </a:pPr>
          <a:r>
            <a:rPr lang="en-AU" sz="2300" kern="1200" dirty="0"/>
            <a:t>Understand the “rules” or ethics of cybersecurity</a:t>
          </a:r>
          <a:endParaRPr lang="en-US" sz="2300" kern="1200" dirty="0"/>
        </a:p>
      </dsp:txBody>
      <dsp:txXfrm>
        <a:off x="7076898" y="1257366"/>
        <a:ext cx="3275967" cy="1886049"/>
      </dsp:txXfrm>
    </dsp:sp>
    <dsp:sp modelId="{4910555F-C4BA-3645-8B1F-CF70B02616F5}">
      <dsp:nvSpPr>
        <dsp:cNvPr id="0" name=""/>
        <dsp:cNvSpPr/>
      </dsp:nvSpPr>
      <dsp:spPr>
        <a:xfrm>
          <a:off x="7076898" y="0"/>
          <a:ext cx="3275967" cy="1257366"/>
        </a:xfrm>
        <a:prstGeom prst="rect">
          <a:avLst/>
        </a:prstGeom>
        <a:noFill/>
        <a:ln w="9525" cap="rnd" cmpd="sng" algn="ctr">
          <a:noFill/>
          <a:prstDash val="solid"/>
        </a:ln>
        <a:effectLst>
          <a:outerShdw blurRad="63500" dist="25400" dir="5400000" rotWithShape="0">
            <a:srgbClr val="000000">
              <a:alpha val="60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323593" tIns="165100" rIns="323593"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076898" y="0"/>
        <a:ext cx="3275967" cy="1257366"/>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6D7260-B7E4-B548-BD1F-84ED14536037}" type="datetimeFigureOut">
              <a:rPr lang="en-AU" smtClean="0"/>
              <a:t>24/02/2025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30C05-EF6C-9847-8923-580D76870F8E}" type="slidenum">
              <a:rPr lang="en-AU" smtClean="0"/>
              <a:t>‹#›</a:t>
            </a:fld>
            <a:endParaRPr lang="en-AU"/>
          </a:p>
        </p:txBody>
      </p:sp>
    </p:spTree>
    <p:extLst>
      <p:ext uri="{BB962C8B-B14F-4D97-AF65-F5344CB8AC3E}">
        <p14:creationId xmlns:p14="http://schemas.microsoft.com/office/powerpoint/2010/main" val="2063409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a:t>
            </a:fld>
            <a:endParaRPr lang="en-AU"/>
          </a:p>
        </p:txBody>
      </p:sp>
    </p:spTree>
    <p:extLst>
      <p:ext uri="{BB962C8B-B14F-4D97-AF65-F5344CB8AC3E}">
        <p14:creationId xmlns:p14="http://schemas.microsoft.com/office/powerpoint/2010/main" val="661627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D906AB83-A9BE-45DA-B7AF-45B94295F4B6}" type="slidenum">
              <a:rPr lang="en-AU" smtClean="0"/>
              <a:t>2</a:t>
            </a:fld>
            <a:endParaRPr lang="en-AU"/>
          </a:p>
        </p:txBody>
      </p:sp>
    </p:spTree>
    <p:extLst>
      <p:ext uri="{BB962C8B-B14F-4D97-AF65-F5344CB8AC3E}">
        <p14:creationId xmlns:p14="http://schemas.microsoft.com/office/powerpoint/2010/main" val="3344641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幻灯片编号占位符 3"/>
          <p:cNvSpPr>
            <a:spLocks noGrp="1"/>
          </p:cNvSpPr>
          <p:nvPr>
            <p:ph type="sldNum" sz="quarter" idx="10"/>
          </p:nvPr>
        </p:nvSpPr>
        <p:spPr/>
        <p:txBody>
          <a:bodyPr/>
          <a:lstStyle/>
          <a:p>
            <a:fld id="{D906AB83-A9BE-45DA-B7AF-45B94295F4B6}" type="slidenum">
              <a:rPr lang="en-AU" smtClean="0"/>
              <a:t>3</a:t>
            </a:fld>
            <a:endParaRPr lang="en-AU"/>
          </a:p>
        </p:txBody>
      </p:sp>
    </p:spTree>
    <p:extLst>
      <p:ext uri="{BB962C8B-B14F-4D97-AF65-F5344CB8AC3E}">
        <p14:creationId xmlns:p14="http://schemas.microsoft.com/office/powerpoint/2010/main" val="931348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a:t>
            </a:fld>
            <a:endParaRPr lang="en-AU"/>
          </a:p>
        </p:txBody>
      </p:sp>
    </p:spTree>
    <p:extLst>
      <p:ext uri="{BB962C8B-B14F-4D97-AF65-F5344CB8AC3E}">
        <p14:creationId xmlns:p14="http://schemas.microsoft.com/office/powerpoint/2010/main" val="2368179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a:t>
            </a:fld>
            <a:endParaRPr lang="en-AU"/>
          </a:p>
        </p:txBody>
      </p:sp>
    </p:spTree>
    <p:extLst>
      <p:ext uri="{BB962C8B-B14F-4D97-AF65-F5344CB8AC3E}">
        <p14:creationId xmlns:p14="http://schemas.microsoft.com/office/powerpoint/2010/main" val="2633474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a:t>
            </a:fld>
            <a:endParaRPr lang="en-AU"/>
          </a:p>
        </p:txBody>
      </p:sp>
    </p:spTree>
    <p:extLst>
      <p:ext uri="{BB962C8B-B14F-4D97-AF65-F5344CB8AC3E}">
        <p14:creationId xmlns:p14="http://schemas.microsoft.com/office/powerpoint/2010/main" val="525548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altLang="zh-CN" dirty="0"/>
          </a:p>
        </p:txBody>
      </p:sp>
      <p:sp>
        <p:nvSpPr>
          <p:cNvPr id="4" name="幻灯片编号占位符 3"/>
          <p:cNvSpPr>
            <a:spLocks noGrp="1"/>
          </p:cNvSpPr>
          <p:nvPr>
            <p:ph type="sldNum" sz="quarter" idx="10"/>
          </p:nvPr>
        </p:nvSpPr>
        <p:spPr/>
        <p:txBody>
          <a:bodyPr/>
          <a:lstStyle/>
          <a:p>
            <a:fld id="{D906AB83-A9BE-45DA-B7AF-45B94295F4B6}" type="slidenum">
              <a:rPr lang="en-AU" smtClean="0"/>
              <a:t>7</a:t>
            </a:fld>
            <a:endParaRPr lang="en-AU"/>
          </a:p>
        </p:txBody>
      </p:sp>
    </p:spTree>
    <p:extLst>
      <p:ext uri="{BB962C8B-B14F-4D97-AF65-F5344CB8AC3E}">
        <p14:creationId xmlns:p14="http://schemas.microsoft.com/office/powerpoint/2010/main" val="3633562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D906AB83-A9BE-45DA-B7AF-45B94295F4B6}" type="slidenum">
              <a:rPr lang="en-AU" smtClean="0"/>
              <a:t>8</a:t>
            </a:fld>
            <a:endParaRPr lang="en-AU"/>
          </a:p>
        </p:txBody>
      </p:sp>
    </p:spTree>
    <p:extLst>
      <p:ext uri="{BB962C8B-B14F-4D97-AF65-F5344CB8AC3E}">
        <p14:creationId xmlns:p14="http://schemas.microsoft.com/office/powerpoint/2010/main" val="39385225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D906AB83-A9BE-45DA-B7AF-45B94295F4B6}" type="slidenum">
              <a:rPr lang="en-AU" smtClean="0"/>
              <a:t>9</a:t>
            </a:fld>
            <a:endParaRPr lang="en-AU"/>
          </a:p>
        </p:txBody>
      </p:sp>
    </p:spTree>
    <p:extLst>
      <p:ext uri="{BB962C8B-B14F-4D97-AF65-F5344CB8AC3E}">
        <p14:creationId xmlns:p14="http://schemas.microsoft.com/office/powerpoint/2010/main" val="2995708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10</a:t>
            </a:fld>
            <a:endParaRPr lang="en-AU"/>
          </a:p>
        </p:txBody>
      </p:sp>
    </p:spTree>
    <p:extLst>
      <p:ext uri="{BB962C8B-B14F-4D97-AF65-F5344CB8AC3E}">
        <p14:creationId xmlns:p14="http://schemas.microsoft.com/office/powerpoint/2010/main" val="12791604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11</a:t>
            </a:fld>
            <a:endParaRPr lang="en-AU"/>
          </a:p>
        </p:txBody>
      </p:sp>
    </p:spTree>
    <p:extLst>
      <p:ext uri="{BB962C8B-B14F-4D97-AF65-F5344CB8AC3E}">
        <p14:creationId xmlns:p14="http://schemas.microsoft.com/office/powerpoint/2010/main" val="34627910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12</a:t>
            </a:fld>
            <a:endParaRPr lang="en-AU"/>
          </a:p>
        </p:txBody>
      </p:sp>
    </p:spTree>
    <p:extLst>
      <p:ext uri="{BB962C8B-B14F-4D97-AF65-F5344CB8AC3E}">
        <p14:creationId xmlns:p14="http://schemas.microsoft.com/office/powerpoint/2010/main" val="4042167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13</a:t>
            </a:fld>
            <a:endParaRPr lang="en-AU"/>
          </a:p>
        </p:txBody>
      </p:sp>
    </p:spTree>
    <p:extLst>
      <p:ext uri="{BB962C8B-B14F-4D97-AF65-F5344CB8AC3E}">
        <p14:creationId xmlns:p14="http://schemas.microsoft.com/office/powerpoint/2010/main" val="31800345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14</a:t>
            </a:fld>
            <a:endParaRPr lang="en-AU"/>
          </a:p>
        </p:txBody>
      </p:sp>
    </p:spTree>
    <p:extLst>
      <p:ext uri="{BB962C8B-B14F-4D97-AF65-F5344CB8AC3E}">
        <p14:creationId xmlns:p14="http://schemas.microsoft.com/office/powerpoint/2010/main" val="6399554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15</a:t>
            </a:fld>
            <a:endParaRPr lang="en-AU"/>
          </a:p>
        </p:txBody>
      </p:sp>
    </p:spTree>
    <p:extLst>
      <p:ext uri="{BB962C8B-B14F-4D97-AF65-F5344CB8AC3E}">
        <p14:creationId xmlns:p14="http://schemas.microsoft.com/office/powerpoint/2010/main" val="33872016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16</a:t>
            </a:fld>
            <a:endParaRPr lang="en-AU"/>
          </a:p>
        </p:txBody>
      </p:sp>
    </p:spTree>
    <p:extLst>
      <p:ext uri="{BB962C8B-B14F-4D97-AF65-F5344CB8AC3E}">
        <p14:creationId xmlns:p14="http://schemas.microsoft.com/office/powerpoint/2010/main" val="38642689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17</a:t>
            </a:fld>
            <a:endParaRPr lang="en-AU"/>
          </a:p>
        </p:txBody>
      </p:sp>
    </p:spTree>
    <p:extLst>
      <p:ext uri="{BB962C8B-B14F-4D97-AF65-F5344CB8AC3E}">
        <p14:creationId xmlns:p14="http://schemas.microsoft.com/office/powerpoint/2010/main" val="5561950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18</a:t>
            </a:fld>
            <a:endParaRPr lang="en-AU"/>
          </a:p>
        </p:txBody>
      </p:sp>
    </p:spTree>
    <p:extLst>
      <p:ext uri="{BB962C8B-B14F-4D97-AF65-F5344CB8AC3E}">
        <p14:creationId xmlns:p14="http://schemas.microsoft.com/office/powerpoint/2010/main" val="17292574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19</a:t>
            </a:fld>
            <a:endParaRPr lang="en-AU"/>
          </a:p>
        </p:txBody>
      </p:sp>
    </p:spTree>
    <p:extLst>
      <p:ext uri="{BB962C8B-B14F-4D97-AF65-F5344CB8AC3E}">
        <p14:creationId xmlns:p14="http://schemas.microsoft.com/office/powerpoint/2010/main" val="5609606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20</a:t>
            </a:fld>
            <a:endParaRPr lang="en-AU"/>
          </a:p>
        </p:txBody>
      </p:sp>
    </p:spTree>
    <p:extLst>
      <p:ext uri="{BB962C8B-B14F-4D97-AF65-F5344CB8AC3E}">
        <p14:creationId xmlns:p14="http://schemas.microsoft.com/office/powerpoint/2010/main" val="31027414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21</a:t>
            </a:fld>
            <a:endParaRPr lang="en-AU"/>
          </a:p>
        </p:txBody>
      </p:sp>
    </p:spTree>
    <p:extLst>
      <p:ext uri="{BB962C8B-B14F-4D97-AF65-F5344CB8AC3E}">
        <p14:creationId xmlns:p14="http://schemas.microsoft.com/office/powerpoint/2010/main" val="30123565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22</a:t>
            </a:fld>
            <a:endParaRPr lang="en-AU"/>
          </a:p>
        </p:txBody>
      </p:sp>
    </p:spTree>
    <p:extLst>
      <p:ext uri="{BB962C8B-B14F-4D97-AF65-F5344CB8AC3E}">
        <p14:creationId xmlns:p14="http://schemas.microsoft.com/office/powerpoint/2010/main" val="9357102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23</a:t>
            </a:fld>
            <a:endParaRPr lang="en-AU"/>
          </a:p>
        </p:txBody>
      </p:sp>
    </p:spTree>
    <p:extLst>
      <p:ext uri="{BB962C8B-B14F-4D97-AF65-F5344CB8AC3E}">
        <p14:creationId xmlns:p14="http://schemas.microsoft.com/office/powerpoint/2010/main" val="31183699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24</a:t>
            </a:fld>
            <a:endParaRPr lang="en-AU"/>
          </a:p>
        </p:txBody>
      </p:sp>
    </p:spTree>
    <p:extLst>
      <p:ext uri="{BB962C8B-B14F-4D97-AF65-F5344CB8AC3E}">
        <p14:creationId xmlns:p14="http://schemas.microsoft.com/office/powerpoint/2010/main" val="2266855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25</a:t>
            </a:fld>
            <a:endParaRPr lang="en-AU"/>
          </a:p>
        </p:txBody>
      </p:sp>
    </p:spTree>
    <p:extLst>
      <p:ext uri="{BB962C8B-B14F-4D97-AF65-F5344CB8AC3E}">
        <p14:creationId xmlns:p14="http://schemas.microsoft.com/office/powerpoint/2010/main" val="21522308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26</a:t>
            </a:fld>
            <a:endParaRPr lang="en-AU"/>
          </a:p>
        </p:txBody>
      </p:sp>
    </p:spTree>
    <p:extLst>
      <p:ext uri="{BB962C8B-B14F-4D97-AF65-F5344CB8AC3E}">
        <p14:creationId xmlns:p14="http://schemas.microsoft.com/office/powerpoint/2010/main" val="41228397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27</a:t>
            </a:fld>
            <a:endParaRPr lang="en-AU"/>
          </a:p>
        </p:txBody>
      </p:sp>
    </p:spTree>
    <p:extLst>
      <p:ext uri="{BB962C8B-B14F-4D97-AF65-F5344CB8AC3E}">
        <p14:creationId xmlns:p14="http://schemas.microsoft.com/office/powerpoint/2010/main" val="9775104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28</a:t>
            </a:fld>
            <a:endParaRPr lang="en-AU"/>
          </a:p>
        </p:txBody>
      </p:sp>
    </p:spTree>
    <p:extLst>
      <p:ext uri="{BB962C8B-B14F-4D97-AF65-F5344CB8AC3E}">
        <p14:creationId xmlns:p14="http://schemas.microsoft.com/office/powerpoint/2010/main" val="35155406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29</a:t>
            </a:fld>
            <a:endParaRPr lang="en-AU"/>
          </a:p>
        </p:txBody>
      </p:sp>
    </p:spTree>
    <p:extLst>
      <p:ext uri="{BB962C8B-B14F-4D97-AF65-F5344CB8AC3E}">
        <p14:creationId xmlns:p14="http://schemas.microsoft.com/office/powerpoint/2010/main" val="39932717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30</a:t>
            </a:fld>
            <a:endParaRPr lang="en-AU"/>
          </a:p>
        </p:txBody>
      </p:sp>
    </p:spTree>
    <p:extLst>
      <p:ext uri="{BB962C8B-B14F-4D97-AF65-F5344CB8AC3E}">
        <p14:creationId xmlns:p14="http://schemas.microsoft.com/office/powerpoint/2010/main" val="35165272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31</a:t>
            </a:fld>
            <a:endParaRPr lang="en-AU"/>
          </a:p>
        </p:txBody>
      </p:sp>
    </p:spTree>
    <p:extLst>
      <p:ext uri="{BB962C8B-B14F-4D97-AF65-F5344CB8AC3E}">
        <p14:creationId xmlns:p14="http://schemas.microsoft.com/office/powerpoint/2010/main" val="5239607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32</a:t>
            </a:fld>
            <a:endParaRPr lang="en-AU"/>
          </a:p>
        </p:txBody>
      </p:sp>
    </p:spTree>
    <p:extLst>
      <p:ext uri="{BB962C8B-B14F-4D97-AF65-F5344CB8AC3E}">
        <p14:creationId xmlns:p14="http://schemas.microsoft.com/office/powerpoint/2010/main" val="7006936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33</a:t>
            </a:fld>
            <a:endParaRPr lang="en-AU"/>
          </a:p>
        </p:txBody>
      </p:sp>
    </p:spTree>
    <p:extLst>
      <p:ext uri="{BB962C8B-B14F-4D97-AF65-F5344CB8AC3E}">
        <p14:creationId xmlns:p14="http://schemas.microsoft.com/office/powerpoint/2010/main" val="29623665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34</a:t>
            </a:fld>
            <a:endParaRPr lang="en-AU"/>
          </a:p>
        </p:txBody>
      </p:sp>
    </p:spTree>
    <p:extLst>
      <p:ext uri="{BB962C8B-B14F-4D97-AF65-F5344CB8AC3E}">
        <p14:creationId xmlns:p14="http://schemas.microsoft.com/office/powerpoint/2010/main" val="13095658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35</a:t>
            </a:fld>
            <a:endParaRPr lang="en-AU"/>
          </a:p>
        </p:txBody>
      </p:sp>
    </p:spTree>
    <p:extLst>
      <p:ext uri="{BB962C8B-B14F-4D97-AF65-F5344CB8AC3E}">
        <p14:creationId xmlns:p14="http://schemas.microsoft.com/office/powerpoint/2010/main" val="27522895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36</a:t>
            </a:fld>
            <a:endParaRPr lang="en-AU"/>
          </a:p>
        </p:txBody>
      </p:sp>
    </p:spTree>
    <p:extLst>
      <p:ext uri="{BB962C8B-B14F-4D97-AF65-F5344CB8AC3E}">
        <p14:creationId xmlns:p14="http://schemas.microsoft.com/office/powerpoint/2010/main" val="20712160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37</a:t>
            </a:fld>
            <a:endParaRPr lang="en-AU"/>
          </a:p>
        </p:txBody>
      </p:sp>
    </p:spTree>
    <p:extLst>
      <p:ext uri="{BB962C8B-B14F-4D97-AF65-F5344CB8AC3E}">
        <p14:creationId xmlns:p14="http://schemas.microsoft.com/office/powerpoint/2010/main" val="18596524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38</a:t>
            </a:fld>
            <a:endParaRPr lang="en-AU"/>
          </a:p>
        </p:txBody>
      </p:sp>
    </p:spTree>
    <p:extLst>
      <p:ext uri="{BB962C8B-B14F-4D97-AF65-F5344CB8AC3E}">
        <p14:creationId xmlns:p14="http://schemas.microsoft.com/office/powerpoint/2010/main" val="42593949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39</a:t>
            </a:fld>
            <a:endParaRPr lang="en-AU"/>
          </a:p>
        </p:txBody>
      </p:sp>
    </p:spTree>
    <p:extLst>
      <p:ext uri="{BB962C8B-B14F-4D97-AF65-F5344CB8AC3E}">
        <p14:creationId xmlns:p14="http://schemas.microsoft.com/office/powerpoint/2010/main" val="36908086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40</a:t>
            </a:fld>
            <a:endParaRPr lang="en-AU"/>
          </a:p>
        </p:txBody>
      </p:sp>
    </p:spTree>
    <p:extLst>
      <p:ext uri="{BB962C8B-B14F-4D97-AF65-F5344CB8AC3E}">
        <p14:creationId xmlns:p14="http://schemas.microsoft.com/office/powerpoint/2010/main" val="8283468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41</a:t>
            </a:fld>
            <a:endParaRPr lang="en-AU"/>
          </a:p>
        </p:txBody>
      </p:sp>
    </p:spTree>
    <p:extLst>
      <p:ext uri="{BB962C8B-B14F-4D97-AF65-F5344CB8AC3E}">
        <p14:creationId xmlns:p14="http://schemas.microsoft.com/office/powerpoint/2010/main" val="17675358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42</a:t>
            </a:fld>
            <a:endParaRPr lang="en-AU"/>
          </a:p>
        </p:txBody>
      </p:sp>
    </p:spTree>
    <p:extLst>
      <p:ext uri="{BB962C8B-B14F-4D97-AF65-F5344CB8AC3E}">
        <p14:creationId xmlns:p14="http://schemas.microsoft.com/office/powerpoint/2010/main" val="27674706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43</a:t>
            </a:fld>
            <a:endParaRPr lang="en-AU"/>
          </a:p>
        </p:txBody>
      </p:sp>
    </p:spTree>
    <p:extLst>
      <p:ext uri="{BB962C8B-B14F-4D97-AF65-F5344CB8AC3E}">
        <p14:creationId xmlns:p14="http://schemas.microsoft.com/office/powerpoint/2010/main" val="139822294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44</a:t>
            </a:fld>
            <a:endParaRPr lang="en-AU"/>
          </a:p>
        </p:txBody>
      </p:sp>
    </p:spTree>
    <p:extLst>
      <p:ext uri="{BB962C8B-B14F-4D97-AF65-F5344CB8AC3E}">
        <p14:creationId xmlns:p14="http://schemas.microsoft.com/office/powerpoint/2010/main" val="265063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35090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69118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559894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22988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9343D99-809A-49C0-96E5-4250D0B498EE}" type="datetime1">
              <a:rPr lang="en-US" smtClean="0"/>
              <a:t>2/24/2025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91553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2/24/2025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3296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2/24/2025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98986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434586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2/24/2025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7793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5171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235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37229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3464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2/24/2025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9530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2/24/2025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1571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185967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6992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2/24/2025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586398981"/>
      </p:ext>
    </p:extLst>
  </p:cSld>
  <p:clrMap bg1="dk1" tx1="lt1" bg2="dk2" tx2="lt2" accent1="accent1" accent2="accent2" accent3="accent3" accent4="accent4" accent5="accent5" accent6="accent6" hlink="hlink" folHlink="folHlink"/>
  <p:sldLayoutIdLst>
    <p:sldLayoutId id="2147483760" r:id="rId1"/>
    <p:sldLayoutId id="2147483761" r:id="rId2"/>
    <p:sldLayoutId id="2147483762" r:id="rId3"/>
    <p:sldLayoutId id="2147483746" r:id="rId4"/>
    <p:sldLayoutId id="2147483747" r:id="rId5"/>
    <p:sldLayoutId id="2147483748" r:id="rId6"/>
    <p:sldLayoutId id="2147483749" r:id="rId7"/>
    <p:sldLayoutId id="2147483750" r:id="rId8"/>
    <p:sldLayoutId id="2147483751" r:id="rId9"/>
    <p:sldLayoutId id="2147483752" r:id="rId10"/>
    <p:sldLayoutId id="2147483759" r:id="rId11"/>
    <p:sldLayoutId id="2147483753" r:id="rId12"/>
    <p:sldLayoutId id="2147483754" r:id="rId13"/>
    <p:sldLayoutId id="2147483755" r:id="rId14"/>
    <p:sldLayoutId id="2147483756" r:id="rId15"/>
    <p:sldLayoutId id="2147483757" r:id="rId16"/>
    <p:sldLayoutId id="2147483758" r:id="rId17"/>
  </p:sldLayoutIdLst>
  <p:hf sldNum="0" hdr="0" ftr="0" dt="0"/>
  <p:txStyles>
    <p:title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hyperlink" Target="https://scholar.google.com/citations?hl=en&amp;user=pXIJXmwAAAAJ&amp;view_op=list_works&amp;sortby=pubdat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hyperlink" Target="https://scholar.google.com/citations?hl=en&amp;user=pXIJXmwAAAAJ&amp;view_op=list_works&amp;sortby=pubdate"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www.safety.uwa.edu.au/incidents-injuries-emergency/procedure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hyperlink" Target="https://www.uwa.edu.au/students/Support-services/Disability-and-accessibility" TargetMode="External"/><Relationship Id="rId4" Type="http://schemas.openxmlformats.org/officeDocument/2006/relationships/hyperlink" Target="https://www.uwa.edu.au/students/Support-services"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8E16CA-BF32-4E68-AAAF-189A3408C6C8}"/>
              </a:ext>
            </a:extLst>
          </p:cNvPr>
          <p:cNvPicPr>
            <a:picLocks noChangeAspect="1"/>
          </p:cNvPicPr>
          <p:nvPr/>
        </p:nvPicPr>
        <p:blipFill rotWithShape="1">
          <a:blip r:embed="rId4"/>
          <a:srcRect t="13986" b="1744"/>
          <a:stretch/>
        </p:blipFill>
        <p:spPr>
          <a:xfrm>
            <a:off x="20" y="10"/>
            <a:ext cx="12191980" cy="6857990"/>
          </a:xfrm>
          <a:prstGeom prst="rect">
            <a:avLst/>
          </a:prstGeom>
        </p:spPr>
      </p:pic>
      <p:sp useBgFill="1">
        <p:nvSpPr>
          <p:cNvPr id="14" name="Freeform 5">
            <a:extLst>
              <a:ext uri="{FF2B5EF4-FFF2-40B4-BE49-F238E27FC236}">
                <a16:creationId xmlns:a16="http://schemas.microsoft.com/office/drawing/2014/main" id="{608EAA06-5488-416B-B2B2-E55213011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271651" y="1762886"/>
            <a:ext cx="7656919" cy="3332229"/>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A7F2B5DE-6445-CC49-9F8E-7C9072991AF6}"/>
              </a:ext>
            </a:extLst>
          </p:cNvPr>
          <p:cNvSpPr>
            <a:spLocks noGrp="1"/>
          </p:cNvSpPr>
          <p:nvPr>
            <p:ph type="ctrTitle"/>
          </p:nvPr>
        </p:nvSpPr>
        <p:spPr>
          <a:xfrm>
            <a:off x="2480733" y="2074339"/>
            <a:ext cx="7219954" cy="1828801"/>
          </a:xfrm>
        </p:spPr>
        <p:txBody>
          <a:bodyPr>
            <a:normAutofit fontScale="90000"/>
          </a:bodyPr>
          <a:lstStyle/>
          <a:p>
            <a:r>
              <a:rPr lang="en-US" sz="4800" dirty="0"/>
              <a:t>CITS1003 Introduction to Cybersecurity</a:t>
            </a:r>
            <a:br>
              <a:rPr lang="en-US" sz="4800" dirty="0"/>
            </a:br>
            <a:r>
              <a:rPr lang="en-US" sz="4800" dirty="0"/>
              <a:t>[0] Unit overview</a:t>
            </a:r>
          </a:p>
        </p:txBody>
      </p:sp>
      <p:sp>
        <p:nvSpPr>
          <p:cNvPr id="3" name="Subtitle 2">
            <a:extLst>
              <a:ext uri="{FF2B5EF4-FFF2-40B4-BE49-F238E27FC236}">
                <a16:creationId xmlns:a16="http://schemas.microsoft.com/office/drawing/2014/main" id="{1804B053-88E2-6F47-B5CB-F0B21DD687A8}"/>
              </a:ext>
            </a:extLst>
          </p:cNvPr>
          <p:cNvSpPr>
            <a:spLocks noGrp="1"/>
          </p:cNvSpPr>
          <p:nvPr>
            <p:ph type="subTitle" idx="1"/>
          </p:nvPr>
        </p:nvSpPr>
        <p:spPr>
          <a:xfrm>
            <a:off x="2480733" y="3903138"/>
            <a:ext cx="7219954" cy="1049867"/>
          </a:xfrm>
        </p:spPr>
        <p:txBody>
          <a:bodyPr>
            <a:normAutofit/>
          </a:bodyPr>
          <a:lstStyle/>
          <a:p>
            <a:r>
              <a:rPr lang="en-US" dirty="0">
                <a:solidFill>
                  <a:srgbClr val="20D1FF"/>
                </a:solidFill>
              </a:rPr>
              <a:t>Dr </a:t>
            </a:r>
            <a:r>
              <a:rPr lang="en-US" dirty="0" err="1">
                <a:solidFill>
                  <a:srgbClr val="20D1FF"/>
                </a:solidFill>
              </a:rPr>
              <a:t>Z</a:t>
            </a:r>
            <a:r>
              <a:rPr lang="en-US" altLang="zh-CN" dirty="0" err="1">
                <a:solidFill>
                  <a:srgbClr val="20D1FF"/>
                </a:solidFill>
              </a:rPr>
              <a:t>hi</a:t>
            </a:r>
            <a:r>
              <a:rPr lang="en-US" altLang="zh-CN" dirty="0">
                <a:solidFill>
                  <a:srgbClr val="20D1FF"/>
                </a:solidFill>
              </a:rPr>
              <a:t> Zhang</a:t>
            </a:r>
            <a:endParaRPr lang="en-US" dirty="0">
              <a:solidFill>
                <a:srgbClr val="20D1FF"/>
              </a:solidFill>
            </a:endParaRPr>
          </a:p>
        </p:txBody>
      </p:sp>
    </p:spTree>
    <p:extLst>
      <p:ext uri="{BB962C8B-B14F-4D97-AF65-F5344CB8AC3E}">
        <p14:creationId xmlns:p14="http://schemas.microsoft.com/office/powerpoint/2010/main" val="1077586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410E13-10F2-4B08-8B93-CCB6420D424D}"/>
              </a:ext>
            </a:extLst>
          </p:cNvPr>
          <p:cNvSpPr/>
          <p:nvPr/>
        </p:nvSpPr>
        <p:spPr>
          <a:xfrm>
            <a:off x="0" y="2282776"/>
            <a:ext cx="11788884" cy="3401650"/>
          </a:xfrm>
          <a:prstGeom prst="rect">
            <a:avLst/>
          </a:prstGeom>
        </p:spPr>
        <p:txBody>
          <a:bodyPr wrap="square" lIns="20016" tIns="10008" rIns="20016" bIns="10008">
            <a:spAutoFit/>
          </a:bodyPr>
          <a:lstStyle/>
          <a:p>
            <a:endParaRPr lang="en-US" altLang="zh-CN" sz="2800" b="1" dirty="0">
              <a:ea typeface="+mj-ea"/>
              <a:cs typeface="+mj-cs"/>
            </a:endParaRPr>
          </a:p>
          <a:p>
            <a:pPr marL="644752" lvl="1" indent="-187652">
              <a:lnSpc>
                <a:spcPct val="200000"/>
              </a:lnSpc>
              <a:spcBef>
                <a:spcPts val="219"/>
              </a:spcBef>
              <a:buFont typeface="Wingdings" panose="05000000000000000000" pitchFamily="2" charset="2"/>
              <a:buChar char="Ø"/>
            </a:pPr>
            <a:r>
              <a:rPr lang="en-US" altLang="zh-CN" sz="2000" dirty="0">
                <a:ea typeface="+mj-ea"/>
                <a:cs typeface="+mj-cs"/>
              </a:rPr>
              <a:t> </a:t>
            </a:r>
            <a:r>
              <a:rPr lang="en-US" altLang="zh-CN" sz="2400" dirty="0">
                <a:ea typeface="+mj-ea"/>
                <a:cs typeface="+mj-cs"/>
              </a:rPr>
              <a:t>Lecturer in </a:t>
            </a:r>
            <a:r>
              <a:rPr lang="en-AU" altLang="zh-CN" sz="2400" dirty="0">
                <a:ea typeface="+mj-ea"/>
                <a:cs typeface="+mj-cs"/>
              </a:rPr>
              <a:t>Computer Security, Office: G10@CSSE</a:t>
            </a:r>
          </a:p>
          <a:p>
            <a:pPr marL="644752" lvl="1" indent="-187652">
              <a:lnSpc>
                <a:spcPct val="200000"/>
              </a:lnSpc>
              <a:spcBef>
                <a:spcPts val="219"/>
              </a:spcBef>
              <a:buFont typeface="Wingdings" panose="05000000000000000000" pitchFamily="2" charset="2"/>
              <a:buChar char="Ø"/>
            </a:pPr>
            <a:r>
              <a:rPr lang="en-US" altLang="zh-CN" sz="2400" dirty="0">
                <a:ea typeface="+mj-ea"/>
                <a:cs typeface="+mj-cs"/>
              </a:rPr>
              <a:t> https://zhangzhics.github.io</a:t>
            </a:r>
            <a:r>
              <a:rPr lang="en-AU" sz="2400" dirty="0">
                <a:ea typeface="+mj-ea"/>
                <a:cs typeface="+mj-cs"/>
                <a:hlinkClick r:id="rId3">
                  <a:extLst>
                    <a:ext uri="{A12FA001-AC4F-418D-AE19-62706E023703}">
                      <ahyp:hlinkClr xmlns:ahyp="http://schemas.microsoft.com/office/drawing/2018/hyperlinkcolor" val="tx"/>
                    </a:ext>
                  </a:extLst>
                </a:hlinkClick>
              </a:rPr>
              <a:t>‬</a:t>
            </a:r>
            <a:endParaRPr lang="en-US" altLang="zh-CN" sz="2400" dirty="0">
              <a:ea typeface="+mj-ea"/>
              <a:cs typeface="+mj-cs"/>
            </a:endParaRPr>
          </a:p>
          <a:p>
            <a:pPr marL="644752" lvl="1" indent="-187652">
              <a:lnSpc>
                <a:spcPct val="200000"/>
              </a:lnSpc>
              <a:spcBef>
                <a:spcPts val="219"/>
              </a:spcBef>
              <a:buFont typeface="Wingdings" panose="05000000000000000000" pitchFamily="2" charset="2"/>
              <a:buChar char="Ø"/>
            </a:pPr>
            <a:r>
              <a:rPr lang="en-AU" altLang="zh-CN" sz="2400" dirty="0">
                <a:ea typeface="+mj-ea"/>
                <a:cs typeface="+mj-cs"/>
              </a:rPr>
              <a:t> Email: </a:t>
            </a:r>
            <a:r>
              <a:rPr lang="en-AU" altLang="zh-CN" sz="2400" dirty="0">
                <a:solidFill>
                  <a:schemeClr val="accent6"/>
                </a:solidFill>
                <a:ea typeface="+mj-ea"/>
                <a:cs typeface="+mj-cs"/>
              </a:rPr>
              <a:t>zhi.zhang@uwa.edu.au</a:t>
            </a:r>
            <a:r>
              <a:rPr lang="en-AU" altLang="zh-CN" sz="2400" dirty="0">
                <a:ea typeface="+mj-ea"/>
                <a:cs typeface="+mj-cs"/>
              </a:rPr>
              <a:t> (queries related to CITS1003: </a:t>
            </a:r>
            <a:r>
              <a:rPr lang="en-AU" altLang="zh-CN" sz="2400" dirty="0">
                <a:solidFill>
                  <a:schemeClr val="accent6"/>
                </a:solidFill>
                <a:ea typeface="+mj-ea"/>
                <a:cs typeface="+mj-cs"/>
              </a:rPr>
              <a:t>cits1003-pmc@uwa.edu.au</a:t>
            </a:r>
            <a:r>
              <a:rPr lang="en-AU" altLang="zh-CN" sz="2400" dirty="0">
                <a:ea typeface="+mj-ea"/>
                <a:cs typeface="+mj-cs"/>
              </a:rPr>
              <a:t>)</a:t>
            </a:r>
          </a:p>
          <a:p>
            <a:pPr marL="644752" lvl="1" indent="-187652">
              <a:lnSpc>
                <a:spcPct val="200000"/>
              </a:lnSpc>
              <a:spcBef>
                <a:spcPts val="219"/>
              </a:spcBef>
              <a:buFont typeface="Wingdings" panose="05000000000000000000" pitchFamily="2" charset="2"/>
              <a:buChar char="Ø"/>
            </a:pPr>
            <a:r>
              <a:rPr lang="en-AU" sz="2400" dirty="0">
                <a:ea typeface="+mj-ea"/>
                <a:cs typeface="+mj-cs"/>
              </a:rPr>
              <a:t> Zhi Zhang‬ - ‪Google Scholar</a:t>
            </a:r>
            <a:endParaRPr lang="en-US" altLang="zh-CN" sz="2400" dirty="0">
              <a:ea typeface="+mj-ea"/>
              <a:cs typeface="+mj-cs"/>
            </a:endParaRPr>
          </a:p>
        </p:txBody>
      </p:sp>
      <p:pic>
        <p:nvPicPr>
          <p:cNvPr id="6" name="Picture 5">
            <a:extLst>
              <a:ext uri="{FF2B5EF4-FFF2-40B4-BE49-F238E27FC236}">
                <a16:creationId xmlns:a16="http://schemas.microsoft.com/office/drawing/2014/main" id="{7BCC162A-E8A3-4372-9C2A-9CB1DDD5F1DD}"/>
              </a:ext>
            </a:extLst>
          </p:cNvPr>
          <p:cNvPicPr>
            <a:picLocks noChangeAspect="1"/>
          </p:cNvPicPr>
          <p:nvPr/>
        </p:nvPicPr>
        <p:blipFill>
          <a:blip r:embed="rId4"/>
          <a:stretch>
            <a:fillRect/>
          </a:stretch>
        </p:blipFill>
        <p:spPr>
          <a:xfrm>
            <a:off x="500075" y="594360"/>
            <a:ext cx="2037385" cy="2147087"/>
          </a:xfrm>
          <a:prstGeom prst="rect">
            <a:avLst/>
          </a:prstGeom>
        </p:spPr>
      </p:pic>
    </p:spTree>
    <p:extLst>
      <p:ext uri="{BB962C8B-B14F-4D97-AF65-F5344CB8AC3E}">
        <p14:creationId xmlns:p14="http://schemas.microsoft.com/office/powerpoint/2010/main" val="2114466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2983006" y="94818"/>
            <a:ext cx="6225987" cy="42845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AU" sz="3200" b="1" dirty="0">
                <a:ea typeface="+mj-ea"/>
                <a:cs typeface="+mj-cs"/>
              </a:rPr>
              <a:t>csrankings.org</a:t>
            </a:r>
            <a:endParaRPr lang="en-US" sz="3200" b="1" dirty="0">
              <a:ea typeface="+mj-ea"/>
              <a:cs typeface="+mj-cs"/>
            </a:endParaRPr>
          </a:p>
        </p:txBody>
      </p:sp>
      <p:pic>
        <p:nvPicPr>
          <p:cNvPr id="3" name="Picture 2">
            <a:extLst>
              <a:ext uri="{FF2B5EF4-FFF2-40B4-BE49-F238E27FC236}">
                <a16:creationId xmlns:a16="http://schemas.microsoft.com/office/drawing/2014/main" id="{540A5319-A25D-44D9-85C9-93DE616AA253}"/>
              </a:ext>
            </a:extLst>
          </p:cNvPr>
          <p:cNvPicPr>
            <a:picLocks noChangeAspect="1"/>
          </p:cNvPicPr>
          <p:nvPr/>
        </p:nvPicPr>
        <p:blipFill>
          <a:blip r:embed="rId3"/>
          <a:stretch>
            <a:fillRect/>
          </a:stretch>
        </p:blipFill>
        <p:spPr>
          <a:xfrm>
            <a:off x="602167" y="580627"/>
            <a:ext cx="10509446" cy="5968327"/>
          </a:xfrm>
          <a:prstGeom prst="rect">
            <a:avLst/>
          </a:prstGeom>
        </p:spPr>
      </p:pic>
    </p:spTree>
    <p:extLst>
      <p:ext uri="{BB962C8B-B14F-4D97-AF65-F5344CB8AC3E}">
        <p14:creationId xmlns:p14="http://schemas.microsoft.com/office/powerpoint/2010/main" val="1934526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6B0E3E-4329-454D-A12A-FE6688AD2840}"/>
              </a:ext>
            </a:extLst>
          </p:cNvPr>
          <p:cNvPicPr>
            <a:picLocks noChangeAspect="1"/>
          </p:cNvPicPr>
          <p:nvPr/>
        </p:nvPicPr>
        <p:blipFill>
          <a:blip r:embed="rId3"/>
          <a:stretch>
            <a:fillRect/>
          </a:stretch>
        </p:blipFill>
        <p:spPr>
          <a:xfrm>
            <a:off x="964071" y="564056"/>
            <a:ext cx="8037849" cy="4441081"/>
          </a:xfrm>
          <a:prstGeom prst="rect">
            <a:avLst/>
          </a:prstGeom>
        </p:spPr>
      </p:pic>
    </p:spTree>
    <p:extLst>
      <p:ext uri="{BB962C8B-B14F-4D97-AF65-F5344CB8AC3E}">
        <p14:creationId xmlns:p14="http://schemas.microsoft.com/office/powerpoint/2010/main" val="3399512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092D7B-31ED-4372-ADA5-9B1FD4A214C6}"/>
              </a:ext>
            </a:extLst>
          </p:cNvPr>
          <p:cNvSpPr txBox="1"/>
          <p:nvPr/>
        </p:nvSpPr>
        <p:spPr>
          <a:xfrm>
            <a:off x="610780" y="503504"/>
            <a:ext cx="8408529" cy="461665"/>
          </a:xfrm>
          <a:prstGeom prst="rect">
            <a:avLst/>
          </a:prstGeom>
          <a:noFill/>
        </p:spPr>
        <p:txBody>
          <a:bodyPr wrap="square">
            <a:spAutoFit/>
          </a:bodyPr>
          <a:lstStyle/>
          <a:p>
            <a:r>
              <a:rPr lang="en-AU" sz="2400" dirty="0">
                <a:ea typeface="+mj-ea"/>
                <a:cs typeface="+mj-cs"/>
              </a:rPr>
              <a:t>https://github.com/dramdig/DRAMDig</a:t>
            </a:r>
          </a:p>
        </p:txBody>
      </p:sp>
      <p:pic>
        <p:nvPicPr>
          <p:cNvPr id="5" name="Picture 4">
            <a:extLst>
              <a:ext uri="{FF2B5EF4-FFF2-40B4-BE49-F238E27FC236}">
                <a16:creationId xmlns:a16="http://schemas.microsoft.com/office/drawing/2014/main" id="{9F66A5B5-50AA-4CD0-AABE-F5083B9598A1}"/>
              </a:ext>
            </a:extLst>
          </p:cNvPr>
          <p:cNvPicPr>
            <a:picLocks noChangeAspect="1"/>
          </p:cNvPicPr>
          <p:nvPr/>
        </p:nvPicPr>
        <p:blipFill>
          <a:blip r:embed="rId3"/>
          <a:stretch>
            <a:fillRect/>
          </a:stretch>
        </p:blipFill>
        <p:spPr>
          <a:xfrm>
            <a:off x="610780" y="3044607"/>
            <a:ext cx="10133420" cy="1406926"/>
          </a:xfrm>
          <a:prstGeom prst="rect">
            <a:avLst/>
          </a:prstGeom>
        </p:spPr>
      </p:pic>
      <p:pic>
        <p:nvPicPr>
          <p:cNvPr id="7" name="Picture 6">
            <a:extLst>
              <a:ext uri="{FF2B5EF4-FFF2-40B4-BE49-F238E27FC236}">
                <a16:creationId xmlns:a16="http://schemas.microsoft.com/office/drawing/2014/main" id="{7A35A350-B588-4556-BC42-91FAADB002C6}"/>
              </a:ext>
            </a:extLst>
          </p:cNvPr>
          <p:cNvPicPr>
            <a:picLocks noChangeAspect="1"/>
          </p:cNvPicPr>
          <p:nvPr/>
        </p:nvPicPr>
        <p:blipFill>
          <a:blip r:embed="rId4"/>
          <a:stretch>
            <a:fillRect/>
          </a:stretch>
        </p:blipFill>
        <p:spPr>
          <a:xfrm>
            <a:off x="610780" y="1361425"/>
            <a:ext cx="10133420" cy="1686160"/>
          </a:xfrm>
          <a:prstGeom prst="rect">
            <a:avLst/>
          </a:prstGeom>
        </p:spPr>
      </p:pic>
    </p:spTree>
    <p:extLst>
      <p:ext uri="{BB962C8B-B14F-4D97-AF65-F5344CB8AC3E}">
        <p14:creationId xmlns:p14="http://schemas.microsoft.com/office/powerpoint/2010/main" val="3019703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08391E-023D-4A90-A5AC-88701533A80B}"/>
              </a:ext>
            </a:extLst>
          </p:cNvPr>
          <p:cNvSpPr/>
          <p:nvPr/>
        </p:nvSpPr>
        <p:spPr>
          <a:xfrm>
            <a:off x="408561" y="665319"/>
            <a:ext cx="11284085" cy="4850636"/>
          </a:xfrm>
          <a:prstGeom prst="rect">
            <a:avLst/>
          </a:prstGeom>
        </p:spPr>
        <p:txBody>
          <a:bodyPr wrap="square" lIns="20016" tIns="10008" rIns="20016" bIns="10008">
            <a:spAutoFit/>
          </a:bodyPr>
          <a:lstStyle/>
          <a:p>
            <a:pPr marL="250203" indent="-250203">
              <a:buFont typeface="Wingdings" panose="05000000000000000000" pitchFamily="2" charset="2"/>
              <a:buChar char="q"/>
            </a:pPr>
            <a:r>
              <a:rPr lang="en-AU" sz="2800" b="1" dirty="0">
                <a:ea typeface="+mj-ea"/>
                <a:cs typeface="+mj-cs"/>
              </a:rPr>
              <a:t>White Hat Assessment…</a:t>
            </a:r>
            <a:endParaRPr lang="en-US" altLang="zh-CN" sz="2800" b="1" dirty="0">
              <a:ea typeface="+mj-ea"/>
              <a:cs typeface="+mj-cs"/>
            </a:endParaRPr>
          </a:p>
          <a:p>
            <a:pPr marL="644752" lvl="1" indent="-187652">
              <a:lnSpc>
                <a:spcPct val="200000"/>
              </a:lnSpc>
              <a:spcBef>
                <a:spcPts val="219"/>
              </a:spcBef>
              <a:buFont typeface="Wingdings" panose="05000000000000000000" pitchFamily="2" charset="2"/>
              <a:buChar char="Ø"/>
            </a:pPr>
            <a:r>
              <a:rPr lang="en-AU" altLang="zh-CN" sz="2000" dirty="0">
                <a:ea typeface="+mj-ea"/>
                <a:cs typeface="+mj-cs"/>
              </a:rPr>
              <a:t>Open-source Cloud Software, e.g., Xen and Docker</a:t>
            </a:r>
          </a:p>
          <a:p>
            <a:pPr marL="1257200" lvl="2" indent="-342900">
              <a:lnSpc>
                <a:spcPct val="200000"/>
              </a:lnSpc>
              <a:spcBef>
                <a:spcPts val="219"/>
              </a:spcBef>
              <a:buFont typeface="Courier New" panose="02070309020205020404" pitchFamily="49" charset="0"/>
              <a:buChar char="o"/>
            </a:pPr>
            <a:r>
              <a:rPr lang="en-AU" sz="2000" dirty="0">
                <a:solidFill>
                  <a:schemeClr val="accent6"/>
                </a:solidFill>
                <a:ea typeface="+mj-ea"/>
                <a:cs typeface="+mj-cs"/>
              </a:rPr>
              <a:t>Reported 2 confirmed </a:t>
            </a:r>
            <a:r>
              <a:rPr lang="en-AU" altLang="zh-CN" sz="2000" dirty="0">
                <a:solidFill>
                  <a:schemeClr val="accent6"/>
                </a:solidFill>
                <a:ea typeface="+mj-ea"/>
                <a:cs typeface="+mj-cs"/>
              </a:rPr>
              <a:t>vulnerabilities. </a:t>
            </a:r>
            <a:endParaRPr lang="en-AU" sz="2000" dirty="0">
              <a:solidFill>
                <a:schemeClr val="accent6"/>
              </a:solidFill>
              <a:ea typeface="+mj-ea"/>
              <a:cs typeface="+mj-cs"/>
            </a:endParaRPr>
          </a:p>
          <a:p>
            <a:pPr marL="1257200" lvl="2" indent="-342900">
              <a:lnSpc>
                <a:spcPct val="200000"/>
              </a:lnSpc>
              <a:spcBef>
                <a:spcPts val="219"/>
              </a:spcBef>
              <a:buFont typeface="Courier New" panose="02070309020205020404" pitchFamily="49" charset="0"/>
              <a:buChar char="o"/>
            </a:pPr>
            <a:r>
              <a:rPr lang="en-AU" altLang="zh-CN" sz="2000" dirty="0">
                <a:solidFill>
                  <a:schemeClr val="accent6"/>
                </a:solidFill>
                <a:ea typeface="+mj-ea"/>
                <a:cs typeface="+mj-cs"/>
              </a:rPr>
              <a:t>Developed 2 patches which have been merged to their mainline.</a:t>
            </a:r>
          </a:p>
          <a:p>
            <a:pPr marL="644752" lvl="1" indent="-187652">
              <a:lnSpc>
                <a:spcPct val="200000"/>
              </a:lnSpc>
              <a:spcBef>
                <a:spcPts val="219"/>
              </a:spcBef>
              <a:buFont typeface="Wingdings" panose="05000000000000000000" pitchFamily="2" charset="2"/>
              <a:buChar char="Ø"/>
            </a:pPr>
            <a:r>
              <a:rPr lang="en-AU" altLang="zh-CN" sz="2000" dirty="0">
                <a:ea typeface="+mj-ea"/>
                <a:cs typeface="+mj-cs"/>
              </a:rPr>
              <a:t> Open-source Cryptographic Toolkits, e.g., </a:t>
            </a:r>
            <a:r>
              <a:rPr lang="en-AU" altLang="zh-CN" sz="2000" dirty="0" err="1">
                <a:ea typeface="+mj-ea"/>
                <a:cs typeface="+mj-cs"/>
              </a:rPr>
              <a:t>WolfSSL</a:t>
            </a:r>
            <a:endParaRPr lang="en-US" altLang="zh-CN" sz="2000" dirty="0">
              <a:ea typeface="+mj-ea"/>
              <a:cs typeface="+mj-cs"/>
            </a:endParaRPr>
          </a:p>
          <a:p>
            <a:pPr marL="1257200" lvl="2" indent="-342900">
              <a:lnSpc>
                <a:spcPct val="200000"/>
              </a:lnSpc>
              <a:spcBef>
                <a:spcPts val="219"/>
              </a:spcBef>
              <a:buFont typeface="Courier New" panose="02070309020205020404" pitchFamily="49" charset="0"/>
              <a:buChar char="o"/>
            </a:pPr>
            <a:r>
              <a:rPr lang="en-AU" altLang="zh-CN" sz="2000" dirty="0">
                <a:solidFill>
                  <a:schemeClr val="accent6"/>
                </a:solidFill>
                <a:ea typeface="+mj-ea"/>
                <a:cs typeface="+mj-cs"/>
              </a:rPr>
              <a:t>Reported 5 confirmed vulnerabilities.</a:t>
            </a:r>
            <a:endParaRPr lang="en-AU" altLang="zh-CN" sz="2000" dirty="0">
              <a:ea typeface="+mj-ea"/>
              <a:cs typeface="+mj-cs"/>
            </a:endParaRPr>
          </a:p>
          <a:p>
            <a:pPr marL="644752" lvl="1" indent="-187652">
              <a:lnSpc>
                <a:spcPct val="200000"/>
              </a:lnSpc>
              <a:spcBef>
                <a:spcPts val="219"/>
              </a:spcBef>
              <a:buFont typeface="Wingdings" panose="05000000000000000000" pitchFamily="2" charset="2"/>
              <a:buChar char="Ø"/>
            </a:pPr>
            <a:r>
              <a:rPr lang="en-AU" sz="2000" dirty="0">
                <a:ea typeface="+mj-ea"/>
                <a:cs typeface="+mj-cs"/>
              </a:rPr>
              <a:t>Presented interesting hacking techniques at famous hacking conferences</a:t>
            </a:r>
          </a:p>
          <a:p>
            <a:pPr marL="644752" lvl="1" indent="-187652">
              <a:lnSpc>
                <a:spcPct val="200000"/>
              </a:lnSpc>
              <a:spcBef>
                <a:spcPts val="219"/>
              </a:spcBef>
              <a:buFont typeface="Wingdings" panose="05000000000000000000" pitchFamily="2" charset="2"/>
              <a:buChar char="Ø"/>
            </a:pPr>
            <a:endParaRPr kumimoji="1" lang="en-US" altLang="zh-CN" sz="2000" dirty="0"/>
          </a:p>
        </p:txBody>
      </p:sp>
    </p:spTree>
    <p:extLst>
      <p:ext uri="{BB962C8B-B14F-4D97-AF65-F5344CB8AC3E}">
        <p14:creationId xmlns:p14="http://schemas.microsoft.com/office/powerpoint/2010/main" val="3234294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31A839-9D28-7749-9BD6-E294D81EED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6782" y="213360"/>
            <a:ext cx="8001000" cy="6443472"/>
          </a:xfrm>
          <a:prstGeom prst="rect">
            <a:avLst/>
          </a:prstGeom>
        </p:spPr>
      </p:pic>
    </p:spTree>
    <p:extLst>
      <p:ext uri="{BB962C8B-B14F-4D97-AF65-F5344CB8AC3E}">
        <p14:creationId xmlns:p14="http://schemas.microsoft.com/office/powerpoint/2010/main" val="3392685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F3C42F-05D8-49ED-AF35-C5FF84EC069D}"/>
              </a:ext>
            </a:extLst>
          </p:cNvPr>
          <p:cNvSpPr/>
          <p:nvPr/>
        </p:nvSpPr>
        <p:spPr>
          <a:xfrm>
            <a:off x="7535332" y="143387"/>
            <a:ext cx="1117601" cy="65872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rgbClr val="C00000"/>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9BBDBF6F-560A-4748-833A-53044B26F557}"/>
              </a:ext>
            </a:extLst>
          </p:cNvPr>
          <p:cNvSpPr/>
          <p:nvPr/>
        </p:nvSpPr>
        <p:spPr>
          <a:xfrm>
            <a:off x="7165494" y="296718"/>
            <a:ext cx="1487439" cy="4834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rgbClr val="C00000"/>
                </a:solidFill>
                <a:latin typeface="Arial" panose="020B0604020202020204" pitchFamily="34" charset="0"/>
                <a:cs typeface="Arial" panose="020B0604020202020204" pitchFamily="34" charset="0"/>
              </a:rPr>
              <a:t>2020</a:t>
            </a:r>
            <a:endParaRPr lang="en-US" sz="2800" b="1" dirty="0">
              <a:solidFill>
                <a:srgbClr val="C00000"/>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89584BC-CAB3-B344-8199-9E281BD927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4110" y="894499"/>
            <a:ext cx="9175865" cy="5680922"/>
          </a:xfrm>
          <a:prstGeom prst="rect">
            <a:avLst/>
          </a:prstGeom>
        </p:spPr>
      </p:pic>
      <p:pic>
        <p:nvPicPr>
          <p:cNvPr id="6" name="Picture 5">
            <a:extLst>
              <a:ext uri="{FF2B5EF4-FFF2-40B4-BE49-F238E27FC236}">
                <a16:creationId xmlns:a16="http://schemas.microsoft.com/office/drawing/2014/main" id="{E8CA1C5F-6F63-4A48-8AE9-8562C19C46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75313" y="143387"/>
            <a:ext cx="3460019" cy="658727"/>
          </a:xfrm>
          <a:prstGeom prst="rect">
            <a:avLst/>
          </a:prstGeom>
        </p:spPr>
      </p:pic>
    </p:spTree>
    <p:extLst>
      <p:ext uri="{BB962C8B-B14F-4D97-AF65-F5344CB8AC3E}">
        <p14:creationId xmlns:p14="http://schemas.microsoft.com/office/powerpoint/2010/main" val="2275499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410E13-10F2-4B08-8B93-CCB6420D424D}"/>
              </a:ext>
            </a:extLst>
          </p:cNvPr>
          <p:cNvSpPr/>
          <p:nvPr/>
        </p:nvSpPr>
        <p:spPr>
          <a:xfrm>
            <a:off x="-135468" y="2282776"/>
            <a:ext cx="12056533" cy="4165962"/>
          </a:xfrm>
          <a:prstGeom prst="rect">
            <a:avLst/>
          </a:prstGeom>
        </p:spPr>
        <p:txBody>
          <a:bodyPr wrap="square" lIns="20016" tIns="10008" rIns="20016" bIns="10008">
            <a:spAutoFit/>
          </a:bodyPr>
          <a:lstStyle/>
          <a:p>
            <a:endParaRPr lang="en-US" altLang="zh-CN" sz="2800" b="1" dirty="0">
              <a:ea typeface="+mj-ea"/>
              <a:cs typeface="+mj-cs"/>
            </a:endParaRPr>
          </a:p>
          <a:p>
            <a:pPr marL="644752" lvl="1" indent="-187652">
              <a:lnSpc>
                <a:spcPct val="200000"/>
              </a:lnSpc>
              <a:spcBef>
                <a:spcPts val="219"/>
              </a:spcBef>
              <a:buFont typeface="Wingdings" panose="05000000000000000000" pitchFamily="2" charset="2"/>
              <a:buChar char="Ø"/>
            </a:pPr>
            <a:r>
              <a:rPr lang="en-AU" sz="2400" dirty="0">
                <a:ea typeface="+mj-ea"/>
                <a:cs typeface="+mj-cs"/>
              </a:rPr>
              <a:t>Garrison Gao‬ - ‪Google Scholar</a:t>
            </a:r>
            <a:r>
              <a:rPr lang="en-US" altLang="zh-CN" sz="2400" dirty="0">
                <a:ea typeface="+mj-ea"/>
                <a:cs typeface="+mj-cs"/>
              </a:rPr>
              <a:t> </a:t>
            </a:r>
          </a:p>
          <a:p>
            <a:pPr marL="644752" lvl="1" indent="-187652">
              <a:lnSpc>
                <a:spcPct val="200000"/>
              </a:lnSpc>
              <a:spcBef>
                <a:spcPts val="219"/>
              </a:spcBef>
              <a:buFont typeface="Wingdings" panose="05000000000000000000" pitchFamily="2" charset="2"/>
              <a:buChar char="Ø"/>
            </a:pPr>
            <a:r>
              <a:rPr lang="en-US" altLang="zh-CN" sz="2400" dirty="0">
                <a:ea typeface="+mj-ea"/>
                <a:cs typeface="+mj-cs"/>
              </a:rPr>
              <a:t>Lecturer in </a:t>
            </a:r>
            <a:r>
              <a:rPr lang="en-AU" altLang="zh-CN" sz="2400" dirty="0">
                <a:ea typeface="+mj-ea"/>
                <a:cs typeface="+mj-cs"/>
              </a:rPr>
              <a:t>Computer Security, Office: G06@CSSE</a:t>
            </a:r>
          </a:p>
          <a:p>
            <a:pPr marL="644752" lvl="1" indent="-187652">
              <a:lnSpc>
                <a:spcPct val="200000"/>
              </a:lnSpc>
              <a:spcBef>
                <a:spcPts val="219"/>
              </a:spcBef>
              <a:buFont typeface="Wingdings" panose="05000000000000000000" pitchFamily="2" charset="2"/>
              <a:buChar char="Ø"/>
            </a:pPr>
            <a:r>
              <a:rPr lang="en-US" altLang="zh-CN" sz="2400" dirty="0">
                <a:ea typeface="+mj-ea"/>
                <a:cs typeface="+mj-cs"/>
              </a:rPr>
              <a:t> https://garrisongys.github.io/garrison// </a:t>
            </a:r>
            <a:r>
              <a:rPr lang="en-AU" sz="2400" dirty="0">
                <a:ea typeface="+mj-ea"/>
                <a:cs typeface="+mj-cs"/>
                <a:hlinkClick r:id="rId3">
                  <a:extLst>
                    <a:ext uri="{A12FA001-AC4F-418D-AE19-62706E023703}">
                      <ahyp:hlinkClr xmlns:ahyp="http://schemas.microsoft.com/office/drawing/2018/hyperlinkcolor" val="tx"/>
                    </a:ext>
                  </a:extLst>
                </a:hlinkClick>
              </a:rPr>
              <a:t>‬</a:t>
            </a:r>
            <a:endParaRPr lang="en-US" altLang="zh-CN" sz="2400" dirty="0">
              <a:ea typeface="+mj-ea"/>
              <a:cs typeface="+mj-cs"/>
            </a:endParaRPr>
          </a:p>
          <a:p>
            <a:pPr marL="644752" lvl="1" indent="-187652">
              <a:lnSpc>
                <a:spcPct val="200000"/>
              </a:lnSpc>
              <a:spcBef>
                <a:spcPts val="219"/>
              </a:spcBef>
              <a:buFont typeface="Wingdings" panose="05000000000000000000" pitchFamily="2" charset="2"/>
              <a:buChar char="Ø"/>
            </a:pPr>
            <a:r>
              <a:rPr lang="en-AU" altLang="zh-CN" sz="2400" dirty="0">
                <a:ea typeface="+mj-ea"/>
                <a:cs typeface="+mj-cs"/>
              </a:rPr>
              <a:t> Email: </a:t>
            </a:r>
            <a:r>
              <a:rPr lang="en-AU" altLang="zh-CN" sz="2400" dirty="0">
                <a:solidFill>
                  <a:schemeClr val="accent6"/>
                </a:solidFill>
                <a:ea typeface="+mj-ea"/>
                <a:cs typeface="+mj-cs"/>
              </a:rPr>
              <a:t>garrison.gao@uwa.edu.au</a:t>
            </a:r>
            <a:r>
              <a:rPr lang="en-AU" altLang="zh-CN" sz="2400" dirty="0">
                <a:ea typeface="+mj-ea"/>
                <a:cs typeface="+mj-cs"/>
              </a:rPr>
              <a:t> (queries related to CITS1003: </a:t>
            </a:r>
            <a:r>
              <a:rPr lang="en-AU" altLang="zh-CN" sz="2400" dirty="0">
                <a:solidFill>
                  <a:schemeClr val="accent6"/>
                </a:solidFill>
                <a:ea typeface="+mj-ea"/>
                <a:cs typeface="+mj-cs"/>
              </a:rPr>
              <a:t>cits1003-pmc@uwa.edu.au</a:t>
            </a:r>
            <a:r>
              <a:rPr lang="en-AU" altLang="zh-CN" sz="2400" dirty="0">
                <a:ea typeface="+mj-ea"/>
                <a:cs typeface="+mj-cs"/>
              </a:rPr>
              <a:t>)</a:t>
            </a:r>
          </a:p>
          <a:p>
            <a:pPr marL="457100" lvl="1">
              <a:lnSpc>
                <a:spcPct val="200000"/>
              </a:lnSpc>
              <a:spcBef>
                <a:spcPts val="219"/>
              </a:spcBef>
            </a:pPr>
            <a:endParaRPr lang="en-US" altLang="zh-CN" sz="2400" dirty="0">
              <a:ea typeface="+mj-ea"/>
              <a:cs typeface="+mj-cs"/>
            </a:endParaRPr>
          </a:p>
        </p:txBody>
      </p:sp>
      <p:pic>
        <p:nvPicPr>
          <p:cNvPr id="1026" name="Picture 2" descr="Yansong Gao - Lecturer - The University of Western Australia ...">
            <a:extLst>
              <a:ext uri="{FF2B5EF4-FFF2-40B4-BE49-F238E27FC236}">
                <a16:creationId xmlns:a16="http://schemas.microsoft.com/office/drawing/2014/main" id="{F25A2FFE-7368-4CB5-86A2-9BF6D86507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116" y="436577"/>
            <a:ext cx="2291958" cy="2291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2176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C49C1-730C-F94A-AE4C-BE3A366F79A1}"/>
              </a:ext>
            </a:extLst>
          </p:cNvPr>
          <p:cNvSpPr>
            <a:spLocks noGrp="1"/>
          </p:cNvSpPr>
          <p:nvPr>
            <p:ph type="title"/>
          </p:nvPr>
        </p:nvSpPr>
        <p:spPr>
          <a:xfrm>
            <a:off x="913795" y="609600"/>
            <a:ext cx="10353762" cy="1257300"/>
          </a:xfrm>
        </p:spPr>
        <p:txBody>
          <a:bodyPr>
            <a:normAutofit/>
          </a:bodyPr>
          <a:lstStyle/>
          <a:p>
            <a:r>
              <a:rPr lang="en-AU" dirty="0">
                <a:solidFill>
                  <a:srgbClr val="FFFFFF"/>
                </a:solidFill>
              </a:rPr>
              <a:t>3 Things</a:t>
            </a:r>
          </a:p>
        </p:txBody>
      </p:sp>
      <p:graphicFrame>
        <p:nvGraphicFramePr>
          <p:cNvPr id="5" name="Content Placeholder 2">
            <a:extLst>
              <a:ext uri="{FF2B5EF4-FFF2-40B4-BE49-F238E27FC236}">
                <a16:creationId xmlns:a16="http://schemas.microsoft.com/office/drawing/2014/main" id="{2B81B40E-1876-4B42-AF04-04C3FC3951A0}"/>
              </a:ext>
            </a:extLst>
          </p:cNvPr>
          <p:cNvGraphicFramePr>
            <a:graphicFrameLocks noGrp="1"/>
          </p:cNvGraphicFramePr>
          <p:nvPr>
            <p:ph idx="1"/>
            <p:extLst>
              <p:ext uri="{D42A27DB-BD31-4B8C-83A1-F6EECF244321}">
                <p14:modId xmlns:p14="http://schemas.microsoft.com/office/powerpoint/2010/main" val="405832811"/>
              </p:ext>
            </p:extLst>
          </p:nvPr>
        </p:nvGraphicFramePr>
        <p:xfrm>
          <a:off x="914400" y="2201735"/>
          <a:ext cx="10353675" cy="31434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406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p:txBody>
          <a:bodyPr/>
          <a:lstStyle/>
          <a:p>
            <a:r>
              <a:rPr lang="en-AU" dirty="0"/>
              <a:t>Pre-Requisites and Target Audience</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913795" y="2076450"/>
            <a:ext cx="10353762" cy="4396539"/>
          </a:xfrm>
        </p:spPr>
        <p:txBody>
          <a:bodyPr>
            <a:normAutofit/>
          </a:bodyPr>
          <a:lstStyle/>
          <a:p>
            <a:r>
              <a:rPr lang="en-AU" dirty="0">
                <a:latin typeface="Arial" panose="020B0604020202020204" pitchFamily="34" charset="0"/>
                <a:cs typeface="Arial" panose="020B0604020202020204" pitchFamily="34" charset="0"/>
              </a:rPr>
              <a:t>There are hundreds of students enrolled (almost 400 atm) in the unit from diverse backgrounds</a:t>
            </a:r>
          </a:p>
          <a:p>
            <a:r>
              <a:rPr lang="en-AU" dirty="0">
                <a:latin typeface="Arial" panose="020B0604020202020204" pitchFamily="34" charset="0"/>
                <a:cs typeface="Arial" panose="020B0604020202020204" pitchFamily="34" charset="0"/>
              </a:rPr>
              <a:t>There will be minimal coding (unless you want to do more) in this unit and no assumption of prior knowledge in computer science</a:t>
            </a:r>
          </a:p>
          <a:p>
            <a:r>
              <a:rPr lang="en-AU" dirty="0">
                <a:latin typeface="Arial" panose="020B0604020202020204" pitchFamily="34" charset="0"/>
                <a:cs typeface="Arial" panose="020B0604020202020204" pitchFamily="34" charset="0"/>
              </a:rPr>
              <a:t>This is an introductory course and should be suitable for anyone wishing to familiarise themselves with the terms, concepts and practical aspects of Cybersecurity</a:t>
            </a:r>
          </a:p>
          <a:p>
            <a:r>
              <a:rPr lang="en-AU" dirty="0">
                <a:latin typeface="Arial" panose="020B0604020202020204" pitchFamily="34" charset="0"/>
                <a:cs typeface="Arial" panose="020B0604020202020204" pitchFamily="34" charset="0"/>
              </a:rPr>
              <a:t>The course is mainly based on </a:t>
            </a:r>
            <a:r>
              <a:rPr lang="en-AU" dirty="0" err="1">
                <a:latin typeface="Arial" panose="020B0604020202020204" pitchFamily="34" charset="0"/>
                <a:cs typeface="Arial" panose="020B0604020202020204" pitchFamily="34" charset="0"/>
              </a:rPr>
              <a:t>CyBOK</a:t>
            </a:r>
            <a:r>
              <a:rPr lang="en-AU" dirty="0">
                <a:latin typeface="Arial" panose="020B0604020202020204" pitchFamily="34" charset="0"/>
                <a:cs typeface="Arial" panose="020B0604020202020204" pitchFamily="34" charset="0"/>
              </a:rPr>
              <a:t> - the Cybersecurity Book of Knowledge project (</a:t>
            </a:r>
            <a:r>
              <a:rPr lang="en-AU" dirty="0">
                <a:solidFill>
                  <a:srgbClr val="92D050"/>
                </a:solidFill>
                <a:latin typeface="Arial" panose="020B0604020202020204" pitchFamily="34" charset="0"/>
                <a:cs typeface="Arial" panose="020B0604020202020204" pitchFamily="34" charset="0"/>
              </a:rPr>
              <a:t>https://www.cybok.org/</a:t>
            </a:r>
            <a:r>
              <a:rPr lang="en-AU" dirty="0">
                <a:latin typeface="Arial" panose="020B0604020202020204" pitchFamily="34" charset="0"/>
                <a:cs typeface="Arial" panose="020B0604020202020204" pitchFamily="34" charset="0"/>
              </a:rPr>
              <a:t>)</a:t>
            </a:r>
            <a:endParaRPr lang="en-AU" baseline="30000" dirty="0">
              <a:latin typeface="Arial" panose="020B0604020202020204" pitchFamily="34" charset="0"/>
              <a:cs typeface="Arial" panose="020B0604020202020204" pitchFamily="34" charset="0"/>
            </a:endParaRPr>
          </a:p>
          <a:p>
            <a:pPr marL="36900" indent="0">
              <a:buNone/>
            </a:pPr>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3711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934" y="281796"/>
            <a:ext cx="10353762" cy="1257300"/>
          </a:xfrm>
        </p:spPr>
        <p:txBody>
          <a:bodyPr/>
          <a:lstStyle/>
          <a:p>
            <a:r>
              <a:rPr lang="en-AU" sz="3200" b="1" dirty="0"/>
              <a:t>To Get Started</a:t>
            </a:r>
          </a:p>
        </p:txBody>
      </p:sp>
      <p:sp>
        <p:nvSpPr>
          <p:cNvPr id="3" name="Content Placeholder 2"/>
          <p:cNvSpPr>
            <a:spLocks noGrp="1"/>
          </p:cNvSpPr>
          <p:nvPr>
            <p:ph idx="1"/>
          </p:nvPr>
        </p:nvSpPr>
        <p:spPr>
          <a:xfrm>
            <a:off x="2109711" y="1586953"/>
            <a:ext cx="5785352" cy="2830087"/>
          </a:xfrm>
        </p:spPr>
        <p:txBody>
          <a:bodyPr numCol="2">
            <a:normAutofit/>
          </a:bodyPr>
          <a:lstStyle/>
          <a:p>
            <a:endParaRPr lang="en-AU" dirty="0">
              <a:effectLst/>
              <a:latin typeface="Arial" panose="020B0604020202020204" pitchFamily="34" charset="0"/>
              <a:cs typeface="Arial" panose="020B0604020202020204" pitchFamily="34" charset="0"/>
            </a:endParaRPr>
          </a:p>
          <a:p>
            <a:r>
              <a:rPr lang="en-AU" dirty="0">
                <a:effectLst/>
                <a:latin typeface="Arial" panose="020B0604020202020204" pitchFamily="34" charset="0"/>
                <a:cs typeface="Arial" panose="020B0604020202020204" pitchFamily="34" charset="0"/>
              </a:rPr>
              <a:t>Emergency</a:t>
            </a:r>
          </a:p>
          <a:p>
            <a:r>
              <a:rPr lang="en-AU" dirty="0">
                <a:effectLst/>
                <a:latin typeface="Arial" panose="020B0604020202020204" pitchFamily="34" charset="0"/>
                <a:cs typeface="Arial" panose="020B0604020202020204" pitchFamily="34" charset="0"/>
              </a:rPr>
              <a:t>Assessment</a:t>
            </a:r>
          </a:p>
          <a:p>
            <a:r>
              <a:rPr lang="en-AU" dirty="0">
                <a:effectLst/>
                <a:latin typeface="Arial" panose="020B0604020202020204" pitchFamily="34" charset="0"/>
                <a:cs typeface="Arial" panose="020B0604020202020204" pitchFamily="34" charset="0"/>
              </a:rPr>
              <a:t>Topics</a:t>
            </a:r>
          </a:p>
          <a:p>
            <a:r>
              <a:rPr lang="en-AU" dirty="0">
                <a:effectLst/>
                <a:latin typeface="Arial" panose="020B0604020202020204" pitchFamily="34" charset="0"/>
                <a:cs typeface="Arial" panose="020B0604020202020204" pitchFamily="34" charset="0"/>
              </a:rPr>
              <a:t>Ethics</a:t>
            </a:r>
          </a:p>
          <a:p>
            <a:endParaRPr lang="en-AU" dirty="0">
              <a:effectLst/>
              <a:latin typeface="Arial" panose="020B0604020202020204" pitchFamily="34" charset="0"/>
              <a:cs typeface="Arial" panose="020B0604020202020204" pitchFamily="34" charset="0"/>
            </a:endParaRPr>
          </a:p>
          <a:p>
            <a:endParaRPr lang="en-AU" dirty="0">
              <a:effectLst/>
              <a:latin typeface="Arial" panose="020B0604020202020204" pitchFamily="34" charset="0"/>
              <a:cs typeface="Arial" panose="020B0604020202020204" pitchFamily="34" charset="0"/>
            </a:endParaRPr>
          </a:p>
          <a:p>
            <a:endParaRPr lang="en-AU" dirty="0"/>
          </a:p>
        </p:txBody>
      </p:sp>
      <p:sp>
        <p:nvSpPr>
          <p:cNvPr id="4" name="Content Placeholder 2">
            <a:extLst>
              <a:ext uri="{FF2B5EF4-FFF2-40B4-BE49-F238E27FC236}">
                <a16:creationId xmlns:a16="http://schemas.microsoft.com/office/drawing/2014/main" id="{973D2E26-59A3-4BD9-8FC9-629757236E38}"/>
              </a:ext>
            </a:extLst>
          </p:cNvPr>
          <p:cNvSpPr txBox="1">
            <a:spLocks/>
          </p:cNvSpPr>
          <p:nvPr/>
        </p:nvSpPr>
        <p:spPr>
          <a:xfrm>
            <a:off x="5731727" y="1545612"/>
            <a:ext cx="6460274" cy="3714749"/>
          </a:xfrm>
          <a:prstGeom prst="rect">
            <a:avLst/>
          </a:prstGeom>
          <a:effectLst>
            <a:outerShdw blurRad="25400" dir="17880000">
              <a:srgbClr val="000000">
                <a:alpha val="46000"/>
              </a:srgbClr>
            </a:outerShdw>
          </a:effectLst>
        </p:spPr>
        <p:txBody>
          <a:bodyPr vert="horz" lIns="91440" tIns="45720" rIns="91440" bIns="45720" numCol="2"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endParaRPr lang="en-AU" dirty="0">
              <a:effectLst/>
              <a:latin typeface="Arial" panose="020B0604020202020204" pitchFamily="34" charset="0"/>
              <a:cs typeface="Arial" panose="020B0604020202020204" pitchFamily="34" charset="0"/>
            </a:endParaRPr>
          </a:p>
          <a:p>
            <a:r>
              <a:rPr lang="en-AU" dirty="0">
                <a:effectLst/>
                <a:latin typeface="Arial" panose="020B0604020202020204" pitchFamily="34" charset="0"/>
                <a:cs typeface="Arial" panose="020B0604020202020204" pitchFamily="34" charset="0"/>
              </a:rPr>
              <a:t>Online resources</a:t>
            </a:r>
          </a:p>
          <a:p>
            <a:r>
              <a:rPr lang="en-AU" dirty="0">
                <a:effectLst/>
                <a:latin typeface="Arial" panose="020B0604020202020204" pitchFamily="34" charset="0"/>
                <a:cs typeface="Arial" panose="020B0604020202020204" pitchFamily="34" charset="0"/>
              </a:rPr>
              <a:t>FAQs</a:t>
            </a:r>
          </a:p>
          <a:p>
            <a:r>
              <a:rPr lang="en-US" dirty="0">
                <a:effectLst/>
                <a:latin typeface="Arial" panose="020B0604020202020204" pitchFamily="34" charset="0"/>
                <a:cs typeface="Arial" panose="020B0604020202020204" pitchFamily="34" charset="0"/>
              </a:rPr>
              <a:t>What is Cybersecurity?</a:t>
            </a:r>
          </a:p>
          <a:p>
            <a:r>
              <a:rPr lang="en-US" dirty="0">
                <a:effectLst/>
                <a:latin typeface="Arial" panose="020B0604020202020204" pitchFamily="34" charset="0"/>
                <a:cs typeface="Arial" panose="020B0604020202020204" pitchFamily="34" charset="0"/>
              </a:rPr>
              <a:t>Learning outcomes</a:t>
            </a:r>
          </a:p>
          <a:p>
            <a:endParaRPr lang="en-AU" dirty="0"/>
          </a:p>
        </p:txBody>
      </p:sp>
    </p:spTree>
    <p:extLst>
      <p:ext uri="{BB962C8B-B14F-4D97-AF65-F5344CB8AC3E}">
        <p14:creationId xmlns:p14="http://schemas.microsoft.com/office/powerpoint/2010/main" val="1786005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342901"/>
            <a:ext cx="10353762" cy="1257300"/>
          </a:xfrm>
        </p:spPr>
        <p:txBody>
          <a:bodyPr/>
          <a:lstStyle/>
          <a:p>
            <a:r>
              <a:rPr lang="en-AU" dirty="0"/>
              <a:t>Emergency</a:t>
            </a:r>
          </a:p>
        </p:txBody>
      </p:sp>
      <p:sp>
        <p:nvSpPr>
          <p:cNvPr id="3" name="Content Placeholder 2"/>
          <p:cNvSpPr>
            <a:spLocks noGrp="1"/>
          </p:cNvSpPr>
          <p:nvPr>
            <p:ph idx="1"/>
          </p:nvPr>
        </p:nvSpPr>
        <p:spPr>
          <a:xfrm>
            <a:off x="336243" y="1600201"/>
            <a:ext cx="5759757" cy="4525963"/>
          </a:xfrm>
        </p:spPr>
        <p:txBody>
          <a:bodyPr>
            <a:normAutofit/>
          </a:bodyPr>
          <a:lstStyle/>
          <a:p>
            <a:r>
              <a:rPr lang="en-AU" dirty="0">
                <a:latin typeface="Arial" panose="020B0604020202020204" pitchFamily="34" charset="0"/>
                <a:cs typeface="Arial" panose="020B0604020202020204" pitchFamily="34" charset="0"/>
              </a:rPr>
              <a:t>General emergency: call campus security at 6488 2222</a:t>
            </a:r>
          </a:p>
          <a:p>
            <a:r>
              <a:rPr lang="en-AU" dirty="0">
                <a:latin typeface="Arial" panose="020B0604020202020204" pitchFamily="34" charset="0"/>
                <a:cs typeface="Arial" panose="020B0604020202020204" pitchFamily="34" charset="0"/>
              </a:rPr>
              <a:t>In super emergency: call emergency at 000</a:t>
            </a:r>
          </a:p>
          <a:p>
            <a:pPr marL="36900" indent="0">
              <a:buNone/>
            </a:pPr>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For more details, please have a read through our emergency procedure for various potential incidents</a:t>
            </a:r>
          </a:p>
          <a:p>
            <a:pPr lvl="1"/>
            <a:r>
              <a:rPr lang="en-AU" dirty="0">
                <a:latin typeface="Arial" panose="020B0604020202020204" pitchFamily="34" charset="0"/>
                <a:cs typeface="Arial" panose="020B0604020202020204" pitchFamily="34" charset="0"/>
                <a:hlinkClick r:id="rId3"/>
              </a:rPr>
              <a:t>http://www.safety.uwa.edu.au/incidents-injuries-emergency/procedures</a:t>
            </a:r>
            <a:endParaRPr lang="en-AU" dirty="0">
              <a:latin typeface="Arial" panose="020B0604020202020204" pitchFamily="34" charset="0"/>
              <a:cs typeface="Arial" panose="020B0604020202020204" pitchFamily="34" charset="0"/>
            </a:endParaRPr>
          </a:p>
          <a:p>
            <a:pPr lvl="1"/>
            <a:endParaRPr lang="en-AU"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D6D401DD-ABB4-4DA0-ACA9-85C7AEFAF6AB}"/>
              </a:ext>
            </a:extLst>
          </p:cNvPr>
          <p:cNvSpPr txBox="1">
            <a:spLocks/>
          </p:cNvSpPr>
          <p:nvPr/>
        </p:nvSpPr>
        <p:spPr>
          <a:xfrm>
            <a:off x="6096000" y="1624269"/>
            <a:ext cx="5539179" cy="4525963"/>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dirty="0">
                <a:latin typeface="Arial" panose="020B0604020202020204" pitchFamily="34" charset="0"/>
                <a:cs typeface="Arial" panose="020B0604020202020204" pitchFamily="34" charset="0"/>
              </a:rPr>
              <a:t>For</a:t>
            </a:r>
            <a:r>
              <a:rPr lang="zh-CN" altLang="en-US" dirty="0">
                <a:latin typeface="Arial" panose="020B0604020202020204" pitchFamily="34" charset="0"/>
                <a:cs typeface="Arial" panose="020B0604020202020204" pitchFamily="34" charset="0"/>
              </a:rPr>
              <a:t> </a:t>
            </a:r>
            <a:r>
              <a:rPr lang="en-AU" altLang="zh-CN" dirty="0">
                <a:latin typeface="Arial" panose="020B0604020202020204" pitchFamily="34" charset="0"/>
                <a:cs typeface="Arial" panose="020B0604020202020204" pitchFamily="34" charset="0"/>
              </a:rPr>
              <a:t>more</a:t>
            </a:r>
            <a:r>
              <a:rPr lang="zh-CN" altLang="en-US" dirty="0">
                <a:latin typeface="Arial" panose="020B0604020202020204" pitchFamily="34" charset="0"/>
                <a:cs typeface="Arial" panose="020B0604020202020204" pitchFamily="34" charset="0"/>
              </a:rPr>
              <a:t> </a:t>
            </a:r>
            <a:r>
              <a:rPr lang="en-AU" altLang="zh-CN" dirty="0">
                <a:latin typeface="Arial" panose="020B0604020202020204" pitchFamily="34" charset="0"/>
                <a:cs typeface="Arial" panose="020B0604020202020204" pitchFamily="34" charset="0"/>
              </a:rPr>
              <a:t>student</a:t>
            </a:r>
            <a:r>
              <a:rPr lang="zh-CN" altLang="en-US" dirty="0">
                <a:latin typeface="Arial" panose="020B0604020202020204" pitchFamily="34" charset="0"/>
                <a:cs typeface="Arial" panose="020B0604020202020204" pitchFamily="34" charset="0"/>
              </a:rPr>
              <a:t> </a:t>
            </a:r>
            <a:r>
              <a:rPr lang="en-AU" altLang="zh-CN" dirty="0">
                <a:latin typeface="Arial" panose="020B0604020202020204" pitchFamily="34" charset="0"/>
                <a:cs typeface="Arial" panose="020B0604020202020204" pitchFamily="34" charset="0"/>
              </a:rPr>
              <a:t>services:</a:t>
            </a:r>
          </a:p>
          <a:p>
            <a:pPr lvl="1"/>
            <a:r>
              <a:rPr lang="en-AU" dirty="0">
                <a:latin typeface="Arial" panose="020B0604020202020204" pitchFamily="34" charset="0"/>
                <a:cs typeface="Arial" panose="020B0604020202020204" pitchFamily="34" charset="0"/>
                <a:hlinkClick r:id="rId4"/>
              </a:rPr>
              <a:t>https://www.uwa.edu.au/students/Support-services</a:t>
            </a:r>
            <a:endParaRPr lang="en-AU" dirty="0">
              <a:latin typeface="Arial" panose="020B0604020202020204" pitchFamily="34" charset="0"/>
              <a:cs typeface="Arial" panose="020B0604020202020204" pitchFamily="34" charset="0"/>
            </a:endParaRPr>
          </a:p>
          <a:p>
            <a:pPr lvl="1"/>
            <a:r>
              <a:rPr lang="en-AU" dirty="0" err="1">
                <a:latin typeface="Arial" panose="020B0604020202020204" pitchFamily="34" charset="0"/>
                <a:cs typeface="Arial" panose="020B0604020202020204" pitchFamily="34" charset="0"/>
              </a:rPr>
              <a:t>UniAccess</a:t>
            </a:r>
            <a:r>
              <a:rPr lang="en-AU" dirty="0">
                <a:latin typeface="Arial" panose="020B0604020202020204" pitchFamily="34" charset="0"/>
                <a:cs typeface="Arial" panose="020B0604020202020204" pitchFamily="34" charset="0"/>
              </a:rPr>
              <a:t>: </a:t>
            </a:r>
            <a:r>
              <a:rPr lang="en-AU" dirty="0">
                <a:latin typeface="Arial" panose="020B0604020202020204" pitchFamily="34" charset="0"/>
                <a:cs typeface="Arial" panose="020B0604020202020204" pitchFamily="34" charset="0"/>
                <a:hlinkClick r:id="rId5"/>
              </a:rPr>
              <a:t>https://www.uwa.edu.au/students/Support-services/Disability-and-accessibility</a:t>
            </a:r>
            <a:r>
              <a:rPr lang="en-AU" dirty="0">
                <a:latin typeface="Arial" panose="020B0604020202020204" pitchFamily="34" charset="0"/>
                <a:cs typeface="Arial" panose="020B0604020202020204" pitchFamily="34" charset="0"/>
              </a:rPr>
              <a:t> (send me your </a:t>
            </a:r>
            <a:r>
              <a:rPr lang="en-AU" dirty="0" err="1">
                <a:latin typeface="Arial" panose="020B0604020202020204" pitchFamily="34" charset="0"/>
                <a:cs typeface="Arial" panose="020B0604020202020204" pitchFamily="34" charset="0"/>
              </a:rPr>
              <a:t>Uniaccess</a:t>
            </a:r>
            <a:r>
              <a:rPr lang="en-AU" dirty="0">
                <a:latin typeface="Arial" panose="020B0604020202020204" pitchFamily="34" charset="0"/>
                <a:cs typeface="Arial" panose="020B0604020202020204" pitchFamily="34" charset="0"/>
              </a:rPr>
              <a:t> letters </a:t>
            </a:r>
            <a:r>
              <a:rPr lang="en-AU" sz="2000" dirty="0">
                <a:effectLst/>
                <a:latin typeface="Arial" panose="020B0604020202020204" pitchFamily="34" charset="0"/>
                <a:cs typeface="Arial" panose="020B0604020202020204" pitchFamily="34" charset="0"/>
                <a:sym typeface="Wingdings" panose="05000000000000000000" pitchFamily="2" charset="2"/>
              </a:rPr>
              <a:t>:&gt;</a:t>
            </a:r>
            <a:r>
              <a:rPr lang="en-AU" dirty="0">
                <a:latin typeface="Arial" panose="020B0604020202020204" pitchFamily="34" charset="0"/>
                <a:cs typeface="Arial" panose="020B0604020202020204" pitchFamily="34" charset="0"/>
              </a:rPr>
              <a:t>)</a:t>
            </a:r>
          </a:p>
          <a:p>
            <a:pPr lvl="1"/>
            <a:endParaRPr lang="en-AU" dirty="0">
              <a:latin typeface="Arial" panose="020B0604020202020204" pitchFamily="34" charset="0"/>
              <a:cs typeface="Arial" panose="020B0604020202020204" pitchFamily="34" charset="0"/>
            </a:endParaRPr>
          </a:p>
          <a:p>
            <a:pPr lvl="1"/>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1627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4E7FC-13D5-D64F-970D-EE15EF0A474C}"/>
              </a:ext>
            </a:extLst>
          </p:cNvPr>
          <p:cNvSpPr>
            <a:spLocks noGrp="1"/>
          </p:cNvSpPr>
          <p:nvPr>
            <p:ph type="title"/>
          </p:nvPr>
        </p:nvSpPr>
        <p:spPr>
          <a:xfrm>
            <a:off x="913795" y="0"/>
            <a:ext cx="10353762" cy="1257300"/>
          </a:xfrm>
        </p:spPr>
        <p:txBody>
          <a:bodyPr/>
          <a:lstStyle/>
          <a:p>
            <a:r>
              <a:rPr lang="en-AU" dirty="0"/>
              <a:t>Assessments</a:t>
            </a:r>
          </a:p>
        </p:txBody>
      </p:sp>
      <p:sp>
        <p:nvSpPr>
          <p:cNvPr id="3" name="Content Placeholder 2">
            <a:extLst>
              <a:ext uri="{FF2B5EF4-FFF2-40B4-BE49-F238E27FC236}">
                <a16:creationId xmlns:a16="http://schemas.microsoft.com/office/drawing/2014/main" id="{D414E03A-E6FC-764F-9D80-282B98177B8B}"/>
              </a:ext>
            </a:extLst>
          </p:cNvPr>
          <p:cNvSpPr>
            <a:spLocks noGrp="1"/>
          </p:cNvSpPr>
          <p:nvPr>
            <p:ph idx="1"/>
          </p:nvPr>
        </p:nvSpPr>
        <p:spPr>
          <a:xfrm>
            <a:off x="680331" y="1084228"/>
            <a:ext cx="10353762" cy="3714749"/>
          </a:xfrm>
        </p:spPr>
        <p:txBody>
          <a:bodyPr>
            <a:normAutofit/>
          </a:bodyPr>
          <a:lstStyle/>
          <a:p>
            <a:r>
              <a:rPr lang="en-AU" dirty="0">
                <a:latin typeface="Arial" panose="020B0604020202020204" pitchFamily="34" charset="0"/>
                <a:cs typeface="Arial" panose="020B0604020202020204" pitchFamily="34" charset="0"/>
              </a:rPr>
              <a:t>Lectures</a:t>
            </a:r>
          </a:p>
          <a:p>
            <a:r>
              <a:rPr lang="en-AU" dirty="0">
                <a:latin typeface="Arial" panose="020B0604020202020204" pitchFamily="34" charset="0"/>
                <a:cs typeface="Arial" panose="020B0604020202020204" pitchFamily="34" charset="0"/>
              </a:rPr>
              <a:t>Labs</a:t>
            </a:r>
          </a:p>
          <a:p>
            <a:r>
              <a:rPr lang="en-AU" dirty="0">
                <a:latin typeface="Arial" panose="020B0604020202020204" pitchFamily="34" charset="0"/>
                <a:cs typeface="Arial" panose="020B0604020202020204" pitchFamily="34" charset="0"/>
              </a:rPr>
              <a:t>Project</a:t>
            </a:r>
          </a:p>
          <a:p>
            <a:r>
              <a:rPr lang="en-AU" dirty="0">
                <a:latin typeface="Arial" panose="020B0604020202020204" pitchFamily="34" charset="0"/>
                <a:cs typeface="Arial" panose="020B0604020202020204" pitchFamily="34" charset="0"/>
              </a:rPr>
              <a:t>Final Exam</a:t>
            </a:r>
          </a:p>
        </p:txBody>
      </p:sp>
    </p:spTree>
    <p:extLst>
      <p:ext uri="{BB962C8B-B14F-4D97-AF65-F5344CB8AC3E}">
        <p14:creationId xmlns:p14="http://schemas.microsoft.com/office/powerpoint/2010/main" val="3788011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10CF5-26BE-4B65-9239-23B6ACA96D5E}"/>
              </a:ext>
            </a:extLst>
          </p:cNvPr>
          <p:cNvSpPr>
            <a:spLocks noGrp="1"/>
          </p:cNvSpPr>
          <p:nvPr>
            <p:ph type="title"/>
          </p:nvPr>
        </p:nvSpPr>
        <p:spPr>
          <a:xfrm>
            <a:off x="913795" y="0"/>
            <a:ext cx="10353762" cy="1257300"/>
          </a:xfrm>
        </p:spPr>
        <p:txBody>
          <a:bodyPr/>
          <a:lstStyle/>
          <a:p>
            <a:r>
              <a:rPr lang="en-AU" dirty="0"/>
              <a:t>Lectures</a:t>
            </a:r>
          </a:p>
        </p:txBody>
      </p:sp>
      <p:sp>
        <p:nvSpPr>
          <p:cNvPr id="3" name="Content Placeholder 2">
            <a:extLst>
              <a:ext uri="{FF2B5EF4-FFF2-40B4-BE49-F238E27FC236}">
                <a16:creationId xmlns:a16="http://schemas.microsoft.com/office/drawing/2014/main" id="{E7B058CF-1E66-48A8-A8EB-3BE7B8CF9E6A}"/>
              </a:ext>
            </a:extLst>
          </p:cNvPr>
          <p:cNvSpPr>
            <a:spLocks noGrp="1"/>
          </p:cNvSpPr>
          <p:nvPr>
            <p:ph idx="1"/>
          </p:nvPr>
        </p:nvSpPr>
        <p:spPr>
          <a:xfrm>
            <a:off x="913794" y="1257300"/>
            <a:ext cx="10801955" cy="4533899"/>
          </a:xfrm>
        </p:spPr>
        <p:txBody>
          <a:bodyPr/>
          <a:lstStyle/>
          <a:p>
            <a:r>
              <a:rPr lang="en-AU" dirty="0">
                <a:solidFill>
                  <a:schemeClr val="tx1"/>
                </a:solidFill>
                <a:latin typeface="Arial" panose="020B0604020202020204" pitchFamily="34" charset="0"/>
                <a:cs typeface="Arial" panose="020B0604020202020204" pitchFamily="34" charset="0"/>
              </a:rPr>
              <a:t>Lectures are presented in a flipped style: watch pre-recorded video lectures of one topic before coming to live lectures.</a:t>
            </a:r>
          </a:p>
          <a:p>
            <a:r>
              <a:rPr lang="en-AU" dirty="0">
                <a:solidFill>
                  <a:schemeClr val="tx1"/>
                </a:solidFill>
                <a:latin typeface="Arial" panose="020B0604020202020204" pitchFamily="34" charset="0"/>
                <a:cs typeface="Arial" panose="020B0604020202020204" pitchFamily="34" charset="0"/>
              </a:rPr>
              <a:t>For video lectures, they are </a:t>
            </a:r>
            <a:r>
              <a:rPr lang="en-AU" dirty="0">
                <a:latin typeface="Arial" panose="020B0604020202020204" pitchFamily="34" charset="0"/>
                <a:cs typeface="Arial" panose="020B0604020202020204" pitchFamily="34" charset="0"/>
              </a:rPr>
              <a:t>online (all 12 weeks worth of lectures!)</a:t>
            </a:r>
            <a:endParaRPr lang="en-AU" dirty="0">
              <a:solidFill>
                <a:schemeClr val="tx1"/>
              </a:solidFill>
              <a:latin typeface="Arial" panose="020B0604020202020204" pitchFamily="34" charset="0"/>
              <a:cs typeface="Arial" panose="020B0604020202020204" pitchFamily="34" charset="0"/>
            </a:endParaRPr>
          </a:p>
          <a:p>
            <a:r>
              <a:rPr lang="en-AU" dirty="0">
                <a:solidFill>
                  <a:schemeClr val="tx1"/>
                </a:solidFill>
                <a:latin typeface="Arial" panose="020B0604020202020204" pitchFamily="34" charset="0"/>
                <a:cs typeface="Arial" panose="020B0604020202020204" pitchFamily="34" charset="0"/>
              </a:rPr>
              <a:t>For live lectures, they will be recorded and uploaded into LMS. </a:t>
            </a:r>
          </a:p>
          <a:p>
            <a:pPr lvl="1"/>
            <a:r>
              <a:rPr lang="en-AU" dirty="0">
                <a:solidFill>
                  <a:schemeClr val="tx1"/>
                </a:solidFill>
                <a:latin typeface="Arial" panose="020B0604020202020204" pitchFamily="34" charset="0"/>
                <a:cs typeface="Arial" panose="020B0604020202020204" pitchFamily="34" charset="0"/>
              </a:rPr>
              <a:t>We focus on interactive exercises and discussions with final exam-style questions included.</a:t>
            </a:r>
          </a:p>
          <a:p>
            <a:pPr lvl="1"/>
            <a:r>
              <a:rPr lang="en-AU" dirty="0">
                <a:solidFill>
                  <a:schemeClr val="tx1"/>
                </a:solidFill>
                <a:latin typeface="Arial" panose="020B0604020202020204" pitchFamily="34" charset="0"/>
                <a:cs typeface="Arial" panose="020B0604020202020204" pitchFamily="34" charset="0"/>
              </a:rPr>
              <a:t>Live lectures last around 60-90 mins.</a:t>
            </a:r>
          </a:p>
        </p:txBody>
      </p:sp>
    </p:spTree>
    <p:extLst>
      <p:ext uri="{BB962C8B-B14F-4D97-AF65-F5344CB8AC3E}">
        <p14:creationId xmlns:p14="http://schemas.microsoft.com/office/powerpoint/2010/main" val="11172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1A259-E50D-4EA2-90A3-5321F575131B}"/>
              </a:ext>
            </a:extLst>
          </p:cNvPr>
          <p:cNvSpPr>
            <a:spLocks noGrp="1"/>
          </p:cNvSpPr>
          <p:nvPr>
            <p:ph type="title"/>
          </p:nvPr>
        </p:nvSpPr>
        <p:spPr>
          <a:xfrm>
            <a:off x="632638" y="5789527"/>
            <a:ext cx="10225862" cy="858416"/>
          </a:xfrm>
        </p:spPr>
        <p:txBody>
          <a:bodyPr>
            <a:normAutofit/>
          </a:bodyPr>
          <a:lstStyle/>
          <a:p>
            <a:pPr algn="l"/>
            <a:r>
              <a:rPr lang="en-AU" sz="2400" dirty="0">
                <a:solidFill>
                  <a:srgbClr val="92D050"/>
                </a:solidFill>
                <a:latin typeface="Arial" panose="020B0604020202020204" pitchFamily="34" charset="0"/>
                <a:cs typeface="Arial" panose="020B0604020202020204" pitchFamily="34" charset="0"/>
              </a:rPr>
              <a:t>https://uwacyber.gitbook.io/cits1003/cits1003-lectures/lecture-materials</a:t>
            </a:r>
          </a:p>
        </p:txBody>
      </p:sp>
      <p:pic>
        <p:nvPicPr>
          <p:cNvPr id="4" name="Picture 3">
            <a:extLst>
              <a:ext uri="{FF2B5EF4-FFF2-40B4-BE49-F238E27FC236}">
                <a16:creationId xmlns:a16="http://schemas.microsoft.com/office/drawing/2014/main" id="{ACBB16BF-B68F-49E2-AD19-1730D0E1F190}"/>
              </a:ext>
            </a:extLst>
          </p:cNvPr>
          <p:cNvPicPr>
            <a:picLocks noChangeAspect="1"/>
          </p:cNvPicPr>
          <p:nvPr/>
        </p:nvPicPr>
        <p:blipFill>
          <a:blip r:embed="rId3"/>
          <a:stretch>
            <a:fillRect/>
          </a:stretch>
        </p:blipFill>
        <p:spPr>
          <a:xfrm>
            <a:off x="632638" y="390188"/>
            <a:ext cx="10926724" cy="5399339"/>
          </a:xfrm>
          <a:prstGeom prst="rect">
            <a:avLst/>
          </a:prstGeom>
        </p:spPr>
      </p:pic>
    </p:spTree>
    <p:extLst>
      <p:ext uri="{BB962C8B-B14F-4D97-AF65-F5344CB8AC3E}">
        <p14:creationId xmlns:p14="http://schemas.microsoft.com/office/powerpoint/2010/main" val="2565774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10CF5-26BE-4B65-9239-23B6ACA96D5E}"/>
              </a:ext>
            </a:extLst>
          </p:cNvPr>
          <p:cNvSpPr>
            <a:spLocks noGrp="1"/>
          </p:cNvSpPr>
          <p:nvPr>
            <p:ph type="title"/>
          </p:nvPr>
        </p:nvSpPr>
        <p:spPr>
          <a:xfrm>
            <a:off x="913795" y="0"/>
            <a:ext cx="10353762" cy="1257300"/>
          </a:xfrm>
        </p:spPr>
        <p:txBody>
          <a:bodyPr/>
          <a:lstStyle/>
          <a:p>
            <a:r>
              <a:rPr lang="en-AU" dirty="0"/>
              <a:t>Labs </a:t>
            </a:r>
            <a:r>
              <a:rPr lang="en-AU" dirty="0">
                <a:solidFill>
                  <a:srgbClr val="FF0000"/>
                </a:solidFill>
              </a:rPr>
              <a:t>start in week 1</a:t>
            </a:r>
          </a:p>
        </p:txBody>
      </p:sp>
      <p:sp>
        <p:nvSpPr>
          <p:cNvPr id="3" name="Content Placeholder 2">
            <a:extLst>
              <a:ext uri="{FF2B5EF4-FFF2-40B4-BE49-F238E27FC236}">
                <a16:creationId xmlns:a16="http://schemas.microsoft.com/office/drawing/2014/main" id="{E7B058CF-1E66-48A8-A8EB-3BE7B8CF9E6A}"/>
              </a:ext>
            </a:extLst>
          </p:cNvPr>
          <p:cNvSpPr>
            <a:spLocks noGrp="1"/>
          </p:cNvSpPr>
          <p:nvPr>
            <p:ph idx="1"/>
          </p:nvPr>
        </p:nvSpPr>
        <p:spPr>
          <a:xfrm>
            <a:off x="913795" y="1257300"/>
            <a:ext cx="10353762" cy="4533899"/>
          </a:xfrm>
        </p:spPr>
        <p:txBody>
          <a:bodyPr/>
          <a:lstStyle/>
          <a:p>
            <a:r>
              <a:rPr lang="en-AU" dirty="0">
                <a:solidFill>
                  <a:schemeClr val="tx1"/>
                </a:solidFill>
                <a:latin typeface="Arial" panose="020B0604020202020204" pitchFamily="34" charset="0"/>
                <a:cs typeface="Arial" panose="020B0604020202020204" pitchFamily="34" charset="0"/>
              </a:rPr>
              <a:t>Lab materials</a:t>
            </a:r>
          </a:p>
          <a:p>
            <a:r>
              <a:rPr lang="en-AU" dirty="0">
                <a:solidFill>
                  <a:schemeClr val="tx1"/>
                </a:solidFill>
                <a:latin typeface="Arial" panose="020B0604020202020204" pitchFamily="34" charset="0"/>
                <a:cs typeface="Arial" panose="020B0604020202020204" pitchFamily="34" charset="0"/>
              </a:rPr>
              <a:t>Lab location</a:t>
            </a:r>
          </a:p>
          <a:p>
            <a:r>
              <a:rPr lang="en-AU" dirty="0">
                <a:solidFill>
                  <a:schemeClr val="tx1"/>
                </a:solidFill>
                <a:latin typeface="Arial" panose="020B0604020202020204" pitchFamily="34" charset="0"/>
                <a:cs typeface="Arial" panose="020B0604020202020204" pitchFamily="34" charset="0"/>
              </a:rPr>
              <a:t>Lab computer</a:t>
            </a:r>
          </a:p>
          <a:p>
            <a:r>
              <a:rPr lang="en-AU" dirty="0">
                <a:solidFill>
                  <a:schemeClr val="tx1"/>
                </a:solidFill>
                <a:latin typeface="Arial" panose="020B0604020202020204" pitchFamily="34" charset="0"/>
                <a:cs typeface="Arial" panose="020B0604020202020204" pitchFamily="34" charset="0"/>
              </a:rPr>
              <a:t>Lab assessment </a:t>
            </a:r>
          </a:p>
          <a:p>
            <a:r>
              <a:rPr lang="en-AU" dirty="0">
                <a:solidFill>
                  <a:schemeClr val="tx1"/>
                </a:solidFill>
                <a:latin typeface="Arial" panose="020B0604020202020204" pitchFamily="34" charset="0"/>
                <a:cs typeface="Arial" panose="020B0604020202020204" pitchFamily="34" charset="0"/>
              </a:rPr>
              <a:t>Lab help </a:t>
            </a:r>
          </a:p>
          <a:p>
            <a:r>
              <a:rPr lang="en-AU" dirty="0">
                <a:solidFill>
                  <a:schemeClr val="tx1"/>
                </a:solidFill>
                <a:latin typeface="Arial" panose="020B0604020202020204" pitchFamily="34" charset="0"/>
                <a:cs typeface="Arial" panose="020B0604020202020204" pitchFamily="34" charset="0"/>
              </a:rPr>
              <a:t>Lab due dates</a:t>
            </a:r>
          </a:p>
          <a:p>
            <a:r>
              <a:rPr lang="en-AU" dirty="0">
                <a:solidFill>
                  <a:schemeClr val="tx1"/>
                </a:solidFill>
                <a:latin typeface="Arial" panose="020B0604020202020204" pitchFamily="34" charset="0"/>
                <a:cs typeface="Arial" panose="020B0604020202020204" pitchFamily="34" charset="0"/>
              </a:rPr>
              <a:t>Lab setup</a:t>
            </a:r>
          </a:p>
        </p:txBody>
      </p:sp>
    </p:spTree>
    <p:extLst>
      <p:ext uri="{BB962C8B-B14F-4D97-AF65-F5344CB8AC3E}">
        <p14:creationId xmlns:p14="http://schemas.microsoft.com/office/powerpoint/2010/main" val="2447042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7BE73EB-E544-436B-BC4C-1A8693FA38FD}"/>
              </a:ext>
            </a:extLst>
          </p:cNvPr>
          <p:cNvSpPr>
            <a:spLocks noGrp="1"/>
          </p:cNvSpPr>
          <p:nvPr>
            <p:ph type="title"/>
          </p:nvPr>
        </p:nvSpPr>
        <p:spPr>
          <a:xfrm>
            <a:off x="187570" y="5613683"/>
            <a:ext cx="12004429" cy="858416"/>
          </a:xfrm>
        </p:spPr>
        <p:txBody>
          <a:bodyPr>
            <a:normAutofit/>
          </a:bodyPr>
          <a:lstStyle/>
          <a:p>
            <a:pPr algn="l"/>
            <a:r>
              <a:rPr lang="en-AU" sz="2200" dirty="0">
                <a:solidFill>
                  <a:srgbClr val="92D050"/>
                </a:solidFill>
                <a:latin typeface="Arial" panose="020B0604020202020204" pitchFamily="34" charset="0"/>
                <a:cs typeface="Arial" panose="020B0604020202020204" pitchFamily="34" charset="0"/>
              </a:rPr>
              <a:t>  https://uwacyber.gitbook.io/cits1003/cits1003-labs/introduction-to-labs</a:t>
            </a:r>
          </a:p>
        </p:txBody>
      </p:sp>
      <p:pic>
        <p:nvPicPr>
          <p:cNvPr id="3" name="Picture 2">
            <a:extLst>
              <a:ext uri="{FF2B5EF4-FFF2-40B4-BE49-F238E27FC236}">
                <a16:creationId xmlns:a16="http://schemas.microsoft.com/office/drawing/2014/main" id="{967F92AD-4DC8-4EEA-8325-716E14F1797A}"/>
              </a:ext>
            </a:extLst>
          </p:cNvPr>
          <p:cNvPicPr>
            <a:picLocks noChangeAspect="1"/>
          </p:cNvPicPr>
          <p:nvPr/>
        </p:nvPicPr>
        <p:blipFill>
          <a:blip r:embed="rId3"/>
          <a:stretch>
            <a:fillRect/>
          </a:stretch>
        </p:blipFill>
        <p:spPr>
          <a:xfrm>
            <a:off x="348343" y="570330"/>
            <a:ext cx="11473543" cy="5043353"/>
          </a:xfrm>
          <a:prstGeom prst="rect">
            <a:avLst/>
          </a:prstGeom>
        </p:spPr>
      </p:pic>
    </p:spTree>
    <p:extLst>
      <p:ext uri="{BB962C8B-B14F-4D97-AF65-F5344CB8AC3E}">
        <p14:creationId xmlns:p14="http://schemas.microsoft.com/office/powerpoint/2010/main" val="3921763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396448"/>
            <a:ext cx="10353762" cy="1044149"/>
          </a:xfrm>
        </p:spPr>
        <p:txBody>
          <a:bodyPr/>
          <a:lstStyle/>
          <a:p>
            <a:r>
              <a:rPr lang="en-AU" dirty="0"/>
              <a:t>Lab Location</a:t>
            </a:r>
          </a:p>
        </p:txBody>
      </p:sp>
      <p:sp>
        <p:nvSpPr>
          <p:cNvPr id="3" name="Content Placeholder 2"/>
          <p:cNvSpPr>
            <a:spLocks noGrp="1"/>
          </p:cNvSpPr>
          <p:nvPr>
            <p:ph idx="1"/>
          </p:nvPr>
        </p:nvSpPr>
        <p:spPr>
          <a:xfrm>
            <a:off x="913795" y="1491916"/>
            <a:ext cx="10353762" cy="2412427"/>
          </a:xfrm>
        </p:spPr>
        <p:txBody>
          <a:bodyPr>
            <a:normAutofit/>
          </a:bodyPr>
          <a:lstStyle/>
          <a:p>
            <a:r>
              <a:rPr lang="en-AU" dirty="0">
                <a:latin typeface="Arial" panose="020B0604020202020204" pitchFamily="34" charset="0"/>
                <a:cs typeface="Arial" panose="020B0604020202020204" pitchFamily="34" charset="0"/>
              </a:rPr>
              <a:t>Labs </a:t>
            </a:r>
          </a:p>
          <a:p>
            <a:pPr lvl="1"/>
            <a:r>
              <a:rPr lang="en-AU" dirty="0">
                <a:latin typeface="Arial" panose="020B0604020202020204" pitchFamily="34" charset="0"/>
                <a:cs typeface="Arial" panose="020B0604020202020204" pitchFamily="34" charset="0"/>
              </a:rPr>
              <a:t>Check your timetable for your lab allocation (</a:t>
            </a:r>
            <a:r>
              <a:rPr lang="en-AU" dirty="0">
                <a:solidFill>
                  <a:schemeClr val="accent6"/>
                </a:solidFill>
                <a:latin typeface="Arial" panose="020B0604020202020204" pitchFamily="34" charset="0"/>
                <a:cs typeface="Arial" panose="020B0604020202020204" pitchFamily="34" charset="0"/>
              </a:rPr>
              <a:t>https://studentvip.com.au/uwa/main/maps</a:t>
            </a:r>
            <a:r>
              <a:rPr lang="en-AU" dirty="0">
                <a:latin typeface="Arial" panose="020B0604020202020204" pitchFamily="34" charset="0"/>
                <a:cs typeface="Arial" panose="020B0604020202020204" pitchFamily="34" charset="0"/>
              </a:rPr>
              <a:t>)</a:t>
            </a:r>
          </a:p>
          <a:p>
            <a:pPr lvl="1"/>
            <a:r>
              <a:rPr lang="en-AU" dirty="0">
                <a:latin typeface="Arial" panose="020B0604020202020204" pitchFamily="34" charset="0"/>
                <a:cs typeface="Arial" panose="020B0604020202020204" pitchFamily="34" charset="0"/>
              </a:rPr>
              <a:t>You can go to another scheduled lab IF there is a space (normally there is)</a:t>
            </a:r>
          </a:p>
        </p:txBody>
      </p:sp>
    </p:spTree>
    <p:extLst>
      <p:ext uri="{BB962C8B-B14F-4D97-AF65-F5344CB8AC3E}">
        <p14:creationId xmlns:p14="http://schemas.microsoft.com/office/powerpoint/2010/main" val="2700717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1A259-E50D-4EA2-90A3-5321F575131B}"/>
              </a:ext>
            </a:extLst>
          </p:cNvPr>
          <p:cNvSpPr>
            <a:spLocks noGrp="1"/>
          </p:cNvSpPr>
          <p:nvPr>
            <p:ph type="title"/>
          </p:nvPr>
        </p:nvSpPr>
        <p:spPr>
          <a:xfrm>
            <a:off x="919119" y="157585"/>
            <a:ext cx="10353762" cy="684243"/>
          </a:xfrm>
        </p:spPr>
        <p:txBody>
          <a:bodyPr/>
          <a:lstStyle/>
          <a:p>
            <a:r>
              <a:rPr lang="en-AU" dirty="0"/>
              <a:t>MS Teams</a:t>
            </a:r>
          </a:p>
        </p:txBody>
      </p:sp>
      <p:pic>
        <p:nvPicPr>
          <p:cNvPr id="4" name="Picture 3">
            <a:extLst>
              <a:ext uri="{FF2B5EF4-FFF2-40B4-BE49-F238E27FC236}">
                <a16:creationId xmlns:a16="http://schemas.microsoft.com/office/drawing/2014/main" id="{985A9374-6B73-4F20-937D-14D9674A808E}"/>
              </a:ext>
            </a:extLst>
          </p:cNvPr>
          <p:cNvPicPr>
            <a:picLocks noChangeAspect="1"/>
          </p:cNvPicPr>
          <p:nvPr/>
        </p:nvPicPr>
        <p:blipFill>
          <a:blip r:embed="rId3"/>
          <a:stretch>
            <a:fillRect/>
          </a:stretch>
        </p:blipFill>
        <p:spPr>
          <a:xfrm>
            <a:off x="413544" y="1037891"/>
            <a:ext cx="11364911" cy="4782217"/>
          </a:xfrm>
          <a:prstGeom prst="rect">
            <a:avLst/>
          </a:prstGeom>
        </p:spPr>
      </p:pic>
    </p:spTree>
    <p:extLst>
      <p:ext uri="{BB962C8B-B14F-4D97-AF65-F5344CB8AC3E}">
        <p14:creationId xmlns:p14="http://schemas.microsoft.com/office/powerpoint/2010/main" val="462365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F404-5848-8D4C-8FB6-3349BDEB8F75}"/>
              </a:ext>
            </a:extLst>
          </p:cNvPr>
          <p:cNvSpPr>
            <a:spLocks noGrp="1"/>
          </p:cNvSpPr>
          <p:nvPr>
            <p:ph type="title"/>
          </p:nvPr>
        </p:nvSpPr>
        <p:spPr>
          <a:xfrm>
            <a:off x="913795" y="27709"/>
            <a:ext cx="10353762" cy="1257300"/>
          </a:xfrm>
        </p:spPr>
        <p:txBody>
          <a:bodyPr>
            <a:normAutofit/>
          </a:bodyPr>
          <a:lstStyle/>
          <a:p>
            <a:r>
              <a:rPr lang="en-AU" dirty="0"/>
              <a:t>Lab Computer</a:t>
            </a:r>
          </a:p>
        </p:txBody>
      </p:sp>
      <p:sp>
        <p:nvSpPr>
          <p:cNvPr id="3" name="Content Placeholder 2">
            <a:extLst>
              <a:ext uri="{FF2B5EF4-FFF2-40B4-BE49-F238E27FC236}">
                <a16:creationId xmlns:a16="http://schemas.microsoft.com/office/drawing/2014/main" id="{56279952-E4DB-7445-83D2-1C8ADC55F074}"/>
              </a:ext>
            </a:extLst>
          </p:cNvPr>
          <p:cNvSpPr>
            <a:spLocks noGrp="1"/>
          </p:cNvSpPr>
          <p:nvPr>
            <p:ph idx="1"/>
          </p:nvPr>
        </p:nvSpPr>
        <p:spPr>
          <a:xfrm>
            <a:off x="913795" y="1285009"/>
            <a:ext cx="10353762" cy="5260934"/>
          </a:xfrm>
        </p:spPr>
        <p:txBody>
          <a:bodyPr>
            <a:normAutofit/>
          </a:bodyPr>
          <a:lstStyle/>
          <a:p>
            <a:r>
              <a:rPr lang="en-AU" dirty="0">
                <a:latin typeface="Arial" panose="020B0604020202020204" pitchFamily="34" charset="0"/>
                <a:cs typeface="Arial" panose="020B0604020202020204" pitchFamily="34" charset="0"/>
              </a:rPr>
              <a:t>The labs are related to docker, </a:t>
            </a:r>
            <a:r>
              <a:rPr lang="en-US" dirty="0">
                <a:latin typeface="Arial" panose="020B0604020202020204" pitchFamily="34" charset="0"/>
                <a:cs typeface="Arial" panose="020B0604020202020204" pitchFamily="34" charset="0"/>
              </a:rPr>
              <a:t>VirtualBox/VMware/UTM, </a:t>
            </a:r>
            <a:r>
              <a:rPr lang="en-US" dirty="0" err="1">
                <a:latin typeface="Arial" panose="020B0604020202020204" pitchFamily="34" charset="0"/>
                <a:cs typeface="Arial" panose="020B0604020202020204" pitchFamily="34" charset="0"/>
              </a:rPr>
              <a:t>etc</a:t>
            </a:r>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As these virtualization software are NOT available on UWA lab machines, they must be run on your laptops</a:t>
            </a:r>
          </a:p>
          <a:p>
            <a:r>
              <a:rPr lang="en-AU" dirty="0">
                <a:latin typeface="Arial" panose="020B0604020202020204" pitchFamily="34" charset="0"/>
                <a:cs typeface="Arial" panose="020B0604020202020204" pitchFamily="34" charset="0"/>
              </a:rPr>
              <a:t>If you do not have a laptop that is capable of running the labs, you can arrange to borrow one: </a:t>
            </a:r>
            <a:r>
              <a:rPr lang="en-AU" dirty="0">
                <a:solidFill>
                  <a:srgbClr val="92D050"/>
                </a:solidFill>
                <a:latin typeface="Arial" panose="020B0604020202020204" pitchFamily="34" charset="0"/>
                <a:cs typeface="Arial" panose="020B0604020202020204" pitchFamily="34" charset="0"/>
              </a:rPr>
              <a:t>https://uwacyber.gitbook.io/cits1003/cits1003-labs/introduction-to-labs</a:t>
            </a:r>
          </a:p>
          <a:p>
            <a:r>
              <a:rPr lang="en-AU" dirty="0">
                <a:latin typeface="Arial" panose="020B0604020202020204" pitchFamily="34" charset="0"/>
                <a:cs typeface="Arial" panose="020B0604020202020204" pitchFamily="34" charset="0"/>
              </a:rPr>
              <a:t>Else – invest in a decent laptop – it will make a big difference to your University life.</a:t>
            </a:r>
          </a:p>
          <a:p>
            <a:r>
              <a:rPr lang="en-AU" dirty="0">
                <a:latin typeface="Arial" panose="020B0604020202020204" pitchFamily="34" charset="0"/>
                <a:cs typeface="Arial" panose="020B0604020202020204" pitchFamily="34" charset="0"/>
              </a:rPr>
              <a:t>If none of these options are available to you, please come and chat with me.</a:t>
            </a:r>
          </a:p>
        </p:txBody>
      </p:sp>
    </p:spTree>
    <p:extLst>
      <p:ext uri="{BB962C8B-B14F-4D97-AF65-F5344CB8AC3E}">
        <p14:creationId xmlns:p14="http://schemas.microsoft.com/office/powerpoint/2010/main" val="1469224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F404-5848-8D4C-8FB6-3349BDEB8F75}"/>
              </a:ext>
            </a:extLst>
          </p:cNvPr>
          <p:cNvSpPr>
            <a:spLocks noGrp="1"/>
          </p:cNvSpPr>
          <p:nvPr>
            <p:ph type="title"/>
          </p:nvPr>
        </p:nvSpPr>
        <p:spPr>
          <a:xfrm>
            <a:off x="913795" y="27709"/>
            <a:ext cx="10353762" cy="1257300"/>
          </a:xfrm>
        </p:spPr>
        <p:txBody>
          <a:bodyPr/>
          <a:lstStyle/>
          <a:p>
            <a:r>
              <a:rPr lang="en-AU" dirty="0"/>
              <a:t>Lab Assessment</a:t>
            </a:r>
          </a:p>
        </p:txBody>
      </p:sp>
      <p:sp>
        <p:nvSpPr>
          <p:cNvPr id="3" name="Content Placeholder 2">
            <a:extLst>
              <a:ext uri="{FF2B5EF4-FFF2-40B4-BE49-F238E27FC236}">
                <a16:creationId xmlns:a16="http://schemas.microsoft.com/office/drawing/2014/main" id="{56279952-E4DB-7445-83D2-1C8ADC55F074}"/>
              </a:ext>
            </a:extLst>
          </p:cNvPr>
          <p:cNvSpPr>
            <a:spLocks noGrp="1"/>
          </p:cNvSpPr>
          <p:nvPr>
            <p:ph idx="1"/>
          </p:nvPr>
        </p:nvSpPr>
        <p:spPr>
          <a:xfrm>
            <a:off x="913795" y="1285009"/>
            <a:ext cx="9863062" cy="5308296"/>
          </a:xfrm>
        </p:spPr>
        <p:txBody>
          <a:bodyPr>
            <a:normAutofit/>
          </a:bodyPr>
          <a:lstStyle/>
          <a:p>
            <a:r>
              <a:rPr lang="en-AU" dirty="0">
                <a:latin typeface="Arial" panose="020B0604020202020204" pitchFamily="34" charset="0"/>
                <a:cs typeface="Arial" panose="020B0604020202020204" pitchFamily="34" charset="0"/>
              </a:rPr>
              <a:t>Labs are worth 25% of the final grade.</a:t>
            </a:r>
          </a:p>
          <a:p>
            <a:r>
              <a:rPr lang="en-AU" dirty="0">
                <a:latin typeface="Arial" panose="020B0604020202020204" pitchFamily="34" charset="0"/>
                <a:cs typeface="Arial" panose="020B0604020202020204" pitchFamily="34" charset="0"/>
              </a:rPr>
              <a:t>Each lab is worth 25 points</a:t>
            </a:r>
          </a:p>
          <a:p>
            <a:r>
              <a:rPr lang="en-AU" dirty="0">
                <a:latin typeface="Arial" panose="020B0604020202020204" pitchFamily="34" charset="0"/>
                <a:cs typeface="Arial" panose="020B0604020202020204" pitchFamily="34" charset="0"/>
              </a:rPr>
              <a:t>10 labs in total are worth 250 points.</a:t>
            </a:r>
          </a:p>
          <a:p>
            <a:r>
              <a:rPr lang="en-AU" dirty="0">
                <a:latin typeface="Arial" panose="020B0604020202020204" pitchFamily="34" charset="0"/>
                <a:cs typeface="Arial" panose="020B0604020202020204" pitchFamily="34" charset="0"/>
              </a:rPr>
              <a:t>Submission site: </a:t>
            </a:r>
            <a:r>
              <a:rPr lang="en-AU" dirty="0">
                <a:solidFill>
                  <a:srgbClr val="92D050"/>
                </a:solidFill>
                <a:latin typeface="Arial" panose="020B0604020202020204" pitchFamily="34" charset="0"/>
                <a:cs typeface="Arial" panose="020B0604020202020204" pitchFamily="34" charset="0"/>
              </a:rPr>
              <a:t>https://labs.cits1003.jinhong.org/ </a:t>
            </a:r>
          </a:p>
          <a:p>
            <a:pPr lvl="1">
              <a:buFont typeface="Courier New" panose="02070309020205020404" pitchFamily="49" charset="0"/>
              <a:buChar char="o"/>
            </a:pPr>
            <a:r>
              <a:rPr lang="en-AU" sz="2100" dirty="0">
                <a:latin typeface="Arial" panose="020B0604020202020204" pitchFamily="34" charset="0"/>
                <a:cs typeface="Arial" panose="020B0604020202020204" pitchFamily="34" charset="0"/>
              </a:rPr>
              <a:t>Registering the site: </a:t>
            </a:r>
          </a:p>
          <a:p>
            <a:pPr marL="450000" lvl="1" indent="0">
              <a:buNone/>
            </a:pPr>
            <a:r>
              <a:rPr lang="en-AU" sz="2100" dirty="0">
                <a:solidFill>
                  <a:srgbClr val="92D050"/>
                </a:solidFill>
                <a:latin typeface="Arial" panose="020B0604020202020204" pitchFamily="34" charset="0"/>
                <a:cs typeface="Arial" panose="020B0604020202020204" pitchFamily="34" charset="0"/>
              </a:rPr>
              <a:t>https://uwacyber.gitbook.io/cits1003/cits1003-labs/introduction-to-labs</a:t>
            </a:r>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7980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119" y="228600"/>
            <a:ext cx="10353762" cy="719667"/>
          </a:xfrm>
        </p:spPr>
        <p:txBody>
          <a:bodyPr>
            <a:normAutofit/>
          </a:bodyPr>
          <a:lstStyle/>
          <a:p>
            <a:r>
              <a:rPr lang="en-US" dirty="0"/>
              <a:t>Submission Site</a:t>
            </a:r>
            <a:endParaRPr lang="en-AU" dirty="0"/>
          </a:p>
        </p:txBody>
      </p:sp>
      <p:pic>
        <p:nvPicPr>
          <p:cNvPr id="4" name="Picture 3">
            <a:extLst>
              <a:ext uri="{FF2B5EF4-FFF2-40B4-BE49-F238E27FC236}">
                <a16:creationId xmlns:a16="http://schemas.microsoft.com/office/drawing/2014/main" id="{F8629A5C-3EC5-4778-A532-9CCDE40FB699}"/>
              </a:ext>
            </a:extLst>
          </p:cNvPr>
          <p:cNvPicPr>
            <a:picLocks noChangeAspect="1"/>
          </p:cNvPicPr>
          <p:nvPr/>
        </p:nvPicPr>
        <p:blipFill>
          <a:blip r:embed="rId3"/>
          <a:stretch>
            <a:fillRect/>
          </a:stretch>
        </p:blipFill>
        <p:spPr>
          <a:xfrm>
            <a:off x="1159288" y="1187470"/>
            <a:ext cx="9873423" cy="4898751"/>
          </a:xfrm>
          <a:prstGeom prst="rect">
            <a:avLst/>
          </a:prstGeom>
        </p:spPr>
      </p:pic>
    </p:spTree>
    <p:extLst>
      <p:ext uri="{BB962C8B-B14F-4D97-AF65-F5344CB8AC3E}">
        <p14:creationId xmlns:p14="http://schemas.microsoft.com/office/powerpoint/2010/main" val="24332801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119" y="228600"/>
            <a:ext cx="10353762" cy="719667"/>
          </a:xfrm>
        </p:spPr>
        <p:txBody>
          <a:bodyPr>
            <a:normAutofit/>
          </a:bodyPr>
          <a:lstStyle/>
          <a:p>
            <a:r>
              <a:rPr lang="en-US" dirty="0"/>
              <a:t>Submission Site</a:t>
            </a:r>
            <a:endParaRPr lang="en-AU" dirty="0"/>
          </a:p>
        </p:txBody>
      </p:sp>
      <p:pic>
        <p:nvPicPr>
          <p:cNvPr id="6" name="Picture 5">
            <a:extLst>
              <a:ext uri="{FF2B5EF4-FFF2-40B4-BE49-F238E27FC236}">
                <a16:creationId xmlns:a16="http://schemas.microsoft.com/office/drawing/2014/main" id="{99645AED-680C-4C9A-B52F-0FFBFD4A7E74}"/>
              </a:ext>
            </a:extLst>
          </p:cNvPr>
          <p:cNvPicPr>
            <a:picLocks noChangeAspect="1"/>
          </p:cNvPicPr>
          <p:nvPr/>
        </p:nvPicPr>
        <p:blipFill>
          <a:blip r:embed="rId3"/>
          <a:stretch>
            <a:fillRect/>
          </a:stretch>
        </p:blipFill>
        <p:spPr>
          <a:xfrm>
            <a:off x="1108966" y="948267"/>
            <a:ext cx="9974067" cy="5430008"/>
          </a:xfrm>
          <a:prstGeom prst="rect">
            <a:avLst/>
          </a:prstGeom>
        </p:spPr>
      </p:pic>
    </p:spTree>
    <p:extLst>
      <p:ext uri="{BB962C8B-B14F-4D97-AF65-F5344CB8AC3E}">
        <p14:creationId xmlns:p14="http://schemas.microsoft.com/office/powerpoint/2010/main" val="16510096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119" y="228600"/>
            <a:ext cx="10353762" cy="719667"/>
          </a:xfrm>
        </p:spPr>
        <p:txBody>
          <a:bodyPr>
            <a:normAutofit/>
          </a:bodyPr>
          <a:lstStyle/>
          <a:p>
            <a:r>
              <a:rPr lang="en-US" dirty="0"/>
              <a:t>Submission Site</a:t>
            </a:r>
            <a:endParaRPr lang="en-AU" dirty="0"/>
          </a:p>
        </p:txBody>
      </p:sp>
      <p:pic>
        <p:nvPicPr>
          <p:cNvPr id="10" name="Picture 9">
            <a:extLst>
              <a:ext uri="{FF2B5EF4-FFF2-40B4-BE49-F238E27FC236}">
                <a16:creationId xmlns:a16="http://schemas.microsoft.com/office/drawing/2014/main" id="{1103EB4C-DA80-467A-AFF4-4FC6CB4C73EF}"/>
              </a:ext>
            </a:extLst>
          </p:cNvPr>
          <p:cNvPicPr>
            <a:picLocks noChangeAspect="1"/>
          </p:cNvPicPr>
          <p:nvPr/>
        </p:nvPicPr>
        <p:blipFill>
          <a:blip r:embed="rId3"/>
          <a:stretch>
            <a:fillRect/>
          </a:stretch>
        </p:blipFill>
        <p:spPr>
          <a:xfrm>
            <a:off x="6619614" y="1041779"/>
            <a:ext cx="4463420" cy="4867954"/>
          </a:xfrm>
          <a:prstGeom prst="rect">
            <a:avLst/>
          </a:prstGeom>
        </p:spPr>
      </p:pic>
      <p:pic>
        <p:nvPicPr>
          <p:cNvPr id="4" name="Picture 3">
            <a:extLst>
              <a:ext uri="{FF2B5EF4-FFF2-40B4-BE49-F238E27FC236}">
                <a16:creationId xmlns:a16="http://schemas.microsoft.com/office/drawing/2014/main" id="{4BC5BE70-8C22-44BF-8258-818B97634484}"/>
              </a:ext>
            </a:extLst>
          </p:cNvPr>
          <p:cNvPicPr>
            <a:picLocks noChangeAspect="1"/>
          </p:cNvPicPr>
          <p:nvPr/>
        </p:nvPicPr>
        <p:blipFill>
          <a:blip r:embed="rId4"/>
          <a:stretch>
            <a:fillRect/>
          </a:stretch>
        </p:blipFill>
        <p:spPr>
          <a:xfrm>
            <a:off x="1632580" y="1074435"/>
            <a:ext cx="4463420" cy="4835297"/>
          </a:xfrm>
          <a:prstGeom prst="rect">
            <a:avLst/>
          </a:prstGeom>
        </p:spPr>
      </p:pic>
    </p:spTree>
    <p:extLst>
      <p:ext uri="{BB962C8B-B14F-4D97-AF65-F5344CB8AC3E}">
        <p14:creationId xmlns:p14="http://schemas.microsoft.com/office/powerpoint/2010/main" val="6985006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262328"/>
            <a:ext cx="10353762" cy="1257300"/>
          </a:xfrm>
        </p:spPr>
        <p:txBody>
          <a:bodyPr/>
          <a:lstStyle/>
          <a:p>
            <a:r>
              <a:rPr lang="en-US" dirty="0"/>
              <a:t>Lab Help</a:t>
            </a:r>
            <a:endParaRPr lang="en-AU" dirty="0"/>
          </a:p>
        </p:txBody>
      </p:sp>
      <p:sp>
        <p:nvSpPr>
          <p:cNvPr id="3" name="Content Placeholder 2"/>
          <p:cNvSpPr>
            <a:spLocks noGrp="1"/>
          </p:cNvSpPr>
          <p:nvPr>
            <p:ph idx="1"/>
          </p:nvPr>
        </p:nvSpPr>
        <p:spPr>
          <a:xfrm>
            <a:off x="710299" y="1519628"/>
            <a:ext cx="10760754" cy="4519222"/>
          </a:xfrm>
        </p:spPr>
        <p:txBody>
          <a:bodyPr>
            <a:normAutofit/>
          </a:bodyPr>
          <a:lstStyle/>
          <a:p>
            <a:r>
              <a:rPr lang="en-US" dirty="0">
                <a:latin typeface="Arial" panose="020B0604020202020204" pitchFamily="34" charset="0"/>
                <a:cs typeface="Arial" panose="020B0604020202020204" pitchFamily="34" charset="0"/>
              </a:rPr>
              <a:t>For labs, we will be using a help server, which allows students to queue for help</a:t>
            </a:r>
          </a:p>
          <a:p>
            <a:pPr lvl="1"/>
            <a:r>
              <a:rPr lang="en-US" sz="2000" dirty="0">
                <a:latin typeface="Arial" panose="020B0604020202020204" pitchFamily="34" charset="0"/>
                <a:cs typeface="Arial" panose="020B0604020202020204" pitchFamily="34" charset="0"/>
              </a:rPr>
              <a:t>This means no fighting over who put their hands up first</a:t>
            </a:r>
          </a:p>
          <a:p>
            <a:pPr lvl="1"/>
            <a:r>
              <a:rPr lang="en-US" sz="2000" dirty="0">
                <a:latin typeface="Arial" panose="020B0604020202020204" pitchFamily="34" charset="0"/>
                <a:cs typeface="Arial" panose="020B0604020202020204" pitchFamily="34" charset="0"/>
              </a:rPr>
              <a:t>Online students can get noticed</a:t>
            </a:r>
          </a:p>
          <a:p>
            <a:pPr lvl="1"/>
            <a:r>
              <a:rPr lang="en-AU" sz="2000" dirty="0">
                <a:latin typeface="Arial" panose="020B0604020202020204" pitchFamily="34" charset="0"/>
                <a:cs typeface="Arial" panose="020B0604020202020204" pitchFamily="34" charset="0"/>
              </a:rPr>
              <a:t>No lab help </a:t>
            </a:r>
            <a:r>
              <a:rPr lang="en-AU" sz="2000" b="1" dirty="0">
                <a:solidFill>
                  <a:srgbClr val="FF0000"/>
                </a:solidFill>
                <a:latin typeface="Arial" panose="020B0604020202020204" pitchFamily="34" charset="0"/>
                <a:cs typeface="Arial" panose="020B0604020202020204" pitchFamily="34" charset="0"/>
              </a:rPr>
              <a:t>outside</a:t>
            </a:r>
            <a:r>
              <a:rPr lang="en-AU" sz="2000" dirty="0">
                <a:latin typeface="Arial" panose="020B0604020202020204" pitchFamily="34" charset="0"/>
                <a:cs typeface="Arial" panose="020B0604020202020204" pitchFamily="34" charset="0"/>
              </a:rPr>
              <a:t> the scheduled lab time</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36900" indent="0">
              <a:buNone/>
            </a:pPr>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575911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0"/>
            <a:ext cx="10353762" cy="1257300"/>
          </a:xfrm>
        </p:spPr>
        <p:txBody>
          <a:bodyPr/>
          <a:lstStyle/>
          <a:p>
            <a:r>
              <a:rPr lang="en-US" dirty="0"/>
              <a:t>A Help Server</a:t>
            </a:r>
            <a:endParaRPr lang="en-AU" dirty="0"/>
          </a:p>
        </p:txBody>
      </p:sp>
      <p:sp>
        <p:nvSpPr>
          <p:cNvPr id="3" name="Content Placeholder 2"/>
          <p:cNvSpPr>
            <a:spLocks noGrp="1"/>
          </p:cNvSpPr>
          <p:nvPr>
            <p:ph idx="1"/>
          </p:nvPr>
        </p:nvSpPr>
        <p:spPr>
          <a:xfrm>
            <a:off x="913795" y="1169389"/>
            <a:ext cx="10353762" cy="4519222"/>
          </a:xfrm>
        </p:spPr>
        <p:txBody>
          <a:bodyPr>
            <a:normAutofit/>
          </a:bodyPr>
          <a:lstStyle/>
          <a:p>
            <a:pPr marL="36900" indent="0">
              <a:buNone/>
            </a:pPr>
            <a:endParaRPr lang="en-US" dirty="0">
              <a:latin typeface="Arial" panose="020B0604020202020204" pitchFamily="34" charset="0"/>
              <a:cs typeface="Arial" panose="020B0604020202020204" pitchFamily="34" charset="0"/>
            </a:endParaRPr>
          </a:p>
          <a:p>
            <a:pPr marL="800100" lvl="1" indent="-342900">
              <a:buFont typeface="Wingdings" panose="05000000000000000000" pitchFamily="2" charset="2"/>
              <a:buChar char="v"/>
            </a:pPr>
            <a:r>
              <a:rPr lang="en-US" sz="2000" dirty="0">
                <a:latin typeface="Arial" panose="020B0604020202020204" pitchFamily="34" charset="0"/>
                <a:cs typeface="Arial" panose="020B0604020202020204" pitchFamily="34" charset="0"/>
              </a:rPr>
              <a:t>Access the help server at: </a:t>
            </a:r>
            <a:r>
              <a:rPr lang="en-US" sz="2000" dirty="0">
                <a:solidFill>
                  <a:srgbClr val="92D050"/>
                </a:solidFill>
                <a:latin typeface="Arial" panose="020B0604020202020204" pitchFamily="34" charset="0"/>
                <a:cs typeface="Arial" panose="020B0604020202020204" pitchFamily="34" charset="0"/>
              </a:rPr>
              <a:t>https://help.jinhong.org/  </a:t>
            </a:r>
          </a:p>
          <a:p>
            <a:pPr marL="1106100" lvl="2" indent="-342900">
              <a:buFont typeface="Wingdings" panose="05000000000000000000" pitchFamily="2" charset="2"/>
              <a:buChar char="v"/>
            </a:pPr>
            <a:r>
              <a:rPr lang="en-US" sz="2000" dirty="0">
                <a:latin typeface="Arial" panose="020B0604020202020204" pitchFamily="34" charset="0"/>
                <a:cs typeface="Arial" panose="020B0604020202020204" pitchFamily="34" charset="0"/>
              </a:rPr>
              <a:t>By default, you use your student ID with temporary password “</a:t>
            </a:r>
            <a:r>
              <a:rPr lang="en-US" sz="2000" dirty="0" err="1">
                <a:latin typeface="Arial" panose="020B0604020202020204" pitchFamily="34" charset="0"/>
                <a:cs typeface="Arial" panose="020B0604020202020204" pitchFamily="34" charset="0"/>
              </a:rPr>
              <a:t>helloworld</a:t>
            </a:r>
            <a:r>
              <a:rPr lang="en-US" sz="2000" dirty="0">
                <a:latin typeface="Arial" panose="020B0604020202020204" pitchFamily="34" charset="0"/>
                <a:cs typeface="Arial" panose="020B0604020202020204" pitchFamily="34" charset="0"/>
              </a:rPr>
              <a:t>”</a:t>
            </a:r>
          </a:p>
          <a:p>
            <a:pPr marL="1106100" lvl="2" indent="-342900">
              <a:buFont typeface="Wingdings" panose="05000000000000000000" pitchFamily="2" charset="2"/>
              <a:buChar char="v"/>
            </a:pPr>
            <a:r>
              <a:rPr lang="en-US" sz="2000" dirty="0">
                <a:latin typeface="Arial" panose="020B0604020202020204" pitchFamily="34" charset="0"/>
                <a:cs typeface="Arial" panose="020B0604020202020204" pitchFamily="34" charset="0"/>
              </a:rPr>
              <a:t>Any issues logging in, contact any of the facilitators during the lab sessions.</a:t>
            </a:r>
          </a:p>
          <a:p>
            <a:pPr marL="800100" lvl="1" indent="-342900">
              <a:buFont typeface="Wingdings" panose="05000000000000000000" pitchFamily="2" charset="2"/>
              <a:buChar char="v"/>
            </a:pPr>
            <a:r>
              <a:rPr lang="en-US" sz="2000" dirty="0">
                <a:latin typeface="Arial" panose="020B0604020202020204" pitchFamily="34" charset="0"/>
                <a:cs typeface="Arial" panose="020B0604020202020204" pitchFamily="34" charset="0"/>
              </a:rPr>
              <a:t>Fill out a form and wait until a facilitator comes to you </a:t>
            </a:r>
          </a:p>
          <a:p>
            <a:pPr marL="800100" lvl="1" indent="-342900">
              <a:buFont typeface="Wingdings" panose="05000000000000000000" pitchFamily="2" charset="2"/>
              <a:buChar char="v"/>
            </a:pPr>
            <a:r>
              <a:rPr lang="en-US" sz="2000" dirty="0">
                <a:latin typeface="Arial" panose="020B0604020202020204" pitchFamily="34" charset="0"/>
                <a:cs typeface="Arial" panose="020B0604020202020204" pitchFamily="34" charset="0"/>
              </a:rPr>
              <a:t>If you are doing labs via online, then facilitators will contact you via Teams. </a:t>
            </a:r>
          </a:p>
          <a:p>
            <a:pPr marL="1106100" lvl="2" indent="-342900">
              <a:buFont typeface="Wingdings" panose="05000000000000000000" pitchFamily="2" charset="2"/>
              <a:buChar char="v"/>
            </a:pPr>
            <a:r>
              <a:rPr lang="en-US" sz="2000" dirty="0">
                <a:latin typeface="Arial" panose="020B0604020202020204" pitchFamily="34" charset="0"/>
                <a:cs typeface="Arial" panose="020B0604020202020204" pitchFamily="34" charset="0"/>
              </a:rPr>
              <a:t>Online is discouraged, as troubleshooting is much harder compared to F2F</a:t>
            </a:r>
            <a:endParaRPr lang="en-AU"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63793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C7956DC-30BC-499A-9486-59AA92AFEB94}"/>
              </a:ext>
            </a:extLst>
          </p:cNvPr>
          <p:cNvSpPr>
            <a:spLocks noGrp="1"/>
          </p:cNvSpPr>
          <p:nvPr>
            <p:ph type="title"/>
          </p:nvPr>
        </p:nvSpPr>
        <p:spPr>
          <a:xfrm>
            <a:off x="601581" y="5803208"/>
            <a:ext cx="10184339" cy="858416"/>
          </a:xfrm>
        </p:spPr>
        <p:txBody>
          <a:bodyPr>
            <a:normAutofit/>
          </a:bodyPr>
          <a:lstStyle/>
          <a:p>
            <a:pPr algn="l"/>
            <a:r>
              <a:rPr lang="en-AU" sz="2800" dirty="0">
                <a:solidFill>
                  <a:srgbClr val="92D050"/>
                </a:solidFill>
              </a:rPr>
              <a:t>https://</a:t>
            </a:r>
            <a:r>
              <a:rPr lang="en-US" sz="2800" dirty="0">
                <a:solidFill>
                  <a:srgbClr val="92D050"/>
                </a:solidFill>
              </a:rPr>
              <a:t>help.jinhong.org</a:t>
            </a:r>
            <a:endParaRPr lang="en-AU" sz="2800" dirty="0">
              <a:solidFill>
                <a:srgbClr val="92D050"/>
              </a:solidFill>
            </a:endParaRPr>
          </a:p>
        </p:txBody>
      </p:sp>
      <p:pic>
        <p:nvPicPr>
          <p:cNvPr id="5" name="Picture 4">
            <a:extLst>
              <a:ext uri="{FF2B5EF4-FFF2-40B4-BE49-F238E27FC236}">
                <a16:creationId xmlns:a16="http://schemas.microsoft.com/office/drawing/2014/main" id="{8E414A02-27DB-453C-BA9B-F9A001B36E4E}"/>
              </a:ext>
            </a:extLst>
          </p:cNvPr>
          <p:cNvPicPr>
            <a:picLocks noChangeAspect="1"/>
          </p:cNvPicPr>
          <p:nvPr/>
        </p:nvPicPr>
        <p:blipFill>
          <a:blip r:embed="rId3"/>
          <a:stretch>
            <a:fillRect/>
          </a:stretch>
        </p:blipFill>
        <p:spPr>
          <a:xfrm>
            <a:off x="625642" y="332943"/>
            <a:ext cx="10934651" cy="5446202"/>
          </a:xfrm>
          <a:prstGeom prst="rect">
            <a:avLst/>
          </a:prstGeom>
        </p:spPr>
      </p:pic>
    </p:spTree>
    <p:extLst>
      <p:ext uri="{BB962C8B-B14F-4D97-AF65-F5344CB8AC3E}">
        <p14:creationId xmlns:p14="http://schemas.microsoft.com/office/powerpoint/2010/main" val="3241098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F404-5848-8D4C-8FB6-3349BDEB8F75}"/>
              </a:ext>
            </a:extLst>
          </p:cNvPr>
          <p:cNvSpPr>
            <a:spLocks noGrp="1"/>
          </p:cNvSpPr>
          <p:nvPr>
            <p:ph type="title"/>
          </p:nvPr>
        </p:nvSpPr>
        <p:spPr>
          <a:xfrm>
            <a:off x="913795" y="27709"/>
            <a:ext cx="10353762" cy="1257300"/>
          </a:xfrm>
        </p:spPr>
        <p:txBody>
          <a:bodyPr/>
          <a:lstStyle/>
          <a:p>
            <a:r>
              <a:rPr lang="en-AU" dirty="0"/>
              <a:t>Lab Due Dates</a:t>
            </a:r>
          </a:p>
        </p:txBody>
      </p:sp>
      <p:sp>
        <p:nvSpPr>
          <p:cNvPr id="3" name="Content Placeholder 2">
            <a:extLst>
              <a:ext uri="{FF2B5EF4-FFF2-40B4-BE49-F238E27FC236}">
                <a16:creationId xmlns:a16="http://schemas.microsoft.com/office/drawing/2014/main" id="{56279952-E4DB-7445-83D2-1C8ADC55F074}"/>
              </a:ext>
            </a:extLst>
          </p:cNvPr>
          <p:cNvSpPr>
            <a:spLocks noGrp="1"/>
          </p:cNvSpPr>
          <p:nvPr>
            <p:ph idx="1"/>
          </p:nvPr>
        </p:nvSpPr>
        <p:spPr>
          <a:xfrm>
            <a:off x="913795" y="1285009"/>
            <a:ext cx="10353762" cy="4224837"/>
          </a:xfrm>
        </p:spPr>
        <p:txBody>
          <a:bodyPr>
            <a:normAutofit/>
          </a:bodyPr>
          <a:lstStyle/>
          <a:p>
            <a:pPr rtl="0"/>
            <a:r>
              <a:rPr lang="en-US" dirty="0">
                <a:latin typeface="Arial" panose="020B0604020202020204" pitchFamily="34" charset="0"/>
                <a:cs typeface="Arial" panose="020B0604020202020204" pitchFamily="34" charset="0"/>
              </a:rPr>
              <a:t>For labs 1-3, due date:  </a:t>
            </a:r>
            <a:r>
              <a:rPr lang="en-US" dirty="0">
                <a:solidFill>
                  <a:srgbClr val="FF0000"/>
                </a:solidFill>
                <a:latin typeface="Arial" panose="020B0604020202020204" pitchFamily="34" charset="0"/>
                <a:cs typeface="Arial" panose="020B0604020202020204" pitchFamily="34" charset="0"/>
              </a:rPr>
              <a:t>11:59pm 21 March</a:t>
            </a:r>
          </a:p>
          <a:p>
            <a:pPr marL="347472" rtl="0"/>
            <a:r>
              <a:rPr lang="en-US" dirty="0">
                <a:latin typeface="Arial" panose="020B0604020202020204" pitchFamily="34" charset="0"/>
                <a:cs typeface="Arial" panose="020B0604020202020204" pitchFamily="34" charset="0"/>
              </a:rPr>
              <a:t>For labs 4-6, due date:  </a:t>
            </a:r>
            <a:r>
              <a:rPr lang="en-US" dirty="0">
                <a:solidFill>
                  <a:srgbClr val="FF0000"/>
                </a:solidFill>
                <a:latin typeface="Arial" panose="020B0604020202020204" pitchFamily="34" charset="0"/>
                <a:cs typeface="Arial" panose="020B0604020202020204" pitchFamily="34" charset="0"/>
              </a:rPr>
              <a:t>11:59pm 18 April</a:t>
            </a:r>
          </a:p>
          <a:p>
            <a:pPr marL="347472" rtl="0"/>
            <a:r>
              <a:rPr lang="en-US" dirty="0">
                <a:latin typeface="Arial" panose="020B0604020202020204" pitchFamily="34" charset="0"/>
                <a:cs typeface="Arial" panose="020B0604020202020204" pitchFamily="34" charset="0"/>
              </a:rPr>
              <a:t>For labs 7-10, due date:  </a:t>
            </a:r>
            <a:r>
              <a:rPr lang="en-US" dirty="0">
                <a:solidFill>
                  <a:srgbClr val="FF0000"/>
                </a:solidFill>
                <a:latin typeface="Arial" panose="020B0604020202020204" pitchFamily="34" charset="0"/>
                <a:cs typeface="Arial" panose="020B0604020202020204" pitchFamily="34" charset="0"/>
              </a:rPr>
              <a:t>11:59pm 16 May</a:t>
            </a:r>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80247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85F9B47-7C35-46F5-87A7-4814C5975511}"/>
              </a:ext>
            </a:extLst>
          </p:cNvPr>
          <p:cNvSpPr>
            <a:spLocks noGrp="1"/>
          </p:cNvSpPr>
          <p:nvPr>
            <p:ph type="body" sz="half" idx="2"/>
          </p:nvPr>
        </p:nvSpPr>
        <p:spPr>
          <a:xfrm>
            <a:off x="933447" y="1736629"/>
            <a:ext cx="9458782" cy="3845566"/>
          </a:xfrm>
        </p:spPr>
        <p:txBody>
          <a:bodyPr>
            <a:normAutofit/>
          </a:bodyPr>
          <a:lstStyle/>
          <a:p>
            <a:pPr marL="285750" indent="-285750" algn="l">
              <a:buFont typeface="Arial" panose="020B0604020202020204" pitchFamily="34" charset="0"/>
              <a:buChar char="•"/>
            </a:pPr>
            <a:r>
              <a:rPr lang="en-AU" sz="2000" dirty="0">
                <a:solidFill>
                  <a:schemeClr val="tx1"/>
                </a:solidFill>
                <a:latin typeface="Arial" panose="020B0604020202020204" pitchFamily="34" charset="0"/>
                <a:cs typeface="Arial" panose="020B0604020202020204" pitchFamily="34" charset="0"/>
              </a:rPr>
              <a:t>Virtual Machine Manager: </a:t>
            </a:r>
            <a:r>
              <a:rPr lang="en-AU" sz="2000" dirty="0" err="1">
                <a:solidFill>
                  <a:schemeClr val="tx1"/>
                </a:solidFill>
                <a:latin typeface="Arial" panose="020B0604020202020204" pitchFamily="34" charset="0"/>
                <a:cs typeface="Arial" panose="020B0604020202020204" pitchFamily="34" charset="0"/>
              </a:rPr>
              <a:t>Virtualbox</a:t>
            </a:r>
            <a:r>
              <a:rPr lang="en-AU" sz="2000" dirty="0">
                <a:solidFill>
                  <a:schemeClr val="tx1"/>
                </a:solidFill>
                <a:latin typeface="Arial" panose="020B0604020202020204" pitchFamily="34" charset="0"/>
                <a:cs typeface="Arial" panose="020B0604020202020204" pitchFamily="34" charset="0"/>
              </a:rPr>
              <a:t>, VMware or UTM</a:t>
            </a:r>
          </a:p>
          <a:p>
            <a:pPr marL="285750" indent="-285750" algn="l">
              <a:buFont typeface="Arial" panose="020B0604020202020204" pitchFamily="34" charset="0"/>
              <a:buChar char="•"/>
            </a:pPr>
            <a:r>
              <a:rPr lang="en-AU" sz="2000" dirty="0">
                <a:solidFill>
                  <a:schemeClr val="tx1"/>
                </a:solidFill>
                <a:latin typeface="Arial" panose="020B0604020202020204" pitchFamily="34" charset="0"/>
                <a:cs typeface="Arial" panose="020B0604020202020204" pitchFamily="34" charset="0"/>
              </a:rPr>
              <a:t>Setup VM and do labs there to avoid any mistakes propagating to your host</a:t>
            </a:r>
          </a:p>
          <a:p>
            <a:pPr marL="285750" indent="-285750" algn="l">
              <a:buFont typeface="Arial" panose="020B0604020202020204" pitchFamily="34" charset="0"/>
              <a:buChar char="•"/>
            </a:pPr>
            <a:r>
              <a:rPr lang="en-AU" sz="2000" dirty="0">
                <a:solidFill>
                  <a:schemeClr val="tx1"/>
                </a:solidFill>
                <a:latin typeface="Arial" panose="020B0604020202020204" pitchFamily="34" charset="0"/>
                <a:cs typeface="Arial" panose="020B0604020202020204" pitchFamily="34" charset="0"/>
              </a:rPr>
              <a:t>VM provides an additional layer of security.</a:t>
            </a:r>
          </a:p>
        </p:txBody>
      </p:sp>
      <p:sp>
        <p:nvSpPr>
          <p:cNvPr id="6" name="Title 1">
            <a:extLst>
              <a:ext uri="{FF2B5EF4-FFF2-40B4-BE49-F238E27FC236}">
                <a16:creationId xmlns:a16="http://schemas.microsoft.com/office/drawing/2014/main" id="{D1324EFB-07F7-4237-9408-5B6417D110A8}"/>
              </a:ext>
            </a:extLst>
          </p:cNvPr>
          <p:cNvSpPr>
            <a:spLocks noGrp="1"/>
          </p:cNvSpPr>
          <p:nvPr>
            <p:ph type="title"/>
          </p:nvPr>
        </p:nvSpPr>
        <p:spPr>
          <a:xfrm>
            <a:off x="913795" y="148237"/>
            <a:ext cx="10353762" cy="909854"/>
          </a:xfrm>
        </p:spPr>
        <p:txBody>
          <a:bodyPr/>
          <a:lstStyle/>
          <a:p>
            <a:r>
              <a:rPr lang="en-US" sz="4000" dirty="0"/>
              <a:t>Lab Setup</a:t>
            </a:r>
            <a:endParaRPr lang="en-AU" sz="4000" dirty="0"/>
          </a:p>
        </p:txBody>
      </p:sp>
    </p:spTree>
    <p:extLst>
      <p:ext uri="{BB962C8B-B14F-4D97-AF65-F5344CB8AC3E}">
        <p14:creationId xmlns:p14="http://schemas.microsoft.com/office/powerpoint/2010/main" val="6162692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4E7FC-13D5-D64F-970D-EE15EF0A474C}"/>
              </a:ext>
            </a:extLst>
          </p:cNvPr>
          <p:cNvSpPr>
            <a:spLocks noGrp="1"/>
          </p:cNvSpPr>
          <p:nvPr>
            <p:ph type="title"/>
          </p:nvPr>
        </p:nvSpPr>
        <p:spPr>
          <a:xfrm>
            <a:off x="913795" y="609600"/>
            <a:ext cx="10353762" cy="1103086"/>
          </a:xfrm>
        </p:spPr>
        <p:txBody>
          <a:bodyPr/>
          <a:lstStyle/>
          <a:p>
            <a:r>
              <a:rPr lang="en-AU" dirty="0"/>
              <a:t>Other Assessments</a:t>
            </a:r>
          </a:p>
        </p:txBody>
      </p:sp>
      <p:sp>
        <p:nvSpPr>
          <p:cNvPr id="3" name="Content Placeholder 2">
            <a:extLst>
              <a:ext uri="{FF2B5EF4-FFF2-40B4-BE49-F238E27FC236}">
                <a16:creationId xmlns:a16="http://schemas.microsoft.com/office/drawing/2014/main" id="{D414E03A-E6FC-764F-9D80-282B98177B8B}"/>
              </a:ext>
            </a:extLst>
          </p:cNvPr>
          <p:cNvSpPr>
            <a:spLocks noGrp="1"/>
          </p:cNvSpPr>
          <p:nvPr>
            <p:ph idx="1"/>
          </p:nvPr>
        </p:nvSpPr>
        <p:spPr/>
        <p:txBody>
          <a:bodyPr>
            <a:normAutofit/>
          </a:bodyPr>
          <a:lstStyle/>
          <a:p>
            <a:r>
              <a:rPr lang="en-AU" sz="2000" dirty="0">
                <a:latin typeface="Arial" panose="020B0604020202020204" pitchFamily="34" charset="0"/>
                <a:cs typeface="Arial" panose="020B0604020202020204" pitchFamily="34" charset="0"/>
              </a:rPr>
              <a:t>Project will be released in Week 6 (tentative) and end in Week 11 (tentative). This will be similar in format to the labs – except without the guidance part</a:t>
            </a:r>
          </a:p>
          <a:p>
            <a:pPr lvl="1"/>
            <a:r>
              <a:rPr lang="en-AU" sz="2000" dirty="0">
                <a:latin typeface="Arial" panose="020B0604020202020204" pitchFamily="34" charset="0"/>
                <a:cs typeface="Arial" panose="020B0604020202020204" pitchFamily="34" charset="0"/>
              </a:rPr>
              <a:t>Project is worth 25% of final grade</a:t>
            </a:r>
          </a:p>
          <a:p>
            <a:r>
              <a:rPr lang="en-AU" sz="2000" dirty="0">
                <a:latin typeface="Arial" panose="020B0604020202020204" pitchFamily="34" charset="0"/>
                <a:cs typeface="Arial" panose="020B0604020202020204" pitchFamily="34" charset="0"/>
              </a:rPr>
              <a:t>Final Exam: 50% of final grade</a:t>
            </a:r>
          </a:p>
          <a:p>
            <a:pPr lvl="1"/>
            <a:r>
              <a:rPr lang="en-AU" sz="2000" dirty="0">
                <a:latin typeface="Arial" panose="020B0604020202020204" pitchFamily="34" charset="0"/>
                <a:cs typeface="Arial" panose="020B0604020202020204" pitchFamily="34" charset="0"/>
              </a:rPr>
              <a:t>Exam overview will be done in week 12.</a:t>
            </a:r>
          </a:p>
          <a:p>
            <a:pPr lvl="1"/>
            <a:r>
              <a:rPr lang="en-AU" sz="2000" dirty="0">
                <a:latin typeface="Arial" panose="020B0604020202020204" pitchFamily="34" charset="0"/>
                <a:cs typeface="Arial" panose="020B0604020202020204" pitchFamily="34" charset="0"/>
              </a:rPr>
              <a:t>Exam can be assisted by open-book notes without electronic materials</a:t>
            </a:r>
          </a:p>
        </p:txBody>
      </p:sp>
    </p:spTree>
    <p:extLst>
      <p:ext uri="{BB962C8B-B14F-4D97-AF65-F5344CB8AC3E}">
        <p14:creationId xmlns:p14="http://schemas.microsoft.com/office/powerpoint/2010/main" val="1892611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216568"/>
            <a:ext cx="10353762" cy="1257300"/>
          </a:xfrm>
        </p:spPr>
        <p:txBody>
          <a:bodyPr/>
          <a:lstStyle/>
          <a:p>
            <a:r>
              <a:rPr lang="en-AU" dirty="0"/>
              <a:t>Weekly Topics</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5" y="1473868"/>
            <a:ext cx="10353762" cy="4564982"/>
          </a:xfrm>
        </p:spPr>
        <p:txBody>
          <a:bodyPr>
            <a:normAutofit fontScale="92500" lnSpcReduction="20000"/>
          </a:bodyPr>
          <a:lstStyle/>
          <a:p>
            <a:pPr marL="494100" indent="-457200">
              <a:buFont typeface="+mj-lt"/>
              <a:buAutoNum type="arabicPeriod"/>
            </a:pPr>
            <a:r>
              <a:rPr lang="en-AU" dirty="0">
                <a:latin typeface="Arial" panose="020B0604020202020204" pitchFamily="34" charset="0"/>
                <a:cs typeface="Arial" panose="020B0604020202020204" pitchFamily="34" charset="0"/>
              </a:rPr>
              <a:t>Introduction to overall definitions and concepts of cyber security</a:t>
            </a:r>
          </a:p>
          <a:p>
            <a:pPr marL="494100" indent="-457200">
              <a:buFont typeface="+mj-lt"/>
              <a:buAutoNum type="arabicPeriod"/>
            </a:pPr>
            <a:r>
              <a:rPr lang="en-AU" dirty="0">
                <a:latin typeface="Arial" panose="020B0604020202020204" pitchFamily="34" charset="0"/>
                <a:cs typeface="Arial" panose="020B0604020202020204" pitchFamily="34" charset="0"/>
              </a:rPr>
              <a:t>Cryptography: codes and ciphers</a:t>
            </a:r>
          </a:p>
          <a:p>
            <a:pPr marL="494100" indent="-457200">
              <a:buFont typeface="+mj-lt"/>
              <a:buAutoNum type="arabicPeriod"/>
            </a:pPr>
            <a:r>
              <a:rPr lang="en-AU" dirty="0">
                <a:latin typeface="Arial" panose="020B0604020202020204" pitchFamily="34" charset="0"/>
                <a:cs typeface="Arial" panose="020B0604020202020204" pitchFamily="34" charset="0"/>
              </a:rPr>
              <a:t>Computers and Networks</a:t>
            </a:r>
          </a:p>
          <a:p>
            <a:pPr marL="494100" indent="-457200">
              <a:buFont typeface="+mj-lt"/>
              <a:buAutoNum type="arabicPeriod"/>
            </a:pPr>
            <a:r>
              <a:rPr lang="en-AU" dirty="0">
                <a:latin typeface="Arial" panose="020B0604020202020204" pitchFamily="34" charset="0"/>
                <a:cs typeface="Arial" panose="020B0604020202020204" pitchFamily="34" charset="0"/>
              </a:rPr>
              <a:t>Threats</a:t>
            </a:r>
          </a:p>
          <a:p>
            <a:pPr marL="494100" indent="-457200">
              <a:buFont typeface="+mj-lt"/>
              <a:buAutoNum type="arabicPeriod"/>
            </a:pPr>
            <a:r>
              <a:rPr lang="en-AU" dirty="0">
                <a:latin typeface="Arial" panose="020B0604020202020204" pitchFamily="34" charset="0"/>
                <a:cs typeface="Arial" panose="020B0604020202020204" pitchFamily="34" charset="0"/>
              </a:rPr>
              <a:t>Vulnerabilities</a:t>
            </a:r>
          </a:p>
          <a:p>
            <a:pPr marL="494100" indent="-457200">
              <a:buFont typeface="+mj-lt"/>
              <a:buAutoNum type="arabicPeriod"/>
            </a:pPr>
            <a:r>
              <a:rPr lang="en-AU" dirty="0">
                <a:latin typeface="Arial" panose="020B0604020202020204" pitchFamily="34" charset="0"/>
                <a:cs typeface="Arial" panose="020B0604020202020204" pitchFamily="34" charset="0"/>
              </a:rPr>
              <a:t>Security management</a:t>
            </a:r>
          </a:p>
          <a:p>
            <a:pPr marL="494100" indent="-457200">
              <a:buFont typeface="+mj-lt"/>
              <a:buAutoNum type="arabicPeriod"/>
            </a:pPr>
            <a:r>
              <a:rPr lang="en-AU" dirty="0">
                <a:latin typeface="Arial" panose="020B0604020202020204" pitchFamily="34" charset="0"/>
                <a:cs typeface="Arial" panose="020B0604020202020204" pitchFamily="34" charset="0"/>
              </a:rPr>
              <a:t>Incidents</a:t>
            </a:r>
          </a:p>
          <a:p>
            <a:pPr marL="494100" indent="-457200">
              <a:buFont typeface="+mj-lt"/>
              <a:buAutoNum type="arabicPeriod"/>
            </a:pPr>
            <a:r>
              <a:rPr lang="en-AU" dirty="0">
                <a:latin typeface="Arial" panose="020B0604020202020204" pitchFamily="34" charset="0"/>
                <a:cs typeface="Arial" panose="020B0604020202020204" pitchFamily="34" charset="0"/>
              </a:rPr>
              <a:t>Forensics</a:t>
            </a:r>
          </a:p>
          <a:p>
            <a:pPr marL="494100" indent="-457200">
              <a:buFont typeface="+mj-lt"/>
              <a:buAutoNum type="arabicPeriod"/>
            </a:pPr>
            <a:r>
              <a:rPr lang="en-AU" dirty="0">
                <a:latin typeface="Arial" panose="020B0604020202020204" pitchFamily="34" charset="0"/>
                <a:cs typeface="Arial" panose="020B0604020202020204" pitchFamily="34" charset="0"/>
              </a:rPr>
              <a:t>Critical Infrastructure and Cyber Physical Systems</a:t>
            </a:r>
          </a:p>
          <a:p>
            <a:pPr marL="494100" indent="-457200">
              <a:buFont typeface="+mj-lt"/>
              <a:buAutoNum type="arabicPeriod"/>
            </a:pPr>
            <a:r>
              <a:rPr lang="en-AU" dirty="0">
                <a:latin typeface="Arial" panose="020B0604020202020204" pitchFamily="34" charset="0"/>
                <a:cs typeface="Arial" panose="020B0604020202020204" pitchFamily="34" charset="0"/>
              </a:rPr>
              <a:t>Cyber Law</a:t>
            </a:r>
          </a:p>
          <a:p>
            <a:pPr marL="494100" indent="-457200">
              <a:buFont typeface="+mj-lt"/>
              <a:buAutoNum type="arabicPeriod"/>
            </a:pPr>
            <a:r>
              <a:rPr lang="en-AU" dirty="0">
                <a:latin typeface="Arial" panose="020B0604020202020204" pitchFamily="34" charset="0"/>
                <a:cs typeface="Arial" panose="020B0604020202020204" pitchFamily="34" charset="0"/>
              </a:rPr>
              <a:t>AI and Cybersecurity</a:t>
            </a:r>
          </a:p>
        </p:txBody>
      </p:sp>
    </p:spTree>
    <p:extLst>
      <p:ext uri="{BB962C8B-B14F-4D97-AF65-F5344CB8AC3E}">
        <p14:creationId xmlns:p14="http://schemas.microsoft.com/office/powerpoint/2010/main" val="1826833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995" y="28258"/>
            <a:ext cx="10353762" cy="1044149"/>
          </a:xfrm>
        </p:spPr>
        <p:txBody>
          <a:bodyPr/>
          <a:lstStyle/>
          <a:p>
            <a:r>
              <a:rPr lang="en-AU" dirty="0">
                <a:latin typeface="Arial" panose="020B0604020202020204" pitchFamily="34" charset="0"/>
                <a:cs typeface="Arial" panose="020B0604020202020204" pitchFamily="34" charset="0"/>
              </a:rPr>
              <a:t>Enquiries</a:t>
            </a:r>
            <a:endParaRPr lang="en-AU" dirty="0"/>
          </a:p>
        </p:txBody>
      </p:sp>
      <p:sp>
        <p:nvSpPr>
          <p:cNvPr id="3" name="Content Placeholder 2"/>
          <p:cNvSpPr>
            <a:spLocks noGrp="1"/>
          </p:cNvSpPr>
          <p:nvPr>
            <p:ph idx="1"/>
          </p:nvPr>
        </p:nvSpPr>
        <p:spPr>
          <a:xfrm>
            <a:off x="608995" y="848226"/>
            <a:ext cx="10353762" cy="5161547"/>
          </a:xfrm>
        </p:spPr>
        <p:txBody>
          <a:bodyPr>
            <a:normAutofit/>
          </a:bodyPr>
          <a:lstStyle/>
          <a:p>
            <a:pPr lvl="1"/>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Office hours</a:t>
            </a:r>
          </a:p>
          <a:p>
            <a:pPr lvl="1"/>
            <a:r>
              <a:rPr lang="en-AU" dirty="0">
                <a:latin typeface="Arial" panose="020B0604020202020204" pitchFamily="34" charset="0"/>
                <a:cs typeface="Arial" panose="020B0604020202020204" pitchFamily="34" charset="0"/>
              </a:rPr>
              <a:t>Maybe Friday 12 – 2pm (F2F and virtual ) -&gt; this is just an arbitrary slot</a:t>
            </a:r>
          </a:p>
          <a:p>
            <a:pPr lvl="1"/>
            <a:r>
              <a:rPr lang="en-AU" dirty="0">
                <a:latin typeface="Arial" panose="020B0604020202020204" pitchFamily="34" charset="0"/>
                <a:cs typeface="Arial" panose="020B0604020202020204" pitchFamily="34" charset="0"/>
              </a:rPr>
              <a:t>Other times can be arranged too (email us through </a:t>
            </a:r>
            <a:r>
              <a:rPr lang="en-AU" dirty="0">
                <a:solidFill>
                  <a:schemeClr val="accent6"/>
                </a:solidFill>
                <a:latin typeface="Arial" panose="020B0604020202020204" pitchFamily="34" charset="0"/>
                <a:cs typeface="Arial" panose="020B0604020202020204" pitchFamily="34" charset="0"/>
              </a:rPr>
              <a:t>cits1003-pmc@uwa.edu.au</a:t>
            </a:r>
            <a:r>
              <a:rPr lang="en-AU" dirty="0">
                <a:latin typeface="Arial" panose="020B0604020202020204" pitchFamily="34" charset="0"/>
                <a:cs typeface="Arial" panose="020B0604020202020204" pitchFamily="34" charset="0"/>
              </a:rPr>
              <a:t>)</a:t>
            </a:r>
          </a:p>
          <a:p>
            <a:pPr lvl="1"/>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Lab Enquiries</a:t>
            </a:r>
          </a:p>
          <a:p>
            <a:pPr lvl="2"/>
            <a:r>
              <a:rPr lang="en-US" sz="1900" dirty="0">
                <a:latin typeface="Arial" panose="020B0604020202020204" pitchFamily="34" charset="0"/>
                <a:cs typeface="Arial" panose="020B0604020202020204" pitchFamily="34" charset="0"/>
              </a:rPr>
              <a:t>Ask on Teams (but remember not to share answers)</a:t>
            </a:r>
            <a:endParaRPr lang="en-AU" sz="1900" dirty="0">
              <a:latin typeface="Arial" panose="020B0604020202020204" pitchFamily="34" charset="0"/>
              <a:cs typeface="Arial" panose="020B0604020202020204" pitchFamily="34" charset="0"/>
            </a:endParaRPr>
          </a:p>
          <a:p>
            <a:pPr lvl="2"/>
            <a:r>
              <a:rPr lang="en-AU" sz="1900" dirty="0">
                <a:latin typeface="Arial" panose="020B0604020202020204" pitchFamily="34" charset="0"/>
                <a:cs typeface="Arial" panose="020B0604020202020204" pitchFamily="34" charset="0"/>
              </a:rPr>
              <a:t>Ask from the help server during the lab session</a:t>
            </a:r>
          </a:p>
          <a:p>
            <a:pPr lvl="2"/>
            <a:r>
              <a:rPr lang="en-AU" sz="1900" dirty="0">
                <a:latin typeface="Arial" panose="020B0604020202020204" pitchFamily="34" charset="0"/>
                <a:cs typeface="Arial" panose="020B0604020202020204" pitchFamily="34" charset="0"/>
              </a:rPr>
              <a:t>If all fails, email us</a:t>
            </a:r>
          </a:p>
          <a:p>
            <a:pPr lvl="2"/>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53779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458F1-055E-425C-AA83-5B63B4C48326}"/>
              </a:ext>
            </a:extLst>
          </p:cNvPr>
          <p:cNvSpPr>
            <a:spLocks noGrp="1"/>
          </p:cNvSpPr>
          <p:nvPr>
            <p:ph type="title"/>
          </p:nvPr>
        </p:nvSpPr>
        <p:spPr>
          <a:xfrm>
            <a:off x="913795" y="290286"/>
            <a:ext cx="10353762" cy="1257300"/>
          </a:xfrm>
        </p:spPr>
        <p:txBody>
          <a:bodyPr/>
          <a:lstStyle/>
          <a:p>
            <a:r>
              <a:rPr lang="en-AU" dirty="0"/>
              <a:t>Online Resources</a:t>
            </a:r>
          </a:p>
        </p:txBody>
      </p:sp>
      <p:sp>
        <p:nvSpPr>
          <p:cNvPr id="3" name="Content Placeholder 2">
            <a:extLst>
              <a:ext uri="{FF2B5EF4-FFF2-40B4-BE49-F238E27FC236}">
                <a16:creationId xmlns:a16="http://schemas.microsoft.com/office/drawing/2014/main" id="{7B315C7D-E5E2-4025-98AD-B4A66ECC32C4}"/>
              </a:ext>
            </a:extLst>
          </p:cNvPr>
          <p:cNvSpPr>
            <a:spLocks noGrp="1"/>
          </p:cNvSpPr>
          <p:nvPr>
            <p:ph idx="1"/>
          </p:nvPr>
        </p:nvSpPr>
        <p:spPr>
          <a:xfrm>
            <a:off x="913795" y="1606550"/>
            <a:ext cx="10353762" cy="3714749"/>
          </a:xfrm>
        </p:spPr>
        <p:txBody>
          <a:bodyPr/>
          <a:lstStyle/>
          <a:p>
            <a:r>
              <a:rPr lang="en-AU" dirty="0">
                <a:latin typeface="Arial" panose="020B0604020202020204" pitchFamily="34" charset="0"/>
                <a:cs typeface="Arial" panose="020B0604020202020204" pitchFamily="34" charset="0"/>
              </a:rPr>
              <a:t>You may find David's book on Ethical Hacking with Hack The Box useful</a:t>
            </a:r>
          </a:p>
          <a:p>
            <a:pPr lvl="1"/>
            <a:r>
              <a:rPr lang="en-AU" b="0" i="0" u="none" strike="noStrike" dirty="0">
                <a:solidFill>
                  <a:srgbClr val="92D050"/>
                </a:solidFill>
                <a:effectLst/>
                <a:latin typeface="Roboto" panose="02000000000000000000" pitchFamily="2" charset="0"/>
              </a:rPr>
              <a:t>https://2772132586-files.gitbook.io/~/files/v0/b/gitbook-legacy-files/o/assets%2F-M8JUFT2qjA1kHV7SeEI%2F-MbKnPR4PgdotRQvCM-D%2F-MbKqReUfLRQ5bE-3gR3%2FEthicalHackingHTBDGv1.pdf?alt=media&amp;token=6a805194-ead2-44d1-aaa3-98fa03084b91</a:t>
            </a:r>
            <a:endParaRPr lang="en-AU" dirty="0">
              <a:solidFill>
                <a:srgbClr val="92D050"/>
              </a:solidFill>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Other useful online resources will be provided throughout the weeks as necessary.</a:t>
            </a:r>
          </a:p>
          <a:p>
            <a:pPr marL="36900" indent="0">
              <a:buNone/>
            </a:pPr>
            <a:endParaRPr lang="en-AU" dirty="0">
              <a:latin typeface="Arial" panose="020B0604020202020204" pitchFamily="34" charset="0"/>
              <a:cs typeface="Arial" panose="020B0604020202020204" pitchFamily="34" charset="0"/>
            </a:endParaRPr>
          </a:p>
          <a:p>
            <a:r>
              <a:rPr lang="en-AU" dirty="0" err="1">
                <a:latin typeface="Arial" panose="020B0604020202020204" pitchFamily="34" charset="0"/>
                <a:cs typeface="Arial" panose="020B0604020202020204" pitchFamily="34" charset="0"/>
              </a:rPr>
              <a:t>ChatGPT</a:t>
            </a:r>
            <a:r>
              <a:rPr lang="en-AU" dirty="0">
                <a:latin typeface="Arial" panose="020B0604020202020204" pitchFamily="34" charset="0"/>
                <a:cs typeface="Arial" panose="020B0604020202020204" pitchFamily="34" charset="0"/>
              </a:rPr>
              <a:t> might be more useful than traditional search engines. </a:t>
            </a:r>
          </a:p>
          <a:p>
            <a:pPr marL="36900" indent="0">
              <a:buNone/>
            </a:pPr>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97056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29788" y="14037"/>
            <a:ext cx="5125453" cy="996616"/>
          </a:xfrm>
        </p:spPr>
        <p:txBody>
          <a:bodyPr/>
          <a:lstStyle/>
          <a:p>
            <a:r>
              <a:rPr lang="en-AU" dirty="0"/>
              <a:t>FAQs </a:t>
            </a:r>
          </a:p>
        </p:txBody>
      </p:sp>
      <p:sp>
        <p:nvSpPr>
          <p:cNvPr id="3" name="Content Placeholder 2"/>
          <p:cNvSpPr>
            <a:spLocks noGrp="1"/>
          </p:cNvSpPr>
          <p:nvPr>
            <p:ph idx="1"/>
          </p:nvPr>
        </p:nvSpPr>
        <p:spPr>
          <a:xfrm>
            <a:off x="549442" y="1010653"/>
            <a:ext cx="11093115" cy="5246712"/>
          </a:xfrm>
        </p:spPr>
        <p:txBody>
          <a:bodyPr>
            <a:normAutofit/>
          </a:bodyPr>
          <a:lstStyle/>
          <a:p>
            <a:pPr marL="0" indent="0">
              <a:buNone/>
            </a:pPr>
            <a:r>
              <a:rPr lang="en-US" dirty="0">
                <a:latin typeface="Arial" panose="020B0604020202020204" pitchFamily="34" charset="0"/>
                <a:cs typeface="Arial" panose="020B0604020202020204" pitchFamily="34" charset="0"/>
              </a:rPr>
              <a:t>Q: Why do labs take too long to finish?</a:t>
            </a:r>
          </a:p>
          <a:p>
            <a:pPr marL="0" indent="0">
              <a:buNone/>
            </a:pPr>
            <a:r>
              <a:rPr lang="en-US" dirty="0">
                <a:latin typeface="Arial" panose="020B0604020202020204" pitchFamily="34" charset="0"/>
                <a:cs typeface="Arial" panose="020B0604020202020204" pitchFamily="34" charset="0"/>
              </a:rPr>
              <a:t>A: </a:t>
            </a:r>
          </a:p>
          <a:p>
            <a:r>
              <a:rPr lang="en-US" dirty="0">
                <a:latin typeface="Arial" panose="020B0604020202020204" pitchFamily="34" charset="0"/>
                <a:cs typeface="Arial" panose="020B0604020202020204" pitchFamily="34" charset="0"/>
              </a:rPr>
              <a:t>Labs are to get you familiar with various cybersecurity concepts, and it could take longer than the allocated 2 hours for the lab to finish it. </a:t>
            </a:r>
          </a:p>
          <a:p>
            <a:r>
              <a:rPr lang="en-US" dirty="0">
                <a:latin typeface="Arial" panose="020B0604020202020204" pitchFamily="34" charset="0"/>
                <a:cs typeface="Arial" panose="020B0604020202020204" pitchFamily="34" charset="0"/>
              </a:rPr>
              <a:t>You are welcome to attend other scheduled labs (given there are spaces for extra students) to complete the labs with the help of lab facilitators. </a:t>
            </a:r>
          </a:p>
          <a:p>
            <a:pPr marL="0" indent="0">
              <a:buNone/>
            </a:pPr>
            <a:endParaRPr lang="en-US" dirty="0"/>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1554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29788" y="14037"/>
            <a:ext cx="5125453" cy="996616"/>
          </a:xfrm>
        </p:spPr>
        <p:txBody>
          <a:bodyPr/>
          <a:lstStyle/>
          <a:p>
            <a:r>
              <a:rPr lang="en-AU"/>
              <a:t>FAQs </a:t>
            </a:r>
            <a:endParaRPr lang="en-AU" dirty="0"/>
          </a:p>
        </p:txBody>
      </p:sp>
      <p:sp>
        <p:nvSpPr>
          <p:cNvPr id="3" name="Content Placeholder 2"/>
          <p:cNvSpPr>
            <a:spLocks noGrp="1"/>
          </p:cNvSpPr>
          <p:nvPr>
            <p:ph idx="1"/>
          </p:nvPr>
        </p:nvSpPr>
        <p:spPr>
          <a:xfrm>
            <a:off x="549442" y="1010653"/>
            <a:ext cx="11093115" cy="5246712"/>
          </a:xfrm>
        </p:spPr>
        <p:txBody>
          <a:bodyPr>
            <a:normAutofit/>
          </a:bodyPr>
          <a:lstStyle/>
          <a:p>
            <a:pPr marL="0" indent="0">
              <a:buNone/>
            </a:pPr>
            <a:endParaRPr lang="en-US" dirty="0"/>
          </a:p>
          <a:p>
            <a:pPr marL="0" indent="0">
              <a:buNone/>
            </a:pPr>
            <a:r>
              <a:rPr lang="en-US" dirty="0">
                <a:latin typeface="Arial" panose="020B0604020202020204" pitchFamily="34" charset="0"/>
                <a:cs typeface="Arial" panose="020B0604020202020204" pitchFamily="34" charset="0"/>
              </a:rPr>
              <a:t>Q: Why don’t we get sample answers for labs and project?</a:t>
            </a:r>
          </a:p>
          <a:p>
            <a:pPr marL="0" indent="0">
              <a:buNone/>
            </a:pPr>
            <a:r>
              <a:rPr lang="en-US" dirty="0">
                <a:latin typeface="Arial" panose="020B0604020202020204" pitchFamily="34" charset="0"/>
                <a:cs typeface="Arial" panose="020B0604020202020204" pitchFamily="34" charset="0"/>
              </a:rPr>
              <a:t>A: </a:t>
            </a:r>
          </a:p>
          <a:p>
            <a:r>
              <a:rPr lang="en-US" dirty="0">
                <a:latin typeface="Arial" panose="020B0604020202020204" pitchFamily="34" charset="0"/>
                <a:cs typeface="Arial" panose="020B0604020202020204" pitchFamily="34" charset="0"/>
              </a:rPr>
              <a:t>The solutions for this unit can be different significantly from one to another, even with reasonably simple questions.</a:t>
            </a:r>
          </a:p>
          <a:p>
            <a:r>
              <a:rPr lang="en-US" dirty="0">
                <a:latin typeface="Arial" panose="020B0604020202020204" pitchFamily="34" charset="0"/>
                <a:cs typeface="Arial" panose="020B0604020202020204" pitchFamily="34" charset="0"/>
              </a:rPr>
              <a:t>We simply don’t want you to learn sample answers, but rather learn to explore various ways of solving (i.e., improve problem solving skills).</a:t>
            </a:r>
          </a:p>
          <a:p>
            <a:r>
              <a:rPr lang="en-US" dirty="0">
                <a:latin typeface="Arial" panose="020B0604020202020204" pitchFamily="34" charset="0"/>
                <a:cs typeface="Arial" panose="020B0604020202020204" pitchFamily="34" charset="0"/>
              </a:rPr>
              <a:t>We (facilitators and lecturers) are happy to discuss your solution, work out what might be going wrong and try to fix it with you.</a:t>
            </a:r>
            <a:endParaRPr lang="en-AU" dirty="0">
              <a:latin typeface="Arial" panose="020B0604020202020204" pitchFamily="34" charset="0"/>
              <a:cs typeface="Arial" panose="020B0604020202020204" pitchFamily="34" charset="0"/>
            </a:endParaRPr>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16543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170975"/>
            <a:ext cx="10353762" cy="1257300"/>
          </a:xfrm>
        </p:spPr>
        <p:txBody>
          <a:bodyPr/>
          <a:lstStyle/>
          <a:p>
            <a:r>
              <a:rPr lang="en-US" dirty="0"/>
              <a:t>Cheating</a:t>
            </a:r>
            <a:endParaRPr lang="en-AU" dirty="0"/>
          </a:p>
        </p:txBody>
      </p:sp>
      <p:sp>
        <p:nvSpPr>
          <p:cNvPr id="3" name="Content Placeholder 2"/>
          <p:cNvSpPr>
            <a:spLocks noGrp="1"/>
          </p:cNvSpPr>
          <p:nvPr>
            <p:ph idx="1"/>
          </p:nvPr>
        </p:nvSpPr>
        <p:spPr>
          <a:xfrm>
            <a:off x="913795" y="1699079"/>
            <a:ext cx="10353762" cy="3714749"/>
          </a:xfrm>
        </p:spPr>
        <p:txBody>
          <a:bodyPr>
            <a:normAutofit/>
          </a:bodyPr>
          <a:lstStyle/>
          <a:p>
            <a:r>
              <a:rPr lang="en-US" sz="2000" dirty="0">
                <a:latin typeface="Arial" panose="020B0604020202020204" pitchFamily="34" charset="0"/>
                <a:cs typeface="Arial" panose="020B0604020202020204" pitchFamily="34" charset="0"/>
              </a:rPr>
              <a:t>Please don’t cheat on any of the assessment items.</a:t>
            </a:r>
          </a:p>
          <a:p>
            <a:r>
              <a:rPr lang="en-US" sz="2000" dirty="0">
                <a:latin typeface="Arial" panose="020B0604020202020204" pitchFamily="34" charset="0"/>
                <a:cs typeface="Arial" panose="020B0604020202020204" pitchFamily="34" charset="0"/>
              </a:rPr>
              <a:t>Don’t copy your friend’s code.</a:t>
            </a:r>
          </a:p>
          <a:p>
            <a:r>
              <a:rPr lang="en-US" sz="2000" dirty="0">
                <a:latin typeface="Arial" panose="020B0604020202020204" pitchFamily="34" charset="0"/>
                <a:cs typeface="Arial" panose="020B0604020202020204" pitchFamily="34" charset="0"/>
              </a:rPr>
              <a:t>Don’t copy code from online.</a:t>
            </a:r>
          </a:p>
          <a:p>
            <a:r>
              <a:rPr lang="en-US" sz="2000" dirty="0">
                <a:latin typeface="Arial" panose="020B0604020202020204" pitchFamily="34" charset="0"/>
                <a:cs typeface="Arial" panose="020B0604020202020204" pitchFamily="34" charset="0"/>
              </a:rPr>
              <a:t>Don’t share your code structure with your friends </a:t>
            </a:r>
          </a:p>
          <a:p>
            <a:pPr lvl="1"/>
            <a:r>
              <a:rPr lang="en-US" sz="2000" dirty="0">
                <a:latin typeface="Arial" panose="020B0604020202020204" pitchFamily="34" charset="0"/>
                <a:cs typeface="Arial" panose="020B0604020202020204" pitchFamily="34" charset="0"/>
              </a:rPr>
              <a:t>Only share ideas</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Consequences are dire!</a:t>
            </a:r>
            <a:endParaRPr lang="en-AU" sz="2000" dirty="0">
              <a:latin typeface="Arial" panose="020B0604020202020204" pitchFamily="34" charset="0"/>
              <a:cs typeface="Arial" panose="020B0604020202020204" pitchFamily="34" charset="0"/>
            </a:endParaRPr>
          </a:p>
        </p:txBody>
      </p:sp>
      <p:pic>
        <p:nvPicPr>
          <p:cNvPr id="2050" name="Picture 2" descr="Image result for but wh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1696" y="2392074"/>
            <a:ext cx="2376264" cy="276684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7276065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p:txBody>
          <a:bodyPr/>
          <a:lstStyle/>
          <a:p>
            <a:r>
              <a:rPr lang="en-AU" dirty="0"/>
              <a:t>Information Security</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p:txBody>
          <a:bodyPr>
            <a:normAutofit/>
          </a:bodyPr>
          <a:lstStyle/>
          <a:p>
            <a:r>
              <a:rPr lang="en-AU" dirty="0">
                <a:latin typeface="Arial" panose="020B0604020202020204" pitchFamily="34" charset="0"/>
                <a:cs typeface="Arial" panose="020B0604020202020204" pitchFamily="34" charset="0"/>
              </a:rPr>
              <a:t>All human endeavour relies on information </a:t>
            </a:r>
          </a:p>
          <a:p>
            <a:pPr lvl="1"/>
            <a:r>
              <a:rPr lang="en-AU" dirty="0">
                <a:latin typeface="Arial" panose="020B0604020202020204" pitchFamily="34" charset="0"/>
                <a:cs typeface="Arial" panose="020B0604020202020204" pitchFamily="34" charset="0"/>
              </a:rPr>
              <a:t>Business, Government, Education, Research, Personal life</a:t>
            </a:r>
          </a:p>
          <a:p>
            <a:r>
              <a:rPr lang="en-AU" dirty="0">
                <a:latin typeface="Arial" panose="020B0604020202020204" pitchFamily="34" charset="0"/>
                <a:cs typeface="Arial" panose="020B0604020202020204" pitchFamily="34" charset="0"/>
              </a:rPr>
              <a:t>Information security is about protecting this information from “unauthorised access, harm or misuse”</a:t>
            </a:r>
            <a:r>
              <a:rPr lang="en-AU" baseline="30000" dirty="0">
                <a:latin typeface="Arial" panose="020B0604020202020204" pitchFamily="34" charset="0"/>
                <a:cs typeface="Arial" panose="020B0604020202020204" pitchFamily="34" charset="0"/>
              </a:rPr>
              <a:t>1</a:t>
            </a:r>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This is done by preserving </a:t>
            </a:r>
            <a:r>
              <a:rPr lang="en-AU" u="sng" dirty="0">
                <a:solidFill>
                  <a:srgbClr val="00B0F0"/>
                </a:solidFill>
                <a:latin typeface="Arial" panose="020B0604020202020204" pitchFamily="34" charset="0"/>
                <a:cs typeface="Arial" panose="020B0604020202020204" pitchFamily="34" charset="0"/>
              </a:rPr>
              <a:t>C</a:t>
            </a:r>
            <a:r>
              <a:rPr lang="en-AU" dirty="0">
                <a:latin typeface="Arial" panose="020B0604020202020204" pitchFamily="34" charset="0"/>
                <a:cs typeface="Arial" panose="020B0604020202020204" pitchFamily="34" charset="0"/>
              </a:rPr>
              <a:t>onfidentiality, </a:t>
            </a:r>
            <a:r>
              <a:rPr lang="en-AU" u="sng" dirty="0">
                <a:solidFill>
                  <a:srgbClr val="00B0F0"/>
                </a:solidFill>
                <a:latin typeface="Arial" panose="020B0604020202020204" pitchFamily="34" charset="0"/>
                <a:cs typeface="Arial" panose="020B0604020202020204" pitchFamily="34" charset="0"/>
              </a:rPr>
              <a:t>I</a:t>
            </a:r>
            <a:r>
              <a:rPr lang="en-AU" dirty="0">
                <a:latin typeface="Arial" panose="020B0604020202020204" pitchFamily="34" charset="0"/>
                <a:cs typeface="Arial" panose="020B0604020202020204" pitchFamily="34" charset="0"/>
              </a:rPr>
              <a:t>ntegrity and </a:t>
            </a:r>
            <a:r>
              <a:rPr lang="en-AU" u="sng" dirty="0">
                <a:solidFill>
                  <a:srgbClr val="00B0F0"/>
                </a:solidFill>
                <a:latin typeface="Arial" panose="020B0604020202020204" pitchFamily="34" charset="0"/>
                <a:cs typeface="Arial" panose="020B0604020202020204" pitchFamily="34" charset="0"/>
              </a:rPr>
              <a:t>A</a:t>
            </a:r>
            <a:r>
              <a:rPr lang="en-AU" dirty="0">
                <a:latin typeface="Arial" panose="020B0604020202020204" pitchFamily="34" charset="0"/>
                <a:cs typeface="Arial" panose="020B0604020202020204" pitchFamily="34" charset="0"/>
              </a:rPr>
              <a:t>vailability of information</a:t>
            </a:r>
          </a:p>
        </p:txBody>
      </p:sp>
      <p:sp>
        <p:nvSpPr>
          <p:cNvPr id="4" name="Footer Placeholder 3">
            <a:extLst>
              <a:ext uri="{FF2B5EF4-FFF2-40B4-BE49-F238E27FC236}">
                <a16:creationId xmlns:a16="http://schemas.microsoft.com/office/drawing/2014/main" id="{5293465A-4C2A-754E-8F5A-63A08A730A0E}"/>
              </a:ext>
            </a:extLst>
          </p:cNvPr>
          <p:cNvSpPr>
            <a:spLocks noGrp="1"/>
          </p:cNvSpPr>
          <p:nvPr>
            <p:ph type="ftr" sz="quarter" idx="11"/>
          </p:nvPr>
        </p:nvSpPr>
        <p:spPr/>
        <p:txBody>
          <a:bodyPr/>
          <a:lstStyle/>
          <a:p>
            <a:r>
              <a:rPr lang="en-US" dirty="0"/>
              <a:t>1 </a:t>
            </a:r>
            <a:r>
              <a:rPr lang="en-US" dirty="0" err="1"/>
              <a:t>Cybok</a:t>
            </a:r>
            <a:r>
              <a:rPr lang="en-US" dirty="0"/>
              <a:t> 1.0 2019 https://</a:t>
            </a:r>
            <a:r>
              <a:rPr lang="en-US" dirty="0" err="1"/>
              <a:t>www.cybok.org</a:t>
            </a:r>
            <a:r>
              <a:rPr lang="en-US" dirty="0"/>
              <a:t>/media/downloads/CyBOK_version_1.0_YMKBy7a.pdf</a:t>
            </a:r>
          </a:p>
        </p:txBody>
      </p:sp>
    </p:spTree>
    <p:extLst>
      <p:ext uri="{BB962C8B-B14F-4D97-AF65-F5344CB8AC3E}">
        <p14:creationId xmlns:p14="http://schemas.microsoft.com/office/powerpoint/2010/main" val="14769633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3795" y="203200"/>
            <a:ext cx="10353762" cy="1257300"/>
          </a:xfrm>
        </p:spPr>
        <p:txBody>
          <a:bodyPr/>
          <a:lstStyle/>
          <a:p>
            <a:r>
              <a:rPr lang="en-AU" dirty="0"/>
              <a:t>What is Cybersecurity?</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913795" y="1713593"/>
            <a:ext cx="10353762" cy="3714749"/>
          </a:xfrm>
        </p:spPr>
        <p:txBody>
          <a:bodyPr>
            <a:normAutofit/>
          </a:bodyPr>
          <a:lstStyle/>
          <a:p>
            <a:r>
              <a:rPr lang="en-AU" dirty="0">
                <a:latin typeface="Arial" panose="020B0604020202020204" pitchFamily="34" charset="0"/>
                <a:cs typeface="Arial" panose="020B0604020202020204" pitchFamily="34" charset="0"/>
              </a:rPr>
              <a:t>Cybersecurity is a subset of Information Security that concerns the digital realm:</a:t>
            </a:r>
          </a:p>
          <a:p>
            <a:pPr lvl="1"/>
            <a:r>
              <a:rPr lang="en-AU" dirty="0">
                <a:effectLst/>
                <a:latin typeface="Arial" panose="020B0604020202020204" pitchFamily="34" charset="0"/>
                <a:cs typeface="Arial" panose="020B0604020202020204" pitchFamily="34" charset="0"/>
              </a:rPr>
              <a:t>It refers to the protection of information systems (hardware, software and associated infrastructure), the data on them, and the services they provide, from unauthorised access, harm or misuse. This includes harm caused intentionally by the operator of the system, or accidentally, as a result of failing to follow security procedures.</a:t>
            </a:r>
          </a:p>
          <a:p>
            <a:r>
              <a:rPr lang="en-AU" dirty="0">
                <a:effectLst/>
                <a:latin typeface="Arial" panose="020B0604020202020204" pitchFamily="34" charset="0"/>
                <a:cs typeface="Arial" panose="020B0604020202020204" pitchFamily="34" charset="0"/>
              </a:rPr>
              <a:t>CIA is sometimes extended to include Authentication, Accountability, Non-Repudiation and Reliability</a:t>
            </a:r>
            <a:endParaRPr lang="en-AU" dirty="0">
              <a:latin typeface="Arial" panose="020B0604020202020204" pitchFamily="34" charset="0"/>
              <a:cs typeface="Arial" panose="020B0604020202020204" pitchFamily="34" charset="0"/>
            </a:endParaRPr>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06908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38" name="Rectangle 33">
            <a:extLst>
              <a:ext uri="{FF2B5EF4-FFF2-40B4-BE49-F238E27FC236}">
                <a16:creationId xmlns:a16="http://schemas.microsoft.com/office/drawing/2014/main" id="{1E70A317-DCED-4E80-AA2D-467D8702E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551512" y="1659466"/>
            <a:ext cx="3898634" cy="1337733"/>
          </a:xfrm>
        </p:spPr>
        <p:txBody>
          <a:bodyPr vert="horz" lIns="91440" tIns="45720" rIns="91440" bIns="45720" rtlCol="0" anchor="b">
            <a:normAutofit/>
          </a:bodyPr>
          <a:lstStyle/>
          <a:p>
            <a:pPr algn="l"/>
            <a:r>
              <a:rPr lang="en-US" sz="4200" dirty="0"/>
              <a:t>Human Exploits</a:t>
            </a:r>
          </a:p>
        </p:txBody>
      </p:sp>
      <p:sp>
        <p:nvSpPr>
          <p:cNvPr id="19" name="Content Placeholder 18">
            <a:extLst>
              <a:ext uri="{FF2B5EF4-FFF2-40B4-BE49-F238E27FC236}">
                <a16:creationId xmlns:a16="http://schemas.microsoft.com/office/drawing/2014/main" id="{F6948037-86E0-421A-B96C-F87438C98CFD}"/>
              </a:ext>
            </a:extLst>
          </p:cNvPr>
          <p:cNvSpPr>
            <a:spLocks noGrp="1"/>
          </p:cNvSpPr>
          <p:nvPr>
            <p:ph idx="1"/>
          </p:nvPr>
        </p:nvSpPr>
        <p:spPr>
          <a:xfrm>
            <a:off x="1272840" y="3007268"/>
            <a:ext cx="2112911" cy="488410"/>
          </a:xfrm>
        </p:spPr>
        <p:txBody>
          <a:bodyPr vert="horz" lIns="91440" tIns="45720" rIns="91440" bIns="45720" rtlCol="0" anchor="t">
            <a:normAutofit/>
          </a:bodyPr>
          <a:lstStyle/>
          <a:p>
            <a:pPr marL="0" indent="0">
              <a:buNone/>
            </a:pPr>
            <a:r>
              <a:rPr lang="en-US" sz="2000" dirty="0">
                <a:solidFill>
                  <a:srgbClr val="2993D5"/>
                </a:solidFill>
              </a:rPr>
              <a:t>2021 breaches</a:t>
            </a:r>
          </a:p>
        </p:txBody>
      </p:sp>
      <p:sp>
        <p:nvSpPr>
          <p:cNvPr id="39" name="Rectangle 35">
            <a:extLst>
              <a:ext uri="{FF2B5EF4-FFF2-40B4-BE49-F238E27FC236}">
                <a16:creationId xmlns:a16="http://schemas.microsoft.com/office/drawing/2014/main" id="{A6D87845-294F-40CB-BC48-46455460D2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5671" y="0"/>
            <a:ext cx="753632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5293465A-4C2A-754E-8F5A-63A08A730A0E}"/>
              </a:ext>
            </a:extLst>
          </p:cNvPr>
          <p:cNvSpPr>
            <a:spLocks noGrp="1"/>
          </p:cNvSpPr>
          <p:nvPr>
            <p:ph type="ftr" sz="quarter" idx="11"/>
          </p:nvPr>
        </p:nvSpPr>
        <p:spPr>
          <a:xfrm>
            <a:off x="913795" y="6310313"/>
            <a:ext cx="6672865" cy="365125"/>
          </a:xfrm>
        </p:spPr>
        <p:txBody>
          <a:bodyPr vert="horz" lIns="91440" tIns="45720" rIns="91440" bIns="45720" rtlCol="0" anchor="ctr">
            <a:normAutofit/>
          </a:bodyPr>
          <a:lstStyle/>
          <a:p>
            <a:pPr>
              <a:lnSpc>
                <a:spcPct val="90000"/>
              </a:lnSpc>
              <a:spcAft>
                <a:spcPts val="600"/>
              </a:spcAft>
            </a:pPr>
            <a:r>
              <a:rPr lang="en-US" sz="700" kern="1200" dirty="0">
                <a:solidFill>
                  <a:schemeClr val="tx1">
                    <a:lumMod val="95000"/>
                  </a:schemeClr>
                </a:solidFill>
                <a:effectLst>
                  <a:outerShdw blurRad="50800" dist="38100" dir="2700000" algn="tl" rotWithShape="0">
                    <a:schemeClr val="bg1">
                      <a:alpha val="43000"/>
                    </a:schemeClr>
                  </a:outerShdw>
                </a:effectLst>
                <a:latin typeface="+mn-lt"/>
                <a:ea typeface="+mn-ea"/>
                <a:cs typeface="+mn-cs"/>
              </a:rPr>
              <a:t>2021 Verizon DBIR </a:t>
            </a:r>
          </a:p>
          <a:p>
            <a:pPr>
              <a:lnSpc>
                <a:spcPct val="90000"/>
              </a:lnSpc>
              <a:spcAft>
                <a:spcPts val="600"/>
              </a:spcAft>
            </a:pPr>
            <a:r>
              <a:rPr lang="en-US" sz="700" kern="1200" dirty="0">
                <a:solidFill>
                  <a:schemeClr val="tx1">
                    <a:lumMod val="95000"/>
                  </a:schemeClr>
                </a:solidFill>
                <a:effectLst>
                  <a:outerShdw blurRad="50800" dist="38100" dir="2700000" algn="tl" rotWithShape="0">
                    <a:schemeClr val="bg1">
                      <a:alpha val="43000"/>
                    </a:schemeClr>
                  </a:outerShdw>
                </a:effectLst>
                <a:latin typeface="+mn-lt"/>
                <a:ea typeface="+mn-ea"/>
                <a:cs typeface="+mn-cs"/>
              </a:rPr>
              <a:t>https://enterprise.verizon.com/resources/executivebriefs/2021-dbir-executive-brief.pdf</a:t>
            </a:r>
          </a:p>
        </p:txBody>
      </p:sp>
      <p:pic>
        <p:nvPicPr>
          <p:cNvPr id="6" name="Picture 5">
            <a:extLst>
              <a:ext uri="{FF2B5EF4-FFF2-40B4-BE49-F238E27FC236}">
                <a16:creationId xmlns:a16="http://schemas.microsoft.com/office/drawing/2014/main" id="{680B0832-BD63-4373-902C-374A1ABB6E58}"/>
              </a:ext>
            </a:extLst>
          </p:cNvPr>
          <p:cNvPicPr>
            <a:picLocks noChangeAspect="1"/>
          </p:cNvPicPr>
          <p:nvPr/>
        </p:nvPicPr>
        <p:blipFill>
          <a:blip r:embed="rId4"/>
          <a:stretch>
            <a:fillRect/>
          </a:stretch>
        </p:blipFill>
        <p:spPr>
          <a:xfrm>
            <a:off x="5466399" y="182562"/>
            <a:ext cx="5811806" cy="6330205"/>
          </a:xfrm>
          <a:prstGeom prst="rect">
            <a:avLst/>
          </a:prstGeom>
        </p:spPr>
      </p:pic>
    </p:spTree>
    <p:extLst>
      <p:ext uri="{BB962C8B-B14F-4D97-AF65-F5344CB8AC3E}">
        <p14:creationId xmlns:p14="http://schemas.microsoft.com/office/powerpoint/2010/main" val="34806720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3795" y="228601"/>
            <a:ext cx="10353762" cy="888999"/>
          </a:xfrm>
        </p:spPr>
        <p:txBody>
          <a:bodyPr/>
          <a:lstStyle/>
          <a:p>
            <a:r>
              <a:rPr lang="en-AU" dirty="0"/>
              <a:t>Learning Outcomes</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913795" y="1573894"/>
            <a:ext cx="10353762" cy="3924299"/>
          </a:xfrm>
        </p:spPr>
        <p:txBody>
          <a:bodyPr>
            <a:normAutofit lnSpcReduction="10000"/>
          </a:bodyPr>
          <a:lstStyle/>
          <a:p>
            <a:r>
              <a:rPr lang="en-GB" dirty="0">
                <a:effectLst/>
                <a:latin typeface="Arial" panose="020B0604020202020204" pitchFamily="34" charset="0"/>
                <a:cs typeface="Arial" panose="020B0604020202020204" pitchFamily="34" charset="0"/>
              </a:rPr>
              <a:t>To understand and be able to articulate</a:t>
            </a:r>
          </a:p>
          <a:p>
            <a:pPr lvl="1"/>
            <a:r>
              <a:rPr lang="en-GB" dirty="0">
                <a:effectLst/>
                <a:latin typeface="Arial" panose="020B0604020202020204" pitchFamily="34" charset="0"/>
                <a:cs typeface="Arial" panose="020B0604020202020204" pitchFamily="34" charset="0"/>
              </a:rPr>
              <a:t>The language of Cybersecurity</a:t>
            </a:r>
          </a:p>
          <a:p>
            <a:pPr lvl="1"/>
            <a:r>
              <a:rPr lang="en-GB" dirty="0">
                <a:effectLst/>
                <a:latin typeface="Arial" panose="020B0604020202020204" pitchFamily="34" charset="0"/>
                <a:cs typeface="Arial" panose="020B0604020202020204" pitchFamily="34" charset="0"/>
              </a:rPr>
              <a:t>The principles of preserving Confidentiality, Integrity and Availability</a:t>
            </a:r>
          </a:p>
          <a:p>
            <a:pPr lvl="1"/>
            <a:r>
              <a:rPr lang="en-GB" dirty="0">
                <a:effectLst/>
                <a:latin typeface="Arial" panose="020B0604020202020204" pitchFamily="34" charset="0"/>
                <a:cs typeface="Arial" panose="020B0604020202020204" pitchFamily="34" charset="0"/>
              </a:rPr>
              <a:t>Principles of Risk Management</a:t>
            </a:r>
          </a:p>
          <a:p>
            <a:pPr lvl="1"/>
            <a:r>
              <a:rPr lang="en-GB" dirty="0">
                <a:effectLst/>
                <a:latin typeface="Arial" panose="020B0604020202020204" pitchFamily="34" charset="0"/>
                <a:cs typeface="Arial" panose="020B0604020202020204" pitchFamily="34" charset="0"/>
              </a:rPr>
              <a:t>Cybersecurity in the domains of </a:t>
            </a:r>
          </a:p>
          <a:p>
            <a:pPr lvl="2"/>
            <a:r>
              <a:rPr lang="en-GB" dirty="0">
                <a:effectLst/>
                <a:latin typeface="Arial" panose="020B0604020202020204" pitchFamily="34" charset="0"/>
                <a:cs typeface="Arial" panose="020B0604020202020204" pitchFamily="34" charset="0"/>
              </a:rPr>
              <a:t>* Human organisational and regulatory aspects, * Attacks and Defences, * System Security, * Software and Platform Security, * Infrastructure Security</a:t>
            </a:r>
          </a:p>
          <a:p>
            <a:r>
              <a:rPr lang="en-GB" dirty="0">
                <a:effectLst/>
                <a:latin typeface="Arial" panose="020B0604020202020204" pitchFamily="34" charset="0"/>
                <a:cs typeface="Arial" panose="020B0604020202020204" pitchFamily="34" charset="0"/>
              </a:rPr>
              <a:t>Case studies will be used to illustrate and concretise language, terms and concepts throughout the live lectures</a:t>
            </a:r>
          </a:p>
          <a:p>
            <a:r>
              <a:rPr lang="en-GB" dirty="0">
                <a:effectLst/>
                <a:latin typeface="Arial" panose="020B0604020202020204" pitchFamily="34" charset="0"/>
                <a:cs typeface="Arial" panose="020B0604020202020204" pitchFamily="34" charset="0"/>
              </a:rPr>
              <a:t>Practical laboratory work will assist in practical aspects of Cybersecurity</a:t>
            </a:r>
          </a:p>
        </p:txBody>
      </p:sp>
    </p:spTree>
    <p:extLst>
      <p:ext uri="{BB962C8B-B14F-4D97-AF65-F5344CB8AC3E}">
        <p14:creationId xmlns:p14="http://schemas.microsoft.com/office/powerpoint/2010/main" val="10687469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4D983-BF7D-9343-B99F-81DCAC39D19B}"/>
              </a:ext>
            </a:extLst>
          </p:cNvPr>
          <p:cNvSpPr>
            <a:spLocks noGrp="1"/>
          </p:cNvSpPr>
          <p:nvPr>
            <p:ph type="title"/>
          </p:nvPr>
        </p:nvSpPr>
        <p:spPr>
          <a:xfrm>
            <a:off x="913795" y="246742"/>
            <a:ext cx="10353762" cy="1257300"/>
          </a:xfrm>
        </p:spPr>
        <p:txBody>
          <a:bodyPr/>
          <a:lstStyle/>
          <a:p>
            <a:r>
              <a:rPr lang="en-AU" dirty="0"/>
              <a:t>Ethics</a:t>
            </a:r>
            <a:br>
              <a:rPr lang="en-AU" dirty="0"/>
            </a:br>
            <a:r>
              <a:rPr lang="en-AU" dirty="0"/>
              <a:t>(or what you *absolutely* should not do)</a:t>
            </a:r>
          </a:p>
        </p:txBody>
      </p:sp>
      <p:sp>
        <p:nvSpPr>
          <p:cNvPr id="3" name="Content Placeholder 2">
            <a:extLst>
              <a:ext uri="{FF2B5EF4-FFF2-40B4-BE49-F238E27FC236}">
                <a16:creationId xmlns:a16="http://schemas.microsoft.com/office/drawing/2014/main" id="{BBEA6D1A-7BEE-D443-9695-FB4C23725F4D}"/>
              </a:ext>
            </a:extLst>
          </p:cNvPr>
          <p:cNvSpPr>
            <a:spLocks noGrp="1"/>
          </p:cNvSpPr>
          <p:nvPr>
            <p:ph idx="1"/>
          </p:nvPr>
        </p:nvSpPr>
        <p:spPr>
          <a:xfrm>
            <a:off x="913795" y="1815192"/>
            <a:ext cx="10353762" cy="4384508"/>
          </a:xfrm>
        </p:spPr>
        <p:txBody>
          <a:bodyPr>
            <a:normAutofit/>
          </a:bodyPr>
          <a:lstStyle/>
          <a:p>
            <a:r>
              <a:rPr lang="en-AU" dirty="0">
                <a:latin typeface="Arial" panose="020B0604020202020204" pitchFamily="34" charset="0"/>
                <a:cs typeface="Arial" panose="020B0604020202020204" pitchFamily="34" charset="0"/>
              </a:rPr>
              <a:t>Codes of Ethics are needed by all endeavours that are professions. In cybersecurity, there are several organisations that have them</a:t>
            </a:r>
          </a:p>
          <a:p>
            <a:r>
              <a:rPr lang="en-AU" dirty="0">
                <a:latin typeface="Arial" panose="020B0604020202020204" pitchFamily="34" charset="0"/>
                <a:cs typeface="Arial" panose="020B0604020202020204" pitchFamily="34" charset="0"/>
              </a:rPr>
              <a:t>ISC</a:t>
            </a:r>
            <a:r>
              <a:rPr lang="en-AU" baseline="30000" dirty="0">
                <a:latin typeface="Arial" panose="020B0604020202020204" pitchFamily="34" charset="0"/>
                <a:cs typeface="Arial" panose="020B0604020202020204" pitchFamily="34" charset="0"/>
              </a:rPr>
              <a:t>2</a:t>
            </a:r>
            <a:endParaRPr lang="en-AU" baseline="300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lvl="1"/>
            <a:r>
              <a:rPr lang="en-AU" dirty="0">
                <a:latin typeface="Arial" panose="020B0604020202020204" pitchFamily="34" charset="0"/>
                <a:cs typeface="Arial" panose="020B0604020202020204" pitchFamily="34" charset="0"/>
              </a:rPr>
              <a:t>Protect society, the common good, necessary public trust and confidence, and the infrastructure. </a:t>
            </a:r>
          </a:p>
          <a:p>
            <a:pPr lvl="1"/>
            <a:r>
              <a:rPr lang="en-AU" dirty="0">
                <a:latin typeface="Arial" panose="020B0604020202020204" pitchFamily="34" charset="0"/>
                <a:cs typeface="Arial" panose="020B0604020202020204" pitchFamily="34" charset="0"/>
              </a:rPr>
              <a:t>Act honourably, honestly, justly, responsibly, and legally. </a:t>
            </a:r>
          </a:p>
          <a:p>
            <a:pPr lvl="1"/>
            <a:r>
              <a:rPr lang="en-AU" dirty="0">
                <a:latin typeface="Arial" panose="020B0604020202020204" pitchFamily="34" charset="0"/>
                <a:cs typeface="Arial" panose="020B0604020202020204" pitchFamily="34" charset="0"/>
              </a:rPr>
              <a:t>Provide diligent and competent service to principals. </a:t>
            </a:r>
          </a:p>
          <a:p>
            <a:pPr lvl="1"/>
            <a:r>
              <a:rPr lang="en-AU" dirty="0">
                <a:latin typeface="Arial" panose="020B0604020202020204" pitchFamily="34" charset="0"/>
                <a:cs typeface="Arial" panose="020B0604020202020204" pitchFamily="34" charset="0"/>
              </a:rPr>
              <a:t>Advance and protect the profession.</a:t>
            </a:r>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058078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97A6F-E7F5-304A-A25F-61E764525B5B}"/>
              </a:ext>
            </a:extLst>
          </p:cNvPr>
          <p:cNvSpPr>
            <a:spLocks noGrp="1"/>
          </p:cNvSpPr>
          <p:nvPr>
            <p:ph type="title"/>
          </p:nvPr>
        </p:nvSpPr>
        <p:spPr>
          <a:xfrm>
            <a:off x="913795" y="232229"/>
            <a:ext cx="10353762" cy="1257300"/>
          </a:xfrm>
        </p:spPr>
        <p:txBody>
          <a:bodyPr/>
          <a:lstStyle/>
          <a:p>
            <a:r>
              <a:rPr lang="en-AU" dirty="0"/>
              <a:t>Ethics continued…</a:t>
            </a:r>
          </a:p>
        </p:txBody>
      </p:sp>
      <p:sp>
        <p:nvSpPr>
          <p:cNvPr id="3" name="Content Placeholder 2">
            <a:extLst>
              <a:ext uri="{FF2B5EF4-FFF2-40B4-BE49-F238E27FC236}">
                <a16:creationId xmlns:a16="http://schemas.microsoft.com/office/drawing/2014/main" id="{88851BF1-8C4A-B14B-8144-02D268D45C5C}"/>
              </a:ext>
            </a:extLst>
          </p:cNvPr>
          <p:cNvSpPr>
            <a:spLocks noGrp="1"/>
          </p:cNvSpPr>
          <p:nvPr>
            <p:ph idx="1"/>
          </p:nvPr>
        </p:nvSpPr>
        <p:spPr>
          <a:xfrm>
            <a:off x="913795" y="1757136"/>
            <a:ext cx="10353762" cy="4023561"/>
          </a:xfrm>
        </p:spPr>
        <p:txBody>
          <a:bodyPr/>
          <a:lstStyle/>
          <a:p>
            <a:r>
              <a:rPr lang="en-AU" dirty="0">
                <a:latin typeface="Arial" panose="020B0604020202020204" pitchFamily="34" charset="0"/>
                <a:cs typeface="Arial" panose="020B0604020202020204" pitchFamily="34" charset="0"/>
              </a:rPr>
              <a:t>Don’t do anything that you don’t have explicit authorisation to do</a:t>
            </a:r>
          </a:p>
          <a:p>
            <a:r>
              <a:rPr lang="en-AU" dirty="0">
                <a:latin typeface="Arial" panose="020B0604020202020204" pitchFamily="34" charset="0"/>
                <a:cs typeface="Arial" panose="020B0604020202020204" pitchFamily="34" charset="0"/>
              </a:rPr>
              <a:t>Hacking without authorization is a crime in almost every country</a:t>
            </a:r>
          </a:p>
          <a:p>
            <a:r>
              <a:rPr lang="en-AU" dirty="0">
                <a:latin typeface="Arial" panose="020B0604020202020204" pitchFamily="34" charset="0"/>
                <a:cs typeface="Arial" panose="020B0604020202020204" pitchFamily="34" charset="0"/>
              </a:rPr>
              <a:t>You can cause damage to yourself and others by being negligent</a:t>
            </a:r>
          </a:p>
          <a:p>
            <a:r>
              <a:rPr lang="en-AU" dirty="0">
                <a:latin typeface="Arial" panose="020B0604020202020204" pitchFamily="34" charset="0"/>
                <a:cs typeface="Arial" panose="020B0604020202020204" pitchFamily="34" charset="0"/>
              </a:rPr>
              <a:t>A safe environment enables you to explore, investigate and learn</a:t>
            </a:r>
          </a:p>
        </p:txBody>
      </p:sp>
    </p:spTree>
    <p:extLst>
      <p:ext uri="{BB962C8B-B14F-4D97-AF65-F5344CB8AC3E}">
        <p14:creationId xmlns:p14="http://schemas.microsoft.com/office/powerpoint/2010/main" val="5486839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3795" y="246743"/>
            <a:ext cx="10353762" cy="1257300"/>
          </a:xfrm>
        </p:spPr>
        <p:txBody>
          <a:bodyPr/>
          <a:lstStyle/>
          <a:p>
            <a:r>
              <a:rPr lang="en-AU" dirty="0"/>
              <a:t>Copyright notice</a:t>
            </a:r>
          </a:p>
        </p:txBody>
      </p:sp>
      <p:sp>
        <p:nvSpPr>
          <p:cNvPr id="2" name="Content Placeholder 1">
            <a:extLst>
              <a:ext uri="{FF2B5EF4-FFF2-40B4-BE49-F238E27FC236}">
                <a16:creationId xmlns:a16="http://schemas.microsoft.com/office/drawing/2014/main" id="{75A042B4-6EB2-4F38-8355-D92C4E4A5EF9}"/>
              </a:ext>
            </a:extLst>
          </p:cNvPr>
          <p:cNvSpPr>
            <a:spLocks noGrp="1"/>
          </p:cNvSpPr>
          <p:nvPr>
            <p:ph idx="1"/>
          </p:nvPr>
        </p:nvSpPr>
        <p:spPr>
          <a:xfrm>
            <a:off x="913795" y="1504043"/>
            <a:ext cx="10353762" cy="4354330"/>
          </a:xfrm>
        </p:spPr>
        <p:txBody>
          <a:bodyPr>
            <a:normAutofit fontScale="70000" lnSpcReduction="20000"/>
          </a:bodyPr>
          <a:lstStyle/>
          <a:p>
            <a:pPr marL="36900" indent="0" algn="ctr">
              <a:buNone/>
            </a:pPr>
            <a:r>
              <a:rPr lang="en-AU" sz="4000" b="1" dirty="0">
                <a:latin typeface="Arial" panose="020B0604020202020204" pitchFamily="34" charset="0"/>
                <a:cs typeface="Arial" panose="020B0604020202020204" pitchFamily="34" charset="0"/>
              </a:rPr>
              <a:t>Commonwealth of Australia</a:t>
            </a:r>
          </a:p>
          <a:p>
            <a:pPr marL="36900" indent="0" algn="ctr">
              <a:buNone/>
            </a:pPr>
            <a:endParaRPr lang="en-AU" dirty="0">
              <a:latin typeface="Arial" panose="020B0604020202020204" pitchFamily="34" charset="0"/>
              <a:cs typeface="Arial" panose="020B0604020202020204" pitchFamily="34" charset="0"/>
            </a:endParaRPr>
          </a:p>
          <a:p>
            <a:pPr marL="36900" indent="0" algn="ctr">
              <a:buNone/>
            </a:pPr>
            <a:r>
              <a:rPr lang="en-AU" dirty="0">
                <a:latin typeface="Arial" panose="020B0604020202020204" pitchFamily="34" charset="0"/>
                <a:cs typeface="Arial" panose="020B0604020202020204" pitchFamily="34" charset="0"/>
              </a:rPr>
              <a:t>Copyright Regulations 1969</a:t>
            </a:r>
          </a:p>
          <a:p>
            <a:pPr marL="36900" indent="0" algn="ctr">
              <a:buNone/>
            </a:pPr>
            <a:endParaRPr lang="en-AU" dirty="0">
              <a:latin typeface="Arial" panose="020B0604020202020204" pitchFamily="34" charset="0"/>
              <a:cs typeface="Arial" panose="020B0604020202020204" pitchFamily="34" charset="0"/>
            </a:endParaRPr>
          </a:p>
          <a:p>
            <a:pPr marL="36900" indent="0" algn="ctr">
              <a:buNone/>
            </a:pPr>
            <a:r>
              <a:rPr lang="en-AU" dirty="0">
                <a:latin typeface="Arial" panose="020B0604020202020204" pitchFamily="34" charset="0"/>
                <a:cs typeface="Arial" panose="020B0604020202020204" pitchFamily="34" charset="0"/>
              </a:rPr>
              <a:t>WARNING</a:t>
            </a:r>
          </a:p>
          <a:p>
            <a:pPr marL="36900" indent="0" algn="ctr">
              <a:buNone/>
            </a:pPr>
            <a:endParaRPr lang="en-AU" sz="2400" dirty="0">
              <a:latin typeface="Arial" panose="020B0604020202020204" pitchFamily="34" charset="0"/>
              <a:cs typeface="Arial" panose="020B0604020202020204" pitchFamily="34" charset="0"/>
            </a:endParaRPr>
          </a:p>
          <a:p>
            <a:pPr marL="36900" indent="0">
              <a:buNone/>
            </a:pPr>
            <a:r>
              <a:rPr lang="en-AU" sz="2400" dirty="0">
                <a:latin typeface="Arial" panose="020B0604020202020204" pitchFamily="34" charset="0"/>
                <a:cs typeface="Arial" panose="020B0604020202020204" pitchFamily="34" charset="0"/>
              </a:rPr>
              <a:t>Materials in this unit (CITS1003 – Introduction to Cybersecurity) have been reproduced and communicated to you by or on behalf of The University of Western Australia pursuant to Part VB of the </a:t>
            </a:r>
            <a:r>
              <a:rPr lang="en-AU" sz="2400" i="1" dirty="0">
                <a:latin typeface="Arial" panose="020B0604020202020204" pitchFamily="34" charset="0"/>
                <a:cs typeface="Arial" panose="020B0604020202020204" pitchFamily="34" charset="0"/>
              </a:rPr>
              <a:t>Copyright Act</a:t>
            </a:r>
            <a:r>
              <a:rPr lang="en-AU" sz="2400" dirty="0">
                <a:latin typeface="Arial" panose="020B0604020202020204" pitchFamily="34" charset="0"/>
                <a:cs typeface="Arial" panose="020B0604020202020204" pitchFamily="34" charset="0"/>
              </a:rPr>
              <a:t>1968 (</a:t>
            </a:r>
            <a:r>
              <a:rPr lang="en-AU" sz="2400" b="1" dirty="0">
                <a:latin typeface="Arial" panose="020B0604020202020204" pitchFamily="34" charset="0"/>
                <a:cs typeface="Arial" panose="020B0604020202020204" pitchFamily="34" charset="0"/>
              </a:rPr>
              <a:t>the Act</a:t>
            </a:r>
            <a:r>
              <a:rPr lang="en-AU" sz="2400" dirty="0">
                <a:latin typeface="Arial" panose="020B0604020202020204" pitchFamily="34" charset="0"/>
                <a:cs typeface="Arial" panose="020B0604020202020204" pitchFamily="34" charset="0"/>
              </a:rPr>
              <a:t>).</a:t>
            </a:r>
          </a:p>
          <a:p>
            <a:pPr marL="36900" indent="0">
              <a:buNone/>
            </a:pPr>
            <a:endParaRPr lang="en-AU" sz="2400" dirty="0">
              <a:latin typeface="Arial" panose="020B0604020202020204" pitchFamily="34" charset="0"/>
              <a:cs typeface="Arial" panose="020B0604020202020204" pitchFamily="34" charset="0"/>
            </a:endParaRPr>
          </a:p>
          <a:p>
            <a:pPr marL="36900" indent="0">
              <a:buNone/>
            </a:pPr>
            <a:r>
              <a:rPr lang="en-AU" sz="2400" dirty="0">
                <a:latin typeface="Arial" panose="020B0604020202020204" pitchFamily="34" charset="0"/>
                <a:cs typeface="Arial" panose="020B0604020202020204" pitchFamily="34" charset="0"/>
              </a:rPr>
              <a:t>The material in this communication may be subject to copyright under the Act. Any further reproduction or communication of this material by you may be the subject of copyright protection under the Act.</a:t>
            </a:r>
          </a:p>
          <a:p>
            <a:pPr marL="36900" indent="0">
              <a:buNone/>
            </a:pPr>
            <a:endParaRPr lang="en-AU" dirty="0"/>
          </a:p>
        </p:txBody>
      </p:sp>
    </p:spTree>
    <p:extLst>
      <p:ext uri="{BB962C8B-B14F-4D97-AF65-F5344CB8AC3E}">
        <p14:creationId xmlns:p14="http://schemas.microsoft.com/office/powerpoint/2010/main" val="23075882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AnalogousFromDarkSeedLeftStep">
      <a:dk1>
        <a:srgbClr val="000000"/>
      </a:dk1>
      <a:lt1>
        <a:srgbClr val="FFFFFF"/>
      </a:lt1>
      <a:dk2>
        <a:srgbClr val="243541"/>
      </a:dk2>
      <a:lt2>
        <a:srgbClr val="E4E8E2"/>
      </a:lt2>
      <a:accent1>
        <a:srgbClr val="A629E7"/>
      </a:accent1>
      <a:accent2>
        <a:srgbClr val="6640DC"/>
      </a:accent2>
      <a:accent3>
        <a:srgbClr val="2F4FE7"/>
      </a:accent3>
      <a:accent4>
        <a:srgbClr val="1787D5"/>
      </a:accent4>
      <a:accent5>
        <a:srgbClr val="20B6B5"/>
      </a:accent5>
      <a:accent6>
        <a:srgbClr val="14B973"/>
      </a:accent6>
      <a:hlink>
        <a:srgbClr val="358E9F"/>
      </a:hlink>
      <a:folHlink>
        <a:srgbClr val="7F7F7F"/>
      </a:folHlink>
    </a:clrScheme>
    <a:fontScheme name="Slate">
      <a:majorFont>
        <a:latin typeface="Georgia Pro Cond Light"/>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Speak Pro"/>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14611</TotalTime>
  <Words>1928</Words>
  <Application>Microsoft Office PowerPoint</Application>
  <PresentationFormat>Widescreen</PresentationFormat>
  <Paragraphs>262</Paragraphs>
  <Slides>44</Slides>
  <Notes>44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Arial</vt:lpstr>
      <vt:lpstr>Calibri</vt:lpstr>
      <vt:lpstr>Courier New</vt:lpstr>
      <vt:lpstr>Georgia Pro Cond Light</vt:lpstr>
      <vt:lpstr>Roboto</vt:lpstr>
      <vt:lpstr>Speak Pro</vt:lpstr>
      <vt:lpstr>Wingdings</vt:lpstr>
      <vt:lpstr>Wingdings 2</vt:lpstr>
      <vt:lpstr>SlateVTI</vt:lpstr>
      <vt:lpstr>CITS1003 Introduction to Cybersecurity [0] Unit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Things</vt:lpstr>
      <vt:lpstr>Pre-Requisites and Target Audience</vt:lpstr>
      <vt:lpstr>To Get Started</vt:lpstr>
      <vt:lpstr>Emergency</vt:lpstr>
      <vt:lpstr>Assessments</vt:lpstr>
      <vt:lpstr>Lectures</vt:lpstr>
      <vt:lpstr>https://uwacyber.gitbook.io/cits1003/cits1003-lectures/lecture-materials</vt:lpstr>
      <vt:lpstr>Labs start in week 1</vt:lpstr>
      <vt:lpstr>  https://uwacyber.gitbook.io/cits1003/cits1003-labs/introduction-to-labs</vt:lpstr>
      <vt:lpstr>Lab Location</vt:lpstr>
      <vt:lpstr>MS Teams</vt:lpstr>
      <vt:lpstr>Lab Computer</vt:lpstr>
      <vt:lpstr>Lab Assessment</vt:lpstr>
      <vt:lpstr>Submission Site</vt:lpstr>
      <vt:lpstr>Submission Site</vt:lpstr>
      <vt:lpstr>Submission Site</vt:lpstr>
      <vt:lpstr>Lab Help</vt:lpstr>
      <vt:lpstr>A Help Server</vt:lpstr>
      <vt:lpstr>https://help.jinhong.org</vt:lpstr>
      <vt:lpstr>Lab Due Dates</vt:lpstr>
      <vt:lpstr>Lab Setup</vt:lpstr>
      <vt:lpstr>Other Assessments</vt:lpstr>
      <vt:lpstr>Weekly Topics</vt:lpstr>
      <vt:lpstr>Enquiries</vt:lpstr>
      <vt:lpstr>Online Resources</vt:lpstr>
      <vt:lpstr>FAQs </vt:lpstr>
      <vt:lpstr>FAQs </vt:lpstr>
      <vt:lpstr>Cheating</vt:lpstr>
      <vt:lpstr>Information Security</vt:lpstr>
      <vt:lpstr>What is Cybersecurity?</vt:lpstr>
      <vt:lpstr>Human Exploits</vt:lpstr>
      <vt:lpstr>Learning Outcomes</vt:lpstr>
      <vt:lpstr>Ethics (or what you *absolutely* should not do)</vt:lpstr>
      <vt:lpstr>Ethics continued…</vt:lpstr>
      <vt:lpstr>Copyright notice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CITSXXXX Introduction to Cybersecurity [1] Unit overview</dc:title>
  <dc:creator>David Glance</dc:creator>
  <cp:lastModifiedBy>Zhi Zhang</cp:lastModifiedBy>
  <cp:revision>172</cp:revision>
  <dcterms:created xsi:type="dcterms:W3CDTF">2020-01-13T04:26:47Z</dcterms:created>
  <dcterms:modified xsi:type="dcterms:W3CDTF">2025-02-24T03:23:42Z</dcterms:modified>
</cp:coreProperties>
</file>